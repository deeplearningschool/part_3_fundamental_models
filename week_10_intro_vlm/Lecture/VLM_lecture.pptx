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09.xml" ContentType="application/vnd.openxmlformats-officedocument.presentationml.slideLayout+xml"/>
  <Override PartName="/ppt/slideLayouts/slideLayout410.xml" ContentType="application/vnd.openxmlformats-officedocument.presentationml.slideLayout+xml"/>
  <Override PartName="/ppt/slideLayouts/slideLayout411.xml" ContentType="application/vnd.openxmlformats-officedocument.presentationml.slideLayout+xml"/>
  <Override PartName="/ppt/slideLayouts/slideLayout412.xml" ContentType="application/vnd.openxmlformats-officedocument.presentationml.slideLayout+xml"/>
  <Override PartName="/ppt/slideLayouts/slideLayout413.xml" ContentType="application/vnd.openxmlformats-officedocument.presentationml.slideLayout+xml"/>
  <Override PartName="/ppt/slideLayouts/slideLayout414.xml" ContentType="application/vnd.openxmlformats-officedocument.presentationml.slideLayout+xml"/>
  <Override PartName="/ppt/slideLayouts/slideLayout415.xml" ContentType="application/vnd.openxmlformats-officedocument.presentationml.slideLayout+xml"/>
  <Override PartName="/ppt/slideLayouts/slideLayout416.xml" ContentType="application/vnd.openxmlformats-officedocument.presentationml.slideLayout+xml"/>
  <Override PartName="/ppt/slideLayouts/slideLayout417.xml" ContentType="application/vnd.openxmlformats-officedocument.presentationml.slideLayout+xml"/>
  <Override PartName="/ppt/slideLayouts/slideLayout418.xml" ContentType="application/vnd.openxmlformats-officedocument.presentationml.slideLayout+xml"/>
  <Override PartName="/ppt/slideLayouts/slideLayout419.xml" ContentType="application/vnd.openxmlformats-officedocument.presentationml.slideLayout+xml"/>
  <Override PartName="/ppt/slideLayouts/slideLayout420.xml" ContentType="application/vnd.openxmlformats-officedocument.presentationml.slideLayout+xml"/>
  <Override PartName="/ppt/slideLayouts/slideLayout421.xml" ContentType="application/vnd.openxmlformats-officedocument.presentationml.slideLayout+xml"/>
  <Override PartName="/ppt/slideLayouts/slideLayout422.xml" ContentType="application/vnd.openxmlformats-officedocument.presentationml.slideLayout+xml"/>
  <Override PartName="/ppt/slideLayouts/slideLayout423.xml" ContentType="application/vnd.openxmlformats-officedocument.presentationml.slideLayout+xml"/>
  <Override PartName="/ppt/slideLayouts/slideLayout424.xml" ContentType="application/vnd.openxmlformats-officedocument.presentationml.slideLayout+xml"/>
  <Override PartName="/ppt/slideLayouts/slideLayout425.xml" ContentType="application/vnd.openxmlformats-officedocument.presentationml.slideLayout+xml"/>
  <Override PartName="/ppt/slideLayouts/slideLayout426.xml" ContentType="application/vnd.openxmlformats-officedocument.presentationml.slideLayout+xml"/>
  <Override PartName="/ppt/slideLayouts/slideLayout427.xml" ContentType="application/vnd.openxmlformats-officedocument.presentationml.slideLayout+xml"/>
  <Override PartName="/ppt/slideLayouts/slideLayout428.xml" ContentType="application/vnd.openxmlformats-officedocument.presentationml.slideLayout+xml"/>
  <Override PartName="/ppt/slideLayouts/slideLayout429.xml" ContentType="application/vnd.openxmlformats-officedocument.presentationml.slideLayout+xml"/>
  <Override PartName="/ppt/slideLayouts/slideLayout430.xml" ContentType="application/vnd.openxmlformats-officedocument.presentationml.slideLayout+xml"/>
  <Override PartName="/ppt/slideLayouts/slideLayout431.xml" ContentType="application/vnd.openxmlformats-officedocument.presentationml.slideLayout+xml"/>
  <Override PartName="/ppt/slideLayouts/slideLayout432.xml" ContentType="application/vnd.openxmlformats-officedocument.presentationml.slideLayout+xml"/>
  <Override PartName="/ppt/slideLayouts/slideLayout433.xml" ContentType="application/vnd.openxmlformats-officedocument.presentationml.slideLayout+xml"/>
  <Override PartName="/ppt/slideLayouts/slideLayout434.xml" ContentType="application/vnd.openxmlformats-officedocument.presentationml.slideLayout+xml"/>
  <Override PartName="/ppt/slideLayouts/slideLayout435.xml" ContentType="application/vnd.openxmlformats-officedocument.presentationml.slideLayout+xml"/>
  <Override PartName="/ppt/slideLayouts/slideLayout436.xml" ContentType="application/vnd.openxmlformats-officedocument.presentationml.slideLayout+xml"/>
  <Override PartName="/ppt/slideLayouts/slideLayout437.xml" ContentType="application/vnd.openxmlformats-officedocument.presentationml.slideLayout+xml"/>
  <Override PartName="/ppt/slideLayouts/slideLayout438.xml" ContentType="application/vnd.openxmlformats-officedocument.presentationml.slideLayout+xml"/>
  <Override PartName="/ppt/slideLayouts/slideLayout439.xml" ContentType="application/vnd.openxmlformats-officedocument.presentationml.slideLayout+xml"/>
  <Override PartName="/ppt/slideLayouts/slideLayout440.xml" ContentType="application/vnd.openxmlformats-officedocument.presentationml.slideLayout+xml"/>
  <Override PartName="/ppt/slideLayouts/slideLayout441.xml" ContentType="application/vnd.openxmlformats-officedocument.presentationml.slideLayout+xml"/>
  <Override PartName="/ppt/slideLayouts/slideLayout442.xml" ContentType="application/vnd.openxmlformats-officedocument.presentationml.slideLayout+xml"/>
  <Override PartName="/ppt/slideLayouts/slideLayout44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4" r:id="rId1"/>
  </p:sldMasterIdLst>
  <p:notesMasterIdLst>
    <p:notesMasterId r:id="rId23"/>
  </p:notesMasterIdLst>
  <p:sldIdLst>
    <p:sldId id="259" r:id="rId2"/>
    <p:sldId id="896" r:id="rId3"/>
    <p:sldId id="763" r:id="rId4"/>
    <p:sldId id="2147480636" r:id="rId5"/>
    <p:sldId id="2147480635" r:id="rId6"/>
    <p:sldId id="2147480637" r:id="rId7"/>
    <p:sldId id="2147480657" r:id="rId8"/>
    <p:sldId id="2147480638" r:id="rId9"/>
    <p:sldId id="2147480639" r:id="rId10"/>
    <p:sldId id="2147480641" r:id="rId11"/>
    <p:sldId id="2147480642" r:id="rId12"/>
    <p:sldId id="2147480643" r:id="rId13"/>
    <p:sldId id="2147480645" r:id="rId14"/>
    <p:sldId id="2147480646" r:id="rId15"/>
    <p:sldId id="2147480644" r:id="rId16"/>
    <p:sldId id="2147480667" r:id="rId17"/>
    <p:sldId id="2147480648" r:id="rId18"/>
    <p:sldId id="2147480649" r:id="rId19"/>
    <p:sldId id="2147480650" r:id="rId20"/>
    <p:sldId id="2147480651" r:id="rId21"/>
    <p:sldId id="2147480647" r:id="rId22"/>
  </p:sldIdLst>
  <p:sldSz cx="24387175" cy="13716000"/>
  <p:notesSz cx="13716000" cy="243871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8203" userDrawn="1">
          <p15:clr>
            <a:srgbClr val="A4A3A4"/>
          </p15:clr>
        </p15:guide>
        <p15:guide id="13" pos="355" userDrawn="1">
          <p15:clr>
            <a:srgbClr val="A4A3A4"/>
          </p15:clr>
        </p15:guide>
        <p15:guide id="14" orient="horz" pos="3549" userDrawn="1">
          <p15:clr>
            <a:srgbClr val="A4A3A4"/>
          </p15:clr>
        </p15:guide>
        <p15:guide id="15" orient="horz" pos="1462" userDrawn="1">
          <p15:clr>
            <a:srgbClr val="A4A3A4"/>
          </p15:clr>
        </p15:guide>
        <p15:guide id="16" orient="horz" pos="6293" userDrawn="1">
          <p15:clr>
            <a:srgbClr val="A4A3A4"/>
          </p15:clr>
        </p15:guide>
        <p15:guide id="17" pos="7137" userDrawn="1">
          <p15:clr>
            <a:srgbClr val="A4A3A4"/>
          </p15:clr>
        </p15:guide>
        <p15:guide id="18" orient="horz" pos="5386" userDrawn="1">
          <p15:clr>
            <a:srgbClr val="A4A3A4"/>
          </p15:clr>
        </p15:guide>
        <p15:guide id="19" pos="677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Ирина Ч." initials="ИЧ" lastIdx="13" clrIdx="0">
    <p:extLst>
      <p:ext uri="{19B8F6BF-5375-455C-9EA6-DF929625EA0E}">
        <p15:presenceInfo xmlns:p15="http://schemas.microsoft.com/office/powerpoint/2012/main" userId="Ирина Ч." providerId="None"/>
      </p:ext>
    </p:extLst>
  </p:cmAuthor>
  <p:cmAuthor id="2" name="Elizaveta Goncharova" initials="EG" lastIdx="8" clrIdx="1">
    <p:extLst>
      <p:ext uri="{19B8F6BF-5375-455C-9EA6-DF929625EA0E}">
        <p15:presenceInfo xmlns:p15="http://schemas.microsoft.com/office/powerpoint/2012/main" userId="96c2b8eec574219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841F5"/>
    <a:srgbClr val="06A2F1"/>
    <a:srgbClr val="FCFCFC"/>
    <a:srgbClr val="00A651"/>
    <a:srgbClr val="A36205"/>
    <a:srgbClr val="FFDD2D"/>
    <a:srgbClr val="FFFAC2"/>
    <a:srgbClr val="DFF1FF"/>
    <a:srgbClr val="D6FF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29" autoAdjust="0"/>
    <p:restoredTop sz="94336" autoAdjust="0"/>
  </p:normalViewPr>
  <p:slideViewPr>
    <p:cSldViewPr snapToGrid="0" snapToObjects="1">
      <p:cViewPr>
        <p:scale>
          <a:sx n="34" d="100"/>
          <a:sy n="34" d="100"/>
        </p:scale>
        <p:origin x="2304" y="1160"/>
      </p:cViewPr>
      <p:guideLst>
        <p:guide pos="8203"/>
        <p:guide pos="355"/>
        <p:guide orient="horz" pos="3549"/>
        <p:guide orient="horz" pos="1462"/>
        <p:guide orient="horz" pos="6293"/>
        <p:guide pos="7137"/>
        <p:guide orient="horz" pos="5386"/>
        <p:guide pos="6774"/>
      </p:guideLst>
    </p:cSldViewPr>
  </p:slideViewPr>
  <p:notesTextViewPr>
    <p:cViewPr>
      <p:scale>
        <a:sx n="65" d="100"/>
        <a:sy n="65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287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3767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8788" y="3048000"/>
            <a:ext cx="14633576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Начнём с базового уровня. Слово "</a:t>
            </a:r>
            <a:r>
              <a:rPr lang="ru-RU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мультимодальность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" часто используют довольно широко, но в машинном обучении за ним стоит конкретная постановка задачи.</a:t>
            </a:r>
          </a:p>
          <a:p>
            <a:b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Модель получает данные разных типов: например, текст и изображение, изображение и аудио, видео и текстовую инструкцию, таблицу и диаграмму. При этом важно не просто обработать эти данные отдельно, а научиться понимать связи между ними. Например, если пользователь спрашивает: "Что написано на вывеске слева от входа?", модель должна связать текст вопроса, пространственное расположение объектов на изображении и визуальное распознавание текста.</a:t>
            </a:r>
          </a:p>
          <a:p>
            <a:b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То есть </a:t>
            </a:r>
            <a:r>
              <a:rPr lang="ru-RU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мультимодальность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появляется там, где одна модальность даёт неполную картину, а несколько модальностей вместе позволяют решить задачу лучше.</a:t>
            </a:r>
          </a:p>
          <a:p>
            <a:endParaRPr lang="ru-RU" dirty="0"/>
          </a:p>
          <a:p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На этом слайде дано определение модальности. В общем смысле модальность описывает способ существования или восприятия явления. В контексте машинного обучения проще думать так: модальность - это тип данных и способ представления информации.</a:t>
            </a:r>
          </a:p>
          <a:p>
            <a:b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Текст, изображение, аудио, видео, 3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D-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сцены, код, табличные данные - всё это разные модальности. У каждой из них своя структура. Текст дискретен и </a:t>
            </a:r>
            <a:r>
              <a:rPr lang="ru-RU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последовательностен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 он состоит из токенов. Изображение </a:t>
            </a:r>
            <a:r>
              <a:rPr lang="ru-RU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пространственно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 пиксели организованы в двумерную сетку. Видео добавляет временную ось. Аудио - это сигнал во времени.</a:t>
            </a:r>
          </a:p>
          <a:p>
            <a:b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ru-RU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Мультимодальность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в машинном обучении - это исследование того, как анализировать разнородные, но связанные данные. Ключевое слово здесь - "связанные". Нас интересует не просто наличие разных входов, а то, как модель учится сопоставлять их и делать совместный вывод.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52529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8788" y="3048000"/>
            <a:ext cx="14633576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Разные модальности покрывают разные характеристики одного и того же объекта или события. Они могут быть качественными, структурными, пространственными, семантическими.</a:t>
            </a:r>
          </a:p>
          <a:p>
            <a:b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Например, два изображения, полученные одним аппаратом, могут быть достаточно близкими по природе данных. Они описывают объект через однородные визуальные признаки. Текст и код уже отличаются сильнее: оба являются последовательностями символов или токенов, но код имеет более жёсткую синтаксическую и исполняемую структуру. А текст и изображение отличаются ещё сильнее: текст выражает смысл через язык, а изображение - через визуальные паттерны, пространственные отношения, цвет, форму и детали.</a:t>
            </a:r>
          </a:p>
          <a:p>
            <a:b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Отсюда возникает основная сложность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VLM: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нужно построить такое представление, где текстовое "красная машина слева" и визуальный фрагмент с этой машиной смогут встретиться в одном вычислительном пространстве.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963830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8788" y="3048000"/>
            <a:ext cx="14633576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Следующий вопрос: где именно объединять модальности. На слайде показаны три крупных класса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fusion.</a:t>
            </a:r>
          </a:p>
          <a:p>
            <a:b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Early fusion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означает, что модальности объединяются рано, ещё на уровне входной последовательности или близко к нему. Например, мы превращаем текст и изображение в токены, кладём их в общий контекст и отдаём одной модели.</a:t>
            </a:r>
          </a:p>
          <a:p>
            <a:b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Deep fusion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означает, что у модальностей могут быть отдельные </a:t>
            </a:r>
            <a:r>
              <a:rPr lang="ru-RU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энкодеры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но внутри модели есть специальные механизмы обмена информацией: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cross-attention, </a:t>
            </a:r>
            <a:r>
              <a:rPr lang="en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resampler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адаптеры, промежуточные слои.</a:t>
            </a:r>
          </a:p>
          <a:p>
            <a:b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Late fusion -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это более позднее объединение, когда разные модели или ветки сначала делают свои выводы, а потом результаты совмещаются. Такой подход проще контролировать, но он часто хуже использует тонкие связи между модальностями.</a:t>
            </a:r>
          </a:p>
          <a:p>
            <a:b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В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VLM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чаще всего обсуждают именно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early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и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deep fusion,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потому что они позволяют модели учиться совместному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reasoning,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а не просто склеивать готовые ответы.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86930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8788" y="3048000"/>
            <a:ext cx="14633576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Теперь переходим к первому техническому блоку: как представить разные модальности для модели.</a:t>
            </a:r>
          </a:p>
          <a:p>
            <a:b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Для современных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foundation models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почти всё в итоге должно быть приведено к последовательности векторов или токенов. Языковая модель не работает напрямую с пикселями или символами. Она работает с </a:t>
            </a:r>
            <a:r>
              <a:rPr lang="ru-RU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эмбеддингами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токенов. Поэтому для мультимодальной модели нам нужно решить две задачи: как закодировать каждую модальность и как сделать так, чтобы эти представления были совместимы.</a:t>
            </a:r>
          </a:p>
          <a:p>
            <a:b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В простом виде вопрос звучит так: как превратить текст и изображение в такие представления, с которыми дальше может работать один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core model,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например трансформер.</a:t>
            </a:r>
          </a:p>
          <a:p>
            <a:endParaRPr lang="ru-RU" dirty="0"/>
          </a:p>
          <a:p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Для текста стандартный путь - </a:t>
            </a:r>
            <a:r>
              <a:rPr lang="ru-RU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токенизация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 Мы разбиваем текст на токены: слова, </a:t>
            </a:r>
            <a:r>
              <a:rPr lang="ru-RU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подслова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или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byte-level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единицы. Например, слово может быть разбито на несколько </a:t>
            </a:r>
            <a:r>
              <a:rPr lang="en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subword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токенов. После этого каждый токен получает векторное представление.</a:t>
            </a:r>
          </a:p>
          <a:p>
            <a:b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Для изображений есть несколько вариантов. Первый путь - использовать </a:t>
            </a:r>
            <a:r>
              <a:rPr lang="ru-RU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предобученный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визуальный энкодер, например </a:t>
            </a:r>
            <a:r>
              <a:rPr lang="en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ViT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Он разбивает изображение на патчи и превращает их в последовательность визуальных </a:t>
            </a:r>
            <a:r>
              <a:rPr lang="ru-RU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эмбеддингов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 Другой путь - использовать дискретные визуальные </a:t>
            </a:r>
            <a:r>
              <a:rPr lang="ru-RU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токенизаторы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такие как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VQ-VAE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или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VQ-GAN.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Тогда изображение переводится в дискретные токены из </a:t>
            </a:r>
            <a:r>
              <a:rPr lang="ru-RU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кодбука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почти как текст.</a:t>
            </a:r>
          </a:p>
          <a:p>
            <a:b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На слайде также упомянуты </a:t>
            </a:r>
            <a:r>
              <a:rPr lang="en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SigLIP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и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SigLIP2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как современные альтернативы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CLIP-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подобному выравниванию. Важная тенденция последних лет - уход от жёстко фиксированного разрешения.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Native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или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dynamic resolution,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как в </a:t>
            </a:r>
            <a:r>
              <a:rPr lang="en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NaViT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-like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подходах, помогает лучше сохранять детали, особенно в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OCR,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документах, таблицах и графиках.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56763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8788" y="3048000"/>
            <a:ext cx="14633576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Рассмотрим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early fusion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на примере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Chameleon.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Здесь идея радикальная: и текст, и изображение представляются как токены внутри единой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autoregressive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модели.</a:t>
            </a:r>
          </a:p>
          <a:p>
            <a:b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Для текста используется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BPE-</a:t>
            </a:r>
            <a:r>
              <a:rPr lang="ru-RU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токенизация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со словарём 65 536 токенов. Для изображений картинка 512 на 512 переводится в 1024 дискретных токена из визуального </a:t>
            </a:r>
            <a:r>
              <a:rPr lang="ru-RU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кодбука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размером 8192. То есть изображение становится последовательностью дискретных единиц, похожей на текстовую последовательность.</a:t>
            </a:r>
          </a:p>
          <a:p>
            <a:b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Плюс такого подхода в том, что модель может учиться единому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next-token prediction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для разных типов данных. Она не обязана иметь отдельную логику для текста и изображения. Минус - очень высокая стоимость обучения. На слайде указаны масштабы: триллионы токенов и сотни тысяч или миллионы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GPU-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часов.</a:t>
            </a:r>
          </a:p>
          <a:p>
            <a:b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Это важный пример: универсальность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early fusion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покупается дорогим обучением и большими требованиями к данным.</a:t>
            </a:r>
          </a:p>
        </p:txBody>
      </p:sp>
    </p:spTree>
    <p:extLst>
      <p:ext uri="{BB962C8B-B14F-4D97-AF65-F5344CB8AC3E}">
        <p14:creationId xmlns:p14="http://schemas.microsoft.com/office/powerpoint/2010/main" val="8534259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8788" y="3048000"/>
            <a:ext cx="14633576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Emu3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и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Emu3.5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продолжают линию нативных мультимодальных моделей. Их ключевая идея - единая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autoregressive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модель для текста и визуальных токенов. То есть модель не просто понимает изображение через отдельный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encoder,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а работает в общем </a:t>
            </a:r>
            <a:r>
              <a:rPr lang="ru-RU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токенном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пространстве.</a:t>
            </a:r>
          </a:p>
          <a:p>
            <a:b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Это открывает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any-to-any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сценарии: понимание изображения, генерация, редактирование и комбинированные задачи могут быть сформулированы в одном пространстве. Например, модель может читать картинку, отвечать текстом, генерировать визуальные токены или редактировать существующее изображение.</a:t>
            </a:r>
          </a:p>
          <a:p>
            <a:b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Но у такого подхода есть практическая проблема: генерация визуальных токенов последовательно может быть медленной. Поэтому появляются методы ускорения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decoding,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например </a:t>
            </a:r>
            <a:r>
              <a:rPr lang="en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DiDA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подходы. Общий тренд такой: исследователи хотят получить универсальность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autoregressive modeling,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но при этом не заплатить слишком большую цену в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latency.</a:t>
            </a:r>
          </a:p>
          <a:p>
            <a:b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Если на этом слайде будет добавлена схема архитектуры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Emu3,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её стоит комментировать как иллюстрацию единого пространства токенов для разных модальностей.</a:t>
            </a:r>
          </a:p>
        </p:txBody>
      </p:sp>
    </p:spTree>
    <p:extLst>
      <p:ext uri="{BB962C8B-B14F-4D97-AF65-F5344CB8AC3E}">
        <p14:creationId xmlns:p14="http://schemas.microsoft.com/office/powerpoint/2010/main" val="37634499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8788" y="3048000"/>
            <a:ext cx="14633576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Теперь посмотрим на другой способ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early fusion: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не обязательно делать изображение дискретными токенами. Можно взять визуальный энкодер, получить визуальные </a:t>
            </a:r>
            <a:r>
              <a:rPr lang="ru-RU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эмбеддинги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и подать их в языковую модель как префикс или дополнительный контекст.</a:t>
            </a:r>
          </a:p>
          <a:p>
            <a:b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На слайде упомянуты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MT5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и </a:t>
            </a:r>
            <a:r>
              <a:rPr lang="en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ViT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 </a:t>
            </a:r>
            <a:r>
              <a:rPr lang="en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ViT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отвечает за визуальное представление, а языковая модель работает с текстовой частью.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Prefix tuning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в этом контексте можно понимать как способ встроить информацию из изображения в начало или специальные позиции последовательности, чтобы дальше языковая модель могла условиться на этот визуальный контекст.</a:t>
            </a:r>
          </a:p>
          <a:p>
            <a:b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Такой подход хорош тем, что он </a:t>
            </a:r>
            <a:r>
              <a:rPr lang="ru-RU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переиспользует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сильные </a:t>
            </a:r>
            <a:r>
              <a:rPr lang="ru-RU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предобученные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модели. Мы не обучаем всё с нуля. Но возникает вопрос согласования: визуальные </a:t>
            </a:r>
            <a:r>
              <a:rPr lang="ru-RU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эмбеддинги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должны быть приведены к размерности и распределению, понятным языковой модели. Поэтому почти всегда нужен адаптер или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projection layer.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668867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8788" y="3048000"/>
            <a:ext cx="14633576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en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LLaVA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-like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подход стал одним из самых популярных инженерных шаблонов для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VLM.</a:t>
            </a:r>
          </a:p>
          <a:p>
            <a:b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Архитектура устроена просто. Берём визуальный энкодер, обычно </a:t>
            </a:r>
            <a:r>
              <a:rPr lang="en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ViT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из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CLIP.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Он превращает изображение в последовательность визуальных признаков. Затем адаптер, например двухслойный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MLP,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переводит эти признаки в размерность языковой модели. После этого они подаются в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LLM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вместе с текстовой инструкцией.</a:t>
            </a:r>
          </a:p>
          <a:p>
            <a:b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Обучение обычно проходит в две стадии. Сначала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pretrain: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обучается адаптер, который связывает визуальный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encoder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и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language model.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Затем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instruction tuning: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адаптер и языковая модель </a:t>
            </a:r>
            <a:r>
              <a:rPr lang="ru-RU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дообучаются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на задачах с изображениями и инструкциями.</a:t>
            </a:r>
          </a:p>
          <a:p>
            <a:b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Сильная сторона </a:t>
            </a:r>
            <a:r>
              <a:rPr lang="en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LLaVA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подхода - простота. Не нужно обучать гигантскую мультимодальную модель с нуля. Можно взять готовый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CLIP </a:t>
            </a:r>
            <a:r>
              <a:rPr lang="en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ViT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готовую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LLM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и научить их взаимодействовать через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projection.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Именно поэтому такой подход стал базовой точкой сравнения для многих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VLM.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314543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8788" y="3048000"/>
            <a:ext cx="14633576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На этом слайде показана идея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CLIP-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подобного выравнивания через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contrastive learning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и </a:t>
            </a:r>
            <a:r>
              <a:rPr lang="en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InfoNCE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loss.</a:t>
            </a:r>
          </a:p>
          <a:p>
            <a:b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Есть текстовый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encoder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и визуальный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encoder.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Для пары "изображение - текст" мы получаем два вектора: текстовый и визуальный. Цель обучения - сделать так, чтобы правильная пара была близко в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embedding space,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а неправильные пары были дальше.</a:t>
            </a:r>
          </a:p>
          <a:p>
            <a:b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InfoNCE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loss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работает именно на этом принципе: внутри </a:t>
            </a:r>
            <a:r>
              <a:rPr lang="ru-RU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батча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позитивная пара должна иметь высокую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similarity,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а остальные элементы </a:t>
            </a:r>
            <a:r>
              <a:rPr lang="ru-RU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батча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выступают как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negative examples.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В результате модель учится связывать изображение с его текстовым описанием.</a:t>
            </a:r>
          </a:p>
          <a:p>
            <a:b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Важно подчеркнуть ограничение: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CLIP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хорошо согласовывает пространства, но это не значит, что текстовый и визуальный векторы становятся эквивалентными. Они совместимы для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retrieval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и многих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downstream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задач, но для глубокого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reasoning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часто требуется дополнительная обработка, например адаптеры,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cross-attention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или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instruction tuning.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4074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8788" y="3048000"/>
            <a:ext cx="14633576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Одна из главных проблем </a:t>
            </a:r>
            <a:r>
              <a:rPr lang="ru-RU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предобученных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визуальных </a:t>
            </a:r>
            <a:r>
              <a:rPr lang="ru-RU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энкодеров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- фиксированное разрешение. Многие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CLIP-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подобные </a:t>
            </a:r>
            <a:r>
              <a:rPr lang="en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ViT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обучались на 224 на 224, 336 на 336 или 448 на 448. Для обычной классификации этого может быть достаточно, но для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VLM-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задач часто критичны мелкие детали.</a:t>
            </a:r>
          </a:p>
          <a:p>
            <a:b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Представьте документ, чек, таблицу, интерфейс приложения или медицинское изображение. Если мы просто уменьшим картинку до 336 на 336, часть важной информации потеряется.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OCR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станет хуже, маленькие подписи исчезнут,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spatial grounding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станет менее точным.</a:t>
            </a:r>
          </a:p>
          <a:p>
            <a:b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LLaVA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-NeXT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решает это через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adaptive tiling: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изображение режется на сетку, и модель получает несколько визуальных фрагментов. Она может работать с разрешениями 672 на 672, 336 на 1344, 1344 на 336. Это улучшает качество на задачах с деталями, но сразу создаёт другую проблему: количество визуальных токенов растёт.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804974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8788" y="3048000"/>
            <a:ext cx="14633576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Здесь показан главный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trade-off adaptive tiling.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Если мы хотим сохранить высокое разрешение, нам приходится передавать больше визуальных токенов.</a:t>
            </a:r>
          </a:p>
          <a:p>
            <a:b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Например, </a:t>
            </a:r>
            <a:r>
              <a:rPr lang="en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ViT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CLIP-L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для изображения 336 на 336 даёт 576 токенов. Если изображение 672 на 672 режется на четыре сплита плюс общий обзор, получается уже 5 наборов визуальных признаков. 576 умножить на 5 - это 2880 визуальных токенов.</a:t>
            </a:r>
          </a:p>
          <a:p>
            <a:b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Для трансформера это дорого, потому что сложность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attention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растёт квадратично от длины последовательности: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O(N^2).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И если мы добавляем тысячи визуальных токенов к текстовому контексту, мы резко увеличиваем стоимость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inference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и обучения.</a:t>
            </a:r>
          </a:p>
          <a:p>
            <a:b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Значит, высокое разрешение улучшает качество, но делает модель тяжелее. Поэтому дальше появляются методы сжатия визуального контекста и более умные схемы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attention.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394188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8788" y="3048000"/>
            <a:ext cx="14633576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Fuyu-8B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показывает более прямой подход: можно вообще не использовать </a:t>
            </a:r>
            <a:r>
              <a:rPr lang="ru-RU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предобученный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визуальный энкодер. Изображение нарезается на патчи, а затем эти патчи проходят через обучаемый линейный слой.</a:t>
            </a:r>
          </a:p>
          <a:p>
            <a:b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Преимущество очевидно: модель потенциально может работать с изображениями любого разрешения. Мы не ограничены тем, что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encoder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был обучен на фиксированном размере. Это особенно привлекательно для задач, где входы сильно отличаются по форме и масштабу.</a:t>
            </a:r>
          </a:p>
          <a:p>
            <a:b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Но есть и минус. Линейный слой сам по себе не обладает той обобщающей способностью, которую даёт большой </a:t>
            </a:r>
            <a:r>
              <a:rPr lang="ru-RU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предобученный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визуальный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encoder. CLIP </a:t>
            </a:r>
            <a:r>
              <a:rPr lang="en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ViT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уже содержит сильные визуальные признаки, выученные на огромных данных. Если мы отказываемся от него, нам нужно компенсировать это масштабом обучения и качеством данных.</a:t>
            </a:r>
          </a:p>
          <a:p>
            <a:b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Поэтому отказ от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encoder -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это не бесплатное упрощение. Это перенос сложности в обучение всей модели.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303602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8788" y="3048000"/>
            <a:ext cx="14633576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95117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8788" y="3048000"/>
            <a:ext cx="14633576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Теперь переходим к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deep fusion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и к вопросу сжатия визуального контекста.</a:t>
            </a:r>
          </a:p>
          <a:p>
            <a:b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Мы уже видели проблему: если подать в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LLM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слишком много визуальных токенов,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attention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становится дорогим. Поэтому многие архитектуры стараются уменьшить длину визуальной последовательности до того, как она попадёт в языковую модель.</a:t>
            </a:r>
          </a:p>
          <a:p>
            <a:b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На слайде показаны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LDPv2, pixel-shuffle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и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Perceiver </a:t>
            </a:r>
            <a:r>
              <a:rPr lang="en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Resampler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 LDPv2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использует </a:t>
            </a:r>
            <a:r>
              <a:rPr lang="ru-RU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свёрточный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адаптер.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Pixel-shuffle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меняет соотношение длины и ширины представления: часть информации переносится в канальную размерность, а последовательность становится короче.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Perceiver </a:t>
            </a:r>
            <a:r>
              <a:rPr lang="en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Resampler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использует фиксированное число обучаемых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query-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векторов, которые через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cross-attention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извлекают информацию из визуальных токенов.</a:t>
            </a:r>
          </a:p>
          <a:p>
            <a:b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Интуиция простая: не все визуальные токены одинаково нужны языковой модели. Мы хотим сохранить важную информацию, но передать её компактнее.</a:t>
            </a:r>
          </a:p>
          <a:p>
            <a:b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ru-RU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482219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8788" y="3048000"/>
            <a:ext cx="14633576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Perceiver </a:t>
            </a:r>
            <a:r>
              <a:rPr lang="en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Resampler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и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Q-Former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решают похожую задачу: сжать большое количество визуальных токенов в компактное представление фиксированной длины.</a:t>
            </a:r>
          </a:p>
          <a:p>
            <a:b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Общий принцип такой. Есть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визуальных токенов: например, 257 или 576. Вместо того чтобы передавать их все в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LLM,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мы заводим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K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обучаемых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query-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векторов: например, 32, 64 или 128. Эти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query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через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cross-attention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смотрят на визуальные токены как на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key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и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value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и извлекают из них нужную информацию.</a:t>
            </a:r>
          </a:p>
          <a:p>
            <a:b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В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Flamingo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используется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Perceiver </a:t>
            </a:r>
            <a:r>
              <a:rPr lang="en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Resampler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 latent array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выступает как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query,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визуальные патчи - как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key/value,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а несколько слоёв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cross-attention, self-attention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и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feed-forward network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формируют компактное представление.</a:t>
            </a:r>
          </a:p>
          <a:p>
            <a:b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В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BLIP-2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используется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Q-Former.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Там 32 обучаемых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query,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инициализация из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BERT-base, cross-attention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к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frozen </a:t>
            </a:r>
            <a:r>
              <a:rPr lang="en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ViT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через каждый второй слой и двухстадийный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pretrain.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На выходе получается компактный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Z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размером 32 на 768, который можно передать в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LLM.</a:t>
            </a:r>
          </a:p>
          <a:p>
            <a:b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В сравнении с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MLP-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проекцией это более гибко: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cross-attention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даёт контроль над числом токенов. Но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MLP-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адаптер проще, поэтому </a:t>
            </a:r>
            <a:r>
              <a:rPr lang="en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LLaVA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-like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подход остаётся очень популярным.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14706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8788" y="3048000"/>
            <a:ext cx="14633576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На этом слайде показаны базовые способы объединения признаков из разных модальностей.</a:t>
            </a:r>
          </a:p>
          <a:p>
            <a:b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Первый способ - аддитивное смешивание. Мы берём представление модальности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и представление модальности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B,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умножаем их на веса и складываем. Это простой и дешёвый способ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fusion.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Он работает, когда признаки уже достаточно согласованы по размерности и смыслу.</a:t>
            </a:r>
          </a:p>
          <a:p>
            <a:b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Второй способ - мультипликативное смешивание. Здесь взаимодействие становится сильнее, потому что один признак может масштабировать другой. Это полезно, когда нам нужно моделировать не просто сумму сигналов, а их совместное влияние.</a:t>
            </a:r>
          </a:p>
          <a:p>
            <a:b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Но оба метода довольно базовые. Они не всегда способны выразить сложные отношения между модальностями, например "объект соответствует этому слову только в данном пространственном контексте".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6821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8788" y="3048000"/>
            <a:ext cx="14633576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Билинейное смешивание делает взаимодействие между признаками богаче. Если аддитивный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fusion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просто складывает информацию, то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bilinear fusion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моделирует попарные взаимодействия между компонентами представлений.</a:t>
            </a:r>
          </a:p>
          <a:p>
            <a:b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Интуитивно это значит, что модель может учитывать не только "что есть в модальности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A"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и "что есть в модальности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B",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но и то, как конкретные признаки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сочетаются с конкретными признаками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B.</a:t>
            </a:r>
          </a:p>
          <a:p>
            <a:b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Цена за это - вычислительная сложность и риск получить слишком тяжёлый слой. Поэтому на практике используют различные упрощения, факторизации или более современные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attention-based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механизмы.</a:t>
            </a:r>
          </a:p>
          <a:p>
            <a:b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Этот слайд полезен как мост от простого смешивания к более управляемому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fusion,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где модель сама решает, какой модальности доверять больше в конкретной ситуации.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01807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8788" y="3048000"/>
            <a:ext cx="14633576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Gated-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механизм добавляет в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fusion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идею управления. Вместо того чтобы заранее фиксировать веса модальностей, модель вычисляет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gate-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функции: насколько сейчас важна модальность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и насколько важна модальность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B.</a:t>
            </a:r>
          </a:p>
          <a:p>
            <a:b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Формула на слайде показывает, что итоговое представление - это взвешенная комбинация признаков, где веса зависят от самих входов. Поэтому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gate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можно рассматривать как простую форму внимания.</a:t>
            </a:r>
          </a:p>
          <a:p>
            <a:b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Например, если задача требует прочитать текст на изображении, модель может сильнее опереться на признаки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encoder-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а, который хорошо работает с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OCR.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Если задача про общий объект или сцену, важнее может стать другой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encoder.</a:t>
            </a:r>
          </a:p>
          <a:p>
            <a:b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Такие механизмы особенно полезны в мультимодальных задачах, потому что разные источники информации не всегда одинаково надёжны.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7698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8788" y="3048000"/>
            <a:ext cx="14633576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На этом слайде показан более общий случай: у нас может быть не две, а несколько модальностей или несколько представлений. Например, текст, изображение и аудио. Или несколько визуальных </a:t>
            </a:r>
            <a:r>
              <a:rPr lang="ru-RU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энкодеров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каждый со своей специализацией.</a:t>
            </a:r>
          </a:p>
          <a:p>
            <a:b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Механизмы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shift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и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gate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позволяют не просто складывать признаки, а адаптивно изменять представление основной модели в зависимости от дополнительной модальности. Это близко к идее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conditioning: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одна модальность задаёт контекст, в котором интерпретируется другая.</a:t>
            </a:r>
          </a:p>
          <a:p>
            <a:b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Практически это важно для больших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pretrained transformers.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Мы хотим встроить мультимодальную информацию так, чтобы использовать уже выученные возможности модели, но при этом дать ей доступ к новым сигналам.</a:t>
            </a:r>
          </a:p>
          <a:p>
            <a:b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Именно поэтому в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VLM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так много архитектурных компромиссов: иногда лучше добавить адаптер, иногда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cross-attention,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иногда несколько </a:t>
            </a:r>
            <a:r>
              <a:rPr lang="ru-RU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энкодеров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иногда единое </a:t>
            </a:r>
            <a:r>
              <a:rPr lang="ru-RU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токенное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пространство.</a:t>
            </a:r>
          </a:p>
          <a:p>
            <a:b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ru-RU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140146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8788" y="3048000"/>
            <a:ext cx="14633576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Следующий блок -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mixture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или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mix of encoders.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Идея состоит в том, что один визуальный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encoder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редко бывает оптимален для всех задач.</a:t>
            </a:r>
          </a:p>
          <a:p>
            <a:b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CLIP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хорошо связывает изображения и текст.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DINOv2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может быть силён в визуальных признаках и структуре объектов.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SAM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полезен для сегментации.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Pix2Struct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ориентирован на документы и структурированное визуальное понимание. </a:t>
            </a:r>
            <a:r>
              <a:rPr lang="en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ConvNeXt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даёт другой тип визуального представления.</a:t>
            </a:r>
          </a:p>
          <a:p>
            <a:b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Eagle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показывает, что конкатенация токенов из комплементарных </a:t>
            </a:r>
            <a:r>
              <a:rPr lang="ru-RU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энкодеров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может быть настолько же эффективной, как более сложные архитектуры слияния.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Eagle-X5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использует набор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CLIP, </a:t>
            </a:r>
            <a:r>
              <a:rPr lang="en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ConvNeXt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Pix2Struct, SAM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и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DINOv2.</a:t>
            </a:r>
          </a:p>
          <a:p>
            <a:b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Здесь важна практическая мысль: иногда качество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VLM 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растёт не от более сложного </a:t>
            </a:r>
            <a:r>
              <a:rPr lang="e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fusion-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блока, а от того, что мы даём модели разные, взаимодополняющие визуальные признаки.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9244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3" Type="http://schemas.openxmlformats.org/officeDocument/2006/relationships/image" Target="../media/image15.png"/><Relationship Id="rId21" Type="http://schemas.openxmlformats.org/officeDocument/2006/relationships/image" Target="../media/image4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image" Target="../media/image14.png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19" Type="http://schemas.openxmlformats.org/officeDocument/2006/relationships/image" Target="../media/image31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Relationship Id="rId22" Type="http://schemas.openxmlformats.org/officeDocument/2006/relationships/image" Target="../media/image1.png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43.png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1.xml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hyperlink" Target="https://disk.yandex.ru/d/SuIc9EnAndaTDA" TargetMode="External"/><Relationship Id="rId7" Type="http://schemas.openxmlformats.org/officeDocument/2006/relationships/image" Target="../media/image52.png"/><Relationship Id="rId2" Type="http://schemas.openxmlformats.org/officeDocument/2006/relationships/hyperlink" Target="https://www.figma.com/slides/nQS9w06NRYwAJTD01Ov9AX/%D0%92%D0%BD%D1%83%D1%82%D1%80%D0%B5%D0%BD%D0%BD%D0%B8%D0%B9-%D0%A8%D0%B0%D0%B1%D0%BB%D0%BE%D0%BD-%D0%BF%D1%80%D0%B5%D0%B7%D0%B5%D0%BD%D1%82%D0%B0%D1%86%D0%B8%D0%B9-%D0%A6%D0%A3?node-id=1037-4045&amp;t=M6x6Qq8cis0WOIRl-1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1.xml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8.png"/><Relationship Id="rId5" Type="http://schemas.openxmlformats.org/officeDocument/2006/relationships/image" Target="../media/image2.png"/><Relationship Id="rId4" Type="http://schemas.openxmlformats.org/officeDocument/2006/relationships/image" Target="../media/image57.png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Master" Target="../slideMasters/slideMaster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png"/><Relationship Id="rId18" Type="http://schemas.openxmlformats.org/officeDocument/2006/relationships/image" Target="../media/image76.png"/><Relationship Id="rId3" Type="http://schemas.openxmlformats.org/officeDocument/2006/relationships/image" Target="../media/image61.png"/><Relationship Id="rId21" Type="http://schemas.openxmlformats.org/officeDocument/2006/relationships/image" Target="../media/image79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17" Type="http://schemas.openxmlformats.org/officeDocument/2006/relationships/image" Target="../media/image75.png"/><Relationship Id="rId25" Type="http://schemas.openxmlformats.org/officeDocument/2006/relationships/image" Target="../media/image83.png"/><Relationship Id="rId2" Type="http://schemas.openxmlformats.org/officeDocument/2006/relationships/image" Target="../media/image60.png"/><Relationship Id="rId16" Type="http://schemas.openxmlformats.org/officeDocument/2006/relationships/image" Target="../media/image74.png"/><Relationship Id="rId20" Type="http://schemas.openxmlformats.org/officeDocument/2006/relationships/image" Target="../media/image7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24" Type="http://schemas.openxmlformats.org/officeDocument/2006/relationships/image" Target="../media/image82.png"/><Relationship Id="rId5" Type="http://schemas.openxmlformats.org/officeDocument/2006/relationships/image" Target="../media/image63.png"/><Relationship Id="rId15" Type="http://schemas.openxmlformats.org/officeDocument/2006/relationships/image" Target="../media/image73.png"/><Relationship Id="rId23" Type="http://schemas.openxmlformats.org/officeDocument/2006/relationships/image" Target="../media/image81.png"/><Relationship Id="rId10" Type="http://schemas.openxmlformats.org/officeDocument/2006/relationships/image" Target="../media/image68.png"/><Relationship Id="rId19" Type="http://schemas.openxmlformats.org/officeDocument/2006/relationships/image" Target="../media/image77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Relationship Id="rId14" Type="http://schemas.openxmlformats.org/officeDocument/2006/relationships/image" Target="../media/image72.png"/><Relationship Id="rId22" Type="http://schemas.openxmlformats.org/officeDocument/2006/relationships/image" Target="../media/image80.png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igma.com/design/shKNPSKAxE3MACiaapn16D/CU_2D_repository_process?node-id=2417-45&amp;t=TFVZAjFamCFep5TV-1" TargetMode="External"/><Relationship Id="rId1" Type="http://schemas.openxmlformats.org/officeDocument/2006/relationships/slideMaster" Target="../slideMasters/slideMaster1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igma.com/design/shKNPSKAxE3MACiaapn16D/CU_2D_repository_process?node-id=2417-45&amp;t=TFVZAjFamCFep5TV-1" TargetMode="External"/><Relationship Id="rId1" Type="http://schemas.openxmlformats.org/officeDocument/2006/relationships/slideMaster" Target="../slideMasters/slideMaster1.xml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hyperlink" Target="https://vk.com/albums-222277101" TargetMode="External"/><Relationship Id="rId2" Type="http://schemas.openxmlformats.org/officeDocument/2006/relationships/hyperlink" Target="https://disk.yandex.ru/d/HHexFxfFgZna0g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4.jpeg"/></Relationships>
</file>

<file path=ppt/slideLayouts/_rels/slideLayout129.xml.rels><?xml version="1.0" encoding="UTF-8" standalone="yes"?>
<Relationships xmlns="http://schemas.openxmlformats.org/package/2006/relationships"><Relationship Id="rId8" Type="http://schemas.openxmlformats.org/officeDocument/2006/relationships/hyperlink" Target="https://disk.yandex.ru/d/DiEnT673U0pGEw" TargetMode="External"/><Relationship Id="rId13" Type="http://schemas.openxmlformats.org/officeDocument/2006/relationships/image" Target="../media/image95.png"/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12" Type="http://schemas.openxmlformats.org/officeDocument/2006/relationships/image" Target="../media/image94.png"/><Relationship Id="rId2" Type="http://schemas.openxmlformats.org/officeDocument/2006/relationships/image" Target="../media/image8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9.png"/><Relationship Id="rId11" Type="http://schemas.openxmlformats.org/officeDocument/2006/relationships/image" Target="../media/image93.png"/><Relationship Id="rId5" Type="http://schemas.openxmlformats.org/officeDocument/2006/relationships/image" Target="../media/image88.png"/><Relationship Id="rId10" Type="http://schemas.openxmlformats.org/officeDocument/2006/relationships/image" Target="../media/image92.png"/><Relationship Id="rId4" Type="http://schemas.openxmlformats.org/officeDocument/2006/relationships/image" Target="../media/image87.png"/><Relationship Id="rId9" Type="http://schemas.openxmlformats.org/officeDocument/2006/relationships/image" Target="../media/image91.png"/><Relationship Id="rId14" Type="http://schemas.openxmlformats.org/officeDocument/2006/relationships/image" Target="../media/image96.png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svg"/><Relationship Id="rId2" Type="http://schemas.openxmlformats.org/officeDocument/2006/relationships/image" Target="../media/image55.png"/><Relationship Id="rId1" Type="http://schemas.openxmlformats.org/officeDocument/2006/relationships/slideMaster" Target="../slideMasters/slideMaster1.xml"/></Relationships>
</file>

<file path=ppt/slideLayouts/_rels/slideLayout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3.svg"/><Relationship Id="rId4" Type="http://schemas.openxmlformats.org/officeDocument/2006/relationships/image" Target="../media/image102.png"/></Relationships>
</file>

<file path=ppt/slideLayouts/_rels/slideLayout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7.svg"/></Relationships>
</file>

<file path=ppt/slideLayouts/_rels/slideLayout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8.svg"/></Relationships>
</file>

<file path=ppt/slideLayouts/_rels/slideLayout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svg"/><Relationship Id="rId7" Type="http://schemas.openxmlformats.org/officeDocument/2006/relationships/image" Target="../media/image98.svg"/><Relationship Id="rId2" Type="http://schemas.openxmlformats.org/officeDocument/2006/relationships/image" Target="../media/image10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108.svg"/><Relationship Id="rId4" Type="http://schemas.openxmlformats.org/officeDocument/2006/relationships/image" Target="../media/image107.png"/></Relationships>
</file>

<file path=ppt/slideLayouts/_rels/slideLayout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9.png"/></Relationships>
</file>

<file path=ppt/slideLayouts/_rels/slideLayout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7" Type="http://schemas.openxmlformats.org/officeDocument/2006/relationships/image" Target="../media/image11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2.png"/><Relationship Id="rId5" Type="http://schemas.openxmlformats.org/officeDocument/2006/relationships/image" Target="../media/image111.svg"/><Relationship Id="rId4" Type="http://schemas.openxmlformats.org/officeDocument/2006/relationships/image" Target="../media/image110.png"/></Relationships>
</file>

<file path=ppt/slideLayouts/_rels/slideLayout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7" Type="http://schemas.openxmlformats.org/officeDocument/2006/relationships/image" Target="../media/image117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6.png"/><Relationship Id="rId5" Type="http://schemas.openxmlformats.org/officeDocument/2006/relationships/image" Target="../media/image115.svg"/><Relationship Id="rId4" Type="http://schemas.openxmlformats.org/officeDocument/2006/relationships/image" Target="../media/image114.png"/></Relationships>
</file>

<file path=ppt/slideLayouts/_rels/slideLayout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svg"/><Relationship Id="rId7" Type="http://schemas.openxmlformats.org/officeDocument/2006/relationships/image" Target="../media/image98.svg"/><Relationship Id="rId2" Type="http://schemas.openxmlformats.org/officeDocument/2006/relationships/image" Target="../media/image1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121.svg"/><Relationship Id="rId4" Type="http://schemas.openxmlformats.org/officeDocument/2006/relationships/image" Target="../media/image120.png"/></Relationships>
</file>

<file path=ppt/slideLayouts/_rels/slideLayout1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13" Type="http://schemas.openxmlformats.org/officeDocument/2006/relationships/image" Target="../media/image133.svg"/><Relationship Id="rId3" Type="http://schemas.openxmlformats.org/officeDocument/2006/relationships/image" Target="../media/image123.svg"/><Relationship Id="rId7" Type="http://schemas.openxmlformats.org/officeDocument/2006/relationships/image" Target="../media/image127.svg"/><Relationship Id="rId12" Type="http://schemas.openxmlformats.org/officeDocument/2006/relationships/image" Target="../media/image132.png"/><Relationship Id="rId2" Type="http://schemas.openxmlformats.org/officeDocument/2006/relationships/image" Target="../media/image1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6.png"/><Relationship Id="rId11" Type="http://schemas.openxmlformats.org/officeDocument/2006/relationships/image" Target="../media/image131.svg"/><Relationship Id="rId5" Type="http://schemas.openxmlformats.org/officeDocument/2006/relationships/image" Target="../media/image125.svg"/><Relationship Id="rId15" Type="http://schemas.openxmlformats.org/officeDocument/2006/relationships/image" Target="../media/image98.svg"/><Relationship Id="rId10" Type="http://schemas.openxmlformats.org/officeDocument/2006/relationships/image" Target="../media/image130.png"/><Relationship Id="rId4" Type="http://schemas.openxmlformats.org/officeDocument/2006/relationships/image" Target="../media/image124.png"/><Relationship Id="rId9" Type="http://schemas.openxmlformats.org/officeDocument/2006/relationships/image" Target="../media/image129.svg"/><Relationship Id="rId14" Type="http://schemas.openxmlformats.org/officeDocument/2006/relationships/image" Target="../media/image1.png"/></Relationships>
</file>

<file path=ppt/slideLayouts/_rels/slideLayout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7.svg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7.svg"/></Relationships>
</file>

<file path=ppt/slideLayouts/_rels/slideLayout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7.svg"/></Relationships>
</file>

<file path=ppt/slideLayouts/_rels/slideLayout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8.svg"/></Relationships>
</file>

<file path=ppt/slideLayouts/_rels/slideLayout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7.svg"/><Relationship Id="rId4" Type="http://schemas.openxmlformats.org/officeDocument/2006/relationships/image" Target="../media/image2.png"/></Relationships>
</file>

<file path=ppt/slideLayouts/_rels/slideLayout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svg"/><Relationship Id="rId2" Type="http://schemas.openxmlformats.org/officeDocument/2006/relationships/image" Target="../media/image13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7.svg"/><Relationship Id="rId4" Type="http://schemas.openxmlformats.org/officeDocument/2006/relationships/image" Target="../media/image2.png"/></Relationships>
</file>

<file path=ppt/slideLayouts/_rels/slideLayout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7" Type="http://schemas.openxmlformats.org/officeDocument/2006/relationships/image" Target="../media/image140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9.png"/><Relationship Id="rId5" Type="http://schemas.openxmlformats.org/officeDocument/2006/relationships/image" Target="../media/image138.svg"/><Relationship Id="rId4" Type="http://schemas.openxmlformats.org/officeDocument/2006/relationships/image" Target="../media/image137.png"/></Relationships>
</file>

<file path=ppt/slideLayouts/_rels/slideLayout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2.svg"/><Relationship Id="rId4" Type="http://schemas.openxmlformats.org/officeDocument/2006/relationships/image" Target="../media/image141.png"/></Relationships>
</file>

<file path=ppt/slideLayouts/_rels/slideLayout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2.svg"/><Relationship Id="rId18" Type="http://schemas.openxmlformats.org/officeDocument/2006/relationships/image" Target="../media/image157.png"/><Relationship Id="rId26" Type="http://schemas.openxmlformats.org/officeDocument/2006/relationships/image" Target="../media/image165.png"/><Relationship Id="rId21" Type="http://schemas.openxmlformats.org/officeDocument/2006/relationships/image" Target="../media/image160.svg"/><Relationship Id="rId34" Type="http://schemas.openxmlformats.org/officeDocument/2006/relationships/image" Target="../media/image173.png"/><Relationship Id="rId7" Type="http://schemas.openxmlformats.org/officeDocument/2006/relationships/image" Target="../media/image146.svg"/><Relationship Id="rId12" Type="http://schemas.openxmlformats.org/officeDocument/2006/relationships/image" Target="../media/image151.png"/><Relationship Id="rId17" Type="http://schemas.openxmlformats.org/officeDocument/2006/relationships/image" Target="../media/image156.svg"/><Relationship Id="rId25" Type="http://schemas.openxmlformats.org/officeDocument/2006/relationships/image" Target="../media/image164.svg"/><Relationship Id="rId33" Type="http://schemas.openxmlformats.org/officeDocument/2006/relationships/image" Target="../media/image172.svg"/><Relationship Id="rId2" Type="http://schemas.openxmlformats.org/officeDocument/2006/relationships/image" Target="../media/image2.png"/><Relationship Id="rId16" Type="http://schemas.openxmlformats.org/officeDocument/2006/relationships/image" Target="../media/image155.png"/><Relationship Id="rId20" Type="http://schemas.openxmlformats.org/officeDocument/2006/relationships/image" Target="../media/image159.png"/><Relationship Id="rId29" Type="http://schemas.openxmlformats.org/officeDocument/2006/relationships/image" Target="../media/image168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5.png"/><Relationship Id="rId11" Type="http://schemas.openxmlformats.org/officeDocument/2006/relationships/image" Target="../media/image150.svg"/><Relationship Id="rId24" Type="http://schemas.openxmlformats.org/officeDocument/2006/relationships/image" Target="../media/image163.png"/><Relationship Id="rId32" Type="http://schemas.openxmlformats.org/officeDocument/2006/relationships/image" Target="../media/image171.png"/><Relationship Id="rId37" Type="http://schemas.openxmlformats.org/officeDocument/2006/relationships/image" Target="../media/image176.svg"/><Relationship Id="rId5" Type="http://schemas.openxmlformats.org/officeDocument/2006/relationships/image" Target="../media/image144.svg"/><Relationship Id="rId15" Type="http://schemas.openxmlformats.org/officeDocument/2006/relationships/image" Target="../media/image154.svg"/><Relationship Id="rId23" Type="http://schemas.openxmlformats.org/officeDocument/2006/relationships/image" Target="../media/image162.svg"/><Relationship Id="rId28" Type="http://schemas.openxmlformats.org/officeDocument/2006/relationships/image" Target="../media/image167.png"/><Relationship Id="rId36" Type="http://schemas.openxmlformats.org/officeDocument/2006/relationships/image" Target="../media/image175.png"/><Relationship Id="rId10" Type="http://schemas.openxmlformats.org/officeDocument/2006/relationships/image" Target="../media/image149.png"/><Relationship Id="rId19" Type="http://schemas.openxmlformats.org/officeDocument/2006/relationships/image" Target="../media/image158.svg"/><Relationship Id="rId31" Type="http://schemas.openxmlformats.org/officeDocument/2006/relationships/image" Target="../media/image170.svg"/><Relationship Id="rId4" Type="http://schemas.openxmlformats.org/officeDocument/2006/relationships/image" Target="../media/image143.png"/><Relationship Id="rId9" Type="http://schemas.openxmlformats.org/officeDocument/2006/relationships/image" Target="../media/image148.svg"/><Relationship Id="rId14" Type="http://schemas.openxmlformats.org/officeDocument/2006/relationships/image" Target="../media/image153.png"/><Relationship Id="rId22" Type="http://schemas.openxmlformats.org/officeDocument/2006/relationships/image" Target="../media/image161.png"/><Relationship Id="rId27" Type="http://schemas.openxmlformats.org/officeDocument/2006/relationships/image" Target="../media/image166.svg"/><Relationship Id="rId30" Type="http://schemas.openxmlformats.org/officeDocument/2006/relationships/image" Target="../media/image169.png"/><Relationship Id="rId35" Type="http://schemas.openxmlformats.org/officeDocument/2006/relationships/image" Target="../media/image174.svg"/><Relationship Id="rId8" Type="http://schemas.openxmlformats.org/officeDocument/2006/relationships/image" Target="../media/image147.png"/><Relationship Id="rId3" Type="http://schemas.openxmlformats.org/officeDocument/2006/relationships/image" Target="../media/image97.svg"/></Relationships>
</file>

<file path=ppt/slideLayouts/_rels/slideLayout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svg"/><Relationship Id="rId2" Type="http://schemas.openxmlformats.org/officeDocument/2006/relationships/image" Target="../media/image17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8.svg"/><Relationship Id="rId4" Type="http://schemas.openxmlformats.org/officeDocument/2006/relationships/image" Target="../media/image1.png"/></Relationships>
</file>

<file path=ppt/slideLayouts/_rels/slideLayout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1.svg"/><Relationship Id="rId4" Type="http://schemas.openxmlformats.org/officeDocument/2006/relationships/image" Target="../media/image180.png"/></Relationships>
</file>

<file path=ppt/slideLayouts/_rels/slideLayout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8.svg"/><Relationship Id="rId7" Type="http://schemas.openxmlformats.org/officeDocument/2006/relationships/image" Target="../media/image18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82.svg"/><Relationship Id="rId4" Type="http://schemas.openxmlformats.org/officeDocument/2006/relationships/image" Target="../media/image11.png"/><Relationship Id="rId9" Type="http://schemas.openxmlformats.org/officeDocument/2006/relationships/image" Target="../media/image184.svg"/></Relationships>
</file>

<file path=ppt/slideLayouts/_rels/slideLayout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8.svg"/></Relationships>
</file>

<file path=ppt/slideLayouts/_rels/slideLayout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6.svg"/><Relationship Id="rId18" Type="http://schemas.openxmlformats.org/officeDocument/2006/relationships/image" Target="../media/image201.png"/><Relationship Id="rId26" Type="http://schemas.openxmlformats.org/officeDocument/2006/relationships/image" Target="../media/image209.svg"/><Relationship Id="rId39" Type="http://schemas.openxmlformats.org/officeDocument/2006/relationships/image" Target="../media/image222.png"/><Relationship Id="rId21" Type="http://schemas.openxmlformats.org/officeDocument/2006/relationships/image" Target="../media/image204.png"/><Relationship Id="rId34" Type="http://schemas.openxmlformats.org/officeDocument/2006/relationships/image" Target="../media/image217.svg"/><Relationship Id="rId42" Type="http://schemas.openxmlformats.org/officeDocument/2006/relationships/image" Target="../media/image1.png"/><Relationship Id="rId7" Type="http://schemas.openxmlformats.org/officeDocument/2006/relationships/image" Target="../media/image190.svg"/><Relationship Id="rId2" Type="http://schemas.openxmlformats.org/officeDocument/2006/relationships/image" Target="../media/image185.png"/><Relationship Id="rId16" Type="http://schemas.openxmlformats.org/officeDocument/2006/relationships/image" Target="../media/image199.png"/><Relationship Id="rId20" Type="http://schemas.openxmlformats.org/officeDocument/2006/relationships/image" Target="../media/image203.svg"/><Relationship Id="rId29" Type="http://schemas.openxmlformats.org/officeDocument/2006/relationships/image" Target="../media/image212.png"/><Relationship Id="rId41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9.png"/><Relationship Id="rId11" Type="http://schemas.openxmlformats.org/officeDocument/2006/relationships/image" Target="../media/image194.svg"/><Relationship Id="rId24" Type="http://schemas.openxmlformats.org/officeDocument/2006/relationships/image" Target="../media/image207.svg"/><Relationship Id="rId32" Type="http://schemas.openxmlformats.org/officeDocument/2006/relationships/image" Target="../media/image215.svg"/><Relationship Id="rId37" Type="http://schemas.openxmlformats.org/officeDocument/2006/relationships/image" Target="../media/image220.png"/><Relationship Id="rId40" Type="http://schemas.openxmlformats.org/officeDocument/2006/relationships/image" Target="../media/image223.svg"/><Relationship Id="rId5" Type="http://schemas.openxmlformats.org/officeDocument/2006/relationships/image" Target="../media/image188.svg"/><Relationship Id="rId15" Type="http://schemas.openxmlformats.org/officeDocument/2006/relationships/image" Target="../media/image198.svg"/><Relationship Id="rId23" Type="http://schemas.openxmlformats.org/officeDocument/2006/relationships/image" Target="../media/image206.png"/><Relationship Id="rId28" Type="http://schemas.openxmlformats.org/officeDocument/2006/relationships/image" Target="../media/image211.svg"/><Relationship Id="rId36" Type="http://schemas.openxmlformats.org/officeDocument/2006/relationships/image" Target="../media/image219.svg"/><Relationship Id="rId10" Type="http://schemas.openxmlformats.org/officeDocument/2006/relationships/image" Target="../media/image193.png"/><Relationship Id="rId19" Type="http://schemas.openxmlformats.org/officeDocument/2006/relationships/image" Target="../media/image202.png"/><Relationship Id="rId31" Type="http://schemas.openxmlformats.org/officeDocument/2006/relationships/image" Target="../media/image214.png"/><Relationship Id="rId4" Type="http://schemas.openxmlformats.org/officeDocument/2006/relationships/image" Target="../media/image187.png"/><Relationship Id="rId9" Type="http://schemas.openxmlformats.org/officeDocument/2006/relationships/image" Target="../media/image192.svg"/><Relationship Id="rId14" Type="http://schemas.openxmlformats.org/officeDocument/2006/relationships/image" Target="../media/image197.png"/><Relationship Id="rId22" Type="http://schemas.openxmlformats.org/officeDocument/2006/relationships/image" Target="../media/image205.svg"/><Relationship Id="rId27" Type="http://schemas.openxmlformats.org/officeDocument/2006/relationships/image" Target="../media/image210.png"/><Relationship Id="rId30" Type="http://schemas.openxmlformats.org/officeDocument/2006/relationships/image" Target="../media/image213.svg"/><Relationship Id="rId35" Type="http://schemas.openxmlformats.org/officeDocument/2006/relationships/image" Target="../media/image218.png"/><Relationship Id="rId43" Type="http://schemas.openxmlformats.org/officeDocument/2006/relationships/image" Target="../media/image98.svg"/><Relationship Id="rId8" Type="http://schemas.openxmlformats.org/officeDocument/2006/relationships/image" Target="../media/image191.png"/><Relationship Id="rId3" Type="http://schemas.openxmlformats.org/officeDocument/2006/relationships/image" Target="../media/image186.svg"/><Relationship Id="rId12" Type="http://schemas.openxmlformats.org/officeDocument/2006/relationships/image" Target="../media/image195.png"/><Relationship Id="rId17" Type="http://schemas.openxmlformats.org/officeDocument/2006/relationships/image" Target="../media/image200.svg"/><Relationship Id="rId25" Type="http://schemas.openxmlformats.org/officeDocument/2006/relationships/image" Target="../media/image208.png"/><Relationship Id="rId33" Type="http://schemas.openxmlformats.org/officeDocument/2006/relationships/image" Target="../media/image216.png"/><Relationship Id="rId38" Type="http://schemas.openxmlformats.org/officeDocument/2006/relationships/image" Target="../media/image221.svg"/></Relationships>
</file>

<file path=ppt/slideLayouts/_rels/slideLayout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8.svg"/></Relationships>
</file>

<file path=ppt/slideLayouts/_rels/slideLayout2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8.svg"/></Relationships>
</file>

<file path=ppt/slideLayouts/_rels/slideLayout2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4.sv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8.svg"/><Relationship Id="rId4" Type="http://schemas.openxmlformats.org/officeDocument/2006/relationships/image" Target="../media/image1.png"/></Relationships>
</file>

<file path=ppt/slideLayouts/_rels/slideLayout2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225.svg"/><Relationship Id="rId7" Type="http://schemas.openxmlformats.org/officeDocument/2006/relationships/image" Target="../media/image227.svg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8.png"/><Relationship Id="rId11" Type="http://schemas.openxmlformats.org/officeDocument/2006/relationships/image" Target="../media/image98.svg"/><Relationship Id="rId5" Type="http://schemas.openxmlformats.org/officeDocument/2006/relationships/image" Target="../media/image226.svg"/><Relationship Id="rId10" Type="http://schemas.openxmlformats.org/officeDocument/2006/relationships/image" Target="../media/image1.png"/><Relationship Id="rId4" Type="http://schemas.openxmlformats.org/officeDocument/2006/relationships/image" Target="../media/image37.png"/><Relationship Id="rId9" Type="http://schemas.openxmlformats.org/officeDocument/2006/relationships/image" Target="../media/image228.svg"/></Relationships>
</file>

<file path=ppt/slideLayouts/_rels/slideLayout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0.svg"/><Relationship Id="rId4" Type="http://schemas.openxmlformats.org/officeDocument/2006/relationships/image" Target="../media/image229.png"/></Relationships>
</file>

<file path=ppt/slideLayouts/_rels/slideLayout20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232.svg"/><Relationship Id="rId7" Type="http://schemas.openxmlformats.org/officeDocument/2006/relationships/image" Target="../media/image236.svg"/><Relationship Id="rId2" Type="http://schemas.openxmlformats.org/officeDocument/2006/relationships/image" Target="../media/image23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5.png"/><Relationship Id="rId5" Type="http://schemas.openxmlformats.org/officeDocument/2006/relationships/image" Target="../media/image234.svg"/><Relationship Id="rId4" Type="http://schemas.openxmlformats.org/officeDocument/2006/relationships/image" Target="../media/image233.png"/><Relationship Id="rId9" Type="http://schemas.openxmlformats.org/officeDocument/2006/relationships/image" Target="../media/image97.svg"/></Relationships>
</file>

<file path=ppt/slideLayouts/_rels/slideLayout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8.svg"/><Relationship Id="rId4" Type="http://schemas.openxmlformats.org/officeDocument/2006/relationships/image" Target="../media/image237.png"/></Relationships>
</file>

<file path=ppt/slideLayouts/_rels/slideLayout2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svg"/><Relationship Id="rId2" Type="http://schemas.openxmlformats.org/officeDocument/2006/relationships/image" Target="../media/image23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8.svg"/><Relationship Id="rId4" Type="http://schemas.openxmlformats.org/officeDocument/2006/relationships/image" Target="../media/image1.png"/></Relationships>
</file>

<file path=ppt/slideLayouts/_rels/slideLayout2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2.svg"/><Relationship Id="rId7" Type="http://schemas.openxmlformats.org/officeDocument/2006/relationships/image" Target="../media/image97.svg"/><Relationship Id="rId2" Type="http://schemas.openxmlformats.org/officeDocument/2006/relationships/image" Target="../media/image24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244.svg"/><Relationship Id="rId4" Type="http://schemas.openxmlformats.org/officeDocument/2006/relationships/image" Target="../media/image243.png"/></Relationships>
</file>

<file path=ppt/slideLayouts/_rels/slideLayout2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245.svg"/><Relationship Id="rId7" Type="http://schemas.openxmlformats.org/officeDocument/2006/relationships/image" Target="../media/image247.sv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7.png"/><Relationship Id="rId11" Type="http://schemas.openxmlformats.org/officeDocument/2006/relationships/image" Target="../media/image97.svg"/><Relationship Id="rId5" Type="http://schemas.openxmlformats.org/officeDocument/2006/relationships/image" Target="../media/image246.svg"/><Relationship Id="rId10" Type="http://schemas.openxmlformats.org/officeDocument/2006/relationships/image" Target="../media/image2.png"/><Relationship Id="rId4" Type="http://schemas.openxmlformats.org/officeDocument/2006/relationships/image" Target="../media/image46.png"/><Relationship Id="rId9" Type="http://schemas.openxmlformats.org/officeDocument/2006/relationships/image" Target="../media/image248.svg"/></Relationships>
</file>

<file path=ppt/slideLayouts/_rels/slideLayout2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50.svg"/><Relationship Id="rId4" Type="http://schemas.openxmlformats.org/officeDocument/2006/relationships/image" Target="../media/image249.png"/></Relationships>
</file>

<file path=ppt/slideLayouts/_rels/slideLayout2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1.png"/><Relationship Id="rId1" Type="http://schemas.openxmlformats.org/officeDocument/2006/relationships/slideMaster" Target="../slideMasters/slideMaster1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8.svg"/></Relationships>
</file>

<file path=ppt/slideLayouts/_rels/slideLayout2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7.svg"/></Relationships>
</file>

<file path=ppt/slideLayouts/_rels/slideLayout2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7.svg"/></Relationships>
</file>

<file path=ppt/slideLayouts/_rels/slideLayout2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8.svg"/></Relationships>
</file>

<file path=ppt/slideLayouts/_rels/slideLayout2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4.svg"/><Relationship Id="rId2" Type="http://schemas.openxmlformats.org/officeDocument/2006/relationships/image" Target="../media/image25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7.svg"/><Relationship Id="rId4" Type="http://schemas.openxmlformats.org/officeDocument/2006/relationships/image" Target="../media/image2.png"/></Relationships>
</file>

<file path=ppt/slideLayouts/_rels/slideLayout2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7" Type="http://schemas.openxmlformats.org/officeDocument/2006/relationships/image" Target="../media/image25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56.png"/><Relationship Id="rId5" Type="http://schemas.openxmlformats.org/officeDocument/2006/relationships/image" Target="../media/image255.svg"/><Relationship Id="rId4" Type="http://schemas.openxmlformats.org/officeDocument/2006/relationships/image" Target="../media/image7.png"/></Relationships>
</file>

<file path=ppt/slideLayouts/_rels/slideLayout2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8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8.svg"/><Relationship Id="rId4" Type="http://schemas.openxmlformats.org/officeDocument/2006/relationships/image" Target="../media/image1.png"/></Relationships>
</file>

<file path=ppt/slideLayouts/_rels/slideLayout2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1.svg"/><Relationship Id="rId4" Type="http://schemas.openxmlformats.org/officeDocument/2006/relationships/image" Target="../media/image180.png"/></Relationships>
</file>

<file path=ppt/slideLayouts/_rels/slideLayout2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8.svg"/><Relationship Id="rId7" Type="http://schemas.openxmlformats.org/officeDocument/2006/relationships/image" Target="../media/image18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82.svg"/><Relationship Id="rId4" Type="http://schemas.openxmlformats.org/officeDocument/2006/relationships/image" Target="../media/image11.png"/><Relationship Id="rId9" Type="http://schemas.openxmlformats.org/officeDocument/2006/relationships/image" Target="../media/image184.svg"/></Relationships>
</file>

<file path=ppt/slideLayouts/_rels/slideLayout2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8.svg"/></Relationships>
</file>

<file path=ppt/slideLayouts/_rels/slideLayout2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4.svg"/><Relationship Id="rId18" Type="http://schemas.openxmlformats.org/officeDocument/2006/relationships/image" Target="../media/image22.png"/><Relationship Id="rId26" Type="http://schemas.openxmlformats.org/officeDocument/2006/relationships/image" Target="../media/image26.png"/><Relationship Id="rId39" Type="http://schemas.openxmlformats.org/officeDocument/2006/relationships/image" Target="../media/image277.svg"/><Relationship Id="rId21" Type="http://schemas.openxmlformats.org/officeDocument/2006/relationships/image" Target="../media/image268.svg"/><Relationship Id="rId34" Type="http://schemas.openxmlformats.org/officeDocument/2006/relationships/image" Target="../media/image30.png"/><Relationship Id="rId42" Type="http://schemas.openxmlformats.org/officeDocument/2006/relationships/image" Target="../media/image98.svg"/><Relationship Id="rId7" Type="http://schemas.openxmlformats.org/officeDocument/2006/relationships/image" Target="../media/image261.svg"/><Relationship Id="rId2" Type="http://schemas.openxmlformats.org/officeDocument/2006/relationships/image" Target="../media/image14.png"/><Relationship Id="rId16" Type="http://schemas.openxmlformats.org/officeDocument/2006/relationships/image" Target="../media/image21.png"/><Relationship Id="rId20" Type="http://schemas.openxmlformats.org/officeDocument/2006/relationships/image" Target="../media/image23.png"/><Relationship Id="rId29" Type="http://schemas.openxmlformats.org/officeDocument/2006/relationships/image" Target="../media/image272.svg"/><Relationship Id="rId41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11" Type="http://schemas.openxmlformats.org/officeDocument/2006/relationships/image" Target="../media/image263.svg"/><Relationship Id="rId24" Type="http://schemas.openxmlformats.org/officeDocument/2006/relationships/image" Target="../media/image25.png"/><Relationship Id="rId32" Type="http://schemas.openxmlformats.org/officeDocument/2006/relationships/image" Target="../media/image29.png"/><Relationship Id="rId37" Type="http://schemas.openxmlformats.org/officeDocument/2006/relationships/image" Target="../media/image276.svg"/><Relationship Id="rId40" Type="http://schemas.openxmlformats.org/officeDocument/2006/relationships/image" Target="../media/image4.png"/><Relationship Id="rId5" Type="http://schemas.openxmlformats.org/officeDocument/2006/relationships/image" Target="../media/image260.svg"/><Relationship Id="rId15" Type="http://schemas.openxmlformats.org/officeDocument/2006/relationships/image" Target="../media/image265.svg"/><Relationship Id="rId23" Type="http://schemas.openxmlformats.org/officeDocument/2006/relationships/image" Target="../media/image269.svg"/><Relationship Id="rId28" Type="http://schemas.openxmlformats.org/officeDocument/2006/relationships/image" Target="../media/image27.png"/><Relationship Id="rId36" Type="http://schemas.openxmlformats.org/officeDocument/2006/relationships/image" Target="../media/image31.png"/><Relationship Id="rId10" Type="http://schemas.openxmlformats.org/officeDocument/2006/relationships/image" Target="../media/image18.png"/><Relationship Id="rId19" Type="http://schemas.openxmlformats.org/officeDocument/2006/relationships/image" Target="../media/image267.svg"/><Relationship Id="rId31" Type="http://schemas.openxmlformats.org/officeDocument/2006/relationships/image" Target="../media/image273.svg"/><Relationship Id="rId4" Type="http://schemas.openxmlformats.org/officeDocument/2006/relationships/image" Target="../media/image15.png"/><Relationship Id="rId9" Type="http://schemas.openxmlformats.org/officeDocument/2006/relationships/image" Target="../media/image262.svg"/><Relationship Id="rId14" Type="http://schemas.openxmlformats.org/officeDocument/2006/relationships/image" Target="../media/image20.png"/><Relationship Id="rId22" Type="http://schemas.openxmlformats.org/officeDocument/2006/relationships/image" Target="../media/image24.png"/><Relationship Id="rId27" Type="http://schemas.openxmlformats.org/officeDocument/2006/relationships/image" Target="../media/image271.svg"/><Relationship Id="rId30" Type="http://schemas.openxmlformats.org/officeDocument/2006/relationships/image" Target="../media/image28.png"/><Relationship Id="rId35" Type="http://schemas.openxmlformats.org/officeDocument/2006/relationships/image" Target="../media/image275.svg"/><Relationship Id="rId8" Type="http://schemas.openxmlformats.org/officeDocument/2006/relationships/image" Target="../media/image17.png"/><Relationship Id="rId3" Type="http://schemas.openxmlformats.org/officeDocument/2006/relationships/image" Target="../media/image259.svg"/><Relationship Id="rId12" Type="http://schemas.openxmlformats.org/officeDocument/2006/relationships/image" Target="../media/image19.png"/><Relationship Id="rId17" Type="http://schemas.openxmlformats.org/officeDocument/2006/relationships/image" Target="../media/image266.svg"/><Relationship Id="rId25" Type="http://schemas.openxmlformats.org/officeDocument/2006/relationships/image" Target="../media/image270.svg"/><Relationship Id="rId33" Type="http://schemas.openxmlformats.org/officeDocument/2006/relationships/image" Target="../media/image274.svg"/><Relationship Id="rId38" Type="http://schemas.openxmlformats.org/officeDocument/2006/relationships/image" Target="../media/image32.png"/></Relationships>
</file>

<file path=ppt/slideLayouts/_rels/slideLayout2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8.svg"/></Relationships>
</file>

<file path=ppt/slideLayouts/_rels/slideLayout2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2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2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2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3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4.png"/></Relationships>
</file>

<file path=ppt/slideLayouts/_rels/slideLayout3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4.png"/></Relationships>
</file>

<file path=ppt/slideLayouts/_rels/slideLayout3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4.png"/></Relationships>
</file>

<file path=ppt/slideLayouts/_rels/slideLayout3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4.png"/></Relationships>
</file>

<file path=ppt/slideLayouts/_rels/slideLayout3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4.sv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8.svg"/><Relationship Id="rId4" Type="http://schemas.openxmlformats.org/officeDocument/2006/relationships/image" Target="../media/image1.png"/></Relationships>
</file>

<file path=ppt/slideLayouts/_rels/slideLayout3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225.svg"/><Relationship Id="rId7" Type="http://schemas.openxmlformats.org/officeDocument/2006/relationships/image" Target="../media/image227.svg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8.png"/><Relationship Id="rId11" Type="http://schemas.openxmlformats.org/officeDocument/2006/relationships/image" Target="../media/image98.svg"/><Relationship Id="rId5" Type="http://schemas.openxmlformats.org/officeDocument/2006/relationships/image" Target="../media/image226.svg"/><Relationship Id="rId10" Type="http://schemas.openxmlformats.org/officeDocument/2006/relationships/image" Target="../media/image1.png"/><Relationship Id="rId4" Type="http://schemas.openxmlformats.org/officeDocument/2006/relationships/image" Target="../media/image37.png"/><Relationship Id="rId9" Type="http://schemas.openxmlformats.org/officeDocument/2006/relationships/image" Target="../media/image228.svg"/></Relationships>
</file>

<file path=ppt/slideLayouts/_rels/slideLayout3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0.svg"/><Relationship Id="rId4" Type="http://schemas.openxmlformats.org/officeDocument/2006/relationships/image" Target="../media/image229.png"/></Relationships>
</file>

<file path=ppt/slideLayouts/_rels/slideLayout3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279.svg"/><Relationship Id="rId7" Type="http://schemas.openxmlformats.org/officeDocument/2006/relationships/image" Target="../media/image283.svg"/><Relationship Id="rId2" Type="http://schemas.openxmlformats.org/officeDocument/2006/relationships/image" Target="../media/image27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82.png"/><Relationship Id="rId5" Type="http://schemas.openxmlformats.org/officeDocument/2006/relationships/image" Target="../media/image281.svg"/><Relationship Id="rId4" Type="http://schemas.openxmlformats.org/officeDocument/2006/relationships/image" Target="../media/image280.png"/><Relationship Id="rId9" Type="http://schemas.openxmlformats.org/officeDocument/2006/relationships/image" Target="../media/image97.svg"/></Relationships>
</file>

<file path=ppt/slideLayouts/_rels/slideLayout3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4.svg"/><Relationship Id="rId2" Type="http://schemas.openxmlformats.org/officeDocument/2006/relationships/image" Target="../media/image25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7.svg"/><Relationship Id="rId4" Type="http://schemas.openxmlformats.org/officeDocument/2006/relationships/image" Target="../media/image2.png"/></Relationships>
</file>

<file path=ppt/slideLayouts/_rels/slideLayout3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245.svg"/><Relationship Id="rId7" Type="http://schemas.openxmlformats.org/officeDocument/2006/relationships/image" Target="../media/image247.sv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7.png"/><Relationship Id="rId11" Type="http://schemas.openxmlformats.org/officeDocument/2006/relationships/image" Target="../media/image97.svg"/><Relationship Id="rId5" Type="http://schemas.openxmlformats.org/officeDocument/2006/relationships/image" Target="../media/image246.svg"/><Relationship Id="rId10" Type="http://schemas.openxmlformats.org/officeDocument/2006/relationships/image" Target="../media/image2.png"/><Relationship Id="rId4" Type="http://schemas.openxmlformats.org/officeDocument/2006/relationships/image" Target="../media/image46.png"/><Relationship Id="rId9" Type="http://schemas.openxmlformats.org/officeDocument/2006/relationships/image" Target="../media/image248.svg"/></Relationships>
</file>

<file path=ppt/slideLayouts/_rels/slideLayout3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hyperlink" Target="https://disk.yandex.ru/d/SuIc9EnAndaTDA" TargetMode="External"/><Relationship Id="rId7" Type="http://schemas.openxmlformats.org/officeDocument/2006/relationships/image" Target="../media/image284.svg"/><Relationship Id="rId2" Type="http://schemas.openxmlformats.org/officeDocument/2006/relationships/hyperlink" Target="https://www.figma.com/slides/nQS9w06NRYwAJTD01Ov9AX/%D0%92%D0%BD%D1%83%D1%82%D1%80%D0%B5%D0%BD%D0%BD%D0%B8%D0%B9-%D0%A8%D0%B0%D0%B1%D0%BB%D0%BE%D0%BD-%D0%BF%D1%80%D0%B5%D0%B7%D0%B5%D0%BD%D1%82%D0%B0%D1%86%D0%B8%D0%B9-%D0%A6%D0%A3?node-id=1037-4045&amp;t=M6x6Qq8cis0WOIRl-1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Layouts/_rels/slideLayout3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6.png"/><Relationship Id="rId2" Type="http://schemas.openxmlformats.org/officeDocument/2006/relationships/image" Target="../media/image285.png"/><Relationship Id="rId1" Type="http://schemas.openxmlformats.org/officeDocument/2006/relationships/slideMaster" Target="../slideMasters/slideMaster1.xml"/></Relationships>
</file>

<file path=ppt/slideLayouts/_rels/slideLayout3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287.svg"/><Relationship Id="rId7" Type="http://schemas.openxmlformats.org/officeDocument/2006/relationships/image" Target="../media/image289.svg"/><Relationship Id="rId2" Type="http://schemas.openxmlformats.org/officeDocument/2006/relationships/image" Target="../media/image5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7.png"/><Relationship Id="rId11" Type="http://schemas.openxmlformats.org/officeDocument/2006/relationships/image" Target="../media/image290.svg"/><Relationship Id="rId5" Type="http://schemas.openxmlformats.org/officeDocument/2006/relationships/image" Target="../media/image288.svg"/><Relationship Id="rId10" Type="http://schemas.openxmlformats.org/officeDocument/2006/relationships/image" Target="../media/image58.png"/><Relationship Id="rId4" Type="http://schemas.openxmlformats.org/officeDocument/2006/relationships/image" Target="../media/image56.png"/><Relationship Id="rId9" Type="http://schemas.openxmlformats.org/officeDocument/2006/relationships/image" Target="../media/image97.svg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96.svg"/><Relationship Id="rId18" Type="http://schemas.openxmlformats.org/officeDocument/2006/relationships/image" Target="../media/image68.png"/><Relationship Id="rId26" Type="http://schemas.openxmlformats.org/officeDocument/2006/relationships/image" Target="../media/image72.png"/><Relationship Id="rId39" Type="http://schemas.openxmlformats.org/officeDocument/2006/relationships/image" Target="../media/image309.svg"/><Relationship Id="rId21" Type="http://schemas.openxmlformats.org/officeDocument/2006/relationships/image" Target="../media/image300.svg"/><Relationship Id="rId34" Type="http://schemas.openxmlformats.org/officeDocument/2006/relationships/image" Target="../media/image76.png"/><Relationship Id="rId42" Type="http://schemas.openxmlformats.org/officeDocument/2006/relationships/image" Target="../media/image80.png"/><Relationship Id="rId47" Type="http://schemas.openxmlformats.org/officeDocument/2006/relationships/image" Target="../media/image313.svg"/><Relationship Id="rId7" Type="http://schemas.openxmlformats.org/officeDocument/2006/relationships/image" Target="../media/image293.svg"/><Relationship Id="rId2" Type="http://schemas.openxmlformats.org/officeDocument/2006/relationships/image" Target="../media/image60.png"/><Relationship Id="rId16" Type="http://schemas.openxmlformats.org/officeDocument/2006/relationships/image" Target="../media/image67.png"/><Relationship Id="rId29" Type="http://schemas.openxmlformats.org/officeDocument/2006/relationships/image" Target="../media/image304.svg"/><Relationship Id="rId11" Type="http://schemas.openxmlformats.org/officeDocument/2006/relationships/image" Target="../media/image295.svg"/><Relationship Id="rId24" Type="http://schemas.openxmlformats.org/officeDocument/2006/relationships/image" Target="../media/image71.png"/><Relationship Id="rId32" Type="http://schemas.openxmlformats.org/officeDocument/2006/relationships/image" Target="../media/image75.png"/><Relationship Id="rId37" Type="http://schemas.openxmlformats.org/officeDocument/2006/relationships/image" Target="../media/image308.svg"/><Relationship Id="rId40" Type="http://schemas.openxmlformats.org/officeDocument/2006/relationships/image" Target="../media/image79.png"/><Relationship Id="rId45" Type="http://schemas.openxmlformats.org/officeDocument/2006/relationships/image" Target="../media/image312.svg"/><Relationship Id="rId5" Type="http://schemas.openxmlformats.org/officeDocument/2006/relationships/image" Target="../media/image292.svg"/><Relationship Id="rId15" Type="http://schemas.openxmlformats.org/officeDocument/2006/relationships/image" Target="../media/image297.svg"/><Relationship Id="rId23" Type="http://schemas.openxmlformats.org/officeDocument/2006/relationships/image" Target="../media/image301.svg"/><Relationship Id="rId28" Type="http://schemas.openxmlformats.org/officeDocument/2006/relationships/image" Target="../media/image73.png"/><Relationship Id="rId36" Type="http://schemas.openxmlformats.org/officeDocument/2006/relationships/image" Target="../media/image77.png"/><Relationship Id="rId49" Type="http://schemas.openxmlformats.org/officeDocument/2006/relationships/image" Target="../media/image314.svg"/><Relationship Id="rId10" Type="http://schemas.openxmlformats.org/officeDocument/2006/relationships/image" Target="../media/image64.png"/><Relationship Id="rId19" Type="http://schemas.openxmlformats.org/officeDocument/2006/relationships/image" Target="../media/image299.svg"/><Relationship Id="rId31" Type="http://schemas.openxmlformats.org/officeDocument/2006/relationships/image" Target="../media/image305.svg"/><Relationship Id="rId44" Type="http://schemas.openxmlformats.org/officeDocument/2006/relationships/image" Target="../media/image81.png"/><Relationship Id="rId4" Type="http://schemas.openxmlformats.org/officeDocument/2006/relationships/image" Target="../media/image61.png"/><Relationship Id="rId9" Type="http://schemas.openxmlformats.org/officeDocument/2006/relationships/image" Target="../media/image294.svg"/><Relationship Id="rId14" Type="http://schemas.openxmlformats.org/officeDocument/2006/relationships/image" Target="../media/image66.png"/><Relationship Id="rId22" Type="http://schemas.openxmlformats.org/officeDocument/2006/relationships/image" Target="../media/image70.png"/><Relationship Id="rId27" Type="http://schemas.openxmlformats.org/officeDocument/2006/relationships/image" Target="../media/image303.svg"/><Relationship Id="rId30" Type="http://schemas.openxmlformats.org/officeDocument/2006/relationships/image" Target="../media/image74.png"/><Relationship Id="rId35" Type="http://schemas.openxmlformats.org/officeDocument/2006/relationships/image" Target="../media/image307.svg"/><Relationship Id="rId43" Type="http://schemas.openxmlformats.org/officeDocument/2006/relationships/image" Target="../media/image311.svg"/><Relationship Id="rId48" Type="http://schemas.openxmlformats.org/officeDocument/2006/relationships/image" Target="../media/image83.png"/><Relationship Id="rId8" Type="http://schemas.openxmlformats.org/officeDocument/2006/relationships/image" Target="../media/image63.png"/><Relationship Id="rId3" Type="http://schemas.openxmlformats.org/officeDocument/2006/relationships/image" Target="../media/image291.svg"/><Relationship Id="rId12" Type="http://schemas.openxmlformats.org/officeDocument/2006/relationships/image" Target="../media/image65.png"/><Relationship Id="rId17" Type="http://schemas.openxmlformats.org/officeDocument/2006/relationships/image" Target="../media/image298.svg"/><Relationship Id="rId25" Type="http://schemas.openxmlformats.org/officeDocument/2006/relationships/image" Target="../media/image302.svg"/><Relationship Id="rId33" Type="http://schemas.openxmlformats.org/officeDocument/2006/relationships/image" Target="../media/image306.svg"/><Relationship Id="rId38" Type="http://schemas.openxmlformats.org/officeDocument/2006/relationships/image" Target="../media/image78.png"/><Relationship Id="rId46" Type="http://schemas.openxmlformats.org/officeDocument/2006/relationships/image" Target="../media/image82.png"/><Relationship Id="rId20" Type="http://schemas.openxmlformats.org/officeDocument/2006/relationships/image" Target="../media/image69.png"/><Relationship Id="rId41" Type="http://schemas.openxmlformats.org/officeDocument/2006/relationships/image" Target="../media/image310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2.png"/></Relationships>
</file>

<file path=ppt/slideLayouts/_rels/slideLayout335.xml.rels><?xml version="1.0" encoding="UTF-8" standalone="yes"?>
<Relationships xmlns="http://schemas.openxmlformats.org/package/2006/relationships"><Relationship Id="rId3" Type="http://schemas.openxmlformats.org/officeDocument/2006/relationships/hyperlink" Target="https://vk.com/albums-222277101" TargetMode="External"/><Relationship Id="rId2" Type="http://schemas.openxmlformats.org/officeDocument/2006/relationships/hyperlink" Target="https://disk.yandex.ru/d/HHexFxfFgZna0g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15.png"/></Relationships>
</file>

<file path=ppt/slideLayouts/_rels/slideLayout3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6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8.svg"/><Relationship Id="rId2" Type="http://schemas.openxmlformats.org/officeDocument/2006/relationships/image" Target="../media/image3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7.svg"/><Relationship Id="rId4" Type="http://schemas.openxmlformats.org/officeDocument/2006/relationships/image" Target="../media/image2.png"/></Relationships>
</file>

<file path=ppt/slideLayouts/_rels/slideLayout3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7.svg"/></Relationships>
</file>

<file path=ppt/slideLayouts/_rels/slideLayout3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svg"/><Relationship Id="rId2" Type="http://schemas.openxmlformats.org/officeDocument/2006/relationships/image" Target="../media/image3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7.svg"/><Relationship Id="rId4" Type="http://schemas.openxmlformats.org/officeDocument/2006/relationships/image" Target="../media/image2.png"/></Relationships>
</file>

<file path=ppt/slideLayouts/_rels/slideLayout3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7.svg"/></Relationships>
</file>

<file path=ppt/slideLayouts/_rels/slideLayout3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7.svg"/></Relationships>
</file>

<file path=ppt/slideLayouts/_rels/slideLayout3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8.svg"/></Relationships>
</file>

<file path=ppt/slideLayouts/_rels/slideLayout3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8.svg"/><Relationship Id="rId2" Type="http://schemas.openxmlformats.org/officeDocument/2006/relationships/image" Target="../media/image3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7.svg"/><Relationship Id="rId4" Type="http://schemas.openxmlformats.org/officeDocument/2006/relationships/image" Target="../media/image2.png"/></Relationships>
</file>

<file path=ppt/slideLayouts/_rels/slideLayout3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7.svg"/></Relationships>
</file>

<file path=ppt/slideLayouts/_rels/slideLayout3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4.svg"/><Relationship Id="rId2" Type="http://schemas.openxmlformats.org/officeDocument/2006/relationships/image" Target="../media/image25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7.svg"/><Relationship Id="rId4" Type="http://schemas.openxmlformats.org/officeDocument/2006/relationships/image" Target="../media/image2.png"/></Relationships>
</file>

<file path=ppt/slideLayouts/_rels/slideLayout3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7" Type="http://schemas.openxmlformats.org/officeDocument/2006/relationships/image" Target="../media/image25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56.png"/><Relationship Id="rId5" Type="http://schemas.openxmlformats.org/officeDocument/2006/relationships/image" Target="../media/image255.svg"/><Relationship Id="rId4" Type="http://schemas.openxmlformats.org/officeDocument/2006/relationships/image" Target="../media/image7.png"/></Relationships>
</file>

<file path=ppt/slideLayouts/_rels/slideLayout3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8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8.svg"/><Relationship Id="rId4" Type="http://schemas.openxmlformats.org/officeDocument/2006/relationships/image" Target="../media/image1.png"/></Relationships>
</file>

<file path=ppt/slideLayouts/_rels/slideLayout3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1.svg"/><Relationship Id="rId4" Type="http://schemas.openxmlformats.org/officeDocument/2006/relationships/image" Target="../media/image180.png"/></Relationships>
</file>

<file path=ppt/slideLayouts/_rels/slideLayout3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8.svg"/><Relationship Id="rId7" Type="http://schemas.openxmlformats.org/officeDocument/2006/relationships/image" Target="../media/image18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82.svg"/><Relationship Id="rId4" Type="http://schemas.openxmlformats.org/officeDocument/2006/relationships/image" Target="../media/image11.png"/><Relationship Id="rId9" Type="http://schemas.openxmlformats.org/officeDocument/2006/relationships/image" Target="../media/image184.svg"/></Relationships>
</file>

<file path=ppt/slideLayouts/_rels/slideLayout3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8.svg"/></Relationships>
</file>

<file path=ppt/slideLayouts/_rels/slideLayout3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9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4.svg"/><Relationship Id="rId18" Type="http://schemas.openxmlformats.org/officeDocument/2006/relationships/image" Target="../media/image22.png"/><Relationship Id="rId26" Type="http://schemas.openxmlformats.org/officeDocument/2006/relationships/image" Target="../media/image26.png"/><Relationship Id="rId39" Type="http://schemas.openxmlformats.org/officeDocument/2006/relationships/image" Target="../media/image277.svg"/><Relationship Id="rId21" Type="http://schemas.openxmlformats.org/officeDocument/2006/relationships/image" Target="../media/image268.svg"/><Relationship Id="rId34" Type="http://schemas.openxmlformats.org/officeDocument/2006/relationships/image" Target="../media/image30.png"/><Relationship Id="rId42" Type="http://schemas.openxmlformats.org/officeDocument/2006/relationships/image" Target="../media/image98.svg"/><Relationship Id="rId7" Type="http://schemas.openxmlformats.org/officeDocument/2006/relationships/image" Target="../media/image261.svg"/><Relationship Id="rId2" Type="http://schemas.openxmlformats.org/officeDocument/2006/relationships/image" Target="../media/image14.png"/><Relationship Id="rId16" Type="http://schemas.openxmlformats.org/officeDocument/2006/relationships/image" Target="../media/image21.png"/><Relationship Id="rId20" Type="http://schemas.openxmlformats.org/officeDocument/2006/relationships/image" Target="../media/image23.png"/><Relationship Id="rId29" Type="http://schemas.openxmlformats.org/officeDocument/2006/relationships/image" Target="../media/image272.svg"/><Relationship Id="rId41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11" Type="http://schemas.openxmlformats.org/officeDocument/2006/relationships/image" Target="../media/image263.svg"/><Relationship Id="rId24" Type="http://schemas.openxmlformats.org/officeDocument/2006/relationships/image" Target="../media/image25.png"/><Relationship Id="rId32" Type="http://schemas.openxmlformats.org/officeDocument/2006/relationships/image" Target="../media/image29.png"/><Relationship Id="rId37" Type="http://schemas.openxmlformats.org/officeDocument/2006/relationships/image" Target="../media/image276.svg"/><Relationship Id="rId40" Type="http://schemas.openxmlformats.org/officeDocument/2006/relationships/image" Target="../media/image4.png"/><Relationship Id="rId5" Type="http://schemas.openxmlformats.org/officeDocument/2006/relationships/image" Target="../media/image260.svg"/><Relationship Id="rId15" Type="http://schemas.openxmlformats.org/officeDocument/2006/relationships/image" Target="../media/image265.svg"/><Relationship Id="rId23" Type="http://schemas.openxmlformats.org/officeDocument/2006/relationships/image" Target="../media/image269.svg"/><Relationship Id="rId28" Type="http://schemas.openxmlformats.org/officeDocument/2006/relationships/image" Target="../media/image27.png"/><Relationship Id="rId36" Type="http://schemas.openxmlformats.org/officeDocument/2006/relationships/image" Target="../media/image31.png"/><Relationship Id="rId10" Type="http://schemas.openxmlformats.org/officeDocument/2006/relationships/image" Target="../media/image18.png"/><Relationship Id="rId19" Type="http://schemas.openxmlformats.org/officeDocument/2006/relationships/image" Target="../media/image267.svg"/><Relationship Id="rId31" Type="http://schemas.openxmlformats.org/officeDocument/2006/relationships/image" Target="../media/image273.svg"/><Relationship Id="rId4" Type="http://schemas.openxmlformats.org/officeDocument/2006/relationships/image" Target="../media/image15.png"/><Relationship Id="rId9" Type="http://schemas.openxmlformats.org/officeDocument/2006/relationships/image" Target="../media/image262.svg"/><Relationship Id="rId14" Type="http://schemas.openxmlformats.org/officeDocument/2006/relationships/image" Target="../media/image20.png"/><Relationship Id="rId22" Type="http://schemas.openxmlformats.org/officeDocument/2006/relationships/image" Target="../media/image24.png"/><Relationship Id="rId27" Type="http://schemas.openxmlformats.org/officeDocument/2006/relationships/image" Target="../media/image271.svg"/><Relationship Id="rId30" Type="http://schemas.openxmlformats.org/officeDocument/2006/relationships/image" Target="../media/image28.png"/><Relationship Id="rId35" Type="http://schemas.openxmlformats.org/officeDocument/2006/relationships/image" Target="../media/image275.svg"/><Relationship Id="rId8" Type="http://schemas.openxmlformats.org/officeDocument/2006/relationships/image" Target="../media/image17.png"/><Relationship Id="rId3" Type="http://schemas.openxmlformats.org/officeDocument/2006/relationships/image" Target="../media/image259.svg"/><Relationship Id="rId12" Type="http://schemas.openxmlformats.org/officeDocument/2006/relationships/image" Target="../media/image19.png"/><Relationship Id="rId17" Type="http://schemas.openxmlformats.org/officeDocument/2006/relationships/image" Target="../media/image266.svg"/><Relationship Id="rId25" Type="http://schemas.openxmlformats.org/officeDocument/2006/relationships/image" Target="../media/image270.svg"/><Relationship Id="rId33" Type="http://schemas.openxmlformats.org/officeDocument/2006/relationships/image" Target="../media/image274.svg"/><Relationship Id="rId38" Type="http://schemas.openxmlformats.org/officeDocument/2006/relationships/image" Target="../media/image32.png"/></Relationships>
</file>

<file path=ppt/slideLayouts/_rels/slideLayout3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8.svg"/></Relationships>
</file>

<file path=ppt/slideLayouts/_rels/slideLayout4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4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4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4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4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4.png"/></Relationships>
</file>

<file path=ppt/slideLayouts/_rels/slideLayout4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4.png"/></Relationships>
</file>

<file path=ppt/slideLayouts/_rels/slideLayout4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4.png"/></Relationships>
</file>

<file path=ppt/slideLayouts/_rels/slideLayout4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4.png"/></Relationships>
</file>

<file path=ppt/slideLayouts/_rels/slideLayout4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4.sv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8.svg"/><Relationship Id="rId4" Type="http://schemas.openxmlformats.org/officeDocument/2006/relationships/image" Target="../media/image1.png"/></Relationships>
</file>

<file path=ppt/slideLayouts/_rels/slideLayout4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225.svg"/><Relationship Id="rId7" Type="http://schemas.openxmlformats.org/officeDocument/2006/relationships/image" Target="../media/image227.svg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8.png"/><Relationship Id="rId11" Type="http://schemas.openxmlformats.org/officeDocument/2006/relationships/image" Target="../media/image98.svg"/><Relationship Id="rId5" Type="http://schemas.openxmlformats.org/officeDocument/2006/relationships/image" Target="../media/image226.svg"/><Relationship Id="rId10" Type="http://schemas.openxmlformats.org/officeDocument/2006/relationships/image" Target="../media/image1.png"/><Relationship Id="rId4" Type="http://schemas.openxmlformats.org/officeDocument/2006/relationships/image" Target="../media/image37.png"/><Relationship Id="rId9" Type="http://schemas.openxmlformats.org/officeDocument/2006/relationships/image" Target="../media/image228.svg"/></Relationships>
</file>

<file path=ppt/slideLayouts/_rels/slideLayout4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0.svg"/><Relationship Id="rId4" Type="http://schemas.openxmlformats.org/officeDocument/2006/relationships/image" Target="../media/image229.png"/></Relationships>
</file>

<file path=ppt/slideLayouts/_rels/slideLayout4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279.svg"/><Relationship Id="rId7" Type="http://schemas.openxmlformats.org/officeDocument/2006/relationships/image" Target="../media/image283.svg"/><Relationship Id="rId2" Type="http://schemas.openxmlformats.org/officeDocument/2006/relationships/image" Target="../media/image27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82.png"/><Relationship Id="rId5" Type="http://schemas.openxmlformats.org/officeDocument/2006/relationships/image" Target="../media/image281.svg"/><Relationship Id="rId4" Type="http://schemas.openxmlformats.org/officeDocument/2006/relationships/image" Target="../media/image280.png"/><Relationship Id="rId9" Type="http://schemas.openxmlformats.org/officeDocument/2006/relationships/image" Target="../media/image97.svg"/></Relationships>
</file>

<file path=ppt/slideLayouts/_rels/slideLayout4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4.svg"/><Relationship Id="rId2" Type="http://schemas.openxmlformats.org/officeDocument/2006/relationships/image" Target="../media/image25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7.svg"/><Relationship Id="rId4" Type="http://schemas.openxmlformats.org/officeDocument/2006/relationships/image" Target="../media/image2.png"/></Relationships>
</file>

<file path=ppt/slideLayouts/_rels/slideLayout4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hyperlink" Target="https://disk.yandex.ru/d/SuIc9EnAndaTDA" TargetMode="External"/><Relationship Id="rId7" Type="http://schemas.openxmlformats.org/officeDocument/2006/relationships/image" Target="../media/image284.svg"/><Relationship Id="rId2" Type="http://schemas.openxmlformats.org/officeDocument/2006/relationships/hyperlink" Target="https://www.figma.com/slides/nQS9w06NRYwAJTD01Ov9AX/%D0%92%D0%BD%D1%83%D1%82%D1%80%D0%B5%D0%BD%D0%BD%D0%B8%D0%B9-%D0%A8%D0%B0%D0%B1%D0%BB%D0%BE%D0%BD-%D0%BF%D1%80%D0%B5%D0%B7%D0%B5%D0%BD%D1%82%D0%B0%D1%86%D0%B8%D0%B9-%D0%A6%D0%A3?node-id=1037-4045&amp;t=M6x6Qq8cis0WOIRl-1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Layouts/_rels/slideLayout4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6.png"/><Relationship Id="rId2" Type="http://schemas.openxmlformats.org/officeDocument/2006/relationships/image" Target="../media/image285.png"/><Relationship Id="rId1" Type="http://schemas.openxmlformats.org/officeDocument/2006/relationships/slideMaster" Target="../slideMasters/slideMaster1.xml"/></Relationships>
</file>

<file path=ppt/slideLayouts/_rels/slideLayout4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287.svg"/><Relationship Id="rId7" Type="http://schemas.openxmlformats.org/officeDocument/2006/relationships/image" Target="../media/image289.svg"/><Relationship Id="rId2" Type="http://schemas.openxmlformats.org/officeDocument/2006/relationships/image" Target="../media/image5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7.png"/><Relationship Id="rId11" Type="http://schemas.openxmlformats.org/officeDocument/2006/relationships/image" Target="../media/image290.svg"/><Relationship Id="rId5" Type="http://schemas.openxmlformats.org/officeDocument/2006/relationships/image" Target="../media/image288.svg"/><Relationship Id="rId10" Type="http://schemas.openxmlformats.org/officeDocument/2006/relationships/image" Target="../media/image58.png"/><Relationship Id="rId4" Type="http://schemas.openxmlformats.org/officeDocument/2006/relationships/image" Target="../media/image56.png"/><Relationship Id="rId9" Type="http://schemas.openxmlformats.org/officeDocument/2006/relationships/image" Target="../media/image97.svg"/></Relationships>
</file>

<file path=ppt/slideLayouts/_rels/slideLayout4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Master" Target="../slideMasters/slideMaster1.xml"/></Relationships>
</file>

<file path=ppt/slideLayouts/_rels/slideLayout4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96.svg"/><Relationship Id="rId18" Type="http://schemas.openxmlformats.org/officeDocument/2006/relationships/image" Target="../media/image68.png"/><Relationship Id="rId26" Type="http://schemas.openxmlformats.org/officeDocument/2006/relationships/image" Target="../media/image72.png"/><Relationship Id="rId39" Type="http://schemas.openxmlformats.org/officeDocument/2006/relationships/image" Target="../media/image309.svg"/><Relationship Id="rId21" Type="http://schemas.openxmlformats.org/officeDocument/2006/relationships/image" Target="../media/image300.svg"/><Relationship Id="rId34" Type="http://schemas.openxmlformats.org/officeDocument/2006/relationships/image" Target="../media/image76.png"/><Relationship Id="rId42" Type="http://schemas.openxmlformats.org/officeDocument/2006/relationships/image" Target="../media/image80.png"/><Relationship Id="rId47" Type="http://schemas.openxmlformats.org/officeDocument/2006/relationships/image" Target="../media/image313.svg"/><Relationship Id="rId7" Type="http://schemas.openxmlformats.org/officeDocument/2006/relationships/image" Target="../media/image293.svg"/><Relationship Id="rId2" Type="http://schemas.openxmlformats.org/officeDocument/2006/relationships/image" Target="../media/image60.png"/><Relationship Id="rId16" Type="http://schemas.openxmlformats.org/officeDocument/2006/relationships/image" Target="../media/image67.png"/><Relationship Id="rId29" Type="http://schemas.openxmlformats.org/officeDocument/2006/relationships/image" Target="../media/image304.svg"/><Relationship Id="rId11" Type="http://schemas.openxmlformats.org/officeDocument/2006/relationships/image" Target="../media/image295.svg"/><Relationship Id="rId24" Type="http://schemas.openxmlformats.org/officeDocument/2006/relationships/image" Target="../media/image71.png"/><Relationship Id="rId32" Type="http://schemas.openxmlformats.org/officeDocument/2006/relationships/image" Target="../media/image75.png"/><Relationship Id="rId37" Type="http://schemas.openxmlformats.org/officeDocument/2006/relationships/image" Target="../media/image308.svg"/><Relationship Id="rId40" Type="http://schemas.openxmlformats.org/officeDocument/2006/relationships/image" Target="../media/image79.png"/><Relationship Id="rId45" Type="http://schemas.openxmlformats.org/officeDocument/2006/relationships/image" Target="../media/image312.svg"/><Relationship Id="rId5" Type="http://schemas.openxmlformats.org/officeDocument/2006/relationships/image" Target="../media/image292.svg"/><Relationship Id="rId15" Type="http://schemas.openxmlformats.org/officeDocument/2006/relationships/image" Target="../media/image297.svg"/><Relationship Id="rId23" Type="http://schemas.openxmlformats.org/officeDocument/2006/relationships/image" Target="../media/image301.svg"/><Relationship Id="rId28" Type="http://schemas.openxmlformats.org/officeDocument/2006/relationships/image" Target="../media/image73.png"/><Relationship Id="rId36" Type="http://schemas.openxmlformats.org/officeDocument/2006/relationships/image" Target="../media/image77.png"/><Relationship Id="rId49" Type="http://schemas.openxmlformats.org/officeDocument/2006/relationships/image" Target="../media/image314.svg"/><Relationship Id="rId10" Type="http://schemas.openxmlformats.org/officeDocument/2006/relationships/image" Target="../media/image64.png"/><Relationship Id="rId19" Type="http://schemas.openxmlformats.org/officeDocument/2006/relationships/image" Target="../media/image299.svg"/><Relationship Id="rId31" Type="http://schemas.openxmlformats.org/officeDocument/2006/relationships/image" Target="../media/image305.svg"/><Relationship Id="rId44" Type="http://schemas.openxmlformats.org/officeDocument/2006/relationships/image" Target="../media/image81.png"/><Relationship Id="rId4" Type="http://schemas.openxmlformats.org/officeDocument/2006/relationships/image" Target="../media/image61.png"/><Relationship Id="rId9" Type="http://schemas.openxmlformats.org/officeDocument/2006/relationships/image" Target="../media/image294.svg"/><Relationship Id="rId14" Type="http://schemas.openxmlformats.org/officeDocument/2006/relationships/image" Target="../media/image66.png"/><Relationship Id="rId22" Type="http://schemas.openxmlformats.org/officeDocument/2006/relationships/image" Target="../media/image70.png"/><Relationship Id="rId27" Type="http://schemas.openxmlformats.org/officeDocument/2006/relationships/image" Target="../media/image303.svg"/><Relationship Id="rId30" Type="http://schemas.openxmlformats.org/officeDocument/2006/relationships/image" Target="../media/image74.png"/><Relationship Id="rId35" Type="http://schemas.openxmlformats.org/officeDocument/2006/relationships/image" Target="../media/image307.svg"/><Relationship Id="rId43" Type="http://schemas.openxmlformats.org/officeDocument/2006/relationships/image" Target="../media/image311.svg"/><Relationship Id="rId48" Type="http://schemas.openxmlformats.org/officeDocument/2006/relationships/image" Target="../media/image83.png"/><Relationship Id="rId8" Type="http://schemas.openxmlformats.org/officeDocument/2006/relationships/image" Target="../media/image63.png"/><Relationship Id="rId3" Type="http://schemas.openxmlformats.org/officeDocument/2006/relationships/image" Target="../media/image291.svg"/><Relationship Id="rId12" Type="http://schemas.openxmlformats.org/officeDocument/2006/relationships/image" Target="../media/image65.png"/><Relationship Id="rId17" Type="http://schemas.openxmlformats.org/officeDocument/2006/relationships/image" Target="../media/image298.svg"/><Relationship Id="rId25" Type="http://schemas.openxmlformats.org/officeDocument/2006/relationships/image" Target="../media/image302.svg"/><Relationship Id="rId33" Type="http://schemas.openxmlformats.org/officeDocument/2006/relationships/image" Target="../media/image306.svg"/><Relationship Id="rId38" Type="http://schemas.openxmlformats.org/officeDocument/2006/relationships/image" Target="../media/image78.png"/><Relationship Id="rId46" Type="http://schemas.openxmlformats.org/officeDocument/2006/relationships/image" Target="../media/image82.png"/><Relationship Id="rId20" Type="http://schemas.openxmlformats.org/officeDocument/2006/relationships/image" Target="../media/image69.png"/><Relationship Id="rId41" Type="http://schemas.openxmlformats.org/officeDocument/2006/relationships/image" Target="../media/image310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2.png"/></Relationships>
</file>

<file path=ppt/slideLayouts/_rels/slideLayout43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igma.com/design/shKNPSKAxE3MACiaapn16D/CU_2D_repository_process?node-id=2417-45&amp;t=TFVZAjFamCFep5TV-1" TargetMode="External"/><Relationship Id="rId1" Type="http://schemas.openxmlformats.org/officeDocument/2006/relationships/slideMaster" Target="../slideMasters/slideMaster1.xml"/></Relationships>
</file>

<file path=ppt/slideLayouts/_rels/slideLayout43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igma.com/design/shKNPSKAxE3MACiaapn16D/CU_2D_repository_process?node-id=2417-45&amp;t=TFVZAjFamCFep5TV-1" TargetMode="External"/><Relationship Id="rId1" Type="http://schemas.openxmlformats.org/officeDocument/2006/relationships/slideMaster" Target="../slideMasters/slideMaster1.xml"/></Relationships>
</file>

<file path=ppt/slideLayouts/_rels/slideLayout440.xml.rels><?xml version="1.0" encoding="UTF-8" standalone="yes"?>
<Relationships xmlns="http://schemas.openxmlformats.org/package/2006/relationships"><Relationship Id="rId3" Type="http://schemas.openxmlformats.org/officeDocument/2006/relationships/hyperlink" Target="https://vk.com/albums-222277101" TargetMode="External"/><Relationship Id="rId2" Type="http://schemas.openxmlformats.org/officeDocument/2006/relationships/hyperlink" Target="https://disk.yandex.ru/d/HHexFxfFgZna0g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15.png"/></Relationships>
</file>

<file path=ppt/slideLayouts/_rels/slideLayout441.xml.rels><?xml version="1.0" encoding="UTF-8" standalone="yes"?>
<Relationships xmlns="http://schemas.openxmlformats.org/package/2006/relationships"><Relationship Id="rId8" Type="http://schemas.openxmlformats.org/officeDocument/2006/relationships/hyperlink" Target="https://disk.yandex.ru/d/DiEnT673U0pGEw" TargetMode="External"/><Relationship Id="rId13" Type="http://schemas.openxmlformats.org/officeDocument/2006/relationships/image" Target="../media/image95.png"/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12" Type="http://schemas.openxmlformats.org/officeDocument/2006/relationships/image" Target="../media/image94.png"/><Relationship Id="rId2" Type="http://schemas.openxmlformats.org/officeDocument/2006/relationships/image" Target="../media/image8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9.png"/><Relationship Id="rId11" Type="http://schemas.openxmlformats.org/officeDocument/2006/relationships/image" Target="../media/image93.png"/><Relationship Id="rId5" Type="http://schemas.openxmlformats.org/officeDocument/2006/relationships/image" Target="../media/image88.png"/><Relationship Id="rId10" Type="http://schemas.openxmlformats.org/officeDocument/2006/relationships/image" Target="../media/image92.png"/><Relationship Id="rId4" Type="http://schemas.openxmlformats.org/officeDocument/2006/relationships/image" Target="../media/image87.png"/><Relationship Id="rId9" Type="http://schemas.openxmlformats.org/officeDocument/2006/relationships/image" Target="../media/image91.png"/><Relationship Id="rId14" Type="http://schemas.openxmlformats.org/officeDocument/2006/relationships/image" Target="../media/image96.png"/></Relationships>
</file>

<file path=ppt/slideLayouts/_rels/slideLayout4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емный слайд с лого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DEA4FA79-54CD-F941-F21C-682017D0AE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48195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ветлый слайд с лог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867420F-3927-BA1B-4FA6-8543BC3C47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34526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4ADAF1A-DD98-9E5E-4850-3901940A8A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28329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ерстка слайда с левой плашкой (светлый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8FFD452-BCF9-0489-731E-4F481C6D9B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04265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ерстка слайда с левой плашкой (темный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DAEF54D6-C4D4-F7EC-F6F5-0F5A6536EB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0E0B66C9-1990-8D32-1F6B-48B5F36947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45811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ик перекрестие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Текст 34">
            <a:extLst>
              <a:ext uri="{FF2B5EF4-FFF2-40B4-BE49-F238E27FC236}">
                <a16:creationId xmlns:a16="http://schemas.microsoft.com/office/drawing/2014/main" id="{30148C2E-65E6-553A-87C6-8515D63719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5783536"/>
            <a:ext cx="17185245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Заголовок презентации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0" name="Текст 36">
            <a:extLst>
              <a:ext uri="{FF2B5EF4-FFF2-40B4-BE49-F238E27FC236}">
                <a16:creationId xmlns:a16="http://schemas.microsoft.com/office/drawing/2014/main" id="{CB269489-8C4D-D9B1-8FE0-3A485C9FE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9353" y="12207829"/>
            <a:ext cx="10479598" cy="3718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  <p:sp>
        <p:nvSpPr>
          <p:cNvPr id="41" name="Текст 36">
            <a:extLst>
              <a:ext uri="{FF2B5EF4-FFF2-40B4-BE49-F238E27FC236}">
                <a16:creationId xmlns:a16="http://schemas.microsoft.com/office/drawing/2014/main" id="{72922CAA-042E-7D53-F212-889AE4405D8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616069" y="12207829"/>
            <a:ext cx="3558256" cy="3718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r">
              <a:buNone/>
              <a:defRPr lang="ru-RU" sz="24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Дата</a:t>
            </a:r>
          </a:p>
        </p:txBody>
      </p:sp>
    </p:spTree>
    <p:extLst>
      <p:ext uri="{BB962C8B-B14F-4D97-AF65-F5344CB8AC3E}">
        <p14:creationId xmlns:p14="http://schemas.microsoft.com/office/powerpoint/2010/main" val="38305716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ик с фото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>
            <a:extLst>
              <a:ext uri="{FF2B5EF4-FFF2-40B4-BE49-F238E27FC236}">
                <a16:creationId xmlns:a16="http://schemas.microsoft.com/office/drawing/2014/main" id="{D85D2976-C84B-E0CB-3A06-630A343C25D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412875" y="1219199"/>
            <a:ext cx="9754803" cy="11277599"/>
          </a:xfrm>
          <a:prstGeom prst="round2DiagRect">
            <a:avLst>
              <a:gd name="adj1" fmla="val 6624"/>
              <a:gd name="adj2" fmla="val 0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32" name="Image 4" descr=" ">
            <a:extLst>
              <a:ext uri="{FF2B5EF4-FFF2-40B4-BE49-F238E27FC236}">
                <a16:creationId xmlns:a16="http://schemas.microsoft.com/office/drawing/2014/main" id="{1BE55C15-EB0A-883F-4D8D-6FBAB67D80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19352" y="1219200"/>
            <a:ext cx="6960470" cy="1222970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0995B354-735E-003B-AD55-23C9A4F7FC62}"/>
              </a:ext>
            </a:extLst>
          </p:cNvPr>
          <p:cNvCxnSpPr>
            <a:cxnSpLocks/>
          </p:cNvCxnSpPr>
          <p:nvPr userDrawn="1"/>
        </p:nvCxnSpPr>
        <p:spPr>
          <a:xfrm>
            <a:off x="1219351" y="3094224"/>
            <a:ext cx="10479600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52B70CE0-B7B3-CE86-6269-F340568CF29A}"/>
              </a:ext>
            </a:extLst>
          </p:cNvPr>
          <p:cNvCxnSpPr>
            <a:cxnSpLocks/>
          </p:cNvCxnSpPr>
          <p:nvPr userDrawn="1"/>
        </p:nvCxnSpPr>
        <p:spPr>
          <a:xfrm>
            <a:off x="12193524" y="1219200"/>
            <a:ext cx="0" cy="13208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CAE9C206-8E8C-6FA1-30BA-063564BD6075}"/>
              </a:ext>
            </a:extLst>
          </p:cNvPr>
          <p:cNvCxnSpPr>
            <a:cxnSpLocks/>
          </p:cNvCxnSpPr>
          <p:nvPr userDrawn="1"/>
        </p:nvCxnSpPr>
        <p:spPr>
          <a:xfrm>
            <a:off x="12193524" y="3746500"/>
            <a:ext cx="0" cy="8764588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34">
            <a:extLst>
              <a:ext uri="{FF2B5EF4-FFF2-40B4-BE49-F238E27FC236}">
                <a16:creationId xmlns:a16="http://schemas.microsoft.com/office/drawing/2014/main" id="{D1EC0C2C-11C4-DD8C-5543-4D5750CD12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3" y="4708318"/>
            <a:ext cx="10479598" cy="453970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презентации</a:t>
            </a:r>
            <a:br>
              <a:rPr lang="ru-RU" dirty="0"/>
            </a:br>
            <a:r>
              <a:rPr lang="ru-RU" dirty="0"/>
              <a:t>на три строки</a:t>
            </a:r>
          </a:p>
        </p:txBody>
      </p:sp>
      <p:sp>
        <p:nvSpPr>
          <p:cNvPr id="12" name="Текст 36">
            <a:extLst>
              <a:ext uri="{FF2B5EF4-FFF2-40B4-BE49-F238E27FC236}">
                <a16:creationId xmlns:a16="http://schemas.microsoft.com/office/drawing/2014/main" id="{51133EAC-C564-0702-1D4F-0792BB923F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19353" y="9841108"/>
            <a:ext cx="10479598" cy="74385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48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1800" smtClean="0"/>
            </a:lvl2pPr>
            <a:lvl3pPr>
              <a:defRPr lang="ru-RU" sz="1800" smtClean="0"/>
            </a:lvl3pPr>
            <a:lvl4pPr>
              <a:defRPr lang="ru-RU" sz="1800" smtClean="0"/>
            </a:lvl4pPr>
            <a:lvl5pPr>
              <a:defRPr lang="ru-RU" sz="1800"/>
            </a:lvl5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презентации</a:t>
            </a:r>
          </a:p>
        </p:txBody>
      </p:sp>
      <p:sp>
        <p:nvSpPr>
          <p:cNvPr id="13" name="Текст 36">
            <a:extLst>
              <a:ext uri="{FF2B5EF4-FFF2-40B4-BE49-F238E27FC236}">
                <a16:creationId xmlns:a16="http://schemas.microsoft.com/office/drawing/2014/main" id="{B4622CFE-63AA-B200-F154-0F358CED62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9353" y="12207829"/>
            <a:ext cx="10479598" cy="3718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</p:spTree>
    <p:extLst>
      <p:ext uri="{BB962C8B-B14F-4D97-AF65-F5344CB8AC3E}">
        <p14:creationId xmlns:p14="http://schemas.microsoft.com/office/powerpoint/2010/main" val="18438406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ик с сокращенным перекрестием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 4" descr=" ">
            <a:extLst>
              <a:ext uri="{FF2B5EF4-FFF2-40B4-BE49-F238E27FC236}">
                <a16:creationId xmlns:a16="http://schemas.microsoft.com/office/drawing/2014/main" id="{1BE55C15-EB0A-883F-4D8D-6FBAB67D80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19352" y="1219200"/>
            <a:ext cx="6960470" cy="1222970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0995B354-735E-003B-AD55-23C9A4F7FC62}"/>
              </a:ext>
            </a:extLst>
          </p:cNvPr>
          <p:cNvCxnSpPr>
            <a:cxnSpLocks/>
          </p:cNvCxnSpPr>
          <p:nvPr userDrawn="1"/>
        </p:nvCxnSpPr>
        <p:spPr>
          <a:xfrm>
            <a:off x="1219351" y="3094224"/>
            <a:ext cx="10479600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52B70CE0-B7B3-CE86-6269-F340568CF29A}"/>
              </a:ext>
            </a:extLst>
          </p:cNvPr>
          <p:cNvCxnSpPr>
            <a:cxnSpLocks/>
          </p:cNvCxnSpPr>
          <p:nvPr userDrawn="1"/>
        </p:nvCxnSpPr>
        <p:spPr>
          <a:xfrm>
            <a:off x="12193524" y="1219200"/>
            <a:ext cx="0" cy="13208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CAE9C206-8E8C-6FA1-30BA-063564BD6075}"/>
              </a:ext>
            </a:extLst>
          </p:cNvPr>
          <p:cNvCxnSpPr>
            <a:cxnSpLocks/>
          </p:cNvCxnSpPr>
          <p:nvPr userDrawn="1"/>
        </p:nvCxnSpPr>
        <p:spPr>
          <a:xfrm>
            <a:off x="12193524" y="3746500"/>
            <a:ext cx="0" cy="8764588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34">
            <a:extLst>
              <a:ext uri="{FF2B5EF4-FFF2-40B4-BE49-F238E27FC236}">
                <a16:creationId xmlns:a16="http://schemas.microsoft.com/office/drawing/2014/main" id="{D1EC0C2C-11C4-DD8C-5543-4D5750CD12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3" y="4708318"/>
            <a:ext cx="10479598" cy="453970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презентации</a:t>
            </a:r>
            <a:br>
              <a:rPr lang="ru-RU" dirty="0"/>
            </a:br>
            <a:r>
              <a:rPr lang="ru-RU" dirty="0"/>
              <a:t>на три строки</a:t>
            </a:r>
          </a:p>
        </p:txBody>
      </p:sp>
      <p:sp>
        <p:nvSpPr>
          <p:cNvPr id="12" name="Текст 36">
            <a:extLst>
              <a:ext uri="{FF2B5EF4-FFF2-40B4-BE49-F238E27FC236}">
                <a16:creationId xmlns:a16="http://schemas.microsoft.com/office/drawing/2014/main" id="{51133EAC-C564-0702-1D4F-0792BB923F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19353" y="9841108"/>
            <a:ext cx="10479598" cy="74385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48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1800" smtClean="0"/>
            </a:lvl2pPr>
            <a:lvl3pPr>
              <a:defRPr lang="ru-RU" sz="1800" smtClean="0"/>
            </a:lvl3pPr>
            <a:lvl4pPr>
              <a:defRPr lang="ru-RU" sz="1800" smtClean="0"/>
            </a:lvl4pPr>
            <a:lvl5pPr>
              <a:defRPr lang="ru-RU" sz="1800"/>
            </a:lvl5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презентации</a:t>
            </a:r>
          </a:p>
        </p:txBody>
      </p:sp>
      <p:sp>
        <p:nvSpPr>
          <p:cNvPr id="13" name="Текст 36">
            <a:extLst>
              <a:ext uri="{FF2B5EF4-FFF2-40B4-BE49-F238E27FC236}">
                <a16:creationId xmlns:a16="http://schemas.microsoft.com/office/drawing/2014/main" id="{B4622CFE-63AA-B200-F154-0F358CED62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9353" y="12207829"/>
            <a:ext cx="10479598" cy="3718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</p:spTree>
    <p:extLst>
      <p:ext uri="{BB962C8B-B14F-4D97-AF65-F5344CB8AC3E}">
        <p14:creationId xmlns:p14="http://schemas.microsoft.com/office/powerpoint/2010/main" val="700177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ик с графико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 4" descr=" ">
            <a:extLst>
              <a:ext uri="{FF2B5EF4-FFF2-40B4-BE49-F238E27FC236}">
                <a16:creationId xmlns:a16="http://schemas.microsoft.com/office/drawing/2014/main" id="{1BE55C15-EB0A-883F-4D8D-6FBAB67D80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19352" y="1219200"/>
            <a:ext cx="6960470" cy="1222970"/>
          </a:xfrm>
          <a:prstGeom prst="rect">
            <a:avLst/>
          </a:prstGeom>
        </p:spPr>
      </p:pic>
      <p:sp>
        <p:nvSpPr>
          <p:cNvPr id="4" name="Текст 34">
            <a:extLst>
              <a:ext uri="{FF2B5EF4-FFF2-40B4-BE49-F238E27FC236}">
                <a16:creationId xmlns:a16="http://schemas.microsoft.com/office/drawing/2014/main" id="{7968F44E-08A0-41AC-8236-97CE976832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2" y="5211820"/>
            <a:ext cx="10974235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презентации</a:t>
            </a:r>
          </a:p>
        </p:txBody>
      </p:sp>
      <p:sp>
        <p:nvSpPr>
          <p:cNvPr id="5" name="Текст 36">
            <a:extLst>
              <a:ext uri="{FF2B5EF4-FFF2-40B4-BE49-F238E27FC236}">
                <a16:creationId xmlns:a16="http://schemas.microsoft.com/office/drawing/2014/main" id="{6EF22B45-ADF0-D9B2-E3E3-70E26D5238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19352" y="8794272"/>
            <a:ext cx="10974235" cy="74385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48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1800" smtClean="0"/>
            </a:lvl2pPr>
            <a:lvl3pPr>
              <a:defRPr lang="ru-RU" sz="1800" smtClean="0"/>
            </a:lvl3pPr>
            <a:lvl4pPr>
              <a:defRPr lang="ru-RU" sz="1800" smtClean="0"/>
            </a:lvl4pPr>
            <a:lvl5pPr>
              <a:defRPr lang="ru-RU" sz="1800"/>
            </a:lvl5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презентации</a:t>
            </a:r>
          </a:p>
        </p:txBody>
      </p:sp>
      <p:sp>
        <p:nvSpPr>
          <p:cNvPr id="7" name="Текст 36">
            <a:extLst>
              <a:ext uri="{FF2B5EF4-FFF2-40B4-BE49-F238E27FC236}">
                <a16:creationId xmlns:a16="http://schemas.microsoft.com/office/drawing/2014/main" id="{2339596C-1F2E-D375-8CCC-7E29DD9290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616069" y="12207829"/>
            <a:ext cx="3558256" cy="3718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r">
              <a:buNone/>
              <a:defRPr lang="ru-RU" sz="24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Дата</a:t>
            </a:r>
          </a:p>
        </p:txBody>
      </p:sp>
      <p:sp>
        <p:nvSpPr>
          <p:cNvPr id="2" name="Текст 36">
            <a:extLst>
              <a:ext uri="{FF2B5EF4-FFF2-40B4-BE49-F238E27FC236}">
                <a16:creationId xmlns:a16="http://schemas.microsoft.com/office/drawing/2014/main" id="{DEEF823B-F37A-922E-F955-C7BA433D27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9353" y="12207829"/>
            <a:ext cx="10479598" cy="3718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</p:spTree>
    <p:extLst>
      <p:ext uri="{BB962C8B-B14F-4D97-AF65-F5344CB8AC3E}">
        <p14:creationId xmlns:p14="http://schemas.microsoft.com/office/powerpoint/2010/main" val="22543265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лушка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F05CF60B-303C-59F0-511C-5DB1A022843F}"/>
              </a:ext>
            </a:extLst>
          </p:cNvPr>
          <p:cNvCxnSpPr>
            <a:cxnSpLocks/>
          </p:cNvCxnSpPr>
          <p:nvPr userDrawn="1"/>
        </p:nvCxnSpPr>
        <p:spPr>
          <a:xfrm>
            <a:off x="1219351" y="3094224"/>
            <a:ext cx="21355804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BBE7DF51-59FE-3CD3-949C-4435C99D8747}"/>
              </a:ext>
            </a:extLst>
          </p:cNvPr>
          <p:cNvCxnSpPr>
            <a:cxnSpLocks/>
          </p:cNvCxnSpPr>
          <p:nvPr userDrawn="1"/>
        </p:nvCxnSpPr>
        <p:spPr>
          <a:xfrm>
            <a:off x="23154851" y="3746500"/>
            <a:ext cx="0" cy="8764588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6D902FED-197E-5F3F-62A9-79B50A7A420A}"/>
              </a:ext>
            </a:extLst>
          </p:cNvPr>
          <p:cNvCxnSpPr>
            <a:cxnSpLocks/>
          </p:cNvCxnSpPr>
          <p:nvPr userDrawn="1"/>
        </p:nvCxnSpPr>
        <p:spPr>
          <a:xfrm>
            <a:off x="23154851" y="1219200"/>
            <a:ext cx="0" cy="132080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 4" descr=" ">
            <a:extLst>
              <a:ext uri="{FF2B5EF4-FFF2-40B4-BE49-F238E27FC236}">
                <a16:creationId xmlns:a16="http://schemas.microsoft.com/office/drawing/2014/main" id="{1BE55C15-EB0A-883F-4D8D-6FBAB67D80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19352" y="1219200"/>
            <a:ext cx="6960470" cy="1222970"/>
          </a:xfrm>
          <a:prstGeom prst="rect">
            <a:avLst/>
          </a:prstGeom>
        </p:spPr>
      </p:pic>
      <p:sp>
        <p:nvSpPr>
          <p:cNvPr id="39" name="Текст 34">
            <a:extLst>
              <a:ext uri="{FF2B5EF4-FFF2-40B4-BE49-F238E27FC236}">
                <a16:creationId xmlns:a16="http://schemas.microsoft.com/office/drawing/2014/main" id="{30148C2E-65E6-553A-87C6-8515D63719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9490375"/>
            <a:ext cx="17185245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Заголовок презентации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31063772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брендинг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Группа 40">
            <a:extLst>
              <a:ext uri="{FF2B5EF4-FFF2-40B4-BE49-F238E27FC236}">
                <a16:creationId xmlns:a16="http://schemas.microsoft.com/office/drawing/2014/main" id="{0A11C578-66F1-8395-75F5-E5163BBD1B9A}"/>
              </a:ext>
            </a:extLst>
          </p:cNvPr>
          <p:cNvGrpSpPr/>
          <p:nvPr userDrawn="1"/>
        </p:nvGrpSpPr>
        <p:grpSpPr>
          <a:xfrm>
            <a:off x="1219352" y="1232295"/>
            <a:ext cx="8025950" cy="1219292"/>
            <a:chOff x="1219352" y="1232295"/>
            <a:chExt cx="8025950" cy="1219292"/>
          </a:xfrm>
        </p:grpSpPr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4D8EF3C9-D7B9-8A6C-7A1F-AD4C5ED93B71}"/>
                </a:ext>
              </a:extLst>
            </p:cNvPr>
            <p:cNvSpPr/>
            <p:nvPr/>
          </p:nvSpPr>
          <p:spPr>
            <a:xfrm>
              <a:off x="1219352" y="1232295"/>
              <a:ext cx="1265926" cy="1219292"/>
            </a:xfrm>
            <a:custGeom>
              <a:avLst/>
              <a:gdLst>
                <a:gd name="connsiteX0" fmla="*/ 1212586 w 1212585"/>
                <a:gd name="connsiteY0" fmla="*/ 507560 h 1167916"/>
                <a:gd name="connsiteX1" fmla="*/ 865855 w 1212585"/>
                <a:gd name="connsiteY1" fmla="*/ 727320 h 1167916"/>
                <a:gd name="connsiteX2" fmla="*/ 865855 w 1212585"/>
                <a:gd name="connsiteY2" fmla="*/ 1138437 h 1167916"/>
                <a:gd name="connsiteX3" fmla="*/ 816058 w 1212585"/>
                <a:gd name="connsiteY3" fmla="*/ 1167916 h 1167916"/>
                <a:gd name="connsiteX4" fmla="*/ 535235 w 1212585"/>
                <a:gd name="connsiteY4" fmla="*/ 1012728 h 1167916"/>
                <a:gd name="connsiteX5" fmla="*/ 600146 w 1212585"/>
                <a:gd name="connsiteY5" fmla="*/ 971619 h 1167916"/>
                <a:gd name="connsiteX6" fmla="*/ 798747 w 1212585"/>
                <a:gd name="connsiteY6" fmla="*/ 1081302 h 1167916"/>
                <a:gd name="connsiteX7" fmla="*/ 798747 w 1212585"/>
                <a:gd name="connsiteY7" fmla="*/ 769722 h 1167916"/>
                <a:gd name="connsiteX8" fmla="*/ 471431 w 1212585"/>
                <a:gd name="connsiteY8" fmla="*/ 977332 h 1167916"/>
                <a:gd name="connsiteX9" fmla="*/ 0 w 1212585"/>
                <a:gd name="connsiteY9" fmla="*/ 718389 h 1167916"/>
                <a:gd name="connsiteX10" fmla="*/ 0 w 1212585"/>
                <a:gd name="connsiteY10" fmla="*/ 660443 h 1167916"/>
                <a:gd name="connsiteX11" fmla="*/ 346623 w 1212585"/>
                <a:gd name="connsiteY11" fmla="*/ 440699 h 1167916"/>
                <a:gd name="connsiteX12" fmla="*/ 346623 w 1212585"/>
                <a:gd name="connsiteY12" fmla="*/ 29473 h 1167916"/>
                <a:gd name="connsiteX13" fmla="*/ 396426 w 1212585"/>
                <a:gd name="connsiteY13" fmla="*/ 0 h 1167916"/>
                <a:gd name="connsiteX14" fmla="*/ 865753 w 1212585"/>
                <a:gd name="connsiteY14" fmla="*/ 259246 h 1167916"/>
                <a:gd name="connsiteX15" fmla="*/ 865753 w 1212585"/>
                <a:gd name="connsiteY15" fmla="*/ 647610 h 1167916"/>
                <a:gd name="connsiteX16" fmla="*/ 1128472 w 1212585"/>
                <a:gd name="connsiteY16" fmla="*/ 481096 h 1167916"/>
                <a:gd name="connsiteX17" fmla="*/ 929668 w 1212585"/>
                <a:gd name="connsiteY17" fmla="*/ 371426 h 1167916"/>
                <a:gd name="connsiteX18" fmla="*/ 929668 w 1212585"/>
                <a:gd name="connsiteY18" fmla="*/ 294534 h 1167916"/>
                <a:gd name="connsiteX19" fmla="*/ 1212484 w 1212585"/>
                <a:gd name="connsiteY19" fmla="*/ 449615 h 1167916"/>
                <a:gd name="connsiteX20" fmla="*/ 1212586 w 1212585"/>
                <a:gd name="connsiteY20" fmla="*/ 502531 h 1167916"/>
                <a:gd name="connsiteX21" fmla="*/ 1212586 w 1212585"/>
                <a:gd name="connsiteY21" fmla="*/ 507560 h 1167916"/>
                <a:gd name="connsiteX22" fmla="*/ 766249 w 1212585"/>
                <a:gd name="connsiteY22" fmla="*/ 710775 h 1167916"/>
                <a:gd name="connsiteX23" fmla="*/ 381525 w 1212585"/>
                <a:gd name="connsiteY23" fmla="*/ 498338 h 1167916"/>
                <a:gd name="connsiteX24" fmla="*/ 84105 w 1212585"/>
                <a:gd name="connsiteY24" fmla="*/ 686908 h 1167916"/>
                <a:gd name="connsiteX25" fmla="*/ 396627 w 1212585"/>
                <a:gd name="connsiteY25" fmla="*/ 859338 h 1167916"/>
                <a:gd name="connsiteX26" fmla="*/ 469031 w 1212585"/>
                <a:gd name="connsiteY26" fmla="*/ 899244 h 1167916"/>
                <a:gd name="connsiteX27" fmla="*/ 766351 w 1212585"/>
                <a:gd name="connsiteY27" fmla="*/ 710775 h 1167916"/>
                <a:gd name="connsiteX28" fmla="*/ 766249 w 1212585"/>
                <a:gd name="connsiteY28" fmla="*/ 710775 h 1167916"/>
                <a:gd name="connsiteX29" fmla="*/ 798658 w 1212585"/>
                <a:gd name="connsiteY29" fmla="*/ 299045 h 1167916"/>
                <a:gd name="connsiteX30" fmla="*/ 413827 w 1212585"/>
                <a:gd name="connsiteY30" fmla="*/ 86515 h 1167916"/>
                <a:gd name="connsiteX31" fmla="*/ 413827 w 1212585"/>
                <a:gd name="connsiteY31" fmla="*/ 439295 h 1167916"/>
                <a:gd name="connsiteX32" fmla="*/ 798556 w 1212585"/>
                <a:gd name="connsiteY32" fmla="*/ 651728 h 1167916"/>
                <a:gd name="connsiteX33" fmla="*/ 798556 w 1212585"/>
                <a:gd name="connsiteY33" fmla="*/ 299045 h 1167916"/>
                <a:gd name="connsiteX34" fmla="*/ 798658 w 1212585"/>
                <a:gd name="connsiteY34" fmla="*/ 299045 h 1167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212585" h="1167916">
                  <a:moveTo>
                    <a:pt x="1212586" y="507560"/>
                  </a:moveTo>
                  <a:lnTo>
                    <a:pt x="865855" y="727320"/>
                  </a:lnTo>
                  <a:lnTo>
                    <a:pt x="865855" y="1138437"/>
                  </a:lnTo>
                  <a:lnTo>
                    <a:pt x="816058" y="1167916"/>
                  </a:lnTo>
                  <a:lnTo>
                    <a:pt x="535235" y="1012728"/>
                  </a:lnTo>
                  <a:lnTo>
                    <a:pt x="600146" y="971619"/>
                  </a:lnTo>
                  <a:lnTo>
                    <a:pt x="798747" y="1081302"/>
                  </a:lnTo>
                  <a:lnTo>
                    <a:pt x="798747" y="769722"/>
                  </a:lnTo>
                  <a:lnTo>
                    <a:pt x="471431" y="977332"/>
                  </a:lnTo>
                  <a:lnTo>
                    <a:pt x="0" y="718389"/>
                  </a:lnTo>
                  <a:lnTo>
                    <a:pt x="0" y="660443"/>
                  </a:lnTo>
                  <a:lnTo>
                    <a:pt x="346623" y="440699"/>
                  </a:lnTo>
                  <a:lnTo>
                    <a:pt x="346623" y="29473"/>
                  </a:lnTo>
                  <a:lnTo>
                    <a:pt x="396426" y="0"/>
                  </a:lnTo>
                  <a:lnTo>
                    <a:pt x="865753" y="259246"/>
                  </a:lnTo>
                  <a:lnTo>
                    <a:pt x="865753" y="647610"/>
                  </a:lnTo>
                  <a:lnTo>
                    <a:pt x="1128472" y="481096"/>
                  </a:lnTo>
                  <a:lnTo>
                    <a:pt x="929668" y="371426"/>
                  </a:lnTo>
                  <a:lnTo>
                    <a:pt x="929668" y="294534"/>
                  </a:lnTo>
                  <a:lnTo>
                    <a:pt x="1212484" y="449615"/>
                  </a:lnTo>
                  <a:lnTo>
                    <a:pt x="1212586" y="502531"/>
                  </a:lnTo>
                  <a:lnTo>
                    <a:pt x="1212586" y="507560"/>
                  </a:lnTo>
                  <a:close/>
                  <a:moveTo>
                    <a:pt x="766249" y="710775"/>
                  </a:moveTo>
                  <a:lnTo>
                    <a:pt x="381525" y="498338"/>
                  </a:lnTo>
                  <a:lnTo>
                    <a:pt x="84105" y="686908"/>
                  </a:lnTo>
                  <a:lnTo>
                    <a:pt x="396627" y="859338"/>
                  </a:lnTo>
                  <a:lnTo>
                    <a:pt x="469031" y="899244"/>
                  </a:lnTo>
                  <a:lnTo>
                    <a:pt x="766351" y="710775"/>
                  </a:lnTo>
                  <a:lnTo>
                    <a:pt x="766249" y="710775"/>
                  </a:lnTo>
                  <a:close/>
                  <a:moveTo>
                    <a:pt x="798658" y="299045"/>
                  </a:moveTo>
                  <a:lnTo>
                    <a:pt x="413827" y="86515"/>
                  </a:lnTo>
                  <a:lnTo>
                    <a:pt x="413827" y="439295"/>
                  </a:lnTo>
                  <a:lnTo>
                    <a:pt x="798556" y="651728"/>
                  </a:lnTo>
                  <a:lnTo>
                    <a:pt x="798556" y="299045"/>
                  </a:lnTo>
                  <a:lnTo>
                    <a:pt x="798658" y="299045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861ED7A8-371D-861B-1370-B1211A865FE8}"/>
                </a:ext>
              </a:extLst>
            </p:cNvPr>
            <p:cNvSpPr/>
            <p:nvPr/>
          </p:nvSpPr>
          <p:spPr>
            <a:xfrm>
              <a:off x="7574997" y="1986147"/>
              <a:ext cx="406162" cy="379248"/>
            </a:xfrm>
            <a:custGeom>
              <a:avLst/>
              <a:gdLst>
                <a:gd name="connsiteX0" fmla="*/ 144836 w 389048"/>
                <a:gd name="connsiteY0" fmla="*/ 80559 h 363268"/>
                <a:gd name="connsiteX1" fmla="*/ 0 w 389048"/>
                <a:gd name="connsiteY1" fmla="*/ 80559 h 363268"/>
                <a:gd name="connsiteX2" fmla="*/ 0 w 389048"/>
                <a:gd name="connsiteY2" fmla="*/ 0 h 363268"/>
                <a:gd name="connsiteX3" fmla="*/ 389049 w 389048"/>
                <a:gd name="connsiteY3" fmla="*/ 0 h 363268"/>
                <a:gd name="connsiteX4" fmla="*/ 389049 w 389048"/>
                <a:gd name="connsiteY4" fmla="*/ 80559 h 363268"/>
                <a:gd name="connsiteX5" fmla="*/ 244213 w 389048"/>
                <a:gd name="connsiteY5" fmla="*/ 80559 h 363268"/>
                <a:gd name="connsiteX6" fmla="*/ 244213 w 389048"/>
                <a:gd name="connsiteY6" fmla="*/ 363268 h 363268"/>
                <a:gd name="connsiteX7" fmla="*/ 144836 w 389048"/>
                <a:gd name="connsiteY7" fmla="*/ 363268 h 363268"/>
                <a:gd name="connsiteX8" fmla="*/ 144836 w 389048"/>
                <a:gd name="connsiteY8" fmla="*/ 80559 h 36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048" h="363268">
                  <a:moveTo>
                    <a:pt x="144836" y="80559"/>
                  </a:moveTo>
                  <a:lnTo>
                    <a:pt x="0" y="80559"/>
                  </a:lnTo>
                  <a:lnTo>
                    <a:pt x="0" y="0"/>
                  </a:lnTo>
                  <a:lnTo>
                    <a:pt x="389049" y="0"/>
                  </a:lnTo>
                  <a:lnTo>
                    <a:pt x="389049" y="80559"/>
                  </a:lnTo>
                  <a:lnTo>
                    <a:pt x="244213" y="80559"/>
                  </a:lnTo>
                  <a:lnTo>
                    <a:pt x="244213" y="363268"/>
                  </a:lnTo>
                  <a:lnTo>
                    <a:pt x="144836" y="363268"/>
                  </a:lnTo>
                  <a:lnTo>
                    <a:pt x="144836" y="80559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0A693F0F-0CFC-1247-0CD9-BB5828823011}"/>
                </a:ext>
              </a:extLst>
            </p:cNvPr>
            <p:cNvSpPr/>
            <p:nvPr/>
          </p:nvSpPr>
          <p:spPr>
            <a:xfrm>
              <a:off x="7166033" y="1986147"/>
              <a:ext cx="349315" cy="379248"/>
            </a:xfrm>
            <a:custGeom>
              <a:avLst/>
              <a:gdLst>
                <a:gd name="connsiteX0" fmla="*/ 0 w 334596"/>
                <a:gd name="connsiteY0" fmla="*/ 0 h 363268"/>
                <a:gd name="connsiteX1" fmla="*/ 332486 w 334596"/>
                <a:gd name="connsiteY1" fmla="*/ 0 h 363268"/>
                <a:gd name="connsiteX2" fmla="*/ 332486 w 334596"/>
                <a:gd name="connsiteY2" fmla="*/ 75821 h 363268"/>
                <a:gd name="connsiteX3" fmla="*/ 99377 w 334596"/>
                <a:gd name="connsiteY3" fmla="*/ 75821 h 363268"/>
                <a:gd name="connsiteX4" fmla="*/ 99377 w 334596"/>
                <a:gd name="connsiteY4" fmla="*/ 141101 h 363268"/>
                <a:gd name="connsiteX5" fmla="*/ 279089 w 334596"/>
                <a:gd name="connsiteY5" fmla="*/ 141101 h 363268"/>
                <a:gd name="connsiteX6" fmla="*/ 279089 w 334596"/>
                <a:gd name="connsiteY6" fmla="*/ 214274 h 363268"/>
                <a:gd name="connsiteX7" fmla="*/ 99377 w 334596"/>
                <a:gd name="connsiteY7" fmla="*/ 214274 h 363268"/>
                <a:gd name="connsiteX8" fmla="*/ 99377 w 334596"/>
                <a:gd name="connsiteY8" fmla="*/ 287460 h 363268"/>
                <a:gd name="connsiteX9" fmla="*/ 334596 w 334596"/>
                <a:gd name="connsiteY9" fmla="*/ 287460 h 363268"/>
                <a:gd name="connsiteX10" fmla="*/ 334596 w 334596"/>
                <a:gd name="connsiteY10" fmla="*/ 363268 h 363268"/>
                <a:gd name="connsiteX11" fmla="*/ 0 w 334596"/>
                <a:gd name="connsiteY11" fmla="*/ 363268 h 363268"/>
                <a:gd name="connsiteX12" fmla="*/ 0 w 334596"/>
                <a:gd name="connsiteY12" fmla="*/ 0 h 36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4596" h="363268">
                  <a:moveTo>
                    <a:pt x="0" y="0"/>
                  </a:moveTo>
                  <a:lnTo>
                    <a:pt x="332486" y="0"/>
                  </a:lnTo>
                  <a:lnTo>
                    <a:pt x="332486" y="75821"/>
                  </a:lnTo>
                  <a:lnTo>
                    <a:pt x="99377" y="75821"/>
                  </a:lnTo>
                  <a:lnTo>
                    <a:pt x="99377" y="141101"/>
                  </a:lnTo>
                  <a:lnTo>
                    <a:pt x="279089" y="141101"/>
                  </a:lnTo>
                  <a:lnTo>
                    <a:pt x="279089" y="214274"/>
                  </a:lnTo>
                  <a:lnTo>
                    <a:pt x="99377" y="214274"/>
                  </a:lnTo>
                  <a:lnTo>
                    <a:pt x="99377" y="287460"/>
                  </a:lnTo>
                  <a:lnTo>
                    <a:pt x="334596" y="287460"/>
                  </a:lnTo>
                  <a:lnTo>
                    <a:pt x="334596" y="363268"/>
                  </a:lnTo>
                  <a:lnTo>
                    <a:pt x="0" y="3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9B793DBD-E877-FE63-257F-F8C370BE065D}"/>
                </a:ext>
              </a:extLst>
            </p:cNvPr>
            <p:cNvSpPr/>
            <p:nvPr/>
          </p:nvSpPr>
          <p:spPr>
            <a:xfrm>
              <a:off x="6684487" y="1986147"/>
              <a:ext cx="406162" cy="379248"/>
            </a:xfrm>
            <a:custGeom>
              <a:avLst/>
              <a:gdLst>
                <a:gd name="connsiteX0" fmla="*/ 144836 w 389048"/>
                <a:gd name="connsiteY0" fmla="*/ 80559 h 363268"/>
                <a:gd name="connsiteX1" fmla="*/ 0 w 389048"/>
                <a:gd name="connsiteY1" fmla="*/ 80559 h 363268"/>
                <a:gd name="connsiteX2" fmla="*/ 0 w 389048"/>
                <a:gd name="connsiteY2" fmla="*/ 0 h 363268"/>
                <a:gd name="connsiteX3" fmla="*/ 389049 w 389048"/>
                <a:gd name="connsiteY3" fmla="*/ 0 h 363268"/>
                <a:gd name="connsiteX4" fmla="*/ 389049 w 389048"/>
                <a:gd name="connsiteY4" fmla="*/ 80559 h 363268"/>
                <a:gd name="connsiteX5" fmla="*/ 244212 w 389048"/>
                <a:gd name="connsiteY5" fmla="*/ 80559 h 363268"/>
                <a:gd name="connsiteX6" fmla="*/ 244212 w 389048"/>
                <a:gd name="connsiteY6" fmla="*/ 363268 h 363268"/>
                <a:gd name="connsiteX7" fmla="*/ 144836 w 389048"/>
                <a:gd name="connsiteY7" fmla="*/ 363268 h 363268"/>
                <a:gd name="connsiteX8" fmla="*/ 144836 w 389048"/>
                <a:gd name="connsiteY8" fmla="*/ 80559 h 36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048" h="363268">
                  <a:moveTo>
                    <a:pt x="144836" y="80559"/>
                  </a:moveTo>
                  <a:lnTo>
                    <a:pt x="0" y="80559"/>
                  </a:lnTo>
                  <a:lnTo>
                    <a:pt x="0" y="0"/>
                  </a:lnTo>
                  <a:lnTo>
                    <a:pt x="389049" y="0"/>
                  </a:lnTo>
                  <a:lnTo>
                    <a:pt x="389049" y="80559"/>
                  </a:lnTo>
                  <a:lnTo>
                    <a:pt x="244212" y="80559"/>
                  </a:lnTo>
                  <a:lnTo>
                    <a:pt x="244212" y="363268"/>
                  </a:lnTo>
                  <a:lnTo>
                    <a:pt x="144836" y="363268"/>
                  </a:lnTo>
                  <a:lnTo>
                    <a:pt x="144836" y="80559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07AB1D5B-1B46-C75F-566A-AC7B04482EC5}"/>
                </a:ext>
              </a:extLst>
            </p:cNvPr>
            <p:cNvSpPr/>
            <p:nvPr/>
          </p:nvSpPr>
          <p:spPr>
            <a:xfrm>
              <a:off x="6189289" y="1986147"/>
              <a:ext cx="418857" cy="379248"/>
            </a:xfrm>
            <a:custGeom>
              <a:avLst/>
              <a:gdLst>
                <a:gd name="connsiteX0" fmla="*/ 301831 w 401208"/>
                <a:gd name="connsiteY0" fmla="*/ 121617 h 363268"/>
                <a:gd name="connsiteX1" fmla="*/ 106779 w 401208"/>
                <a:gd name="connsiteY1" fmla="*/ 363268 h 363268"/>
                <a:gd name="connsiteX2" fmla="*/ 0 w 401208"/>
                <a:gd name="connsiteY2" fmla="*/ 363268 h 363268"/>
                <a:gd name="connsiteX3" fmla="*/ 0 w 401208"/>
                <a:gd name="connsiteY3" fmla="*/ 0 h 363268"/>
                <a:gd name="connsiteX4" fmla="*/ 99377 w 401208"/>
                <a:gd name="connsiteY4" fmla="*/ 0 h 363268"/>
                <a:gd name="connsiteX5" fmla="*/ 99377 w 401208"/>
                <a:gd name="connsiteY5" fmla="*/ 241651 h 363268"/>
                <a:gd name="connsiteX6" fmla="*/ 294429 w 401208"/>
                <a:gd name="connsiteY6" fmla="*/ 0 h 363268"/>
                <a:gd name="connsiteX7" fmla="*/ 401208 w 401208"/>
                <a:gd name="connsiteY7" fmla="*/ 0 h 363268"/>
                <a:gd name="connsiteX8" fmla="*/ 401208 w 401208"/>
                <a:gd name="connsiteY8" fmla="*/ 363268 h 363268"/>
                <a:gd name="connsiteX9" fmla="*/ 301831 w 401208"/>
                <a:gd name="connsiteY9" fmla="*/ 363268 h 363268"/>
                <a:gd name="connsiteX10" fmla="*/ 301831 w 401208"/>
                <a:gd name="connsiteY10" fmla="*/ 121617 h 36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1208" h="363268">
                  <a:moveTo>
                    <a:pt x="301831" y="121617"/>
                  </a:moveTo>
                  <a:lnTo>
                    <a:pt x="106779" y="363268"/>
                  </a:lnTo>
                  <a:lnTo>
                    <a:pt x="0" y="363268"/>
                  </a:lnTo>
                  <a:lnTo>
                    <a:pt x="0" y="0"/>
                  </a:lnTo>
                  <a:lnTo>
                    <a:pt x="99377" y="0"/>
                  </a:lnTo>
                  <a:lnTo>
                    <a:pt x="99377" y="241651"/>
                  </a:lnTo>
                  <a:lnTo>
                    <a:pt x="294429" y="0"/>
                  </a:lnTo>
                  <a:lnTo>
                    <a:pt x="401208" y="0"/>
                  </a:lnTo>
                  <a:lnTo>
                    <a:pt x="401208" y="363268"/>
                  </a:lnTo>
                  <a:lnTo>
                    <a:pt x="301831" y="363268"/>
                  </a:lnTo>
                  <a:lnTo>
                    <a:pt x="301831" y="121617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17579AD7-C574-17BD-4D6F-A1FCDF27712F}"/>
                </a:ext>
              </a:extLst>
            </p:cNvPr>
            <p:cNvSpPr/>
            <p:nvPr/>
          </p:nvSpPr>
          <p:spPr>
            <a:xfrm>
              <a:off x="5669287" y="1978450"/>
              <a:ext cx="437619" cy="394643"/>
            </a:xfrm>
            <a:custGeom>
              <a:avLst/>
              <a:gdLst>
                <a:gd name="connsiteX0" fmla="*/ 0 w 419180"/>
                <a:gd name="connsiteY0" fmla="*/ 189533 h 378014"/>
                <a:gd name="connsiteX1" fmla="*/ 14793 w 419180"/>
                <a:gd name="connsiteY1" fmla="*/ 100562 h 378014"/>
                <a:gd name="connsiteX2" fmla="*/ 56563 w 419180"/>
                <a:gd name="connsiteY2" fmla="*/ 41591 h 378014"/>
                <a:gd name="connsiteX3" fmla="*/ 123162 w 419180"/>
                <a:gd name="connsiteY3" fmla="*/ 9476 h 378014"/>
                <a:gd name="connsiteX4" fmla="*/ 212490 w 419180"/>
                <a:gd name="connsiteY4" fmla="*/ 0 h 378014"/>
                <a:gd name="connsiteX5" fmla="*/ 357860 w 419180"/>
                <a:gd name="connsiteY5" fmla="*/ 29492 h 378014"/>
                <a:gd name="connsiteX6" fmla="*/ 418647 w 419180"/>
                <a:gd name="connsiteY6" fmla="*/ 133209 h 378014"/>
                <a:gd name="connsiteX7" fmla="*/ 318214 w 419180"/>
                <a:gd name="connsiteY7" fmla="*/ 133209 h 378014"/>
                <a:gd name="connsiteX8" fmla="*/ 285436 w 419180"/>
                <a:gd name="connsiteY8" fmla="*/ 87400 h 378014"/>
                <a:gd name="connsiteX9" fmla="*/ 212490 w 419180"/>
                <a:gd name="connsiteY9" fmla="*/ 76340 h 378014"/>
                <a:gd name="connsiteX10" fmla="*/ 167565 w 419180"/>
                <a:gd name="connsiteY10" fmla="*/ 80027 h 378014"/>
                <a:gd name="connsiteX11" fmla="*/ 132142 w 419180"/>
                <a:gd name="connsiteY11" fmla="*/ 94241 h 378014"/>
                <a:gd name="connsiteX12" fmla="*/ 109412 w 419180"/>
                <a:gd name="connsiteY12" fmla="*/ 122149 h 378014"/>
                <a:gd name="connsiteX13" fmla="*/ 100954 w 419180"/>
                <a:gd name="connsiteY13" fmla="*/ 167946 h 378014"/>
                <a:gd name="connsiteX14" fmla="*/ 100954 w 419180"/>
                <a:gd name="connsiteY14" fmla="*/ 210068 h 378014"/>
                <a:gd name="connsiteX15" fmla="*/ 131620 w 419180"/>
                <a:gd name="connsiteY15" fmla="*/ 283254 h 378014"/>
                <a:gd name="connsiteX16" fmla="*/ 212490 w 419180"/>
                <a:gd name="connsiteY16" fmla="*/ 301674 h 378014"/>
                <a:gd name="connsiteX17" fmla="*/ 283859 w 419180"/>
                <a:gd name="connsiteY17" fmla="*/ 290627 h 378014"/>
                <a:gd name="connsiteX18" fmla="*/ 318748 w 419180"/>
                <a:gd name="connsiteY18" fmla="*/ 247972 h 378014"/>
                <a:gd name="connsiteX19" fmla="*/ 419181 w 419180"/>
                <a:gd name="connsiteY19" fmla="*/ 247972 h 378014"/>
                <a:gd name="connsiteX20" fmla="*/ 357326 w 419180"/>
                <a:gd name="connsiteY20" fmla="*/ 348003 h 378014"/>
                <a:gd name="connsiteX21" fmla="*/ 212490 w 419180"/>
                <a:gd name="connsiteY21" fmla="*/ 378014 h 378014"/>
                <a:gd name="connsiteX22" fmla="*/ 123162 w 419180"/>
                <a:gd name="connsiteY22" fmla="*/ 368538 h 378014"/>
                <a:gd name="connsiteX23" fmla="*/ 56563 w 419180"/>
                <a:gd name="connsiteY23" fmla="*/ 337475 h 378014"/>
                <a:gd name="connsiteX24" fmla="*/ 14793 w 419180"/>
                <a:gd name="connsiteY24" fmla="*/ 279035 h 378014"/>
                <a:gd name="connsiteX25" fmla="*/ 0 w 419180"/>
                <a:gd name="connsiteY25" fmla="*/ 189533 h 378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19180" h="378014">
                  <a:moveTo>
                    <a:pt x="0" y="189533"/>
                  </a:moveTo>
                  <a:cubicBezTo>
                    <a:pt x="0" y="154264"/>
                    <a:pt x="4757" y="124784"/>
                    <a:pt x="14793" y="100562"/>
                  </a:cubicBezTo>
                  <a:cubicBezTo>
                    <a:pt x="24307" y="76340"/>
                    <a:pt x="38057" y="56869"/>
                    <a:pt x="56563" y="41591"/>
                  </a:cubicBezTo>
                  <a:cubicBezTo>
                    <a:pt x="74536" y="26857"/>
                    <a:pt x="96731" y="16330"/>
                    <a:pt x="123162" y="9476"/>
                  </a:cubicBezTo>
                  <a:cubicBezTo>
                    <a:pt x="149593" y="3167"/>
                    <a:pt x="179191" y="0"/>
                    <a:pt x="212490" y="0"/>
                  </a:cubicBezTo>
                  <a:cubicBezTo>
                    <a:pt x="273289" y="0"/>
                    <a:pt x="321915" y="10008"/>
                    <a:pt x="357860" y="29492"/>
                  </a:cubicBezTo>
                  <a:cubicBezTo>
                    <a:pt x="393271" y="49496"/>
                    <a:pt x="413889" y="84245"/>
                    <a:pt x="418647" y="133209"/>
                  </a:cubicBezTo>
                  <a:lnTo>
                    <a:pt x="318214" y="133209"/>
                  </a:lnTo>
                  <a:cubicBezTo>
                    <a:pt x="314513" y="110038"/>
                    <a:pt x="303409" y="94773"/>
                    <a:pt x="285436" y="87400"/>
                  </a:cubicBezTo>
                  <a:cubicBezTo>
                    <a:pt x="267464" y="80027"/>
                    <a:pt x="243157" y="76340"/>
                    <a:pt x="212490" y="76340"/>
                  </a:cubicBezTo>
                  <a:cubicBezTo>
                    <a:pt x="196108" y="76340"/>
                    <a:pt x="181302" y="77392"/>
                    <a:pt x="167565" y="80027"/>
                  </a:cubicBezTo>
                  <a:cubicBezTo>
                    <a:pt x="153816" y="82662"/>
                    <a:pt x="142190" y="87400"/>
                    <a:pt x="132142" y="94241"/>
                  </a:cubicBezTo>
                  <a:cubicBezTo>
                    <a:pt x="122106" y="101094"/>
                    <a:pt x="114704" y="110038"/>
                    <a:pt x="109412" y="122149"/>
                  </a:cubicBezTo>
                  <a:cubicBezTo>
                    <a:pt x="103599" y="134260"/>
                    <a:pt x="100954" y="149526"/>
                    <a:pt x="100954" y="167946"/>
                  </a:cubicBezTo>
                  <a:lnTo>
                    <a:pt x="100954" y="210068"/>
                  </a:lnTo>
                  <a:cubicBezTo>
                    <a:pt x="100954" y="246401"/>
                    <a:pt x="111002" y="271143"/>
                    <a:pt x="131620" y="283254"/>
                  </a:cubicBezTo>
                  <a:cubicBezTo>
                    <a:pt x="152239" y="295365"/>
                    <a:pt x="179191" y="301674"/>
                    <a:pt x="212490" y="301674"/>
                  </a:cubicBezTo>
                  <a:cubicBezTo>
                    <a:pt x="242101" y="301674"/>
                    <a:pt x="265886" y="297987"/>
                    <a:pt x="283859" y="290627"/>
                  </a:cubicBezTo>
                  <a:cubicBezTo>
                    <a:pt x="301831" y="283774"/>
                    <a:pt x="313457" y="269559"/>
                    <a:pt x="318748" y="247972"/>
                  </a:cubicBezTo>
                  <a:lnTo>
                    <a:pt x="419181" y="247972"/>
                  </a:lnTo>
                  <a:cubicBezTo>
                    <a:pt x="413355" y="294833"/>
                    <a:pt x="392750" y="328531"/>
                    <a:pt x="357326" y="348003"/>
                  </a:cubicBezTo>
                  <a:cubicBezTo>
                    <a:pt x="321381" y="368019"/>
                    <a:pt x="273289" y="378014"/>
                    <a:pt x="212490" y="378014"/>
                  </a:cubicBezTo>
                  <a:cubicBezTo>
                    <a:pt x="179191" y="378014"/>
                    <a:pt x="149593" y="374860"/>
                    <a:pt x="123162" y="368538"/>
                  </a:cubicBezTo>
                  <a:cubicBezTo>
                    <a:pt x="96731" y="362229"/>
                    <a:pt x="74536" y="351689"/>
                    <a:pt x="56563" y="337475"/>
                  </a:cubicBezTo>
                  <a:cubicBezTo>
                    <a:pt x="38057" y="323261"/>
                    <a:pt x="24307" y="303790"/>
                    <a:pt x="14793" y="279035"/>
                  </a:cubicBezTo>
                  <a:cubicBezTo>
                    <a:pt x="4757" y="254826"/>
                    <a:pt x="0" y="224814"/>
                    <a:pt x="0" y="189533"/>
                  </a:cubicBez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E5A4B684-BA55-77AD-54D3-DE0845FAB97F}"/>
                </a:ext>
              </a:extLst>
            </p:cNvPr>
            <p:cNvSpPr/>
            <p:nvPr/>
          </p:nvSpPr>
          <p:spPr>
            <a:xfrm>
              <a:off x="5217125" y="1986147"/>
              <a:ext cx="398447" cy="379248"/>
            </a:xfrm>
            <a:custGeom>
              <a:avLst/>
              <a:gdLst>
                <a:gd name="connsiteX0" fmla="*/ 0 w 381658"/>
                <a:gd name="connsiteY0" fmla="*/ 0 h 363268"/>
                <a:gd name="connsiteX1" fmla="*/ 248982 w 381658"/>
                <a:gd name="connsiteY1" fmla="*/ 0 h 363268"/>
                <a:gd name="connsiteX2" fmla="*/ 349415 w 381658"/>
                <a:gd name="connsiteY2" fmla="*/ 33166 h 363268"/>
                <a:gd name="connsiteX3" fmla="*/ 381658 w 381658"/>
                <a:gd name="connsiteY3" fmla="*/ 124772 h 363268"/>
                <a:gd name="connsiteX4" fmla="*/ 349415 w 381658"/>
                <a:gd name="connsiteY4" fmla="*/ 217961 h 363268"/>
                <a:gd name="connsiteX5" fmla="*/ 248982 w 381658"/>
                <a:gd name="connsiteY5" fmla="*/ 251127 h 363268"/>
                <a:gd name="connsiteX6" fmla="*/ 99377 w 381658"/>
                <a:gd name="connsiteY6" fmla="*/ 251127 h 363268"/>
                <a:gd name="connsiteX7" fmla="*/ 99377 w 381658"/>
                <a:gd name="connsiteY7" fmla="*/ 363268 h 363268"/>
                <a:gd name="connsiteX8" fmla="*/ 0 w 381658"/>
                <a:gd name="connsiteY8" fmla="*/ 363268 h 363268"/>
                <a:gd name="connsiteX9" fmla="*/ 0 w 381658"/>
                <a:gd name="connsiteY9" fmla="*/ 0 h 363268"/>
                <a:gd name="connsiteX10" fmla="*/ 280692 w 381658"/>
                <a:gd name="connsiteY10" fmla="*/ 132677 h 363268"/>
                <a:gd name="connsiteX11" fmla="*/ 280692 w 381658"/>
                <a:gd name="connsiteY11" fmla="*/ 117931 h 363268"/>
                <a:gd name="connsiteX12" fmla="*/ 270122 w 381658"/>
                <a:gd name="connsiteY12" fmla="*/ 88451 h 363268"/>
                <a:gd name="connsiteX13" fmla="*/ 234698 w 381658"/>
                <a:gd name="connsiteY13" fmla="*/ 76872 h 363268"/>
                <a:gd name="connsiteX14" fmla="*/ 99377 w 381658"/>
                <a:gd name="connsiteY14" fmla="*/ 76872 h 363268"/>
                <a:gd name="connsiteX15" fmla="*/ 99377 w 381658"/>
                <a:gd name="connsiteY15" fmla="*/ 174267 h 363268"/>
                <a:gd name="connsiteX16" fmla="*/ 234698 w 381658"/>
                <a:gd name="connsiteY16" fmla="*/ 174267 h 363268"/>
                <a:gd name="connsiteX17" fmla="*/ 270122 w 381658"/>
                <a:gd name="connsiteY17" fmla="*/ 162688 h 363268"/>
                <a:gd name="connsiteX18" fmla="*/ 280692 w 381658"/>
                <a:gd name="connsiteY18" fmla="*/ 132677 h 36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81658" h="363268">
                  <a:moveTo>
                    <a:pt x="0" y="0"/>
                  </a:moveTo>
                  <a:lnTo>
                    <a:pt x="248982" y="0"/>
                  </a:lnTo>
                  <a:cubicBezTo>
                    <a:pt x="293907" y="0"/>
                    <a:pt x="327741" y="11060"/>
                    <a:pt x="349415" y="33166"/>
                  </a:cubicBezTo>
                  <a:cubicBezTo>
                    <a:pt x="371089" y="55285"/>
                    <a:pt x="381658" y="85816"/>
                    <a:pt x="381658" y="124772"/>
                  </a:cubicBezTo>
                  <a:cubicBezTo>
                    <a:pt x="381658" y="164791"/>
                    <a:pt x="371089" y="195854"/>
                    <a:pt x="349415" y="217961"/>
                  </a:cubicBezTo>
                  <a:cubicBezTo>
                    <a:pt x="327741" y="240080"/>
                    <a:pt x="293907" y="251127"/>
                    <a:pt x="248982" y="251127"/>
                  </a:cubicBezTo>
                  <a:lnTo>
                    <a:pt x="99377" y="251127"/>
                  </a:lnTo>
                  <a:lnTo>
                    <a:pt x="99377" y="363268"/>
                  </a:lnTo>
                  <a:lnTo>
                    <a:pt x="0" y="363268"/>
                  </a:lnTo>
                  <a:lnTo>
                    <a:pt x="0" y="0"/>
                  </a:lnTo>
                  <a:close/>
                  <a:moveTo>
                    <a:pt x="280692" y="132677"/>
                  </a:moveTo>
                  <a:lnTo>
                    <a:pt x="280692" y="117931"/>
                  </a:lnTo>
                  <a:cubicBezTo>
                    <a:pt x="280692" y="105820"/>
                    <a:pt x="276990" y="96344"/>
                    <a:pt x="270122" y="88451"/>
                  </a:cubicBezTo>
                  <a:cubicBezTo>
                    <a:pt x="262719" y="80559"/>
                    <a:pt x="251094" y="76872"/>
                    <a:pt x="234698" y="76872"/>
                  </a:cubicBezTo>
                  <a:lnTo>
                    <a:pt x="99377" y="76872"/>
                  </a:lnTo>
                  <a:lnTo>
                    <a:pt x="99377" y="174267"/>
                  </a:lnTo>
                  <a:lnTo>
                    <a:pt x="234698" y="174267"/>
                  </a:lnTo>
                  <a:cubicBezTo>
                    <a:pt x="251094" y="174267"/>
                    <a:pt x="262719" y="170581"/>
                    <a:pt x="270122" y="162688"/>
                  </a:cubicBezTo>
                  <a:cubicBezTo>
                    <a:pt x="276990" y="155315"/>
                    <a:pt x="280692" y="145307"/>
                    <a:pt x="280692" y="132677"/>
                  </a:cubicBez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209919A7-B129-BEBC-CD91-0622121F568E}"/>
                </a:ext>
              </a:extLst>
            </p:cNvPr>
            <p:cNvSpPr/>
            <p:nvPr/>
          </p:nvSpPr>
          <p:spPr>
            <a:xfrm>
              <a:off x="4777805" y="1986147"/>
              <a:ext cx="349328" cy="379248"/>
            </a:xfrm>
            <a:custGeom>
              <a:avLst/>
              <a:gdLst>
                <a:gd name="connsiteX0" fmla="*/ 0 w 334609"/>
                <a:gd name="connsiteY0" fmla="*/ 0 h 363268"/>
                <a:gd name="connsiteX1" fmla="*/ 332486 w 334609"/>
                <a:gd name="connsiteY1" fmla="*/ 0 h 363268"/>
                <a:gd name="connsiteX2" fmla="*/ 332486 w 334609"/>
                <a:gd name="connsiteY2" fmla="*/ 75821 h 363268"/>
                <a:gd name="connsiteX3" fmla="*/ 99377 w 334609"/>
                <a:gd name="connsiteY3" fmla="*/ 75821 h 363268"/>
                <a:gd name="connsiteX4" fmla="*/ 99377 w 334609"/>
                <a:gd name="connsiteY4" fmla="*/ 141101 h 363268"/>
                <a:gd name="connsiteX5" fmla="*/ 279102 w 334609"/>
                <a:gd name="connsiteY5" fmla="*/ 141101 h 363268"/>
                <a:gd name="connsiteX6" fmla="*/ 279102 w 334609"/>
                <a:gd name="connsiteY6" fmla="*/ 214274 h 363268"/>
                <a:gd name="connsiteX7" fmla="*/ 99377 w 334609"/>
                <a:gd name="connsiteY7" fmla="*/ 214274 h 363268"/>
                <a:gd name="connsiteX8" fmla="*/ 99377 w 334609"/>
                <a:gd name="connsiteY8" fmla="*/ 287460 h 363268"/>
                <a:gd name="connsiteX9" fmla="*/ 334610 w 334609"/>
                <a:gd name="connsiteY9" fmla="*/ 287460 h 363268"/>
                <a:gd name="connsiteX10" fmla="*/ 334610 w 334609"/>
                <a:gd name="connsiteY10" fmla="*/ 363268 h 363268"/>
                <a:gd name="connsiteX11" fmla="*/ 0 w 334609"/>
                <a:gd name="connsiteY11" fmla="*/ 363268 h 363268"/>
                <a:gd name="connsiteX12" fmla="*/ 0 w 334609"/>
                <a:gd name="connsiteY12" fmla="*/ 0 h 36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4609" h="363268">
                  <a:moveTo>
                    <a:pt x="0" y="0"/>
                  </a:moveTo>
                  <a:lnTo>
                    <a:pt x="332486" y="0"/>
                  </a:lnTo>
                  <a:lnTo>
                    <a:pt x="332486" y="75821"/>
                  </a:lnTo>
                  <a:lnTo>
                    <a:pt x="99377" y="75821"/>
                  </a:lnTo>
                  <a:lnTo>
                    <a:pt x="99377" y="141101"/>
                  </a:lnTo>
                  <a:lnTo>
                    <a:pt x="279102" y="141101"/>
                  </a:lnTo>
                  <a:lnTo>
                    <a:pt x="279102" y="214274"/>
                  </a:lnTo>
                  <a:lnTo>
                    <a:pt x="99377" y="214274"/>
                  </a:lnTo>
                  <a:lnTo>
                    <a:pt x="99377" y="287460"/>
                  </a:lnTo>
                  <a:lnTo>
                    <a:pt x="334610" y="287460"/>
                  </a:lnTo>
                  <a:lnTo>
                    <a:pt x="334610" y="363268"/>
                  </a:lnTo>
                  <a:lnTo>
                    <a:pt x="0" y="3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35F8C108-436B-0897-4108-9BE9CBCFAD7C}"/>
                </a:ext>
              </a:extLst>
            </p:cNvPr>
            <p:cNvSpPr/>
            <p:nvPr/>
          </p:nvSpPr>
          <p:spPr>
            <a:xfrm>
              <a:off x="4299684" y="1986147"/>
              <a:ext cx="389603" cy="379248"/>
            </a:xfrm>
            <a:custGeom>
              <a:avLst/>
              <a:gdLst>
                <a:gd name="connsiteX0" fmla="*/ 0 w 373187"/>
                <a:gd name="connsiteY0" fmla="*/ 0 h 363268"/>
                <a:gd name="connsiteX1" fmla="*/ 247914 w 373187"/>
                <a:gd name="connsiteY1" fmla="*/ 0 h 363268"/>
                <a:gd name="connsiteX2" fmla="*/ 332486 w 373187"/>
                <a:gd name="connsiteY2" fmla="*/ 22119 h 363268"/>
                <a:gd name="connsiteX3" fmla="*/ 362084 w 373187"/>
                <a:gd name="connsiteY3" fmla="*/ 87919 h 363268"/>
                <a:gd name="connsiteX4" fmla="*/ 349402 w 373187"/>
                <a:gd name="connsiteY4" fmla="*/ 136883 h 363268"/>
                <a:gd name="connsiteX5" fmla="*/ 302888 w 373187"/>
                <a:gd name="connsiteY5" fmla="*/ 170581 h 363268"/>
                <a:gd name="connsiteX6" fmla="*/ 356805 w 373187"/>
                <a:gd name="connsiteY6" fmla="*/ 202695 h 363268"/>
                <a:gd name="connsiteX7" fmla="*/ 373188 w 373187"/>
                <a:gd name="connsiteY7" fmla="*/ 256929 h 363268"/>
                <a:gd name="connsiteX8" fmla="*/ 343589 w 373187"/>
                <a:gd name="connsiteY8" fmla="*/ 335892 h 363268"/>
                <a:gd name="connsiteX9" fmla="*/ 253193 w 373187"/>
                <a:gd name="connsiteY9" fmla="*/ 363268 h 363268"/>
                <a:gd name="connsiteX10" fmla="*/ 0 w 373187"/>
                <a:gd name="connsiteY10" fmla="*/ 363268 h 363268"/>
                <a:gd name="connsiteX11" fmla="*/ 0 w 373187"/>
                <a:gd name="connsiteY11" fmla="*/ 0 h 363268"/>
                <a:gd name="connsiteX12" fmla="*/ 262707 w 373187"/>
                <a:gd name="connsiteY12" fmla="*/ 109506 h 363268"/>
                <a:gd name="connsiteX13" fmla="*/ 262707 w 373187"/>
                <a:gd name="connsiteY13" fmla="*/ 99511 h 363268"/>
                <a:gd name="connsiteX14" fmla="*/ 251603 w 373187"/>
                <a:gd name="connsiteY14" fmla="*/ 73705 h 363268"/>
                <a:gd name="connsiteX15" fmla="*/ 218838 w 373187"/>
                <a:gd name="connsiteY15" fmla="*/ 64761 h 363268"/>
                <a:gd name="connsiteX16" fmla="*/ 98321 w 373187"/>
                <a:gd name="connsiteY16" fmla="*/ 64761 h 363268"/>
                <a:gd name="connsiteX17" fmla="*/ 98321 w 373187"/>
                <a:gd name="connsiteY17" fmla="*/ 146359 h 363268"/>
                <a:gd name="connsiteX18" fmla="*/ 218838 w 373187"/>
                <a:gd name="connsiteY18" fmla="*/ 146359 h 363268"/>
                <a:gd name="connsiteX19" fmla="*/ 251603 w 373187"/>
                <a:gd name="connsiteY19" fmla="*/ 136883 h 363268"/>
                <a:gd name="connsiteX20" fmla="*/ 262707 w 373187"/>
                <a:gd name="connsiteY20" fmla="*/ 109506 h 363268"/>
                <a:gd name="connsiteX21" fmla="*/ 273811 w 373187"/>
                <a:gd name="connsiteY21" fmla="*/ 259032 h 363268"/>
                <a:gd name="connsiteX22" fmla="*/ 273811 w 373187"/>
                <a:gd name="connsiteY22" fmla="*/ 245337 h 363268"/>
                <a:gd name="connsiteX23" fmla="*/ 261651 w 373187"/>
                <a:gd name="connsiteY23" fmla="*/ 217441 h 363268"/>
                <a:gd name="connsiteX24" fmla="*/ 225185 w 373187"/>
                <a:gd name="connsiteY24" fmla="*/ 207965 h 363268"/>
                <a:gd name="connsiteX25" fmla="*/ 98321 w 373187"/>
                <a:gd name="connsiteY25" fmla="*/ 207965 h 363268"/>
                <a:gd name="connsiteX26" fmla="*/ 98321 w 373187"/>
                <a:gd name="connsiteY26" fmla="*/ 298519 h 363268"/>
                <a:gd name="connsiteX27" fmla="*/ 225185 w 373187"/>
                <a:gd name="connsiteY27" fmla="*/ 298519 h 363268"/>
                <a:gd name="connsiteX28" fmla="*/ 261129 w 373187"/>
                <a:gd name="connsiteY28" fmla="*/ 288511 h 363268"/>
                <a:gd name="connsiteX29" fmla="*/ 273811 w 373187"/>
                <a:gd name="connsiteY29" fmla="*/ 259032 h 36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3187" h="363268">
                  <a:moveTo>
                    <a:pt x="0" y="0"/>
                  </a:moveTo>
                  <a:lnTo>
                    <a:pt x="247914" y="0"/>
                  </a:lnTo>
                  <a:cubicBezTo>
                    <a:pt x="284381" y="0"/>
                    <a:pt x="312923" y="7373"/>
                    <a:pt x="332486" y="22119"/>
                  </a:cubicBezTo>
                  <a:cubicBezTo>
                    <a:pt x="352048" y="36853"/>
                    <a:pt x="362084" y="58972"/>
                    <a:pt x="362084" y="87919"/>
                  </a:cubicBezTo>
                  <a:cubicBezTo>
                    <a:pt x="362084" y="105820"/>
                    <a:pt x="357861" y="122149"/>
                    <a:pt x="349402" y="136883"/>
                  </a:cubicBezTo>
                  <a:cubicBezTo>
                    <a:pt x="340410" y="152148"/>
                    <a:pt x="325083" y="163208"/>
                    <a:pt x="302888" y="170581"/>
                  </a:cubicBezTo>
                  <a:cubicBezTo>
                    <a:pt x="327729" y="176902"/>
                    <a:pt x="345701" y="187430"/>
                    <a:pt x="356805" y="202695"/>
                  </a:cubicBezTo>
                  <a:cubicBezTo>
                    <a:pt x="367896" y="217961"/>
                    <a:pt x="373188" y="235861"/>
                    <a:pt x="373188" y="256929"/>
                  </a:cubicBezTo>
                  <a:cubicBezTo>
                    <a:pt x="373188" y="291146"/>
                    <a:pt x="363139" y="317471"/>
                    <a:pt x="343589" y="335892"/>
                  </a:cubicBezTo>
                  <a:cubicBezTo>
                    <a:pt x="323493" y="354324"/>
                    <a:pt x="293373" y="363268"/>
                    <a:pt x="253193" y="363268"/>
                  </a:cubicBezTo>
                  <a:lnTo>
                    <a:pt x="0" y="363268"/>
                  </a:lnTo>
                  <a:lnTo>
                    <a:pt x="0" y="0"/>
                  </a:lnTo>
                  <a:close/>
                  <a:moveTo>
                    <a:pt x="262707" y="109506"/>
                  </a:moveTo>
                  <a:lnTo>
                    <a:pt x="262707" y="99511"/>
                  </a:lnTo>
                  <a:cubicBezTo>
                    <a:pt x="262707" y="88451"/>
                    <a:pt x="259005" y="79495"/>
                    <a:pt x="251603" y="73705"/>
                  </a:cubicBezTo>
                  <a:cubicBezTo>
                    <a:pt x="243679" y="67916"/>
                    <a:pt x="233109" y="64761"/>
                    <a:pt x="218838" y="64761"/>
                  </a:cubicBezTo>
                  <a:lnTo>
                    <a:pt x="98321" y="64761"/>
                  </a:lnTo>
                  <a:lnTo>
                    <a:pt x="98321" y="146359"/>
                  </a:lnTo>
                  <a:lnTo>
                    <a:pt x="218838" y="146359"/>
                  </a:lnTo>
                  <a:cubicBezTo>
                    <a:pt x="233109" y="146359"/>
                    <a:pt x="243679" y="143204"/>
                    <a:pt x="251603" y="136883"/>
                  </a:cubicBezTo>
                  <a:cubicBezTo>
                    <a:pt x="259005" y="130574"/>
                    <a:pt x="262707" y="121617"/>
                    <a:pt x="262707" y="109506"/>
                  </a:cubicBezTo>
                  <a:close/>
                  <a:moveTo>
                    <a:pt x="273811" y="259032"/>
                  </a:moveTo>
                  <a:lnTo>
                    <a:pt x="273811" y="245337"/>
                  </a:lnTo>
                  <a:cubicBezTo>
                    <a:pt x="273811" y="233226"/>
                    <a:pt x="269575" y="224282"/>
                    <a:pt x="261651" y="217441"/>
                  </a:cubicBezTo>
                  <a:cubicBezTo>
                    <a:pt x="253193" y="211120"/>
                    <a:pt x="241033" y="207965"/>
                    <a:pt x="225185" y="207965"/>
                  </a:cubicBezTo>
                  <a:lnTo>
                    <a:pt x="98321" y="207965"/>
                  </a:lnTo>
                  <a:lnTo>
                    <a:pt x="98321" y="298519"/>
                  </a:lnTo>
                  <a:lnTo>
                    <a:pt x="225185" y="298519"/>
                  </a:lnTo>
                  <a:cubicBezTo>
                    <a:pt x="240512" y="298519"/>
                    <a:pt x="252671" y="295352"/>
                    <a:pt x="261129" y="288511"/>
                  </a:cubicBezTo>
                  <a:cubicBezTo>
                    <a:pt x="269575" y="281671"/>
                    <a:pt x="273811" y="272195"/>
                    <a:pt x="273811" y="259032"/>
                  </a:cubicBez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F7E41BD4-8DAB-1E98-E0C9-A0007AFC0BA1}"/>
                </a:ext>
              </a:extLst>
            </p:cNvPr>
            <p:cNvSpPr/>
            <p:nvPr/>
          </p:nvSpPr>
          <p:spPr>
            <a:xfrm>
              <a:off x="3774117" y="1986147"/>
              <a:ext cx="418857" cy="379248"/>
            </a:xfrm>
            <a:custGeom>
              <a:avLst/>
              <a:gdLst>
                <a:gd name="connsiteX0" fmla="*/ 301831 w 401208"/>
                <a:gd name="connsiteY0" fmla="*/ 121617 h 363268"/>
                <a:gd name="connsiteX1" fmla="*/ 106779 w 401208"/>
                <a:gd name="connsiteY1" fmla="*/ 363268 h 363268"/>
                <a:gd name="connsiteX2" fmla="*/ 0 w 401208"/>
                <a:gd name="connsiteY2" fmla="*/ 363268 h 363268"/>
                <a:gd name="connsiteX3" fmla="*/ 0 w 401208"/>
                <a:gd name="connsiteY3" fmla="*/ 0 h 363268"/>
                <a:gd name="connsiteX4" fmla="*/ 99377 w 401208"/>
                <a:gd name="connsiteY4" fmla="*/ 0 h 363268"/>
                <a:gd name="connsiteX5" fmla="*/ 99377 w 401208"/>
                <a:gd name="connsiteY5" fmla="*/ 241651 h 363268"/>
                <a:gd name="connsiteX6" fmla="*/ 294429 w 401208"/>
                <a:gd name="connsiteY6" fmla="*/ 0 h 363268"/>
                <a:gd name="connsiteX7" fmla="*/ 401208 w 401208"/>
                <a:gd name="connsiteY7" fmla="*/ 0 h 363268"/>
                <a:gd name="connsiteX8" fmla="*/ 401208 w 401208"/>
                <a:gd name="connsiteY8" fmla="*/ 363268 h 363268"/>
                <a:gd name="connsiteX9" fmla="*/ 301831 w 401208"/>
                <a:gd name="connsiteY9" fmla="*/ 363268 h 363268"/>
                <a:gd name="connsiteX10" fmla="*/ 301831 w 401208"/>
                <a:gd name="connsiteY10" fmla="*/ 121617 h 36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1208" h="363268">
                  <a:moveTo>
                    <a:pt x="301831" y="121617"/>
                  </a:moveTo>
                  <a:lnTo>
                    <a:pt x="106779" y="363268"/>
                  </a:lnTo>
                  <a:lnTo>
                    <a:pt x="0" y="363268"/>
                  </a:lnTo>
                  <a:lnTo>
                    <a:pt x="0" y="0"/>
                  </a:lnTo>
                  <a:lnTo>
                    <a:pt x="99377" y="0"/>
                  </a:lnTo>
                  <a:lnTo>
                    <a:pt x="99377" y="241651"/>
                  </a:lnTo>
                  <a:lnTo>
                    <a:pt x="294429" y="0"/>
                  </a:lnTo>
                  <a:lnTo>
                    <a:pt x="401208" y="0"/>
                  </a:lnTo>
                  <a:lnTo>
                    <a:pt x="401208" y="363268"/>
                  </a:lnTo>
                  <a:lnTo>
                    <a:pt x="301831" y="363268"/>
                  </a:lnTo>
                  <a:lnTo>
                    <a:pt x="301831" y="121617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A79B18A4-1B43-A65E-2016-1C1730C813F5}"/>
                </a:ext>
              </a:extLst>
            </p:cNvPr>
            <p:cNvSpPr/>
            <p:nvPr/>
          </p:nvSpPr>
          <p:spPr>
            <a:xfrm>
              <a:off x="3258803" y="1986147"/>
              <a:ext cx="409482" cy="379248"/>
            </a:xfrm>
            <a:custGeom>
              <a:avLst/>
              <a:gdLst>
                <a:gd name="connsiteX0" fmla="*/ 0 w 392228"/>
                <a:gd name="connsiteY0" fmla="*/ 0 h 363268"/>
                <a:gd name="connsiteX1" fmla="*/ 99377 w 392228"/>
                <a:gd name="connsiteY1" fmla="*/ 0 h 363268"/>
                <a:gd name="connsiteX2" fmla="*/ 99377 w 392228"/>
                <a:gd name="connsiteY2" fmla="*/ 136363 h 363268"/>
                <a:gd name="connsiteX3" fmla="*/ 292852 w 392228"/>
                <a:gd name="connsiteY3" fmla="*/ 136363 h 363268"/>
                <a:gd name="connsiteX4" fmla="*/ 292852 w 392228"/>
                <a:gd name="connsiteY4" fmla="*/ 0 h 363268"/>
                <a:gd name="connsiteX5" fmla="*/ 392228 w 392228"/>
                <a:gd name="connsiteY5" fmla="*/ 0 h 363268"/>
                <a:gd name="connsiteX6" fmla="*/ 392228 w 392228"/>
                <a:gd name="connsiteY6" fmla="*/ 363268 h 363268"/>
                <a:gd name="connsiteX7" fmla="*/ 292852 w 392228"/>
                <a:gd name="connsiteY7" fmla="*/ 363268 h 363268"/>
                <a:gd name="connsiteX8" fmla="*/ 292852 w 392228"/>
                <a:gd name="connsiteY8" fmla="*/ 216909 h 363268"/>
                <a:gd name="connsiteX9" fmla="*/ 99377 w 392228"/>
                <a:gd name="connsiteY9" fmla="*/ 216909 h 363268"/>
                <a:gd name="connsiteX10" fmla="*/ 99377 w 392228"/>
                <a:gd name="connsiteY10" fmla="*/ 363268 h 363268"/>
                <a:gd name="connsiteX11" fmla="*/ 0 w 392228"/>
                <a:gd name="connsiteY11" fmla="*/ 363268 h 363268"/>
                <a:gd name="connsiteX12" fmla="*/ 0 w 392228"/>
                <a:gd name="connsiteY12" fmla="*/ 0 h 36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2228" h="363268">
                  <a:moveTo>
                    <a:pt x="0" y="0"/>
                  </a:moveTo>
                  <a:lnTo>
                    <a:pt x="99377" y="0"/>
                  </a:lnTo>
                  <a:lnTo>
                    <a:pt x="99377" y="136363"/>
                  </a:lnTo>
                  <a:lnTo>
                    <a:pt x="292852" y="136363"/>
                  </a:lnTo>
                  <a:lnTo>
                    <a:pt x="292852" y="0"/>
                  </a:lnTo>
                  <a:lnTo>
                    <a:pt x="392228" y="0"/>
                  </a:lnTo>
                  <a:lnTo>
                    <a:pt x="392228" y="363268"/>
                  </a:lnTo>
                  <a:lnTo>
                    <a:pt x="292852" y="363268"/>
                  </a:lnTo>
                  <a:lnTo>
                    <a:pt x="292852" y="216909"/>
                  </a:lnTo>
                  <a:lnTo>
                    <a:pt x="99377" y="216909"/>
                  </a:lnTo>
                  <a:lnTo>
                    <a:pt x="99377" y="363268"/>
                  </a:lnTo>
                  <a:lnTo>
                    <a:pt x="0" y="3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A48824D1-BA7B-10F7-1E91-7B7A34505EFF}"/>
                </a:ext>
              </a:extLst>
            </p:cNvPr>
            <p:cNvSpPr/>
            <p:nvPr/>
          </p:nvSpPr>
          <p:spPr>
            <a:xfrm>
              <a:off x="2737751" y="1986147"/>
              <a:ext cx="454178" cy="379248"/>
            </a:xfrm>
            <a:custGeom>
              <a:avLst/>
              <a:gdLst>
                <a:gd name="connsiteX0" fmla="*/ 123162 w 435041"/>
                <a:gd name="connsiteY0" fmla="*/ 363268 h 363268"/>
                <a:gd name="connsiteX1" fmla="*/ 177614 w 435041"/>
                <a:gd name="connsiteY1" fmla="*/ 270611 h 363268"/>
                <a:gd name="connsiteX2" fmla="*/ 0 w 435041"/>
                <a:gd name="connsiteY2" fmla="*/ 0 h 363268"/>
                <a:gd name="connsiteX3" fmla="*/ 109425 w 435041"/>
                <a:gd name="connsiteY3" fmla="*/ 0 h 363268"/>
                <a:gd name="connsiteX4" fmla="*/ 229420 w 435041"/>
                <a:gd name="connsiteY4" fmla="*/ 183211 h 363268"/>
                <a:gd name="connsiteX5" fmla="*/ 337242 w 435041"/>
                <a:gd name="connsiteY5" fmla="*/ 0 h 363268"/>
                <a:gd name="connsiteX6" fmla="*/ 435042 w 435041"/>
                <a:gd name="connsiteY6" fmla="*/ 0 h 363268"/>
                <a:gd name="connsiteX7" fmla="*/ 220427 w 435041"/>
                <a:gd name="connsiteY7" fmla="*/ 363268 h 363268"/>
                <a:gd name="connsiteX8" fmla="*/ 123162 w 435041"/>
                <a:gd name="connsiteY8" fmla="*/ 363268 h 36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5041" h="363268">
                  <a:moveTo>
                    <a:pt x="123162" y="363268"/>
                  </a:moveTo>
                  <a:lnTo>
                    <a:pt x="177614" y="270611"/>
                  </a:lnTo>
                  <a:lnTo>
                    <a:pt x="0" y="0"/>
                  </a:lnTo>
                  <a:lnTo>
                    <a:pt x="109425" y="0"/>
                  </a:lnTo>
                  <a:lnTo>
                    <a:pt x="229420" y="183211"/>
                  </a:lnTo>
                  <a:lnTo>
                    <a:pt x="337242" y="0"/>
                  </a:lnTo>
                  <a:lnTo>
                    <a:pt x="435042" y="0"/>
                  </a:lnTo>
                  <a:lnTo>
                    <a:pt x="220427" y="363268"/>
                  </a:lnTo>
                  <a:lnTo>
                    <a:pt x="123162" y="363268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BE3E6F0D-4F7B-C5FE-F074-4ACB5B919561}"/>
                </a:ext>
              </a:extLst>
            </p:cNvPr>
            <p:cNvSpPr/>
            <p:nvPr/>
          </p:nvSpPr>
          <p:spPr>
            <a:xfrm>
              <a:off x="7767078" y="1292317"/>
              <a:ext cx="418856" cy="502916"/>
            </a:xfrm>
            <a:custGeom>
              <a:avLst/>
              <a:gdLst>
                <a:gd name="connsiteX0" fmla="*/ 301831 w 401207"/>
                <a:gd name="connsiteY0" fmla="*/ 240076 h 481725"/>
                <a:gd name="connsiteX1" fmla="*/ 106779 w 401207"/>
                <a:gd name="connsiteY1" fmla="*/ 481726 h 481725"/>
                <a:gd name="connsiteX2" fmla="*/ 0 w 401207"/>
                <a:gd name="connsiteY2" fmla="*/ 481726 h 481725"/>
                <a:gd name="connsiteX3" fmla="*/ 0 w 401207"/>
                <a:gd name="connsiteY3" fmla="*/ 118459 h 481725"/>
                <a:gd name="connsiteX4" fmla="*/ 99377 w 401207"/>
                <a:gd name="connsiteY4" fmla="*/ 118459 h 481725"/>
                <a:gd name="connsiteX5" fmla="*/ 99377 w 401207"/>
                <a:gd name="connsiteY5" fmla="*/ 360114 h 481725"/>
                <a:gd name="connsiteX6" fmla="*/ 294429 w 401207"/>
                <a:gd name="connsiteY6" fmla="*/ 118459 h 481725"/>
                <a:gd name="connsiteX7" fmla="*/ 401208 w 401207"/>
                <a:gd name="connsiteY7" fmla="*/ 118459 h 481725"/>
                <a:gd name="connsiteX8" fmla="*/ 401208 w 401207"/>
                <a:gd name="connsiteY8" fmla="*/ 481726 h 481725"/>
                <a:gd name="connsiteX9" fmla="*/ 301831 w 401207"/>
                <a:gd name="connsiteY9" fmla="*/ 481726 h 481725"/>
                <a:gd name="connsiteX10" fmla="*/ 301831 w 401207"/>
                <a:gd name="connsiteY10" fmla="*/ 240076 h 481725"/>
                <a:gd name="connsiteX11" fmla="*/ 78759 w 401207"/>
                <a:gd name="connsiteY11" fmla="*/ 0 h 481725"/>
                <a:gd name="connsiteX12" fmla="*/ 158051 w 401207"/>
                <a:gd name="connsiteY12" fmla="*/ 0 h 481725"/>
                <a:gd name="connsiteX13" fmla="*/ 170211 w 401207"/>
                <a:gd name="connsiteY13" fmla="*/ 30009 h 481725"/>
                <a:gd name="connsiteX14" fmla="*/ 201933 w 401207"/>
                <a:gd name="connsiteY14" fmla="*/ 38959 h 481725"/>
                <a:gd name="connsiteX15" fmla="*/ 233642 w 401207"/>
                <a:gd name="connsiteY15" fmla="*/ 30009 h 481725"/>
                <a:gd name="connsiteX16" fmla="*/ 245268 w 401207"/>
                <a:gd name="connsiteY16" fmla="*/ 0 h 481725"/>
                <a:gd name="connsiteX17" fmla="*/ 325095 w 401207"/>
                <a:gd name="connsiteY17" fmla="*/ 0 h 481725"/>
                <a:gd name="connsiteX18" fmla="*/ 293373 w 401207"/>
                <a:gd name="connsiteY18" fmla="*/ 68970 h 481725"/>
                <a:gd name="connsiteX19" fmla="*/ 201933 w 401207"/>
                <a:gd name="connsiteY19" fmla="*/ 92134 h 481725"/>
                <a:gd name="connsiteX20" fmla="*/ 110480 w 401207"/>
                <a:gd name="connsiteY20" fmla="*/ 68970 h 481725"/>
                <a:gd name="connsiteX21" fmla="*/ 78759 w 401207"/>
                <a:gd name="connsiteY21" fmla="*/ 0 h 481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01207" h="481725">
                  <a:moveTo>
                    <a:pt x="301831" y="240076"/>
                  </a:moveTo>
                  <a:lnTo>
                    <a:pt x="106779" y="481726"/>
                  </a:lnTo>
                  <a:lnTo>
                    <a:pt x="0" y="481726"/>
                  </a:lnTo>
                  <a:lnTo>
                    <a:pt x="0" y="118459"/>
                  </a:lnTo>
                  <a:lnTo>
                    <a:pt x="99377" y="118459"/>
                  </a:lnTo>
                  <a:lnTo>
                    <a:pt x="99377" y="360114"/>
                  </a:lnTo>
                  <a:lnTo>
                    <a:pt x="294429" y="118459"/>
                  </a:lnTo>
                  <a:lnTo>
                    <a:pt x="401208" y="118459"/>
                  </a:lnTo>
                  <a:lnTo>
                    <a:pt x="401208" y="481726"/>
                  </a:lnTo>
                  <a:lnTo>
                    <a:pt x="301831" y="481726"/>
                  </a:lnTo>
                  <a:lnTo>
                    <a:pt x="301831" y="240076"/>
                  </a:lnTo>
                  <a:close/>
                  <a:moveTo>
                    <a:pt x="78759" y="0"/>
                  </a:moveTo>
                  <a:lnTo>
                    <a:pt x="158051" y="0"/>
                  </a:lnTo>
                  <a:cubicBezTo>
                    <a:pt x="159107" y="14215"/>
                    <a:pt x="163342" y="24218"/>
                    <a:pt x="170211" y="30009"/>
                  </a:cubicBezTo>
                  <a:cubicBezTo>
                    <a:pt x="177080" y="35801"/>
                    <a:pt x="187662" y="38959"/>
                    <a:pt x="201933" y="38959"/>
                  </a:cubicBezTo>
                  <a:cubicBezTo>
                    <a:pt x="216204" y="38959"/>
                    <a:pt x="226774" y="35801"/>
                    <a:pt x="233642" y="30009"/>
                  </a:cubicBezTo>
                  <a:cubicBezTo>
                    <a:pt x="240511" y="24218"/>
                    <a:pt x="244747" y="14215"/>
                    <a:pt x="245268" y="0"/>
                  </a:cubicBezTo>
                  <a:lnTo>
                    <a:pt x="325095" y="0"/>
                  </a:lnTo>
                  <a:cubicBezTo>
                    <a:pt x="324040" y="30536"/>
                    <a:pt x="313457" y="53702"/>
                    <a:pt x="293373" y="68970"/>
                  </a:cubicBezTo>
                  <a:cubicBezTo>
                    <a:pt x="273289" y="84238"/>
                    <a:pt x="242635" y="92134"/>
                    <a:pt x="201933" y="92134"/>
                  </a:cubicBezTo>
                  <a:cubicBezTo>
                    <a:pt x="161231" y="92134"/>
                    <a:pt x="130565" y="84238"/>
                    <a:pt x="110480" y="68970"/>
                  </a:cubicBezTo>
                  <a:cubicBezTo>
                    <a:pt x="89863" y="53702"/>
                    <a:pt x="79293" y="30536"/>
                    <a:pt x="78759" y="0"/>
                  </a:cubicBez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1A34A5CB-F97A-A515-A005-62F4B74773DB}"/>
                </a:ext>
              </a:extLst>
            </p:cNvPr>
            <p:cNvSpPr/>
            <p:nvPr/>
          </p:nvSpPr>
          <p:spPr>
            <a:xfrm>
              <a:off x="7120274" y="1415987"/>
              <a:ext cx="540266" cy="379246"/>
            </a:xfrm>
            <a:custGeom>
              <a:avLst/>
              <a:gdLst>
                <a:gd name="connsiteX0" fmla="*/ 0 w 517501"/>
                <a:gd name="connsiteY0" fmla="*/ 0 h 363266"/>
                <a:gd name="connsiteX1" fmla="*/ 99377 w 517501"/>
                <a:gd name="connsiteY1" fmla="*/ 0 h 363266"/>
                <a:gd name="connsiteX2" fmla="*/ 99377 w 517501"/>
                <a:gd name="connsiteY2" fmla="*/ 112667 h 363266"/>
                <a:gd name="connsiteX3" fmla="*/ 248436 w 517501"/>
                <a:gd name="connsiteY3" fmla="*/ 112667 h 363266"/>
                <a:gd name="connsiteX4" fmla="*/ 348868 w 517501"/>
                <a:gd name="connsiteY4" fmla="*/ 145836 h 363266"/>
                <a:gd name="connsiteX5" fmla="*/ 381111 w 517501"/>
                <a:gd name="connsiteY5" fmla="*/ 238496 h 363266"/>
                <a:gd name="connsiteX6" fmla="*/ 348868 w 517501"/>
                <a:gd name="connsiteY6" fmla="*/ 330101 h 363266"/>
                <a:gd name="connsiteX7" fmla="*/ 248436 w 517501"/>
                <a:gd name="connsiteY7" fmla="*/ 363267 h 363266"/>
                <a:gd name="connsiteX8" fmla="*/ 0 w 517501"/>
                <a:gd name="connsiteY8" fmla="*/ 363267 h 363266"/>
                <a:gd name="connsiteX9" fmla="*/ 0 w 517501"/>
                <a:gd name="connsiteY9" fmla="*/ 0 h 363266"/>
                <a:gd name="connsiteX10" fmla="*/ 280158 w 517501"/>
                <a:gd name="connsiteY10" fmla="*/ 245867 h 363266"/>
                <a:gd name="connsiteX11" fmla="*/ 280158 w 517501"/>
                <a:gd name="connsiteY11" fmla="*/ 229546 h 363266"/>
                <a:gd name="connsiteX12" fmla="*/ 269053 w 517501"/>
                <a:gd name="connsiteY12" fmla="*/ 201116 h 363266"/>
                <a:gd name="connsiteX13" fmla="*/ 233109 w 517501"/>
                <a:gd name="connsiteY13" fmla="*/ 190587 h 363266"/>
                <a:gd name="connsiteX14" fmla="*/ 99377 w 517501"/>
                <a:gd name="connsiteY14" fmla="*/ 190587 h 363266"/>
                <a:gd name="connsiteX15" fmla="*/ 99377 w 517501"/>
                <a:gd name="connsiteY15" fmla="*/ 285356 h 363266"/>
                <a:gd name="connsiteX16" fmla="*/ 233109 w 517501"/>
                <a:gd name="connsiteY16" fmla="*/ 285356 h 363266"/>
                <a:gd name="connsiteX17" fmla="*/ 269053 w 517501"/>
                <a:gd name="connsiteY17" fmla="*/ 274296 h 363266"/>
                <a:gd name="connsiteX18" fmla="*/ 280158 w 517501"/>
                <a:gd name="connsiteY18" fmla="*/ 245867 h 363266"/>
                <a:gd name="connsiteX19" fmla="*/ 418125 w 517501"/>
                <a:gd name="connsiteY19" fmla="*/ 0 h 363266"/>
                <a:gd name="connsiteX20" fmla="*/ 517502 w 517501"/>
                <a:gd name="connsiteY20" fmla="*/ 0 h 363266"/>
                <a:gd name="connsiteX21" fmla="*/ 517502 w 517501"/>
                <a:gd name="connsiteY21" fmla="*/ 363267 h 363266"/>
                <a:gd name="connsiteX22" fmla="*/ 418125 w 517501"/>
                <a:gd name="connsiteY22" fmla="*/ 363267 h 363266"/>
                <a:gd name="connsiteX23" fmla="*/ 418125 w 517501"/>
                <a:gd name="connsiteY23" fmla="*/ 0 h 363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17501" h="363266">
                  <a:moveTo>
                    <a:pt x="0" y="0"/>
                  </a:moveTo>
                  <a:lnTo>
                    <a:pt x="99377" y="0"/>
                  </a:lnTo>
                  <a:lnTo>
                    <a:pt x="99377" y="112667"/>
                  </a:lnTo>
                  <a:lnTo>
                    <a:pt x="248436" y="112667"/>
                  </a:lnTo>
                  <a:cubicBezTo>
                    <a:pt x="293373" y="112667"/>
                    <a:pt x="327194" y="123723"/>
                    <a:pt x="348868" y="145836"/>
                  </a:cubicBezTo>
                  <a:cubicBezTo>
                    <a:pt x="370542" y="167948"/>
                    <a:pt x="381111" y="199010"/>
                    <a:pt x="381111" y="238496"/>
                  </a:cubicBezTo>
                  <a:cubicBezTo>
                    <a:pt x="381111" y="277451"/>
                    <a:pt x="370542" y="307994"/>
                    <a:pt x="348868" y="330101"/>
                  </a:cubicBezTo>
                  <a:cubicBezTo>
                    <a:pt x="327194" y="352220"/>
                    <a:pt x="293373" y="363267"/>
                    <a:pt x="248436" y="363267"/>
                  </a:cubicBezTo>
                  <a:lnTo>
                    <a:pt x="0" y="363267"/>
                  </a:lnTo>
                  <a:lnTo>
                    <a:pt x="0" y="0"/>
                  </a:lnTo>
                  <a:close/>
                  <a:moveTo>
                    <a:pt x="280158" y="245867"/>
                  </a:moveTo>
                  <a:lnTo>
                    <a:pt x="280158" y="229546"/>
                  </a:lnTo>
                  <a:cubicBezTo>
                    <a:pt x="280158" y="217963"/>
                    <a:pt x="276457" y="208487"/>
                    <a:pt x="269053" y="201116"/>
                  </a:cubicBezTo>
                  <a:cubicBezTo>
                    <a:pt x="261129" y="194272"/>
                    <a:pt x="249491" y="190587"/>
                    <a:pt x="233109" y="190587"/>
                  </a:cubicBezTo>
                  <a:lnTo>
                    <a:pt x="99377" y="190587"/>
                  </a:lnTo>
                  <a:lnTo>
                    <a:pt x="99377" y="285356"/>
                  </a:lnTo>
                  <a:lnTo>
                    <a:pt x="233109" y="285356"/>
                  </a:lnTo>
                  <a:cubicBezTo>
                    <a:pt x="249491" y="285356"/>
                    <a:pt x="261129" y="281669"/>
                    <a:pt x="269053" y="274296"/>
                  </a:cubicBezTo>
                  <a:cubicBezTo>
                    <a:pt x="276457" y="267455"/>
                    <a:pt x="280158" y="257977"/>
                    <a:pt x="280158" y="245867"/>
                  </a:cubicBezTo>
                  <a:close/>
                  <a:moveTo>
                    <a:pt x="418125" y="0"/>
                  </a:moveTo>
                  <a:lnTo>
                    <a:pt x="517502" y="0"/>
                  </a:lnTo>
                  <a:lnTo>
                    <a:pt x="517502" y="363267"/>
                  </a:lnTo>
                  <a:lnTo>
                    <a:pt x="418125" y="363267"/>
                  </a:lnTo>
                  <a:lnTo>
                    <a:pt x="418125" y="0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Полилиния 23">
              <a:extLst>
                <a:ext uri="{FF2B5EF4-FFF2-40B4-BE49-F238E27FC236}">
                  <a16:creationId xmlns:a16="http://schemas.microsoft.com/office/drawing/2014/main" id="{C15598F6-5765-A83C-BC4B-C99206AD2B59}"/>
                </a:ext>
              </a:extLst>
            </p:cNvPr>
            <p:cNvSpPr/>
            <p:nvPr/>
          </p:nvSpPr>
          <p:spPr>
            <a:xfrm>
              <a:off x="6604959" y="1415987"/>
              <a:ext cx="409468" cy="379246"/>
            </a:xfrm>
            <a:custGeom>
              <a:avLst/>
              <a:gdLst>
                <a:gd name="connsiteX0" fmla="*/ 0 w 392215"/>
                <a:gd name="connsiteY0" fmla="*/ 0 h 363266"/>
                <a:gd name="connsiteX1" fmla="*/ 99377 w 392215"/>
                <a:gd name="connsiteY1" fmla="*/ 0 h 363266"/>
                <a:gd name="connsiteX2" fmla="*/ 99377 w 392215"/>
                <a:gd name="connsiteY2" fmla="*/ 136358 h 363266"/>
                <a:gd name="connsiteX3" fmla="*/ 292839 w 392215"/>
                <a:gd name="connsiteY3" fmla="*/ 136358 h 363266"/>
                <a:gd name="connsiteX4" fmla="*/ 292839 w 392215"/>
                <a:gd name="connsiteY4" fmla="*/ 0 h 363266"/>
                <a:gd name="connsiteX5" fmla="*/ 392216 w 392215"/>
                <a:gd name="connsiteY5" fmla="*/ 0 h 363266"/>
                <a:gd name="connsiteX6" fmla="*/ 392216 w 392215"/>
                <a:gd name="connsiteY6" fmla="*/ 363267 h 363266"/>
                <a:gd name="connsiteX7" fmla="*/ 292839 w 392215"/>
                <a:gd name="connsiteY7" fmla="*/ 363267 h 363266"/>
                <a:gd name="connsiteX8" fmla="*/ 292839 w 392215"/>
                <a:gd name="connsiteY8" fmla="*/ 216911 h 363266"/>
                <a:gd name="connsiteX9" fmla="*/ 99377 w 392215"/>
                <a:gd name="connsiteY9" fmla="*/ 216911 h 363266"/>
                <a:gd name="connsiteX10" fmla="*/ 99377 w 392215"/>
                <a:gd name="connsiteY10" fmla="*/ 363267 h 363266"/>
                <a:gd name="connsiteX11" fmla="*/ 0 w 392215"/>
                <a:gd name="connsiteY11" fmla="*/ 363267 h 363266"/>
                <a:gd name="connsiteX12" fmla="*/ 0 w 392215"/>
                <a:gd name="connsiteY12" fmla="*/ 0 h 363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2215" h="363266">
                  <a:moveTo>
                    <a:pt x="0" y="0"/>
                  </a:moveTo>
                  <a:lnTo>
                    <a:pt x="99377" y="0"/>
                  </a:lnTo>
                  <a:lnTo>
                    <a:pt x="99377" y="136358"/>
                  </a:lnTo>
                  <a:lnTo>
                    <a:pt x="292839" y="136358"/>
                  </a:lnTo>
                  <a:lnTo>
                    <a:pt x="292839" y="0"/>
                  </a:lnTo>
                  <a:lnTo>
                    <a:pt x="392216" y="0"/>
                  </a:lnTo>
                  <a:lnTo>
                    <a:pt x="392216" y="363267"/>
                  </a:lnTo>
                  <a:lnTo>
                    <a:pt x="292839" y="363267"/>
                  </a:lnTo>
                  <a:lnTo>
                    <a:pt x="292839" y="216911"/>
                  </a:lnTo>
                  <a:lnTo>
                    <a:pt x="99377" y="216911"/>
                  </a:lnTo>
                  <a:lnTo>
                    <a:pt x="99377" y="363267"/>
                  </a:lnTo>
                  <a:lnTo>
                    <a:pt x="0" y="3632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79416242-5E71-6EF8-345A-BA7DEF041C9D}"/>
                </a:ext>
              </a:extLst>
            </p:cNvPr>
            <p:cNvSpPr/>
            <p:nvPr/>
          </p:nvSpPr>
          <p:spPr>
            <a:xfrm>
              <a:off x="6136784" y="1415987"/>
              <a:ext cx="397889" cy="379246"/>
            </a:xfrm>
            <a:custGeom>
              <a:avLst/>
              <a:gdLst>
                <a:gd name="connsiteX0" fmla="*/ 0 w 381124"/>
                <a:gd name="connsiteY0" fmla="*/ 0 h 363266"/>
                <a:gd name="connsiteX1" fmla="*/ 99377 w 381124"/>
                <a:gd name="connsiteY1" fmla="*/ 0 h 363266"/>
                <a:gd name="connsiteX2" fmla="*/ 99377 w 381124"/>
                <a:gd name="connsiteY2" fmla="*/ 112667 h 363266"/>
                <a:gd name="connsiteX3" fmla="*/ 248448 w 381124"/>
                <a:gd name="connsiteY3" fmla="*/ 112667 h 363266"/>
                <a:gd name="connsiteX4" fmla="*/ 348880 w 381124"/>
                <a:gd name="connsiteY4" fmla="*/ 145836 h 363266"/>
                <a:gd name="connsiteX5" fmla="*/ 381124 w 381124"/>
                <a:gd name="connsiteY5" fmla="*/ 238496 h 363266"/>
                <a:gd name="connsiteX6" fmla="*/ 348880 w 381124"/>
                <a:gd name="connsiteY6" fmla="*/ 330101 h 363266"/>
                <a:gd name="connsiteX7" fmla="*/ 248448 w 381124"/>
                <a:gd name="connsiteY7" fmla="*/ 363267 h 363266"/>
                <a:gd name="connsiteX8" fmla="*/ 0 w 381124"/>
                <a:gd name="connsiteY8" fmla="*/ 363267 h 363266"/>
                <a:gd name="connsiteX9" fmla="*/ 0 w 381124"/>
                <a:gd name="connsiteY9" fmla="*/ 0 h 363266"/>
                <a:gd name="connsiteX10" fmla="*/ 280158 w 381124"/>
                <a:gd name="connsiteY10" fmla="*/ 245867 h 363266"/>
                <a:gd name="connsiteX11" fmla="*/ 280158 w 381124"/>
                <a:gd name="connsiteY11" fmla="*/ 229546 h 363266"/>
                <a:gd name="connsiteX12" fmla="*/ 269066 w 381124"/>
                <a:gd name="connsiteY12" fmla="*/ 201116 h 363266"/>
                <a:gd name="connsiteX13" fmla="*/ 233121 w 381124"/>
                <a:gd name="connsiteY13" fmla="*/ 190587 h 363266"/>
                <a:gd name="connsiteX14" fmla="*/ 99377 w 381124"/>
                <a:gd name="connsiteY14" fmla="*/ 190587 h 363266"/>
                <a:gd name="connsiteX15" fmla="*/ 99377 w 381124"/>
                <a:gd name="connsiteY15" fmla="*/ 285356 h 363266"/>
                <a:gd name="connsiteX16" fmla="*/ 233121 w 381124"/>
                <a:gd name="connsiteY16" fmla="*/ 285356 h 363266"/>
                <a:gd name="connsiteX17" fmla="*/ 269066 w 381124"/>
                <a:gd name="connsiteY17" fmla="*/ 274296 h 363266"/>
                <a:gd name="connsiteX18" fmla="*/ 280158 w 381124"/>
                <a:gd name="connsiteY18" fmla="*/ 245867 h 363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81124" h="363266">
                  <a:moveTo>
                    <a:pt x="0" y="0"/>
                  </a:moveTo>
                  <a:lnTo>
                    <a:pt x="99377" y="0"/>
                  </a:lnTo>
                  <a:lnTo>
                    <a:pt x="99377" y="112667"/>
                  </a:lnTo>
                  <a:lnTo>
                    <a:pt x="248448" y="112667"/>
                  </a:lnTo>
                  <a:cubicBezTo>
                    <a:pt x="293373" y="112667"/>
                    <a:pt x="327207" y="123723"/>
                    <a:pt x="348880" y="145836"/>
                  </a:cubicBezTo>
                  <a:cubicBezTo>
                    <a:pt x="370554" y="167948"/>
                    <a:pt x="381124" y="199010"/>
                    <a:pt x="381124" y="238496"/>
                  </a:cubicBezTo>
                  <a:cubicBezTo>
                    <a:pt x="381124" y="277451"/>
                    <a:pt x="370554" y="307994"/>
                    <a:pt x="348880" y="330101"/>
                  </a:cubicBezTo>
                  <a:cubicBezTo>
                    <a:pt x="327207" y="352220"/>
                    <a:pt x="293373" y="363267"/>
                    <a:pt x="248448" y="363267"/>
                  </a:cubicBezTo>
                  <a:lnTo>
                    <a:pt x="0" y="363267"/>
                  </a:lnTo>
                  <a:lnTo>
                    <a:pt x="0" y="0"/>
                  </a:lnTo>
                  <a:close/>
                  <a:moveTo>
                    <a:pt x="280158" y="245867"/>
                  </a:moveTo>
                  <a:lnTo>
                    <a:pt x="280158" y="229546"/>
                  </a:lnTo>
                  <a:cubicBezTo>
                    <a:pt x="280158" y="217963"/>
                    <a:pt x="276456" y="208487"/>
                    <a:pt x="269066" y="201116"/>
                  </a:cubicBezTo>
                  <a:cubicBezTo>
                    <a:pt x="261129" y="194272"/>
                    <a:pt x="249504" y="190587"/>
                    <a:pt x="233121" y="190587"/>
                  </a:cubicBezTo>
                  <a:lnTo>
                    <a:pt x="99377" y="190587"/>
                  </a:lnTo>
                  <a:lnTo>
                    <a:pt x="99377" y="285356"/>
                  </a:lnTo>
                  <a:lnTo>
                    <a:pt x="233121" y="285356"/>
                  </a:lnTo>
                  <a:cubicBezTo>
                    <a:pt x="249504" y="285356"/>
                    <a:pt x="261129" y="281669"/>
                    <a:pt x="269066" y="274296"/>
                  </a:cubicBezTo>
                  <a:cubicBezTo>
                    <a:pt x="276456" y="267455"/>
                    <a:pt x="280158" y="257977"/>
                    <a:pt x="280158" y="245867"/>
                  </a:cubicBez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Полилиния 28">
              <a:extLst>
                <a:ext uri="{FF2B5EF4-FFF2-40B4-BE49-F238E27FC236}">
                  <a16:creationId xmlns:a16="http://schemas.microsoft.com/office/drawing/2014/main" id="{DBCE4396-77A2-8732-609D-BF8539E022C4}"/>
                </a:ext>
              </a:extLst>
            </p:cNvPr>
            <p:cNvSpPr/>
            <p:nvPr/>
          </p:nvSpPr>
          <p:spPr>
            <a:xfrm>
              <a:off x="5605175" y="1415987"/>
              <a:ext cx="425470" cy="379246"/>
            </a:xfrm>
            <a:custGeom>
              <a:avLst/>
              <a:gdLst>
                <a:gd name="connsiteX0" fmla="*/ 0 w 407542"/>
                <a:gd name="connsiteY0" fmla="*/ 276399 h 363266"/>
                <a:gd name="connsiteX1" fmla="*/ 10036 w 407542"/>
                <a:gd name="connsiteY1" fmla="*/ 276399 h 363266"/>
                <a:gd name="connsiteX2" fmla="*/ 54973 w 407542"/>
                <a:gd name="connsiteY2" fmla="*/ 246394 h 363266"/>
                <a:gd name="connsiteX3" fmla="*/ 64487 w 407542"/>
                <a:gd name="connsiteY3" fmla="*/ 150574 h 363266"/>
                <a:gd name="connsiteX4" fmla="*/ 64487 w 407542"/>
                <a:gd name="connsiteY4" fmla="*/ 0 h 363266"/>
                <a:gd name="connsiteX5" fmla="*/ 407542 w 407542"/>
                <a:gd name="connsiteY5" fmla="*/ 0 h 363266"/>
                <a:gd name="connsiteX6" fmla="*/ 407542 w 407542"/>
                <a:gd name="connsiteY6" fmla="*/ 363267 h 363266"/>
                <a:gd name="connsiteX7" fmla="*/ 308166 w 407542"/>
                <a:gd name="connsiteY7" fmla="*/ 363267 h 363266"/>
                <a:gd name="connsiteX8" fmla="*/ 308166 w 407542"/>
                <a:gd name="connsiteY8" fmla="*/ 80552 h 363266"/>
                <a:gd name="connsiteX9" fmla="*/ 156983 w 407542"/>
                <a:gd name="connsiteY9" fmla="*/ 80552 h 363266"/>
                <a:gd name="connsiteX10" fmla="*/ 156983 w 407542"/>
                <a:gd name="connsiteY10" fmla="*/ 150574 h 363266"/>
                <a:gd name="connsiteX11" fmla="*/ 151704 w 407542"/>
                <a:gd name="connsiteY11" fmla="*/ 249552 h 363266"/>
                <a:gd name="connsiteX12" fmla="*/ 132142 w 407542"/>
                <a:gd name="connsiteY12" fmla="*/ 315367 h 363266"/>
                <a:gd name="connsiteX13" fmla="*/ 92496 w 407542"/>
                <a:gd name="connsiteY13" fmla="*/ 351688 h 363266"/>
                <a:gd name="connsiteX14" fmla="*/ 27486 w 407542"/>
                <a:gd name="connsiteY14" fmla="*/ 363267 h 363266"/>
                <a:gd name="connsiteX15" fmla="*/ 0 w 407542"/>
                <a:gd name="connsiteY15" fmla="*/ 363267 h 363266"/>
                <a:gd name="connsiteX16" fmla="*/ 0 w 407542"/>
                <a:gd name="connsiteY16" fmla="*/ 276399 h 363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7542" h="363266">
                  <a:moveTo>
                    <a:pt x="0" y="276399"/>
                  </a:moveTo>
                  <a:lnTo>
                    <a:pt x="10036" y="276399"/>
                  </a:lnTo>
                  <a:cubicBezTo>
                    <a:pt x="33299" y="276399"/>
                    <a:pt x="48092" y="266404"/>
                    <a:pt x="54973" y="246394"/>
                  </a:cubicBezTo>
                  <a:cubicBezTo>
                    <a:pt x="61308" y="226387"/>
                    <a:pt x="64487" y="194272"/>
                    <a:pt x="64487" y="150574"/>
                  </a:cubicBezTo>
                  <a:lnTo>
                    <a:pt x="64487" y="0"/>
                  </a:lnTo>
                  <a:lnTo>
                    <a:pt x="407542" y="0"/>
                  </a:lnTo>
                  <a:lnTo>
                    <a:pt x="407542" y="363267"/>
                  </a:lnTo>
                  <a:lnTo>
                    <a:pt x="308166" y="363267"/>
                  </a:lnTo>
                  <a:lnTo>
                    <a:pt x="308166" y="80552"/>
                  </a:lnTo>
                  <a:lnTo>
                    <a:pt x="156983" y="80552"/>
                  </a:lnTo>
                  <a:lnTo>
                    <a:pt x="156983" y="150574"/>
                  </a:lnTo>
                  <a:cubicBezTo>
                    <a:pt x="156983" y="189534"/>
                    <a:pt x="155406" y="222701"/>
                    <a:pt x="151704" y="249552"/>
                  </a:cubicBezTo>
                  <a:cubicBezTo>
                    <a:pt x="148003" y="276931"/>
                    <a:pt x="141656" y="299038"/>
                    <a:pt x="132142" y="315367"/>
                  </a:cubicBezTo>
                  <a:cubicBezTo>
                    <a:pt x="122106" y="332216"/>
                    <a:pt x="108891" y="344315"/>
                    <a:pt x="92496" y="351688"/>
                  </a:cubicBezTo>
                  <a:cubicBezTo>
                    <a:pt x="75579" y="359593"/>
                    <a:pt x="53917" y="363267"/>
                    <a:pt x="27486" y="363267"/>
                  </a:cubicBezTo>
                  <a:lnTo>
                    <a:pt x="0" y="363267"/>
                  </a:lnTo>
                  <a:lnTo>
                    <a:pt x="0" y="276399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Полилиния 29">
              <a:extLst>
                <a:ext uri="{FF2B5EF4-FFF2-40B4-BE49-F238E27FC236}">
                  <a16:creationId xmlns:a16="http://schemas.microsoft.com/office/drawing/2014/main" id="{3A8A521E-AA04-AE65-B13F-486A829CB990}"/>
                </a:ext>
              </a:extLst>
            </p:cNvPr>
            <p:cNvSpPr/>
            <p:nvPr/>
          </p:nvSpPr>
          <p:spPr>
            <a:xfrm>
              <a:off x="5096605" y="1415987"/>
              <a:ext cx="471282" cy="379246"/>
            </a:xfrm>
            <a:custGeom>
              <a:avLst/>
              <a:gdLst>
                <a:gd name="connsiteX0" fmla="*/ 157517 w 451424"/>
                <a:gd name="connsiteY0" fmla="*/ 0 h 363266"/>
                <a:gd name="connsiteX1" fmla="*/ 294429 w 451424"/>
                <a:gd name="connsiteY1" fmla="*/ 0 h 363266"/>
                <a:gd name="connsiteX2" fmla="*/ 451424 w 451424"/>
                <a:gd name="connsiteY2" fmla="*/ 363267 h 363266"/>
                <a:gd name="connsiteX3" fmla="*/ 347812 w 451424"/>
                <a:gd name="connsiteY3" fmla="*/ 363267 h 363266"/>
                <a:gd name="connsiteX4" fmla="*/ 313457 w 451424"/>
                <a:gd name="connsiteY4" fmla="*/ 282721 h 363266"/>
                <a:gd name="connsiteX5" fmla="*/ 127385 w 451424"/>
                <a:gd name="connsiteY5" fmla="*/ 282721 h 363266"/>
                <a:gd name="connsiteX6" fmla="*/ 93030 w 451424"/>
                <a:gd name="connsiteY6" fmla="*/ 363267 h 363266"/>
                <a:gd name="connsiteX7" fmla="*/ 0 w 451424"/>
                <a:gd name="connsiteY7" fmla="*/ 363267 h 363266"/>
                <a:gd name="connsiteX8" fmla="*/ 157517 w 451424"/>
                <a:gd name="connsiteY8" fmla="*/ 0 h 363266"/>
                <a:gd name="connsiteX9" fmla="*/ 158051 w 451424"/>
                <a:gd name="connsiteY9" fmla="*/ 211120 h 363266"/>
                <a:gd name="connsiteX10" fmla="*/ 282803 w 451424"/>
                <a:gd name="connsiteY10" fmla="*/ 211120 h 363266"/>
                <a:gd name="connsiteX11" fmla="*/ 220428 w 451424"/>
                <a:gd name="connsiteY11" fmla="*/ 64757 h 363266"/>
                <a:gd name="connsiteX12" fmla="*/ 158051 w 451424"/>
                <a:gd name="connsiteY12" fmla="*/ 211120 h 363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1424" h="363266">
                  <a:moveTo>
                    <a:pt x="157517" y="0"/>
                  </a:moveTo>
                  <a:lnTo>
                    <a:pt x="294429" y="0"/>
                  </a:lnTo>
                  <a:lnTo>
                    <a:pt x="451424" y="363267"/>
                  </a:lnTo>
                  <a:lnTo>
                    <a:pt x="347812" y="363267"/>
                  </a:lnTo>
                  <a:lnTo>
                    <a:pt x="313457" y="282721"/>
                  </a:lnTo>
                  <a:lnTo>
                    <a:pt x="127385" y="282721"/>
                  </a:lnTo>
                  <a:lnTo>
                    <a:pt x="93030" y="363267"/>
                  </a:lnTo>
                  <a:lnTo>
                    <a:pt x="0" y="363267"/>
                  </a:lnTo>
                  <a:lnTo>
                    <a:pt x="157517" y="0"/>
                  </a:lnTo>
                  <a:close/>
                  <a:moveTo>
                    <a:pt x="158051" y="211120"/>
                  </a:moveTo>
                  <a:lnTo>
                    <a:pt x="282803" y="211120"/>
                  </a:lnTo>
                  <a:lnTo>
                    <a:pt x="220428" y="64757"/>
                  </a:lnTo>
                  <a:lnTo>
                    <a:pt x="158051" y="211120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Полилиния 30">
              <a:extLst>
                <a:ext uri="{FF2B5EF4-FFF2-40B4-BE49-F238E27FC236}">
                  <a16:creationId xmlns:a16="http://schemas.microsoft.com/office/drawing/2014/main" id="{DC9300A3-3C38-F0F5-1A2D-9D00DCD71C7C}"/>
                </a:ext>
              </a:extLst>
            </p:cNvPr>
            <p:cNvSpPr/>
            <p:nvPr/>
          </p:nvSpPr>
          <p:spPr>
            <a:xfrm>
              <a:off x="4704280" y="1415987"/>
              <a:ext cx="398433" cy="379246"/>
            </a:xfrm>
            <a:custGeom>
              <a:avLst/>
              <a:gdLst>
                <a:gd name="connsiteX0" fmla="*/ 0 w 381645"/>
                <a:gd name="connsiteY0" fmla="*/ 0 h 363266"/>
                <a:gd name="connsiteX1" fmla="*/ 248969 w 381645"/>
                <a:gd name="connsiteY1" fmla="*/ 0 h 363266"/>
                <a:gd name="connsiteX2" fmla="*/ 349402 w 381645"/>
                <a:gd name="connsiteY2" fmla="*/ 33169 h 363266"/>
                <a:gd name="connsiteX3" fmla="*/ 381646 w 381645"/>
                <a:gd name="connsiteY3" fmla="*/ 124777 h 363266"/>
                <a:gd name="connsiteX4" fmla="*/ 349402 w 381645"/>
                <a:gd name="connsiteY4" fmla="*/ 217963 h 363266"/>
                <a:gd name="connsiteX5" fmla="*/ 248969 w 381645"/>
                <a:gd name="connsiteY5" fmla="*/ 251132 h 363266"/>
                <a:gd name="connsiteX6" fmla="*/ 99377 w 381645"/>
                <a:gd name="connsiteY6" fmla="*/ 251132 h 363266"/>
                <a:gd name="connsiteX7" fmla="*/ 99377 w 381645"/>
                <a:gd name="connsiteY7" fmla="*/ 363267 h 363266"/>
                <a:gd name="connsiteX8" fmla="*/ 0 w 381645"/>
                <a:gd name="connsiteY8" fmla="*/ 363267 h 363266"/>
                <a:gd name="connsiteX9" fmla="*/ 0 w 381645"/>
                <a:gd name="connsiteY9" fmla="*/ 0 h 363266"/>
                <a:gd name="connsiteX10" fmla="*/ 280679 w 381645"/>
                <a:gd name="connsiteY10" fmla="*/ 132673 h 363266"/>
                <a:gd name="connsiteX11" fmla="*/ 280679 w 381645"/>
                <a:gd name="connsiteY11" fmla="*/ 117932 h 363266"/>
                <a:gd name="connsiteX12" fmla="*/ 270109 w 381645"/>
                <a:gd name="connsiteY12" fmla="*/ 88449 h 363266"/>
                <a:gd name="connsiteX13" fmla="*/ 234698 w 381645"/>
                <a:gd name="connsiteY13" fmla="*/ 76866 h 363266"/>
                <a:gd name="connsiteX14" fmla="*/ 99377 w 381645"/>
                <a:gd name="connsiteY14" fmla="*/ 76866 h 363266"/>
                <a:gd name="connsiteX15" fmla="*/ 99377 w 381645"/>
                <a:gd name="connsiteY15" fmla="*/ 174266 h 363266"/>
                <a:gd name="connsiteX16" fmla="*/ 234698 w 381645"/>
                <a:gd name="connsiteY16" fmla="*/ 174266 h 363266"/>
                <a:gd name="connsiteX17" fmla="*/ 270109 w 381645"/>
                <a:gd name="connsiteY17" fmla="*/ 162683 h 363266"/>
                <a:gd name="connsiteX18" fmla="*/ 280679 w 381645"/>
                <a:gd name="connsiteY18" fmla="*/ 132673 h 363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81645" h="363266">
                  <a:moveTo>
                    <a:pt x="0" y="0"/>
                  </a:moveTo>
                  <a:lnTo>
                    <a:pt x="248969" y="0"/>
                  </a:lnTo>
                  <a:cubicBezTo>
                    <a:pt x="293894" y="0"/>
                    <a:pt x="327728" y="11056"/>
                    <a:pt x="349402" y="33169"/>
                  </a:cubicBezTo>
                  <a:cubicBezTo>
                    <a:pt x="371076" y="55280"/>
                    <a:pt x="381646" y="85816"/>
                    <a:pt x="381646" y="124777"/>
                  </a:cubicBezTo>
                  <a:cubicBezTo>
                    <a:pt x="381646" y="164789"/>
                    <a:pt x="371076" y="195852"/>
                    <a:pt x="349402" y="217963"/>
                  </a:cubicBezTo>
                  <a:cubicBezTo>
                    <a:pt x="327728" y="240076"/>
                    <a:pt x="293894" y="251132"/>
                    <a:pt x="248969" y="251132"/>
                  </a:cubicBezTo>
                  <a:lnTo>
                    <a:pt x="99377" y="251132"/>
                  </a:lnTo>
                  <a:lnTo>
                    <a:pt x="99377" y="363267"/>
                  </a:lnTo>
                  <a:lnTo>
                    <a:pt x="0" y="363267"/>
                  </a:lnTo>
                  <a:lnTo>
                    <a:pt x="0" y="0"/>
                  </a:lnTo>
                  <a:close/>
                  <a:moveTo>
                    <a:pt x="280679" y="132673"/>
                  </a:moveTo>
                  <a:lnTo>
                    <a:pt x="280679" y="117932"/>
                  </a:lnTo>
                  <a:cubicBezTo>
                    <a:pt x="280679" y="105823"/>
                    <a:pt x="276990" y="96346"/>
                    <a:pt x="270109" y="88449"/>
                  </a:cubicBezTo>
                  <a:cubicBezTo>
                    <a:pt x="262707" y="80552"/>
                    <a:pt x="251081" y="76866"/>
                    <a:pt x="234698" y="76866"/>
                  </a:cubicBezTo>
                  <a:lnTo>
                    <a:pt x="99377" y="76866"/>
                  </a:lnTo>
                  <a:lnTo>
                    <a:pt x="99377" y="174266"/>
                  </a:lnTo>
                  <a:lnTo>
                    <a:pt x="234698" y="174266"/>
                  </a:lnTo>
                  <a:cubicBezTo>
                    <a:pt x="251081" y="174266"/>
                    <a:pt x="262707" y="170581"/>
                    <a:pt x="270109" y="162683"/>
                  </a:cubicBezTo>
                  <a:cubicBezTo>
                    <a:pt x="276990" y="155313"/>
                    <a:pt x="280679" y="145308"/>
                    <a:pt x="280679" y="132673"/>
                  </a:cubicBez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Полилиния 32">
              <a:extLst>
                <a:ext uri="{FF2B5EF4-FFF2-40B4-BE49-F238E27FC236}">
                  <a16:creationId xmlns:a16="http://schemas.microsoft.com/office/drawing/2014/main" id="{28764FAE-FF39-6767-C537-5A60C6A493D4}"/>
                </a:ext>
              </a:extLst>
            </p:cNvPr>
            <p:cNvSpPr/>
            <p:nvPr/>
          </p:nvSpPr>
          <p:spPr>
            <a:xfrm>
              <a:off x="4222746" y="1415987"/>
              <a:ext cx="406162" cy="379246"/>
            </a:xfrm>
            <a:custGeom>
              <a:avLst/>
              <a:gdLst>
                <a:gd name="connsiteX0" fmla="*/ 144836 w 389048"/>
                <a:gd name="connsiteY0" fmla="*/ 80552 h 363266"/>
                <a:gd name="connsiteX1" fmla="*/ 0 w 389048"/>
                <a:gd name="connsiteY1" fmla="*/ 80552 h 363266"/>
                <a:gd name="connsiteX2" fmla="*/ 0 w 389048"/>
                <a:gd name="connsiteY2" fmla="*/ 0 h 363266"/>
                <a:gd name="connsiteX3" fmla="*/ 389048 w 389048"/>
                <a:gd name="connsiteY3" fmla="*/ 0 h 363266"/>
                <a:gd name="connsiteX4" fmla="*/ 389048 w 389048"/>
                <a:gd name="connsiteY4" fmla="*/ 80552 h 363266"/>
                <a:gd name="connsiteX5" fmla="*/ 244212 w 389048"/>
                <a:gd name="connsiteY5" fmla="*/ 80552 h 363266"/>
                <a:gd name="connsiteX6" fmla="*/ 244212 w 389048"/>
                <a:gd name="connsiteY6" fmla="*/ 363267 h 363266"/>
                <a:gd name="connsiteX7" fmla="*/ 144836 w 389048"/>
                <a:gd name="connsiteY7" fmla="*/ 363267 h 363266"/>
                <a:gd name="connsiteX8" fmla="*/ 144836 w 389048"/>
                <a:gd name="connsiteY8" fmla="*/ 80552 h 363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048" h="363266">
                  <a:moveTo>
                    <a:pt x="144836" y="80552"/>
                  </a:moveTo>
                  <a:lnTo>
                    <a:pt x="0" y="80552"/>
                  </a:lnTo>
                  <a:lnTo>
                    <a:pt x="0" y="0"/>
                  </a:lnTo>
                  <a:lnTo>
                    <a:pt x="389048" y="0"/>
                  </a:lnTo>
                  <a:lnTo>
                    <a:pt x="389048" y="80552"/>
                  </a:lnTo>
                  <a:lnTo>
                    <a:pt x="244212" y="80552"/>
                  </a:lnTo>
                  <a:lnTo>
                    <a:pt x="244212" y="363267"/>
                  </a:lnTo>
                  <a:lnTo>
                    <a:pt x="144836" y="363267"/>
                  </a:lnTo>
                  <a:lnTo>
                    <a:pt x="144836" y="80552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Полилиния 33">
              <a:extLst>
                <a:ext uri="{FF2B5EF4-FFF2-40B4-BE49-F238E27FC236}">
                  <a16:creationId xmlns:a16="http://schemas.microsoft.com/office/drawing/2014/main" id="{16E6A798-29C6-195D-8312-E22B04D46A2E}"/>
                </a:ext>
              </a:extLst>
            </p:cNvPr>
            <p:cNvSpPr/>
            <p:nvPr/>
          </p:nvSpPr>
          <p:spPr>
            <a:xfrm>
              <a:off x="3743297" y="1415987"/>
              <a:ext cx="409482" cy="379246"/>
            </a:xfrm>
            <a:custGeom>
              <a:avLst/>
              <a:gdLst>
                <a:gd name="connsiteX0" fmla="*/ 0 w 392228"/>
                <a:gd name="connsiteY0" fmla="*/ 0 h 363266"/>
                <a:gd name="connsiteX1" fmla="*/ 99377 w 392228"/>
                <a:gd name="connsiteY1" fmla="*/ 0 h 363266"/>
                <a:gd name="connsiteX2" fmla="*/ 99377 w 392228"/>
                <a:gd name="connsiteY2" fmla="*/ 136358 h 363266"/>
                <a:gd name="connsiteX3" fmla="*/ 292852 w 392228"/>
                <a:gd name="connsiteY3" fmla="*/ 136358 h 363266"/>
                <a:gd name="connsiteX4" fmla="*/ 292852 w 392228"/>
                <a:gd name="connsiteY4" fmla="*/ 0 h 363266"/>
                <a:gd name="connsiteX5" fmla="*/ 392228 w 392228"/>
                <a:gd name="connsiteY5" fmla="*/ 0 h 363266"/>
                <a:gd name="connsiteX6" fmla="*/ 392228 w 392228"/>
                <a:gd name="connsiteY6" fmla="*/ 363267 h 363266"/>
                <a:gd name="connsiteX7" fmla="*/ 292852 w 392228"/>
                <a:gd name="connsiteY7" fmla="*/ 363267 h 363266"/>
                <a:gd name="connsiteX8" fmla="*/ 292852 w 392228"/>
                <a:gd name="connsiteY8" fmla="*/ 216911 h 363266"/>
                <a:gd name="connsiteX9" fmla="*/ 99377 w 392228"/>
                <a:gd name="connsiteY9" fmla="*/ 216911 h 363266"/>
                <a:gd name="connsiteX10" fmla="*/ 99377 w 392228"/>
                <a:gd name="connsiteY10" fmla="*/ 363267 h 363266"/>
                <a:gd name="connsiteX11" fmla="*/ 0 w 392228"/>
                <a:gd name="connsiteY11" fmla="*/ 363267 h 363266"/>
                <a:gd name="connsiteX12" fmla="*/ 0 w 392228"/>
                <a:gd name="connsiteY12" fmla="*/ 0 h 363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2228" h="363266">
                  <a:moveTo>
                    <a:pt x="0" y="0"/>
                  </a:moveTo>
                  <a:lnTo>
                    <a:pt x="99377" y="0"/>
                  </a:lnTo>
                  <a:lnTo>
                    <a:pt x="99377" y="136358"/>
                  </a:lnTo>
                  <a:lnTo>
                    <a:pt x="292852" y="136358"/>
                  </a:lnTo>
                  <a:lnTo>
                    <a:pt x="292852" y="0"/>
                  </a:lnTo>
                  <a:lnTo>
                    <a:pt x="392228" y="0"/>
                  </a:lnTo>
                  <a:lnTo>
                    <a:pt x="392228" y="363267"/>
                  </a:lnTo>
                  <a:lnTo>
                    <a:pt x="292852" y="363267"/>
                  </a:lnTo>
                  <a:lnTo>
                    <a:pt x="292852" y="216911"/>
                  </a:lnTo>
                  <a:lnTo>
                    <a:pt x="99377" y="216911"/>
                  </a:lnTo>
                  <a:lnTo>
                    <a:pt x="99377" y="363267"/>
                  </a:lnTo>
                  <a:lnTo>
                    <a:pt x="0" y="3632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Полилиния 34">
              <a:extLst>
                <a:ext uri="{FF2B5EF4-FFF2-40B4-BE49-F238E27FC236}">
                  <a16:creationId xmlns:a16="http://schemas.microsoft.com/office/drawing/2014/main" id="{14E53DB1-426F-94A5-4F1A-DAC121A22EA5}"/>
                </a:ext>
              </a:extLst>
            </p:cNvPr>
            <p:cNvSpPr/>
            <p:nvPr/>
          </p:nvSpPr>
          <p:spPr>
            <a:xfrm>
              <a:off x="3309489" y="1415987"/>
              <a:ext cx="349328" cy="379246"/>
            </a:xfrm>
            <a:custGeom>
              <a:avLst/>
              <a:gdLst>
                <a:gd name="connsiteX0" fmla="*/ 0 w 334609"/>
                <a:gd name="connsiteY0" fmla="*/ 0 h 363266"/>
                <a:gd name="connsiteX1" fmla="*/ 332498 w 334609"/>
                <a:gd name="connsiteY1" fmla="*/ 0 h 363266"/>
                <a:gd name="connsiteX2" fmla="*/ 332498 w 334609"/>
                <a:gd name="connsiteY2" fmla="*/ 75813 h 363266"/>
                <a:gd name="connsiteX3" fmla="*/ 99377 w 334609"/>
                <a:gd name="connsiteY3" fmla="*/ 75813 h 363266"/>
                <a:gd name="connsiteX4" fmla="*/ 99377 w 334609"/>
                <a:gd name="connsiteY4" fmla="*/ 141098 h 363266"/>
                <a:gd name="connsiteX5" fmla="*/ 279102 w 334609"/>
                <a:gd name="connsiteY5" fmla="*/ 141098 h 363266"/>
                <a:gd name="connsiteX6" fmla="*/ 279102 w 334609"/>
                <a:gd name="connsiteY6" fmla="*/ 214278 h 363266"/>
                <a:gd name="connsiteX7" fmla="*/ 99377 w 334609"/>
                <a:gd name="connsiteY7" fmla="*/ 214278 h 363266"/>
                <a:gd name="connsiteX8" fmla="*/ 99377 w 334609"/>
                <a:gd name="connsiteY8" fmla="*/ 287459 h 363266"/>
                <a:gd name="connsiteX9" fmla="*/ 334609 w 334609"/>
                <a:gd name="connsiteY9" fmla="*/ 287459 h 363266"/>
                <a:gd name="connsiteX10" fmla="*/ 334609 w 334609"/>
                <a:gd name="connsiteY10" fmla="*/ 363267 h 363266"/>
                <a:gd name="connsiteX11" fmla="*/ 0 w 334609"/>
                <a:gd name="connsiteY11" fmla="*/ 363267 h 363266"/>
                <a:gd name="connsiteX12" fmla="*/ 0 w 334609"/>
                <a:gd name="connsiteY12" fmla="*/ 0 h 363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4609" h="363266">
                  <a:moveTo>
                    <a:pt x="0" y="0"/>
                  </a:moveTo>
                  <a:lnTo>
                    <a:pt x="332498" y="0"/>
                  </a:lnTo>
                  <a:lnTo>
                    <a:pt x="332498" y="75813"/>
                  </a:lnTo>
                  <a:lnTo>
                    <a:pt x="99377" y="75813"/>
                  </a:lnTo>
                  <a:lnTo>
                    <a:pt x="99377" y="141098"/>
                  </a:lnTo>
                  <a:lnTo>
                    <a:pt x="279102" y="141098"/>
                  </a:lnTo>
                  <a:lnTo>
                    <a:pt x="279102" y="214278"/>
                  </a:lnTo>
                  <a:lnTo>
                    <a:pt x="99377" y="214278"/>
                  </a:lnTo>
                  <a:lnTo>
                    <a:pt x="99377" y="287459"/>
                  </a:lnTo>
                  <a:lnTo>
                    <a:pt x="334609" y="287459"/>
                  </a:lnTo>
                  <a:lnTo>
                    <a:pt x="334609" y="363267"/>
                  </a:lnTo>
                  <a:lnTo>
                    <a:pt x="0" y="3632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Полилиния 35">
              <a:extLst>
                <a:ext uri="{FF2B5EF4-FFF2-40B4-BE49-F238E27FC236}">
                  <a16:creationId xmlns:a16="http://schemas.microsoft.com/office/drawing/2014/main" id="{9553C1B8-3B9C-FD3D-F70A-D0310B608D5A}"/>
                </a:ext>
              </a:extLst>
            </p:cNvPr>
            <p:cNvSpPr/>
            <p:nvPr/>
          </p:nvSpPr>
          <p:spPr>
            <a:xfrm>
              <a:off x="2776937" y="1415987"/>
              <a:ext cx="451417" cy="461695"/>
            </a:xfrm>
            <a:custGeom>
              <a:avLst/>
              <a:gdLst>
                <a:gd name="connsiteX0" fmla="*/ 339354 w 432396"/>
                <a:gd name="connsiteY0" fmla="*/ 442242 h 442241"/>
                <a:gd name="connsiteX1" fmla="*/ 339354 w 432396"/>
                <a:gd name="connsiteY1" fmla="*/ 363267 h 442241"/>
                <a:gd name="connsiteX2" fmla="*/ 0 w 432396"/>
                <a:gd name="connsiteY2" fmla="*/ 363267 h 442241"/>
                <a:gd name="connsiteX3" fmla="*/ 0 w 432396"/>
                <a:gd name="connsiteY3" fmla="*/ 0 h 442241"/>
                <a:gd name="connsiteX4" fmla="*/ 99377 w 432396"/>
                <a:gd name="connsiteY4" fmla="*/ 0 h 442241"/>
                <a:gd name="connsiteX5" fmla="*/ 99377 w 432396"/>
                <a:gd name="connsiteY5" fmla="*/ 282721 h 442241"/>
                <a:gd name="connsiteX6" fmla="*/ 283859 w 432396"/>
                <a:gd name="connsiteY6" fmla="*/ 282721 h 442241"/>
                <a:gd name="connsiteX7" fmla="*/ 283859 w 432396"/>
                <a:gd name="connsiteY7" fmla="*/ 0 h 442241"/>
                <a:gd name="connsiteX8" fmla="*/ 383236 w 432396"/>
                <a:gd name="connsiteY8" fmla="*/ 0 h 442241"/>
                <a:gd name="connsiteX9" fmla="*/ 383236 w 432396"/>
                <a:gd name="connsiteY9" fmla="*/ 282721 h 442241"/>
                <a:gd name="connsiteX10" fmla="*/ 432396 w 432396"/>
                <a:gd name="connsiteY10" fmla="*/ 282721 h 442241"/>
                <a:gd name="connsiteX11" fmla="*/ 432396 w 432396"/>
                <a:gd name="connsiteY11" fmla="*/ 442242 h 442241"/>
                <a:gd name="connsiteX12" fmla="*/ 339354 w 432396"/>
                <a:gd name="connsiteY12" fmla="*/ 442242 h 442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32396" h="442241">
                  <a:moveTo>
                    <a:pt x="339354" y="442242"/>
                  </a:moveTo>
                  <a:lnTo>
                    <a:pt x="339354" y="363267"/>
                  </a:lnTo>
                  <a:lnTo>
                    <a:pt x="0" y="363267"/>
                  </a:lnTo>
                  <a:lnTo>
                    <a:pt x="0" y="0"/>
                  </a:lnTo>
                  <a:lnTo>
                    <a:pt x="99377" y="0"/>
                  </a:lnTo>
                  <a:lnTo>
                    <a:pt x="99377" y="282721"/>
                  </a:lnTo>
                  <a:lnTo>
                    <a:pt x="283859" y="282721"/>
                  </a:lnTo>
                  <a:lnTo>
                    <a:pt x="283859" y="0"/>
                  </a:lnTo>
                  <a:lnTo>
                    <a:pt x="383236" y="0"/>
                  </a:lnTo>
                  <a:lnTo>
                    <a:pt x="383236" y="282721"/>
                  </a:lnTo>
                  <a:lnTo>
                    <a:pt x="432396" y="282721"/>
                  </a:lnTo>
                  <a:lnTo>
                    <a:pt x="432396" y="442242"/>
                  </a:lnTo>
                  <a:lnTo>
                    <a:pt x="339354" y="442242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Полилиния 36">
              <a:extLst>
                <a:ext uri="{FF2B5EF4-FFF2-40B4-BE49-F238E27FC236}">
                  <a16:creationId xmlns:a16="http://schemas.microsoft.com/office/drawing/2014/main" id="{CB08559A-1E9A-31AC-C628-9DB1DA857E00}"/>
                </a:ext>
              </a:extLst>
            </p:cNvPr>
            <p:cNvSpPr/>
            <p:nvPr/>
          </p:nvSpPr>
          <p:spPr>
            <a:xfrm>
              <a:off x="8890749" y="1646657"/>
              <a:ext cx="346430" cy="350551"/>
            </a:xfrm>
            <a:custGeom>
              <a:avLst/>
              <a:gdLst>
                <a:gd name="connsiteX0" fmla="*/ 0 w 331833"/>
                <a:gd name="connsiteY0" fmla="*/ 335781 h 335780"/>
                <a:gd name="connsiteX1" fmla="*/ 331833 w 331833"/>
                <a:gd name="connsiteY1" fmla="*/ 0 h 335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1833" h="335780">
                  <a:moveTo>
                    <a:pt x="0" y="335781"/>
                  </a:moveTo>
                  <a:lnTo>
                    <a:pt x="331833" y="0"/>
                  </a:lnTo>
                </a:path>
              </a:pathLst>
            </a:custGeom>
            <a:ln w="25641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Полилиния 37">
              <a:extLst>
                <a:ext uri="{FF2B5EF4-FFF2-40B4-BE49-F238E27FC236}">
                  <a16:creationId xmlns:a16="http://schemas.microsoft.com/office/drawing/2014/main" id="{00204D7F-3BC3-A5B7-A30C-55EA87A6A757}"/>
                </a:ext>
              </a:extLst>
            </p:cNvPr>
            <p:cNvSpPr/>
            <p:nvPr/>
          </p:nvSpPr>
          <p:spPr>
            <a:xfrm>
              <a:off x="8898872" y="1641559"/>
              <a:ext cx="346430" cy="350551"/>
            </a:xfrm>
            <a:custGeom>
              <a:avLst/>
              <a:gdLst>
                <a:gd name="connsiteX0" fmla="*/ 0 w 331833"/>
                <a:gd name="connsiteY0" fmla="*/ 0 h 335780"/>
                <a:gd name="connsiteX1" fmla="*/ 331833 w 331833"/>
                <a:gd name="connsiteY1" fmla="*/ 335781 h 335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1833" h="335780">
                  <a:moveTo>
                    <a:pt x="0" y="0"/>
                  </a:moveTo>
                  <a:lnTo>
                    <a:pt x="331833" y="335781"/>
                  </a:lnTo>
                </a:path>
              </a:pathLst>
            </a:custGeom>
            <a:ln w="25641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F05CF60B-303C-59F0-511C-5DB1A022843F}"/>
              </a:ext>
            </a:extLst>
          </p:cNvPr>
          <p:cNvCxnSpPr>
            <a:cxnSpLocks/>
          </p:cNvCxnSpPr>
          <p:nvPr userDrawn="1"/>
        </p:nvCxnSpPr>
        <p:spPr>
          <a:xfrm>
            <a:off x="1219351" y="3094224"/>
            <a:ext cx="21355804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BBE7DF51-59FE-3CD3-949C-4435C99D8747}"/>
              </a:ext>
            </a:extLst>
          </p:cNvPr>
          <p:cNvCxnSpPr>
            <a:cxnSpLocks/>
          </p:cNvCxnSpPr>
          <p:nvPr userDrawn="1"/>
        </p:nvCxnSpPr>
        <p:spPr>
          <a:xfrm>
            <a:off x="23154851" y="3746500"/>
            <a:ext cx="0" cy="8764588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6D902FED-197E-5F3F-62A9-79B50A7A420A}"/>
              </a:ext>
            </a:extLst>
          </p:cNvPr>
          <p:cNvCxnSpPr>
            <a:cxnSpLocks/>
          </p:cNvCxnSpPr>
          <p:nvPr userDrawn="1"/>
        </p:nvCxnSpPr>
        <p:spPr>
          <a:xfrm>
            <a:off x="23154851" y="1219200"/>
            <a:ext cx="0" cy="132080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Текст 34">
            <a:extLst>
              <a:ext uri="{FF2B5EF4-FFF2-40B4-BE49-F238E27FC236}">
                <a16:creationId xmlns:a16="http://schemas.microsoft.com/office/drawing/2014/main" id="{30148C2E-65E6-553A-87C6-8515D63719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9490375"/>
            <a:ext cx="17185245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Заголовок презентации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38269166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C62FB78-7F5F-C2E5-51BF-A8DE71DF85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92523" y="1219200"/>
            <a:ext cx="2006847" cy="1302690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9644507F-2411-DC76-C8F3-90355D3E0944}"/>
              </a:ext>
            </a:extLst>
          </p:cNvPr>
          <p:cNvCxnSpPr>
            <a:cxnSpLocks/>
          </p:cNvCxnSpPr>
          <p:nvPr userDrawn="1"/>
        </p:nvCxnSpPr>
        <p:spPr>
          <a:xfrm>
            <a:off x="6883718" y="11684000"/>
            <a:ext cx="0" cy="827088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3668D00B-899F-AB64-BABB-A76A39542743}"/>
              </a:ext>
            </a:extLst>
          </p:cNvPr>
          <p:cNvCxnSpPr>
            <a:cxnSpLocks/>
          </p:cNvCxnSpPr>
          <p:nvPr userDrawn="1"/>
        </p:nvCxnSpPr>
        <p:spPr>
          <a:xfrm>
            <a:off x="7475032" y="11107892"/>
            <a:ext cx="15699293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5C31A099-C7D0-5207-0B00-F8CC5253C993}"/>
              </a:ext>
            </a:extLst>
          </p:cNvPr>
          <p:cNvCxnSpPr>
            <a:cxnSpLocks/>
          </p:cNvCxnSpPr>
          <p:nvPr userDrawn="1"/>
        </p:nvCxnSpPr>
        <p:spPr>
          <a:xfrm>
            <a:off x="6883718" y="1204913"/>
            <a:ext cx="0" cy="9303639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Текст 34">
            <a:extLst>
              <a:ext uri="{FF2B5EF4-FFF2-40B4-BE49-F238E27FC236}">
                <a16:creationId xmlns:a16="http://schemas.microsoft.com/office/drawing/2014/main" id="{8E3EDAB1-5896-5CE4-CBEE-918601F42E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92523" y="4703495"/>
            <a:ext cx="14837315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раздела</a:t>
            </a:r>
          </a:p>
        </p:txBody>
      </p:sp>
      <p:sp>
        <p:nvSpPr>
          <p:cNvPr id="27" name="Текст 36">
            <a:extLst>
              <a:ext uri="{FF2B5EF4-FFF2-40B4-BE49-F238E27FC236}">
                <a16:creationId xmlns:a16="http://schemas.microsoft.com/office/drawing/2014/main" id="{D5082E7C-4853-22F7-34D6-E6219D01B8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92523" y="8182429"/>
            <a:ext cx="9212257" cy="74385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48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1800" smtClean="0"/>
            </a:lvl2pPr>
            <a:lvl3pPr>
              <a:defRPr lang="ru-RU" sz="1800" smtClean="0"/>
            </a:lvl3pPr>
            <a:lvl4pPr>
              <a:defRPr lang="ru-RU" sz="1800" smtClean="0"/>
            </a:lvl4pPr>
            <a:lvl5pPr>
              <a:defRPr lang="ru-RU" sz="1800"/>
            </a:lvl5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раздела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4AE83BE-3812-04B0-7F27-8F983D2BC534}"/>
              </a:ext>
            </a:extLst>
          </p:cNvPr>
          <p:cNvSpPr/>
          <p:nvPr/>
        </p:nvSpPr>
        <p:spPr>
          <a:xfrm>
            <a:off x="8192523" y="11673114"/>
            <a:ext cx="3708864" cy="8382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Текст 36">
            <a:extLst>
              <a:ext uri="{FF2B5EF4-FFF2-40B4-BE49-F238E27FC236}">
                <a16:creationId xmlns:a16="http://schemas.microsoft.com/office/drawing/2014/main" id="{56EF11C1-D6E0-4866-984D-42263B7952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54075" y="11859779"/>
            <a:ext cx="3185761" cy="46487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indent="0">
              <a:buNone/>
              <a:defRPr lang="ru-RU" sz="3000" b="1" spc="100" baseline="0" dirty="0">
                <a:solidFill>
                  <a:srgbClr val="141414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algn="ctr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ТЕГ 1</a:t>
            </a:r>
          </a:p>
        </p:txBody>
      </p:sp>
    </p:spTree>
    <p:extLst>
      <p:ext uri="{BB962C8B-B14F-4D97-AF65-F5344CB8AC3E}">
        <p14:creationId xmlns:p14="http://schemas.microsoft.com/office/powerpoint/2010/main" val="21660275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09CC67D-1EA4-3B2E-4FED-C778B4AD4C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50407" y="1219200"/>
            <a:ext cx="2006847" cy="1302690"/>
          </a:xfrm>
          <a:prstGeom prst="rect">
            <a:avLst/>
          </a:prstGeom>
        </p:spPr>
      </p:pic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2AC3C33F-2EEE-66DA-0D8F-F126AFD97187}"/>
              </a:ext>
            </a:extLst>
          </p:cNvPr>
          <p:cNvCxnSpPr>
            <a:cxnSpLocks/>
          </p:cNvCxnSpPr>
          <p:nvPr userDrawn="1"/>
        </p:nvCxnSpPr>
        <p:spPr>
          <a:xfrm>
            <a:off x="1250407" y="3094224"/>
            <a:ext cx="14986677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FEF6DFCF-6E3C-45AD-39A3-2B96DD02EF20}"/>
              </a:ext>
            </a:extLst>
          </p:cNvPr>
          <p:cNvCxnSpPr>
            <a:cxnSpLocks/>
          </p:cNvCxnSpPr>
          <p:nvPr userDrawn="1"/>
        </p:nvCxnSpPr>
        <p:spPr>
          <a:xfrm>
            <a:off x="16731657" y="1219200"/>
            <a:ext cx="0" cy="13208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45C09DE2-AA4E-1E92-3055-D338F20440CD}"/>
              </a:ext>
            </a:extLst>
          </p:cNvPr>
          <p:cNvCxnSpPr>
            <a:cxnSpLocks/>
          </p:cNvCxnSpPr>
          <p:nvPr userDrawn="1"/>
        </p:nvCxnSpPr>
        <p:spPr>
          <a:xfrm>
            <a:off x="16731657" y="3746500"/>
            <a:ext cx="0" cy="8764588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Текст 34">
            <a:extLst>
              <a:ext uri="{FF2B5EF4-FFF2-40B4-BE49-F238E27FC236}">
                <a16:creationId xmlns:a16="http://schemas.microsoft.com/office/drawing/2014/main" id="{91448EFB-C488-FB09-FF84-84882C9C33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50407" y="5839459"/>
            <a:ext cx="14837315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раздела</a:t>
            </a:r>
          </a:p>
        </p:txBody>
      </p:sp>
      <p:sp>
        <p:nvSpPr>
          <p:cNvPr id="37" name="Текст 36">
            <a:extLst>
              <a:ext uri="{FF2B5EF4-FFF2-40B4-BE49-F238E27FC236}">
                <a16:creationId xmlns:a16="http://schemas.microsoft.com/office/drawing/2014/main" id="{3C75284D-C85C-B463-479E-E8999D8368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50407" y="9318393"/>
            <a:ext cx="9212257" cy="74385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48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1800" smtClean="0"/>
            </a:lvl2pPr>
            <a:lvl3pPr>
              <a:defRPr lang="ru-RU" sz="1800" smtClean="0"/>
            </a:lvl3pPr>
            <a:lvl4pPr>
              <a:defRPr lang="ru-RU" sz="1800" smtClean="0"/>
            </a:lvl4pPr>
            <a:lvl5pPr>
              <a:defRPr lang="ru-RU" sz="1800"/>
            </a:lvl5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раздела</a:t>
            </a:r>
          </a:p>
        </p:txBody>
      </p:sp>
    </p:spTree>
    <p:extLst>
      <p:ext uri="{BB962C8B-B14F-4D97-AF65-F5344CB8AC3E}">
        <p14:creationId xmlns:p14="http://schemas.microsoft.com/office/powerpoint/2010/main" val="21667924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Текст 11">
            <a:extLst>
              <a:ext uri="{FF2B5EF4-FFF2-40B4-BE49-F238E27FC236}">
                <a16:creationId xmlns:a16="http://schemas.microsoft.com/office/drawing/2014/main" id="{4433600C-32F6-A6D8-64DC-17C93775E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58922" y="5703838"/>
            <a:ext cx="7069331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algn="ctr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подраздела</a:t>
            </a:r>
          </a:p>
        </p:txBody>
      </p:sp>
      <p:pic>
        <p:nvPicPr>
          <p:cNvPr id="3" name="Image 44" descr=" ">
            <a:extLst>
              <a:ext uri="{FF2B5EF4-FFF2-40B4-BE49-F238E27FC236}">
                <a16:creationId xmlns:a16="http://schemas.microsoft.com/office/drawing/2014/main" id="{5FA340A4-761F-E462-A60C-B3C5CD2580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9670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17" descr=" ">
            <a:extLst>
              <a:ext uri="{FF2B5EF4-FFF2-40B4-BE49-F238E27FC236}">
                <a16:creationId xmlns:a16="http://schemas.microsoft.com/office/drawing/2014/main" id="{78398245-0457-ECB2-B1F1-186FF61919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4" name="Текст 11">
            <a:extLst>
              <a:ext uri="{FF2B5EF4-FFF2-40B4-BE49-F238E27FC236}">
                <a16:creationId xmlns:a16="http://schemas.microsoft.com/office/drawing/2014/main" id="{6373765E-784B-CA47-C443-A123576518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58922" y="5703838"/>
            <a:ext cx="7069331" cy="2308324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algn="ctr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подраздела</a:t>
            </a:r>
          </a:p>
        </p:txBody>
      </p:sp>
    </p:spTree>
    <p:extLst>
      <p:ext uri="{BB962C8B-B14F-4D97-AF65-F5344CB8AC3E}">
        <p14:creationId xmlns:p14="http://schemas.microsoft.com/office/powerpoint/2010/main" val="26333183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Рисунок 6">
            <a:extLst>
              <a:ext uri="{FF2B5EF4-FFF2-40B4-BE49-F238E27FC236}">
                <a16:creationId xmlns:a16="http://schemas.microsoft.com/office/drawing/2014/main" id="{04E63315-1FD1-425F-AE02-1FD581B99E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19352" y="1219199"/>
            <a:ext cx="9754803" cy="11277599"/>
          </a:xfrm>
          <a:prstGeom prst="round2DiagRect">
            <a:avLst>
              <a:gd name="adj1" fmla="val 9499"/>
              <a:gd name="adj2" fmla="val 0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09773116-D883-1143-03AE-344D08E75DE8}"/>
              </a:ext>
            </a:extLst>
          </p:cNvPr>
          <p:cNvGrpSpPr/>
          <p:nvPr userDrawn="1"/>
        </p:nvGrpSpPr>
        <p:grpSpPr>
          <a:xfrm>
            <a:off x="12384048" y="1219200"/>
            <a:ext cx="9112922" cy="8270675"/>
            <a:chOff x="12384048" y="1219200"/>
            <a:chExt cx="9112922" cy="8270675"/>
          </a:xfrm>
        </p:grpSpPr>
        <p:sp>
          <p:nvSpPr>
            <p:cNvPr id="4" name="Shape 1">
              <a:extLst>
                <a:ext uri="{FF2B5EF4-FFF2-40B4-BE49-F238E27FC236}">
                  <a16:creationId xmlns:a16="http://schemas.microsoft.com/office/drawing/2014/main" id="{6ACD4361-0C6D-966F-45C7-4E7E1335178B}"/>
                </a:ext>
              </a:extLst>
            </p:cNvPr>
            <p:cNvSpPr/>
            <p:nvPr/>
          </p:nvSpPr>
          <p:spPr>
            <a:xfrm>
              <a:off x="12384048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" name="Shape 2">
              <a:extLst>
                <a:ext uri="{FF2B5EF4-FFF2-40B4-BE49-F238E27FC236}">
                  <a16:creationId xmlns:a16="http://schemas.microsoft.com/office/drawing/2014/main" id="{8756C4CD-7C4A-DBF0-79CB-A799E697C5CA}"/>
                </a:ext>
              </a:extLst>
            </p:cNvPr>
            <p:cNvSpPr/>
            <p:nvPr/>
          </p:nvSpPr>
          <p:spPr>
            <a:xfrm>
              <a:off x="19014245" y="369867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3" name="Shape 3">
              <a:extLst>
                <a:ext uri="{FF2B5EF4-FFF2-40B4-BE49-F238E27FC236}">
                  <a16:creationId xmlns:a16="http://schemas.microsoft.com/office/drawing/2014/main" id="{C83854F6-8358-A6FF-2714-B322BAEEEA9A}"/>
                </a:ext>
              </a:extLst>
            </p:cNvPr>
            <p:cNvSpPr/>
            <p:nvPr/>
          </p:nvSpPr>
          <p:spPr>
            <a:xfrm>
              <a:off x="15699147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4" name="Shape 4">
              <a:extLst>
                <a:ext uri="{FF2B5EF4-FFF2-40B4-BE49-F238E27FC236}">
                  <a16:creationId xmlns:a16="http://schemas.microsoft.com/office/drawing/2014/main" id="{833076AF-9815-3E37-019C-3D24CD7E8060}"/>
                </a:ext>
              </a:extLst>
            </p:cNvPr>
            <p:cNvSpPr/>
            <p:nvPr/>
          </p:nvSpPr>
          <p:spPr>
            <a:xfrm>
              <a:off x="14034423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5" name="Shape 5">
              <a:extLst>
                <a:ext uri="{FF2B5EF4-FFF2-40B4-BE49-F238E27FC236}">
                  <a16:creationId xmlns:a16="http://schemas.microsoft.com/office/drawing/2014/main" id="{B791AB42-C3C3-9B6A-C8F0-5D1AFDB9D332}"/>
                </a:ext>
              </a:extLst>
            </p:cNvPr>
            <p:cNvSpPr/>
            <p:nvPr/>
          </p:nvSpPr>
          <p:spPr>
            <a:xfrm>
              <a:off x="20664608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6" name="Shape 6">
              <a:extLst>
                <a:ext uri="{FF2B5EF4-FFF2-40B4-BE49-F238E27FC236}">
                  <a16:creationId xmlns:a16="http://schemas.microsoft.com/office/drawing/2014/main" id="{25CF1195-E733-2A1F-97C8-75A3B7EA8948}"/>
                </a:ext>
              </a:extLst>
            </p:cNvPr>
            <p:cNvSpPr/>
            <p:nvPr/>
          </p:nvSpPr>
          <p:spPr>
            <a:xfrm>
              <a:off x="17349522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7" name="Shape 7">
              <a:extLst>
                <a:ext uri="{FF2B5EF4-FFF2-40B4-BE49-F238E27FC236}">
                  <a16:creationId xmlns:a16="http://schemas.microsoft.com/office/drawing/2014/main" id="{D33F79F3-2114-6326-53F8-1A5E1053F285}"/>
                </a:ext>
              </a:extLst>
            </p:cNvPr>
            <p:cNvSpPr/>
            <p:nvPr/>
          </p:nvSpPr>
          <p:spPr>
            <a:xfrm>
              <a:off x="13216417" y="369867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8" name="Shape 8">
              <a:extLst>
                <a:ext uri="{FF2B5EF4-FFF2-40B4-BE49-F238E27FC236}">
                  <a16:creationId xmlns:a16="http://schemas.microsoft.com/office/drawing/2014/main" id="{1FB252AF-4275-3B79-1812-0F489EA63AA3}"/>
                </a:ext>
              </a:extLst>
            </p:cNvPr>
            <p:cNvSpPr/>
            <p:nvPr/>
          </p:nvSpPr>
          <p:spPr>
            <a:xfrm>
              <a:off x="19832251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9" name="Shape 9">
              <a:extLst>
                <a:ext uri="{FF2B5EF4-FFF2-40B4-BE49-F238E27FC236}">
                  <a16:creationId xmlns:a16="http://schemas.microsoft.com/office/drawing/2014/main" id="{1A7B5873-3DB9-8A52-88CA-759D7987B96F}"/>
                </a:ext>
              </a:extLst>
            </p:cNvPr>
            <p:cNvSpPr/>
            <p:nvPr/>
          </p:nvSpPr>
          <p:spPr>
            <a:xfrm>
              <a:off x="16531516" y="369867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0" name="Shape 10">
              <a:extLst>
                <a:ext uri="{FF2B5EF4-FFF2-40B4-BE49-F238E27FC236}">
                  <a16:creationId xmlns:a16="http://schemas.microsoft.com/office/drawing/2014/main" id="{25D001C8-B563-749E-155A-111D773063A5}"/>
                </a:ext>
              </a:extLst>
            </p:cNvPr>
            <p:cNvSpPr/>
            <p:nvPr/>
          </p:nvSpPr>
          <p:spPr>
            <a:xfrm>
              <a:off x="14866777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1" name="Shape 11">
              <a:extLst>
                <a:ext uri="{FF2B5EF4-FFF2-40B4-BE49-F238E27FC236}">
                  <a16:creationId xmlns:a16="http://schemas.microsoft.com/office/drawing/2014/main" id="{884420DF-E614-97A3-6C93-2EF4E850614D}"/>
                </a:ext>
              </a:extLst>
            </p:cNvPr>
            <p:cNvSpPr/>
            <p:nvPr/>
          </p:nvSpPr>
          <p:spPr>
            <a:xfrm>
              <a:off x="18181876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2" name="Shape 12">
              <a:extLst>
                <a:ext uri="{FF2B5EF4-FFF2-40B4-BE49-F238E27FC236}">
                  <a16:creationId xmlns:a16="http://schemas.microsoft.com/office/drawing/2014/main" id="{A45B4072-962D-18E8-B39C-6EB1FDCD0CA5}"/>
                </a:ext>
              </a:extLst>
            </p:cNvPr>
            <p:cNvSpPr/>
            <p:nvPr/>
          </p:nvSpPr>
          <p:spPr>
            <a:xfrm>
              <a:off x="12384048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3" name="Shape 13">
              <a:extLst>
                <a:ext uri="{FF2B5EF4-FFF2-40B4-BE49-F238E27FC236}">
                  <a16:creationId xmlns:a16="http://schemas.microsoft.com/office/drawing/2014/main" id="{F28F748D-50D1-A6C5-B8CA-5B201921C6EF}"/>
                </a:ext>
              </a:extLst>
            </p:cNvPr>
            <p:cNvSpPr/>
            <p:nvPr/>
          </p:nvSpPr>
          <p:spPr>
            <a:xfrm>
              <a:off x="19014245" y="2872184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4" name="Shape 14">
              <a:extLst>
                <a:ext uri="{FF2B5EF4-FFF2-40B4-BE49-F238E27FC236}">
                  <a16:creationId xmlns:a16="http://schemas.microsoft.com/office/drawing/2014/main" id="{5DF9D4EA-AE35-8211-69CF-44DA55A98824}"/>
                </a:ext>
              </a:extLst>
            </p:cNvPr>
            <p:cNvSpPr/>
            <p:nvPr/>
          </p:nvSpPr>
          <p:spPr>
            <a:xfrm>
              <a:off x="15699147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5" name="Shape 15">
              <a:extLst>
                <a:ext uri="{FF2B5EF4-FFF2-40B4-BE49-F238E27FC236}">
                  <a16:creationId xmlns:a16="http://schemas.microsoft.com/office/drawing/2014/main" id="{9C6F6B41-16DD-F00E-CED0-DC3413604C0C}"/>
                </a:ext>
              </a:extLst>
            </p:cNvPr>
            <p:cNvSpPr/>
            <p:nvPr/>
          </p:nvSpPr>
          <p:spPr>
            <a:xfrm>
              <a:off x="14034423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6" name="Shape 16">
              <a:extLst>
                <a:ext uri="{FF2B5EF4-FFF2-40B4-BE49-F238E27FC236}">
                  <a16:creationId xmlns:a16="http://schemas.microsoft.com/office/drawing/2014/main" id="{21B57D3F-89E0-08D2-6AE1-905CD36B76A4}"/>
                </a:ext>
              </a:extLst>
            </p:cNvPr>
            <p:cNvSpPr/>
            <p:nvPr/>
          </p:nvSpPr>
          <p:spPr>
            <a:xfrm>
              <a:off x="20664608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7" name="Shape 17">
              <a:extLst>
                <a:ext uri="{FF2B5EF4-FFF2-40B4-BE49-F238E27FC236}">
                  <a16:creationId xmlns:a16="http://schemas.microsoft.com/office/drawing/2014/main" id="{6EBAF96F-393F-3E03-902B-0E0C1CBE3B53}"/>
                </a:ext>
              </a:extLst>
            </p:cNvPr>
            <p:cNvSpPr/>
            <p:nvPr/>
          </p:nvSpPr>
          <p:spPr>
            <a:xfrm>
              <a:off x="17349522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8" name="Shape 18">
              <a:extLst>
                <a:ext uri="{FF2B5EF4-FFF2-40B4-BE49-F238E27FC236}">
                  <a16:creationId xmlns:a16="http://schemas.microsoft.com/office/drawing/2014/main" id="{C36B9AF0-59A4-8D34-807A-A22189C7E34D}"/>
                </a:ext>
              </a:extLst>
            </p:cNvPr>
            <p:cNvSpPr/>
            <p:nvPr/>
          </p:nvSpPr>
          <p:spPr>
            <a:xfrm>
              <a:off x="13216417" y="2872184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9" name="Shape 19">
              <a:extLst>
                <a:ext uri="{FF2B5EF4-FFF2-40B4-BE49-F238E27FC236}">
                  <a16:creationId xmlns:a16="http://schemas.microsoft.com/office/drawing/2014/main" id="{9D85E0E0-5D07-84C6-CFD7-5445B9F935E4}"/>
                </a:ext>
              </a:extLst>
            </p:cNvPr>
            <p:cNvSpPr/>
            <p:nvPr/>
          </p:nvSpPr>
          <p:spPr>
            <a:xfrm>
              <a:off x="19832251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0" name="Shape 20">
              <a:extLst>
                <a:ext uri="{FF2B5EF4-FFF2-40B4-BE49-F238E27FC236}">
                  <a16:creationId xmlns:a16="http://schemas.microsoft.com/office/drawing/2014/main" id="{A4D72BE5-97A2-0C42-F05D-76006090342E}"/>
                </a:ext>
              </a:extLst>
            </p:cNvPr>
            <p:cNvSpPr/>
            <p:nvPr/>
          </p:nvSpPr>
          <p:spPr>
            <a:xfrm>
              <a:off x="16531516" y="2872184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1" name="Shape 21">
              <a:extLst>
                <a:ext uri="{FF2B5EF4-FFF2-40B4-BE49-F238E27FC236}">
                  <a16:creationId xmlns:a16="http://schemas.microsoft.com/office/drawing/2014/main" id="{BC36E8A1-3257-61EC-F6BD-37E71EBE3264}"/>
                </a:ext>
              </a:extLst>
            </p:cNvPr>
            <p:cNvSpPr/>
            <p:nvPr/>
          </p:nvSpPr>
          <p:spPr>
            <a:xfrm>
              <a:off x="14866777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2" name="Shape 22">
              <a:extLst>
                <a:ext uri="{FF2B5EF4-FFF2-40B4-BE49-F238E27FC236}">
                  <a16:creationId xmlns:a16="http://schemas.microsoft.com/office/drawing/2014/main" id="{82326853-50B0-6272-3D24-0B329CDE6022}"/>
                </a:ext>
              </a:extLst>
            </p:cNvPr>
            <p:cNvSpPr/>
            <p:nvPr/>
          </p:nvSpPr>
          <p:spPr>
            <a:xfrm>
              <a:off x="18181876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3" name="Shape 23">
              <a:extLst>
                <a:ext uri="{FF2B5EF4-FFF2-40B4-BE49-F238E27FC236}">
                  <a16:creationId xmlns:a16="http://schemas.microsoft.com/office/drawing/2014/main" id="{242E0504-9CC9-AEF4-B2DE-A595C6719943}"/>
                </a:ext>
              </a:extLst>
            </p:cNvPr>
            <p:cNvSpPr/>
            <p:nvPr/>
          </p:nvSpPr>
          <p:spPr>
            <a:xfrm>
              <a:off x="12384048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4" name="Shape 24">
              <a:extLst>
                <a:ext uri="{FF2B5EF4-FFF2-40B4-BE49-F238E27FC236}">
                  <a16:creationId xmlns:a16="http://schemas.microsoft.com/office/drawing/2014/main" id="{E5A3F6DD-4124-2369-5695-33F9F35C38EE}"/>
                </a:ext>
              </a:extLst>
            </p:cNvPr>
            <p:cNvSpPr/>
            <p:nvPr/>
          </p:nvSpPr>
          <p:spPr>
            <a:xfrm>
              <a:off x="19014245" y="4525169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5" name="Shape 25">
              <a:extLst>
                <a:ext uri="{FF2B5EF4-FFF2-40B4-BE49-F238E27FC236}">
                  <a16:creationId xmlns:a16="http://schemas.microsoft.com/office/drawing/2014/main" id="{865FBFFE-78E0-FA1F-3844-861FA30D31A4}"/>
                </a:ext>
              </a:extLst>
            </p:cNvPr>
            <p:cNvSpPr/>
            <p:nvPr/>
          </p:nvSpPr>
          <p:spPr>
            <a:xfrm>
              <a:off x="15699147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6" name="Shape 26">
              <a:extLst>
                <a:ext uri="{FF2B5EF4-FFF2-40B4-BE49-F238E27FC236}">
                  <a16:creationId xmlns:a16="http://schemas.microsoft.com/office/drawing/2014/main" id="{520E2205-E35F-4FD6-44AA-6CB5EB5149AF}"/>
                </a:ext>
              </a:extLst>
            </p:cNvPr>
            <p:cNvSpPr/>
            <p:nvPr/>
          </p:nvSpPr>
          <p:spPr>
            <a:xfrm>
              <a:off x="14034423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7" name="Shape 27">
              <a:extLst>
                <a:ext uri="{FF2B5EF4-FFF2-40B4-BE49-F238E27FC236}">
                  <a16:creationId xmlns:a16="http://schemas.microsoft.com/office/drawing/2014/main" id="{BF6FC13C-C38E-F1EA-8DC7-596FE379FC5B}"/>
                </a:ext>
              </a:extLst>
            </p:cNvPr>
            <p:cNvSpPr/>
            <p:nvPr/>
          </p:nvSpPr>
          <p:spPr>
            <a:xfrm>
              <a:off x="20664608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8" name="Shape 28">
              <a:extLst>
                <a:ext uri="{FF2B5EF4-FFF2-40B4-BE49-F238E27FC236}">
                  <a16:creationId xmlns:a16="http://schemas.microsoft.com/office/drawing/2014/main" id="{7EA7FABD-5023-2EE6-5A7E-DA0C445B5848}"/>
                </a:ext>
              </a:extLst>
            </p:cNvPr>
            <p:cNvSpPr/>
            <p:nvPr/>
          </p:nvSpPr>
          <p:spPr>
            <a:xfrm>
              <a:off x="17349522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9" name="Shape 29">
              <a:extLst>
                <a:ext uri="{FF2B5EF4-FFF2-40B4-BE49-F238E27FC236}">
                  <a16:creationId xmlns:a16="http://schemas.microsoft.com/office/drawing/2014/main" id="{F94C48FD-AA60-CEFE-0BAD-1976C401DD8B}"/>
                </a:ext>
              </a:extLst>
            </p:cNvPr>
            <p:cNvSpPr/>
            <p:nvPr/>
          </p:nvSpPr>
          <p:spPr>
            <a:xfrm>
              <a:off x="13216417" y="4525169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0" name="Shape 30">
              <a:extLst>
                <a:ext uri="{FF2B5EF4-FFF2-40B4-BE49-F238E27FC236}">
                  <a16:creationId xmlns:a16="http://schemas.microsoft.com/office/drawing/2014/main" id="{F6BDFBFD-EF52-4CC3-3D8F-1D809BC34517}"/>
                </a:ext>
              </a:extLst>
            </p:cNvPr>
            <p:cNvSpPr/>
            <p:nvPr/>
          </p:nvSpPr>
          <p:spPr>
            <a:xfrm>
              <a:off x="19832251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1" name="Shape 31">
              <a:extLst>
                <a:ext uri="{FF2B5EF4-FFF2-40B4-BE49-F238E27FC236}">
                  <a16:creationId xmlns:a16="http://schemas.microsoft.com/office/drawing/2014/main" id="{1FAEB62D-6D23-23D3-C396-858603AF8D65}"/>
                </a:ext>
              </a:extLst>
            </p:cNvPr>
            <p:cNvSpPr/>
            <p:nvPr/>
          </p:nvSpPr>
          <p:spPr>
            <a:xfrm>
              <a:off x="16531516" y="4525169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2" name="Shape 32">
              <a:extLst>
                <a:ext uri="{FF2B5EF4-FFF2-40B4-BE49-F238E27FC236}">
                  <a16:creationId xmlns:a16="http://schemas.microsoft.com/office/drawing/2014/main" id="{AA825406-CEBC-8079-0D45-E93042AFC758}"/>
                </a:ext>
              </a:extLst>
            </p:cNvPr>
            <p:cNvSpPr/>
            <p:nvPr/>
          </p:nvSpPr>
          <p:spPr>
            <a:xfrm>
              <a:off x="14866777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3" name="Shape 33">
              <a:extLst>
                <a:ext uri="{FF2B5EF4-FFF2-40B4-BE49-F238E27FC236}">
                  <a16:creationId xmlns:a16="http://schemas.microsoft.com/office/drawing/2014/main" id="{3640DE50-2D1C-F492-93D7-32C8F90BEC9F}"/>
                </a:ext>
              </a:extLst>
            </p:cNvPr>
            <p:cNvSpPr/>
            <p:nvPr/>
          </p:nvSpPr>
          <p:spPr>
            <a:xfrm>
              <a:off x="18181876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4" name="Shape 34">
              <a:extLst>
                <a:ext uri="{FF2B5EF4-FFF2-40B4-BE49-F238E27FC236}">
                  <a16:creationId xmlns:a16="http://schemas.microsoft.com/office/drawing/2014/main" id="{5738B1A9-E8E3-E113-2FB1-539166562B82}"/>
                </a:ext>
              </a:extLst>
            </p:cNvPr>
            <p:cNvSpPr/>
            <p:nvPr/>
          </p:nvSpPr>
          <p:spPr>
            <a:xfrm>
              <a:off x="12384048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5" name="Shape 35">
              <a:extLst>
                <a:ext uri="{FF2B5EF4-FFF2-40B4-BE49-F238E27FC236}">
                  <a16:creationId xmlns:a16="http://schemas.microsoft.com/office/drawing/2014/main" id="{020AD2A0-944D-9AEB-9D31-B2713E53B739}"/>
                </a:ext>
              </a:extLst>
            </p:cNvPr>
            <p:cNvSpPr/>
            <p:nvPr/>
          </p:nvSpPr>
          <p:spPr>
            <a:xfrm>
              <a:off x="19014245" y="535166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6" name="Shape 36">
              <a:extLst>
                <a:ext uri="{FF2B5EF4-FFF2-40B4-BE49-F238E27FC236}">
                  <a16:creationId xmlns:a16="http://schemas.microsoft.com/office/drawing/2014/main" id="{40E78BF5-21CD-E1AC-6749-62BDB22E6639}"/>
                </a:ext>
              </a:extLst>
            </p:cNvPr>
            <p:cNvSpPr/>
            <p:nvPr/>
          </p:nvSpPr>
          <p:spPr>
            <a:xfrm>
              <a:off x="15699147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7" name="Shape 37">
              <a:extLst>
                <a:ext uri="{FF2B5EF4-FFF2-40B4-BE49-F238E27FC236}">
                  <a16:creationId xmlns:a16="http://schemas.microsoft.com/office/drawing/2014/main" id="{AC97486E-28D2-006E-8767-98344192068A}"/>
                </a:ext>
              </a:extLst>
            </p:cNvPr>
            <p:cNvSpPr/>
            <p:nvPr/>
          </p:nvSpPr>
          <p:spPr>
            <a:xfrm>
              <a:off x="14034423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8" name="Shape 38">
              <a:extLst>
                <a:ext uri="{FF2B5EF4-FFF2-40B4-BE49-F238E27FC236}">
                  <a16:creationId xmlns:a16="http://schemas.microsoft.com/office/drawing/2014/main" id="{BED28433-D4B3-6F4D-6106-16E943B95DD0}"/>
                </a:ext>
              </a:extLst>
            </p:cNvPr>
            <p:cNvSpPr/>
            <p:nvPr/>
          </p:nvSpPr>
          <p:spPr>
            <a:xfrm>
              <a:off x="20664608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9" name="Shape 39">
              <a:extLst>
                <a:ext uri="{FF2B5EF4-FFF2-40B4-BE49-F238E27FC236}">
                  <a16:creationId xmlns:a16="http://schemas.microsoft.com/office/drawing/2014/main" id="{2467C2B0-BC8B-BB7A-4D06-11206534BC4B}"/>
                </a:ext>
              </a:extLst>
            </p:cNvPr>
            <p:cNvSpPr/>
            <p:nvPr/>
          </p:nvSpPr>
          <p:spPr>
            <a:xfrm>
              <a:off x="17349522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0" name="Shape 40">
              <a:extLst>
                <a:ext uri="{FF2B5EF4-FFF2-40B4-BE49-F238E27FC236}">
                  <a16:creationId xmlns:a16="http://schemas.microsoft.com/office/drawing/2014/main" id="{827BF965-6871-D5A6-59A9-775BB257AF9B}"/>
                </a:ext>
              </a:extLst>
            </p:cNvPr>
            <p:cNvSpPr/>
            <p:nvPr/>
          </p:nvSpPr>
          <p:spPr>
            <a:xfrm>
              <a:off x="13216417" y="535166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1" name="Shape 41">
              <a:extLst>
                <a:ext uri="{FF2B5EF4-FFF2-40B4-BE49-F238E27FC236}">
                  <a16:creationId xmlns:a16="http://schemas.microsoft.com/office/drawing/2014/main" id="{E9A35395-9418-C1C0-DF53-3DF7109D3668}"/>
                </a:ext>
              </a:extLst>
            </p:cNvPr>
            <p:cNvSpPr/>
            <p:nvPr/>
          </p:nvSpPr>
          <p:spPr>
            <a:xfrm>
              <a:off x="19832251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2" name="Shape 42">
              <a:extLst>
                <a:ext uri="{FF2B5EF4-FFF2-40B4-BE49-F238E27FC236}">
                  <a16:creationId xmlns:a16="http://schemas.microsoft.com/office/drawing/2014/main" id="{089B58E6-9AD1-D9F6-F83E-BAA2A70975B3}"/>
                </a:ext>
              </a:extLst>
            </p:cNvPr>
            <p:cNvSpPr/>
            <p:nvPr/>
          </p:nvSpPr>
          <p:spPr>
            <a:xfrm>
              <a:off x="16531516" y="535166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3" name="Shape 43">
              <a:extLst>
                <a:ext uri="{FF2B5EF4-FFF2-40B4-BE49-F238E27FC236}">
                  <a16:creationId xmlns:a16="http://schemas.microsoft.com/office/drawing/2014/main" id="{DB950E33-5491-802A-DBE8-8433229FC524}"/>
                </a:ext>
              </a:extLst>
            </p:cNvPr>
            <p:cNvSpPr/>
            <p:nvPr/>
          </p:nvSpPr>
          <p:spPr>
            <a:xfrm>
              <a:off x="14866777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4" name="Shape 44">
              <a:extLst>
                <a:ext uri="{FF2B5EF4-FFF2-40B4-BE49-F238E27FC236}">
                  <a16:creationId xmlns:a16="http://schemas.microsoft.com/office/drawing/2014/main" id="{6933C6F3-C1FE-6CAB-5F9F-0C0F030BB726}"/>
                </a:ext>
              </a:extLst>
            </p:cNvPr>
            <p:cNvSpPr/>
            <p:nvPr/>
          </p:nvSpPr>
          <p:spPr>
            <a:xfrm>
              <a:off x="18181876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5" name="Shape 45">
              <a:extLst>
                <a:ext uri="{FF2B5EF4-FFF2-40B4-BE49-F238E27FC236}">
                  <a16:creationId xmlns:a16="http://schemas.microsoft.com/office/drawing/2014/main" id="{6348384E-0980-B658-546C-4605979C22B4}"/>
                </a:ext>
              </a:extLst>
            </p:cNvPr>
            <p:cNvSpPr/>
            <p:nvPr/>
          </p:nvSpPr>
          <p:spPr>
            <a:xfrm>
              <a:off x="12384048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6" name="Shape 46">
              <a:extLst>
                <a:ext uri="{FF2B5EF4-FFF2-40B4-BE49-F238E27FC236}">
                  <a16:creationId xmlns:a16="http://schemas.microsoft.com/office/drawing/2014/main" id="{45D1AEAE-08DA-BC37-0859-E25333A6362A}"/>
                </a:ext>
              </a:extLst>
            </p:cNvPr>
            <p:cNvSpPr/>
            <p:nvPr/>
          </p:nvSpPr>
          <p:spPr>
            <a:xfrm>
              <a:off x="19014245" y="617814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7" name="Shape 47">
              <a:extLst>
                <a:ext uri="{FF2B5EF4-FFF2-40B4-BE49-F238E27FC236}">
                  <a16:creationId xmlns:a16="http://schemas.microsoft.com/office/drawing/2014/main" id="{5E5780CF-07C7-C84B-9EF0-1ABF627CCA4E}"/>
                </a:ext>
              </a:extLst>
            </p:cNvPr>
            <p:cNvSpPr/>
            <p:nvPr/>
          </p:nvSpPr>
          <p:spPr>
            <a:xfrm>
              <a:off x="15699147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8" name="Shape 48">
              <a:extLst>
                <a:ext uri="{FF2B5EF4-FFF2-40B4-BE49-F238E27FC236}">
                  <a16:creationId xmlns:a16="http://schemas.microsoft.com/office/drawing/2014/main" id="{4BD250E5-0EC4-51E0-F43E-423C5B7A2C0D}"/>
                </a:ext>
              </a:extLst>
            </p:cNvPr>
            <p:cNvSpPr/>
            <p:nvPr/>
          </p:nvSpPr>
          <p:spPr>
            <a:xfrm>
              <a:off x="14034423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9" name="Shape 49">
              <a:extLst>
                <a:ext uri="{FF2B5EF4-FFF2-40B4-BE49-F238E27FC236}">
                  <a16:creationId xmlns:a16="http://schemas.microsoft.com/office/drawing/2014/main" id="{BBDF9F4F-AFF2-4425-25D1-115A4D6812DA}"/>
                </a:ext>
              </a:extLst>
            </p:cNvPr>
            <p:cNvSpPr/>
            <p:nvPr/>
          </p:nvSpPr>
          <p:spPr>
            <a:xfrm>
              <a:off x="20664608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0" name="Shape 50">
              <a:extLst>
                <a:ext uri="{FF2B5EF4-FFF2-40B4-BE49-F238E27FC236}">
                  <a16:creationId xmlns:a16="http://schemas.microsoft.com/office/drawing/2014/main" id="{7C7DAC0E-7A3A-04A8-EE20-B0112C0FC50B}"/>
                </a:ext>
              </a:extLst>
            </p:cNvPr>
            <p:cNvSpPr/>
            <p:nvPr/>
          </p:nvSpPr>
          <p:spPr>
            <a:xfrm>
              <a:off x="17349522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1" name="Shape 51">
              <a:extLst>
                <a:ext uri="{FF2B5EF4-FFF2-40B4-BE49-F238E27FC236}">
                  <a16:creationId xmlns:a16="http://schemas.microsoft.com/office/drawing/2014/main" id="{6D227F62-1D3B-4491-0D95-58C169601896}"/>
                </a:ext>
              </a:extLst>
            </p:cNvPr>
            <p:cNvSpPr/>
            <p:nvPr/>
          </p:nvSpPr>
          <p:spPr>
            <a:xfrm>
              <a:off x="13216417" y="617814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2" name="Shape 52">
              <a:extLst>
                <a:ext uri="{FF2B5EF4-FFF2-40B4-BE49-F238E27FC236}">
                  <a16:creationId xmlns:a16="http://schemas.microsoft.com/office/drawing/2014/main" id="{D1DBB1B1-D08C-C53E-6CAC-9175C6754C03}"/>
                </a:ext>
              </a:extLst>
            </p:cNvPr>
            <p:cNvSpPr/>
            <p:nvPr/>
          </p:nvSpPr>
          <p:spPr>
            <a:xfrm>
              <a:off x="19832251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3" name="Shape 53">
              <a:extLst>
                <a:ext uri="{FF2B5EF4-FFF2-40B4-BE49-F238E27FC236}">
                  <a16:creationId xmlns:a16="http://schemas.microsoft.com/office/drawing/2014/main" id="{EC9739B3-E2F4-69AC-1C1C-67C36BFCE1DA}"/>
                </a:ext>
              </a:extLst>
            </p:cNvPr>
            <p:cNvSpPr/>
            <p:nvPr/>
          </p:nvSpPr>
          <p:spPr>
            <a:xfrm>
              <a:off x="16531516" y="617814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4" name="Shape 54">
              <a:extLst>
                <a:ext uri="{FF2B5EF4-FFF2-40B4-BE49-F238E27FC236}">
                  <a16:creationId xmlns:a16="http://schemas.microsoft.com/office/drawing/2014/main" id="{CBFF8F1C-EAE9-D6FD-A183-FC40712E22F3}"/>
                </a:ext>
              </a:extLst>
            </p:cNvPr>
            <p:cNvSpPr/>
            <p:nvPr/>
          </p:nvSpPr>
          <p:spPr>
            <a:xfrm>
              <a:off x="14866777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5" name="Shape 55">
              <a:extLst>
                <a:ext uri="{FF2B5EF4-FFF2-40B4-BE49-F238E27FC236}">
                  <a16:creationId xmlns:a16="http://schemas.microsoft.com/office/drawing/2014/main" id="{DC3F8F08-5E84-D0E1-54F9-653FD854411A}"/>
                </a:ext>
              </a:extLst>
            </p:cNvPr>
            <p:cNvSpPr/>
            <p:nvPr/>
          </p:nvSpPr>
          <p:spPr>
            <a:xfrm>
              <a:off x="18181876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6" name="Shape 56">
              <a:extLst>
                <a:ext uri="{FF2B5EF4-FFF2-40B4-BE49-F238E27FC236}">
                  <a16:creationId xmlns:a16="http://schemas.microsoft.com/office/drawing/2014/main" id="{6EB0AAA6-09CD-CDC5-6DCD-6E680C1C1269}"/>
                </a:ext>
              </a:extLst>
            </p:cNvPr>
            <p:cNvSpPr/>
            <p:nvPr/>
          </p:nvSpPr>
          <p:spPr>
            <a:xfrm>
              <a:off x="12384048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7" name="Shape 57">
              <a:extLst>
                <a:ext uri="{FF2B5EF4-FFF2-40B4-BE49-F238E27FC236}">
                  <a16:creationId xmlns:a16="http://schemas.microsoft.com/office/drawing/2014/main" id="{FECD76B6-984D-2E1A-13C6-A211E2E94D0E}"/>
                </a:ext>
              </a:extLst>
            </p:cNvPr>
            <p:cNvSpPr/>
            <p:nvPr/>
          </p:nvSpPr>
          <p:spPr>
            <a:xfrm>
              <a:off x="19014245" y="7004633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8" name="Shape 58">
              <a:extLst>
                <a:ext uri="{FF2B5EF4-FFF2-40B4-BE49-F238E27FC236}">
                  <a16:creationId xmlns:a16="http://schemas.microsoft.com/office/drawing/2014/main" id="{32C377DB-BFD8-FC01-5AC7-19A17EC55AB2}"/>
                </a:ext>
              </a:extLst>
            </p:cNvPr>
            <p:cNvSpPr/>
            <p:nvPr/>
          </p:nvSpPr>
          <p:spPr>
            <a:xfrm>
              <a:off x="15699147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9" name="Shape 59">
              <a:extLst>
                <a:ext uri="{FF2B5EF4-FFF2-40B4-BE49-F238E27FC236}">
                  <a16:creationId xmlns:a16="http://schemas.microsoft.com/office/drawing/2014/main" id="{C9B07355-A838-6DFF-042E-048B7162FA1B}"/>
                </a:ext>
              </a:extLst>
            </p:cNvPr>
            <p:cNvSpPr/>
            <p:nvPr/>
          </p:nvSpPr>
          <p:spPr>
            <a:xfrm>
              <a:off x="14034423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0" name="Shape 60">
              <a:extLst>
                <a:ext uri="{FF2B5EF4-FFF2-40B4-BE49-F238E27FC236}">
                  <a16:creationId xmlns:a16="http://schemas.microsoft.com/office/drawing/2014/main" id="{2004DE75-9224-7481-376A-9F17AB43F7EC}"/>
                </a:ext>
              </a:extLst>
            </p:cNvPr>
            <p:cNvSpPr/>
            <p:nvPr/>
          </p:nvSpPr>
          <p:spPr>
            <a:xfrm>
              <a:off x="20664608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1" name="Shape 61">
              <a:extLst>
                <a:ext uri="{FF2B5EF4-FFF2-40B4-BE49-F238E27FC236}">
                  <a16:creationId xmlns:a16="http://schemas.microsoft.com/office/drawing/2014/main" id="{6A814B20-E594-5B10-6AB6-59D47C1B35B7}"/>
                </a:ext>
              </a:extLst>
            </p:cNvPr>
            <p:cNvSpPr/>
            <p:nvPr/>
          </p:nvSpPr>
          <p:spPr>
            <a:xfrm>
              <a:off x="17349522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2" name="Shape 62">
              <a:extLst>
                <a:ext uri="{FF2B5EF4-FFF2-40B4-BE49-F238E27FC236}">
                  <a16:creationId xmlns:a16="http://schemas.microsoft.com/office/drawing/2014/main" id="{C569E4DE-C693-0B8B-2A16-3F4143564BE4}"/>
                </a:ext>
              </a:extLst>
            </p:cNvPr>
            <p:cNvSpPr/>
            <p:nvPr/>
          </p:nvSpPr>
          <p:spPr>
            <a:xfrm>
              <a:off x="13216417" y="7004633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3" name="Shape 63">
              <a:extLst>
                <a:ext uri="{FF2B5EF4-FFF2-40B4-BE49-F238E27FC236}">
                  <a16:creationId xmlns:a16="http://schemas.microsoft.com/office/drawing/2014/main" id="{A2570050-4440-DF27-2F64-794E8073D457}"/>
                </a:ext>
              </a:extLst>
            </p:cNvPr>
            <p:cNvSpPr/>
            <p:nvPr/>
          </p:nvSpPr>
          <p:spPr>
            <a:xfrm>
              <a:off x="19832251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4" name="Shape 64">
              <a:extLst>
                <a:ext uri="{FF2B5EF4-FFF2-40B4-BE49-F238E27FC236}">
                  <a16:creationId xmlns:a16="http://schemas.microsoft.com/office/drawing/2014/main" id="{5C0FA9CB-18EB-6AE3-F61A-99C852F6EBA8}"/>
                </a:ext>
              </a:extLst>
            </p:cNvPr>
            <p:cNvSpPr/>
            <p:nvPr/>
          </p:nvSpPr>
          <p:spPr>
            <a:xfrm>
              <a:off x="16531516" y="7004633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5" name="Shape 65">
              <a:extLst>
                <a:ext uri="{FF2B5EF4-FFF2-40B4-BE49-F238E27FC236}">
                  <a16:creationId xmlns:a16="http://schemas.microsoft.com/office/drawing/2014/main" id="{045EA232-FB5F-DF66-76E9-C2C75F492007}"/>
                </a:ext>
              </a:extLst>
            </p:cNvPr>
            <p:cNvSpPr/>
            <p:nvPr/>
          </p:nvSpPr>
          <p:spPr>
            <a:xfrm>
              <a:off x="14866777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6" name="Shape 66">
              <a:extLst>
                <a:ext uri="{FF2B5EF4-FFF2-40B4-BE49-F238E27FC236}">
                  <a16:creationId xmlns:a16="http://schemas.microsoft.com/office/drawing/2014/main" id="{667B4A19-E5A7-2038-1A1F-60DF6D9C7464}"/>
                </a:ext>
              </a:extLst>
            </p:cNvPr>
            <p:cNvSpPr/>
            <p:nvPr/>
          </p:nvSpPr>
          <p:spPr>
            <a:xfrm>
              <a:off x="18181876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7" name="Shape 67">
              <a:extLst>
                <a:ext uri="{FF2B5EF4-FFF2-40B4-BE49-F238E27FC236}">
                  <a16:creationId xmlns:a16="http://schemas.microsoft.com/office/drawing/2014/main" id="{2DD50C70-4648-8A99-9879-4F34D089D123}"/>
                </a:ext>
              </a:extLst>
            </p:cNvPr>
            <p:cNvSpPr/>
            <p:nvPr/>
          </p:nvSpPr>
          <p:spPr>
            <a:xfrm>
              <a:off x="12384048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8" name="Shape 68">
              <a:extLst>
                <a:ext uri="{FF2B5EF4-FFF2-40B4-BE49-F238E27FC236}">
                  <a16:creationId xmlns:a16="http://schemas.microsoft.com/office/drawing/2014/main" id="{2FBD91D7-C32C-7069-F22C-CA0117CABA83}"/>
                </a:ext>
              </a:extLst>
            </p:cNvPr>
            <p:cNvSpPr/>
            <p:nvPr/>
          </p:nvSpPr>
          <p:spPr>
            <a:xfrm>
              <a:off x="19014245" y="7831125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9" name="Shape 69">
              <a:extLst>
                <a:ext uri="{FF2B5EF4-FFF2-40B4-BE49-F238E27FC236}">
                  <a16:creationId xmlns:a16="http://schemas.microsoft.com/office/drawing/2014/main" id="{1033E359-89F5-2207-AB45-E5ED5E2B2BFB}"/>
                </a:ext>
              </a:extLst>
            </p:cNvPr>
            <p:cNvSpPr/>
            <p:nvPr/>
          </p:nvSpPr>
          <p:spPr>
            <a:xfrm>
              <a:off x="15699147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0" name="Shape 70">
              <a:extLst>
                <a:ext uri="{FF2B5EF4-FFF2-40B4-BE49-F238E27FC236}">
                  <a16:creationId xmlns:a16="http://schemas.microsoft.com/office/drawing/2014/main" id="{21461832-8475-A09E-0959-2FD9BEB25FFC}"/>
                </a:ext>
              </a:extLst>
            </p:cNvPr>
            <p:cNvSpPr/>
            <p:nvPr/>
          </p:nvSpPr>
          <p:spPr>
            <a:xfrm>
              <a:off x="14034423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1" name="Shape 71">
              <a:extLst>
                <a:ext uri="{FF2B5EF4-FFF2-40B4-BE49-F238E27FC236}">
                  <a16:creationId xmlns:a16="http://schemas.microsoft.com/office/drawing/2014/main" id="{229FE493-3557-67A1-2ABE-4FB049A95396}"/>
                </a:ext>
              </a:extLst>
            </p:cNvPr>
            <p:cNvSpPr/>
            <p:nvPr/>
          </p:nvSpPr>
          <p:spPr>
            <a:xfrm>
              <a:off x="20664608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2" name="Shape 72">
              <a:extLst>
                <a:ext uri="{FF2B5EF4-FFF2-40B4-BE49-F238E27FC236}">
                  <a16:creationId xmlns:a16="http://schemas.microsoft.com/office/drawing/2014/main" id="{7F1C0A5C-F559-66D2-0F23-C6A2E9910257}"/>
                </a:ext>
              </a:extLst>
            </p:cNvPr>
            <p:cNvSpPr/>
            <p:nvPr/>
          </p:nvSpPr>
          <p:spPr>
            <a:xfrm>
              <a:off x="17349522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3" name="Shape 73">
              <a:extLst>
                <a:ext uri="{FF2B5EF4-FFF2-40B4-BE49-F238E27FC236}">
                  <a16:creationId xmlns:a16="http://schemas.microsoft.com/office/drawing/2014/main" id="{3339CEB1-6FF3-F24B-CF6E-16FBD6CBAC29}"/>
                </a:ext>
              </a:extLst>
            </p:cNvPr>
            <p:cNvSpPr/>
            <p:nvPr/>
          </p:nvSpPr>
          <p:spPr>
            <a:xfrm>
              <a:off x="13216417" y="7831125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4" name="Shape 74">
              <a:extLst>
                <a:ext uri="{FF2B5EF4-FFF2-40B4-BE49-F238E27FC236}">
                  <a16:creationId xmlns:a16="http://schemas.microsoft.com/office/drawing/2014/main" id="{67E9FF47-DFD3-0599-88CB-17EFB24C2D72}"/>
                </a:ext>
              </a:extLst>
            </p:cNvPr>
            <p:cNvSpPr/>
            <p:nvPr/>
          </p:nvSpPr>
          <p:spPr>
            <a:xfrm>
              <a:off x="19832251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5" name="Shape 75">
              <a:extLst>
                <a:ext uri="{FF2B5EF4-FFF2-40B4-BE49-F238E27FC236}">
                  <a16:creationId xmlns:a16="http://schemas.microsoft.com/office/drawing/2014/main" id="{91625EED-DA20-1939-CA9F-7E2D0528D74E}"/>
                </a:ext>
              </a:extLst>
            </p:cNvPr>
            <p:cNvSpPr/>
            <p:nvPr/>
          </p:nvSpPr>
          <p:spPr>
            <a:xfrm>
              <a:off x="16531516" y="7831125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6" name="Shape 76">
              <a:extLst>
                <a:ext uri="{FF2B5EF4-FFF2-40B4-BE49-F238E27FC236}">
                  <a16:creationId xmlns:a16="http://schemas.microsoft.com/office/drawing/2014/main" id="{276E9C4A-DB34-9EBA-69D1-FDB79EAE6ED9}"/>
                </a:ext>
              </a:extLst>
            </p:cNvPr>
            <p:cNvSpPr/>
            <p:nvPr/>
          </p:nvSpPr>
          <p:spPr>
            <a:xfrm>
              <a:off x="14866777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7" name="Shape 77">
              <a:extLst>
                <a:ext uri="{FF2B5EF4-FFF2-40B4-BE49-F238E27FC236}">
                  <a16:creationId xmlns:a16="http://schemas.microsoft.com/office/drawing/2014/main" id="{F3547A4F-F92D-34EB-8B37-30952C3BF106}"/>
                </a:ext>
              </a:extLst>
            </p:cNvPr>
            <p:cNvSpPr/>
            <p:nvPr/>
          </p:nvSpPr>
          <p:spPr>
            <a:xfrm>
              <a:off x="18181876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8" name="Shape 78">
              <a:extLst>
                <a:ext uri="{FF2B5EF4-FFF2-40B4-BE49-F238E27FC236}">
                  <a16:creationId xmlns:a16="http://schemas.microsoft.com/office/drawing/2014/main" id="{D151446C-5F53-8AC4-42AE-576297587A95}"/>
                </a:ext>
              </a:extLst>
            </p:cNvPr>
            <p:cNvSpPr/>
            <p:nvPr/>
          </p:nvSpPr>
          <p:spPr>
            <a:xfrm>
              <a:off x="12384048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9" name="Shape 79">
              <a:extLst>
                <a:ext uri="{FF2B5EF4-FFF2-40B4-BE49-F238E27FC236}">
                  <a16:creationId xmlns:a16="http://schemas.microsoft.com/office/drawing/2014/main" id="{5A104FCA-4A22-BAE7-DD82-162F9AFFD6D3}"/>
                </a:ext>
              </a:extLst>
            </p:cNvPr>
            <p:cNvSpPr/>
            <p:nvPr/>
          </p:nvSpPr>
          <p:spPr>
            <a:xfrm>
              <a:off x="19014245" y="865761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0" name="Shape 80">
              <a:extLst>
                <a:ext uri="{FF2B5EF4-FFF2-40B4-BE49-F238E27FC236}">
                  <a16:creationId xmlns:a16="http://schemas.microsoft.com/office/drawing/2014/main" id="{919212B7-06BF-D0F1-47F3-1F1109B09759}"/>
                </a:ext>
              </a:extLst>
            </p:cNvPr>
            <p:cNvSpPr/>
            <p:nvPr/>
          </p:nvSpPr>
          <p:spPr>
            <a:xfrm>
              <a:off x="15699147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1" name="Shape 81">
              <a:extLst>
                <a:ext uri="{FF2B5EF4-FFF2-40B4-BE49-F238E27FC236}">
                  <a16:creationId xmlns:a16="http://schemas.microsoft.com/office/drawing/2014/main" id="{2E73B441-8C4B-5EE8-C573-516A09614C6E}"/>
                </a:ext>
              </a:extLst>
            </p:cNvPr>
            <p:cNvSpPr/>
            <p:nvPr/>
          </p:nvSpPr>
          <p:spPr>
            <a:xfrm>
              <a:off x="14034423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2" name="Shape 82">
              <a:extLst>
                <a:ext uri="{FF2B5EF4-FFF2-40B4-BE49-F238E27FC236}">
                  <a16:creationId xmlns:a16="http://schemas.microsoft.com/office/drawing/2014/main" id="{8AFEFC0B-6090-F8FE-5F8C-CF893B5BFABA}"/>
                </a:ext>
              </a:extLst>
            </p:cNvPr>
            <p:cNvSpPr/>
            <p:nvPr/>
          </p:nvSpPr>
          <p:spPr>
            <a:xfrm>
              <a:off x="20664608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3" name="Shape 83">
              <a:extLst>
                <a:ext uri="{FF2B5EF4-FFF2-40B4-BE49-F238E27FC236}">
                  <a16:creationId xmlns:a16="http://schemas.microsoft.com/office/drawing/2014/main" id="{83ACBFD5-65C7-78A0-0E64-037AE29FBCB0}"/>
                </a:ext>
              </a:extLst>
            </p:cNvPr>
            <p:cNvSpPr/>
            <p:nvPr/>
          </p:nvSpPr>
          <p:spPr>
            <a:xfrm>
              <a:off x="17349522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4" name="Shape 84">
              <a:extLst>
                <a:ext uri="{FF2B5EF4-FFF2-40B4-BE49-F238E27FC236}">
                  <a16:creationId xmlns:a16="http://schemas.microsoft.com/office/drawing/2014/main" id="{86814FF4-DCFA-CB56-9550-EDC1571715F7}"/>
                </a:ext>
              </a:extLst>
            </p:cNvPr>
            <p:cNvSpPr/>
            <p:nvPr/>
          </p:nvSpPr>
          <p:spPr>
            <a:xfrm>
              <a:off x="13216417" y="865761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5" name="Shape 85">
              <a:extLst>
                <a:ext uri="{FF2B5EF4-FFF2-40B4-BE49-F238E27FC236}">
                  <a16:creationId xmlns:a16="http://schemas.microsoft.com/office/drawing/2014/main" id="{8AC57697-E153-2D42-1A75-C2BFB01FD3A3}"/>
                </a:ext>
              </a:extLst>
            </p:cNvPr>
            <p:cNvSpPr/>
            <p:nvPr/>
          </p:nvSpPr>
          <p:spPr>
            <a:xfrm>
              <a:off x="19832251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6" name="Shape 86">
              <a:extLst>
                <a:ext uri="{FF2B5EF4-FFF2-40B4-BE49-F238E27FC236}">
                  <a16:creationId xmlns:a16="http://schemas.microsoft.com/office/drawing/2014/main" id="{06E7F458-605C-DD27-D8F3-90A5D617AAD0}"/>
                </a:ext>
              </a:extLst>
            </p:cNvPr>
            <p:cNvSpPr/>
            <p:nvPr/>
          </p:nvSpPr>
          <p:spPr>
            <a:xfrm>
              <a:off x="16531516" y="865761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7" name="Shape 87">
              <a:extLst>
                <a:ext uri="{FF2B5EF4-FFF2-40B4-BE49-F238E27FC236}">
                  <a16:creationId xmlns:a16="http://schemas.microsoft.com/office/drawing/2014/main" id="{63E551B3-2CE2-9056-8578-B1CBDB7AB711}"/>
                </a:ext>
              </a:extLst>
            </p:cNvPr>
            <p:cNvSpPr/>
            <p:nvPr/>
          </p:nvSpPr>
          <p:spPr>
            <a:xfrm>
              <a:off x="14866777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8" name="Shape 88">
              <a:extLst>
                <a:ext uri="{FF2B5EF4-FFF2-40B4-BE49-F238E27FC236}">
                  <a16:creationId xmlns:a16="http://schemas.microsoft.com/office/drawing/2014/main" id="{60E4C789-6FBE-1828-4999-F5F1753C91B3}"/>
                </a:ext>
              </a:extLst>
            </p:cNvPr>
            <p:cNvSpPr/>
            <p:nvPr/>
          </p:nvSpPr>
          <p:spPr>
            <a:xfrm>
              <a:off x="18181876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9" name="Shape 89">
              <a:extLst>
                <a:ext uri="{FF2B5EF4-FFF2-40B4-BE49-F238E27FC236}">
                  <a16:creationId xmlns:a16="http://schemas.microsoft.com/office/drawing/2014/main" id="{A622CB58-4ED2-4505-5676-C527A2B44A64}"/>
                </a:ext>
              </a:extLst>
            </p:cNvPr>
            <p:cNvSpPr/>
            <p:nvPr/>
          </p:nvSpPr>
          <p:spPr>
            <a:xfrm>
              <a:off x="12384048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0" name="Shape 90">
              <a:extLst>
                <a:ext uri="{FF2B5EF4-FFF2-40B4-BE49-F238E27FC236}">
                  <a16:creationId xmlns:a16="http://schemas.microsoft.com/office/drawing/2014/main" id="{56114535-EA4E-B60B-0148-506F8E6F2FC4}"/>
                </a:ext>
              </a:extLst>
            </p:cNvPr>
            <p:cNvSpPr/>
            <p:nvPr/>
          </p:nvSpPr>
          <p:spPr>
            <a:xfrm>
              <a:off x="19014245" y="2045692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1" name="Shape 91">
              <a:extLst>
                <a:ext uri="{FF2B5EF4-FFF2-40B4-BE49-F238E27FC236}">
                  <a16:creationId xmlns:a16="http://schemas.microsoft.com/office/drawing/2014/main" id="{ED42B939-F775-8E0B-5015-0BB32921DA82}"/>
                </a:ext>
              </a:extLst>
            </p:cNvPr>
            <p:cNvSpPr/>
            <p:nvPr/>
          </p:nvSpPr>
          <p:spPr>
            <a:xfrm>
              <a:off x="15699147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2" name="Shape 92">
              <a:extLst>
                <a:ext uri="{FF2B5EF4-FFF2-40B4-BE49-F238E27FC236}">
                  <a16:creationId xmlns:a16="http://schemas.microsoft.com/office/drawing/2014/main" id="{965E3726-A61C-EB4E-3AD9-F1F35E59DB85}"/>
                </a:ext>
              </a:extLst>
            </p:cNvPr>
            <p:cNvSpPr/>
            <p:nvPr/>
          </p:nvSpPr>
          <p:spPr>
            <a:xfrm>
              <a:off x="14034423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3" name="Shape 93">
              <a:extLst>
                <a:ext uri="{FF2B5EF4-FFF2-40B4-BE49-F238E27FC236}">
                  <a16:creationId xmlns:a16="http://schemas.microsoft.com/office/drawing/2014/main" id="{6722DD6E-8E6E-DA3C-ABDF-5BB35F3C9A99}"/>
                </a:ext>
              </a:extLst>
            </p:cNvPr>
            <p:cNvSpPr/>
            <p:nvPr/>
          </p:nvSpPr>
          <p:spPr>
            <a:xfrm>
              <a:off x="20664608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4" name="Shape 94">
              <a:extLst>
                <a:ext uri="{FF2B5EF4-FFF2-40B4-BE49-F238E27FC236}">
                  <a16:creationId xmlns:a16="http://schemas.microsoft.com/office/drawing/2014/main" id="{9E8D19D7-E5E5-A84C-2A41-4C511CD3BD4D}"/>
                </a:ext>
              </a:extLst>
            </p:cNvPr>
            <p:cNvSpPr/>
            <p:nvPr/>
          </p:nvSpPr>
          <p:spPr>
            <a:xfrm>
              <a:off x="17349522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5" name="Shape 95">
              <a:extLst>
                <a:ext uri="{FF2B5EF4-FFF2-40B4-BE49-F238E27FC236}">
                  <a16:creationId xmlns:a16="http://schemas.microsoft.com/office/drawing/2014/main" id="{D165482A-A9D4-937D-C965-6CA09B3A3E05}"/>
                </a:ext>
              </a:extLst>
            </p:cNvPr>
            <p:cNvSpPr/>
            <p:nvPr/>
          </p:nvSpPr>
          <p:spPr>
            <a:xfrm>
              <a:off x="13216417" y="2045692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6" name="Shape 96">
              <a:extLst>
                <a:ext uri="{FF2B5EF4-FFF2-40B4-BE49-F238E27FC236}">
                  <a16:creationId xmlns:a16="http://schemas.microsoft.com/office/drawing/2014/main" id="{CEA318F1-9CB3-2699-422B-6E7FBB005885}"/>
                </a:ext>
              </a:extLst>
            </p:cNvPr>
            <p:cNvSpPr/>
            <p:nvPr/>
          </p:nvSpPr>
          <p:spPr>
            <a:xfrm>
              <a:off x="19832251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7" name="Shape 97">
              <a:extLst>
                <a:ext uri="{FF2B5EF4-FFF2-40B4-BE49-F238E27FC236}">
                  <a16:creationId xmlns:a16="http://schemas.microsoft.com/office/drawing/2014/main" id="{802F1DC2-39BC-578B-83B8-E2E06694F329}"/>
                </a:ext>
              </a:extLst>
            </p:cNvPr>
            <p:cNvSpPr/>
            <p:nvPr/>
          </p:nvSpPr>
          <p:spPr>
            <a:xfrm>
              <a:off x="16531516" y="2045692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8" name="Shape 98">
              <a:extLst>
                <a:ext uri="{FF2B5EF4-FFF2-40B4-BE49-F238E27FC236}">
                  <a16:creationId xmlns:a16="http://schemas.microsoft.com/office/drawing/2014/main" id="{DA640B97-5DC1-14AF-7BE2-360C9723AAE0}"/>
                </a:ext>
              </a:extLst>
            </p:cNvPr>
            <p:cNvSpPr/>
            <p:nvPr/>
          </p:nvSpPr>
          <p:spPr>
            <a:xfrm>
              <a:off x="14866777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9" name="Shape 99">
              <a:extLst>
                <a:ext uri="{FF2B5EF4-FFF2-40B4-BE49-F238E27FC236}">
                  <a16:creationId xmlns:a16="http://schemas.microsoft.com/office/drawing/2014/main" id="{C9A82AF7-4FBC-9AA4-EF2D-4E54EBAB3CC1}"/>
                </a:ext>
              </a:extLst>
            </p:cNvPr>
            <p:cNvSpPr/>
            <p:nvPr/>
          </p:nvSpPr>
          <p:spPr>
            <a:xfrm>
              <a:off x="18181876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0" name="Shape 100">
              <a:extLst>
                <a:ext uri="{FF2B5EF4-FFF2-40B4-BE49-F238E27FC236}">
                  <a16:creationId xmlns:a16="http://schemas.microsoft.com/office/drawing/2014/main" id="{FD86AF60-BAE5-9B6F-153E-6C11A9B5C0A6}"/>
                </a:ext>
              </a:extLst>
            </p:cNvPr>
            <p:cNvSpPr/>
            <p:nvPr/>
          </p:nvSpPr>
          <p:spPr>
            <a:xfrm>
              <a:off x="12384048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1" name="Shape 101">
              <a:extLst>
                <a:ext uri="{FF2B5EF4-FFF2-40B4-BE49-F238E27FC236}">
                  <a16:creationId xmlns:a16="http://schemas.microsoft.com/office/drawing/2014/main" id="{73E73BE7-5EE5-8970-7809-50C50A5D3066}"/>
                </a:ext>
              </a:extLst>
            </p:cNvPr>
            <p:cNvSpPr/>
            <p:nvPr/>
          </p:nvSpPr>
          <p:spPr>
            <a:xfrm>
              <a:off x="19014245" y="1219200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2" name="Shape 102">
              <a:extLst>
                <a:ext uri="{FF2B5EF4-FFF2-40B4-BE49-F238E27FC236}">
                  <a16:creationId xmlns:a16="http://schemas.microsoft.com/office/drawing/2014/main" id="{8DFA5931-57C1-2650-EE52-02F74AC1981D}"/>
                </a:ext>
              </a:extLst>
            </p:cNvPr>
            <p:cNvSpPr/>
            <p:nvPr/>
          </p:nvSpPr>
          <p:spPr>
            <a:xfrm>
              <a:off x="15699147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3" name="Shape 103">
              <a:extLst>
                <a:ext uri="{FF2B5EF4-FFF2-40B4-BE49-F238E27FC236}">
                  <a16:creationId xmlns:a16="http://schemas.microsoft.com/office/drawing/2014/main" id="{9FBF2CDE-4CAD-714C-3920-59F26A3EB89A}"/>
                </a:ext>
              </a:extLst>
            </p:cNvPr>
            <p:cNvSpPr/>
            <p:nvPr/>
          </p:nvSpPr>
          <p:spPr>
            <a:xfrm>
              <a:off x="14034423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4" name="Shape 104">
              <a:extLst>
                <a:ext uri="{FF2B5EF4-FFF2-40B4-BE49-F238E27FC236}">
                  <a16:creationId xmlns:a16="http://schemas.microsoft.com/office/drawing/2014/main" id="{1AFB0804-3425-497E-D6C9-031BCB7EB94D}"/>
                </a:ext>
              </a:extLst>
            </p:cNvPr>
            <p:cNvSpPr/>
            <p:nvPr/>
          </p:nvSpPr>
          <p:spPr>
            <a:xfrm>
              <a:off x="20664608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5" name="Shape 105">
              <a:extLst>
                <a:ext uri="{FF2B5EF4-FFF2-40B4-BE49-F238E27FC236}">
                  <a16:creationId xmlns:a16="http://schemas.microsoft.com/office/drawing/2014/main" id="{3DF6EC74-43B1-7CE7-348C-4E400FAD9A07}"/>
                </a:ext>
              </a:extLst>
            </p:cNvPr>
            <p:cNvSpPr/>
            <p:nvPr/>
          </p:nvSpPr>
          <p:spPr>
            <a:xfrm>
              <a:off x="17349522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6" name="Shape 106">
              <a:extLst>
                <a:ext uri="{FF2B5EF4-FFF2-40B4-BE49-F238E27FC236}">
                  <a16:creationId xmlns:a16="http://schemas.microsoft.com/office/drawing/2014/main" id="{365092B1-B61F-8B88-D479-78143D326C99}"/>
                </a:ext>
              </a:extLst>
            </p:cNvPr>
            <p:cNvSpPr/>
            <p:nvPr/>
          </p:nvSpPr>
          <p:spPr>
            <a:xfrm>
              <a:off x="13216417" y="1219200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7" name="Shape 107">
              <a:extLst>
                <a:ext uri="{FF2B5EF4-FFF2-40B4-BE49-F238E27FC236}">
                  <a16:creationId xmlns:a16="http://schemas.microsoft.com/office/drawing/2014/main" id="{AF67F81B-72F3-10FB-EFDB-D5B67E17DD50}"/>
                </a:ext>
              </a:extLst>
            </p:cNvPr>
            <p:cNvSpPr/>
            <p:nvPr/>
          </p:nvSpPr>
          <p:spPr>
            <a:xfrm>
              <a:off x="19832251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8" name="Shape 108">
              <a:extLst>
                <a:ext uri="{FF2B5EF4-FFF2-40B4-BE49-F238E27FC236}">
                  <a16:creationId xmlns:a16="http://schemas.microsoft.com/office/drawing/2014/main" id="{E73DAC8B-C945-2A3D-A3C4-97CBE4107DC3}"/>
                </a:ext>
              </a:extLst>
            </p:cNvPr>
            <p:cNvSpPr/>
            <p:nvPr/>
          </p:nvSpPr>
          <p:spPr>
            <a:xfrm>
              <a:off x="16531516" y="1219200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9" name="Shape 109">
              <a:extLst>
                <a:ext uri="{FF2B5EF4-FFF2-40B4-BE49-F238E27FC236}">
                  <a16:creationId xmlns:a16="http://schemas.microsoft.com/office/drawing/2014/main" id="{4586A8DE-0FAB-5017-46FA-11C2B2B7DDC8}"/>
                </a:ext>
              </a:extLst>
            </p:cNvPr>
            <p:cNvSpPr/>
            <p:nvPr/>
          </p:nvSpPr>
          <p:spPr>
            <a:xfrm>
              <a:off x="14866777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30" name="Shape 110">
              <a:extLst>
                <a:ext uri="{FF2B5EF4-FFF2-40B4-BE49-F238E27FC236}">
                  <a16:creationId xmlns:a16="http://schemas.microsoft.com/office/drawing/2014/main" id="{F8F0800A-18D8-9F80-4257-7F6A120EB611}"/>
                </a:ext>
              </a:extLst>
            </p:cNvPr>
            <p:cNvSpPr/>
            <p:nvPr/>
          </p:nvSpPr>
          <p:spPr>
            <a:xfrm>
              <a:off x="18181876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</p:grpSp>
      <p:pic>
        <p:nvPicPr>
          <p:cNvPr id="132" name="Image 1" descr=" ">
            <a:extLst>
              <a:ext uri="{FF2B5EF4-FFF2-40B4-BE49-F238E27FC236}">
                <a16:creationId xmlns:a16="http://schemas.microsoft.com/office/drawing/2014/main" id="{B526E58C-6F71-5AFB-DE08-6B1423327C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133" name="Image 2" descr=" ">
            <a:extLst>
              <a:ext uri="{FF2B5EF4-FFF2-40B4-BE49-F238E27FC236}">
                <a16:creationId xmlns:a16="http://schemas.microsoft.com/office/drawing/2014/main" id="{A877B3CB-305F-5540-965F-A7FA7BAC035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36" name="Текст 7">
            <a:extLst>
              <a:ext uri="{FF2B5EF4-FFF2-40B4-BE49-F238E27FC236}">
                <a16:creationId xmlns:a16="http://schemas.microsoft.com/office/drawing/2014/main" id="{65D3B59F-648C-FC6B-F64E-CD42209760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384048" y="10436073"/>
            <a:ext cx="10790277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Заголовок </a:t>
            </a:r>
            <a:b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подраздела</a:t>
            </a:r>
            <a:endParaRPr lang="en-US" sz="8000" b="1" dirty="0">
              <a:solidFill>
                <a:schemeClr val="bg1"/>
              </a:solidFill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844768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зис_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7" descr=" ">
            <a:extLst>
              <a:ext uri="{FF2B5EF4-FFF2-40B4-BE49-F238E27FC236}">
                <a16:creationId xmlns:a16="http://schemas.microsoft.com/office/drawing/2014/main" id="{90B55865-D726-586A-A433-3FCB2F0AD0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3" name="Текст 7">
            <a:extLst>
              <a:ext uri="{FF2B5EF4-FFF2-40B4-BE49-F238E27FC236}">
                <a16:creationId xmlns:a16="http://schemas.microsoft.com/office/drawing/2014/main" id="{D67013FB-2ECC-31C5-874E-D75916A1E7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2479675"/>
            <a:ext cx="14683036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7461951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зис_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7" descr=" ">
            <a:extLst>
              <a:ext uri="{FF2B5EF4-FFF2-40B4-BE49-F238E27FC236}">
                <a16:creationId xmlns:a16="http://schemas.microsoft.com/office/drawing/2014/main" id="{90B55865-D726-586A-A433-3FCB2F0AD0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98EBA16A-ED8D-C887-A0AC-87DEEB1E9B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2479675"/>
            <a:ext cx="14683036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5D9A8C6B-BD49-E716-CE65-5F98A9285D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0" y="5398151"/>
            <a:ext cx="14683035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0809634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зис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7" descr=" ">
            <a:extLst>
              <a:ext uri="{FF2B5EF4-FFF2-40B4-BE49-F238E27FC236}">
                <a16:creationId xmlns:a16="http://schemas.microsoft.com/office/drawing/2014/main" id="{90B55865-D726-586A-A433-3FCB2F0AD0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0FB78C90-E1B3-F1E7-5A57-BAA2CE9C15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2479675"/>
            <a:ext cx="1468303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Вопрос</a:t>
            </a:r>
          </a:p>
        </p:txBody>
      </p:sp>
    </p:spTree>
    <p:extLst>
      <p:ext uri="{BB962C8B-B14F-4D97-AF65-F5344CB8AC3E}">
        <p14:creationId xmlns:p14="http://schemas.microsoft.com/office/powerpoint/2010/main" val="18688066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зис_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7" descr=" ">
            <a:extLst>
              <a:ext uri="{FF2B5EF4-FFF2-40B4-BE49-F238E27FC236}">
                <a16:creationId xmlns:a16="http://schemas.microsoft.com/office/drawing/2014/main" id="{90B55865-D726-586A-A433-3FCB2F0AD0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FE0DD5CD-EC9B-99B8-4DF7-85EF662D16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AF38BAD-0D56-FFB5-2587-46F6F08FE6FF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0947400"/>
            <a:ext cx="21948344" cy="0"/>
          </a:xfrm>
          <a:prstGeom prst="line">
            <a:avLst/>
          </a:prstGeom>
          <a:ln w="254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Текст 11">
            <a:extLst>
              <a:ext uri="{FF2B5EF4-FFF2-40B4-BE49-F238E27FC236}">
                <a16:creationId xmlns:a16="http://schemas.microsoft.com/office/drawing/2014/main" id="{2FD90472-8D3A-0D89-7339-7C8BE9AC02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4577960"/>
            <a:ext cx="21488400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Лучший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отдых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—</a:t>
            </a:r>
          </a:p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это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смена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деятельности</a:t>
            </a:r>
            <a:endParaRPr lang="en-US" sz="10800" b="1" dirty="0">
              <a:solidFill>
                <a:schemeClr val="bg1"/>
              </a:solidFill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094017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зис_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7" descr=" ">
            <a:extLst>
              <a:ext uri="{FF2B5EF4-FFF2-40B4-BE49-F238E27FC236}">
                <a16:creationId xmlns:a16="http://schemas.microsoft.com/office/drawing/2014/main" id="{33F98CC2-A652-56B9-9A2A-FBADA7C7D1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5" name="Скругленный прямоугольник 8">
            <a:extLst>
              <a:ext uri="{FF2B5EF4-FFF2-40B4-BE49-F238E27FC236}">
                <a16:creationId xmlns:a16="http://schemas.microsoft.com/office/drawing/2014/main" id="{F10981B2-F54D-04F4-EBDD-8E71FF133A93}"/>
              </a:ext>
            </a:extLst>
          </p:cNvPr>
          <p:cNvSpPr/>
          <p:nvPr userDrawn="1"/>
        </p:nvSpPr>
        <p:spPr>
          <a:xfrm>
            <a:off x="1206651" y="1206500"/>
            <a:ext cx="6755663" cy="6755663"/>
          </a:xfrm>
          <a:custGeom>
            <a:avLst/>
            <a:gdLst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699543 w 6699543"/>
              <a:gd name="connsiteY4" fmla="*/ 6325775 h 6699543"/>
              <a:gd name="connsiteX5" fmla="*/ 6325775 w 6699543"/>
              <a:gd name="connsiteY5" fmla="*/ 6699543 h 6699543"/>
              <a:gd name="connsiteX6" fmla="*/ 373768 w 6699543"/>
              <a:gd name="connsiteY6" fmla="*/ 6699543 h 6699543"/>
              <a:gd name="connsiteX7" fmla="*/ 0 w 6699543"/>
              <a:gd name="connsiteY7" fmla="*/ 6325775 h 6699543"/>
              <a:gd name="connsiteX8" fmla="*/ 0 w 6699543"/>
              <a:gd name="connsiteY8" fmla="*/ 373768 h 6699543"/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325775 w 6699543"/>
              <a:gd name="connsiteY4" fmla="*/ 6699543 h 6699543"/>
              <a:gd name="connsiteX5" fmla="*/ 373768 w 6699543"/>
              <a:gd name="connsiteY5" fmla="*/ 6699543 h 6699543"/>
              <a:gd name="connsiteX6" fmla="*/ 0 w 6699543"/>
              <a:gd name="connsiteY6" fmla="*/ 6325775 h 6699543"/>
              <a:gd name="connsiteX7" fmla="*/ 0 w 6699543"/>
              <a:gd name="connsiteY7" fmla="*/ 373768 h 6699543"/>
              <a:gd name="connsiteX0" fmla="*/ 6325775 w 6699543"/>
              <a:gd name="connsiteY0" fmla="*/ 6699543 h 6790983"/>
              <a:gd name="connsiteX1" fmla="*/ 373768 w 6699543"/>
              <a:gd name="connsiteY1" fmla="*/ 6699543 h 6790983"/>
              <a:gd name="connsiteX2" fmla="*/ 0 w 6699543"/>
              <a:gd name="connsiteY2" fmla="*/ 6325775 h 6790983"/>
              <a:gd name="connsiteX3" fmla="*/ 0 w 6699543"/>
              <a:gd name="connsiteY3" fmla="*/ 373768 h 6790983"/>
              <a:gd name="connsiteX4" fmla="*/ 373768 w 6699543"/>
              <a:gd name="connsiteY4" fmla="*/ 0 h 6790983"/>
              <a:gd name="connsiteX5" fmla="*/ 6325775 w 6699543"/>
              <a:gd name="connsiteY5" fmla="*/ 0 h 6790983"/>
              <a:gd name="connsiteX6" fmla="*/ 6699543 w 6699543"/>
              <a:gd name="connsiteY6" fmla="*/ 373768 h 6790983"/>
              <a:gd name="connsiteX7" fmla="*/ 6417215 w 6699543"/>
              <a:gd name="connsiteY7" fmla="*/ 6790983 h 6790983"/>
              <a:gd name="connsiteX0" fmla="*/ 6325775 w 6699543"/>
              <a:gd name="connsiteY0" fmla="*/ 6699543 h 6699543"/>
              <a:gd name="connsiteX1" fmla="*/ 373768 w 6699543"/>
              <a:gd name="connsiteY1" fmla="*/ 6699543 h 6699543"/>
              <a:gd name="connsiteX2" fmla="*/ 0 w 6699543"/>
              <a:gd name="connsiteY2" fmla="*/ 6325775 h 6699543"/>
              <a:gd name="connsiteX3" fmla="*/ 0 w 6699543"/>
              <a:gd name="connsiteY3" fmla="*/ 373768 h 6699543"/>
              <a:gd name="connsiteX4" fmla="*/ 373768 w 6699543"/>
              <a:gd name="connsiteY4" fmla="*/ 0 h 6699543"/>
              <a:gd name="connsiteX5" fmla="*/ 6325775 w 6699543"/>
              <a:gd name="connsiteY5" fmla="*/ 0 h 6699543"/>
              <a:gd name="connsiteX6" fmla="*/ 6699543 w 6699543"/>
              <a:gd name="connsiteY6" fmla="*/ 373768 h 6699543"/>
              <a:gd name="connsiteX0" fmla="*/ 6325775 w 6325775"/>
              <a:gd name="connsiteY0" fmla="*/ 6699543 h 6699543"/>
              <a:gd name="connsiteX1" fmla="*/ 373768 w 6325775"/>
              <a:gd name="connsiteY1" fmla="*/ 6699543 h 6699543"/>
              <a:gd name="connsiteX2" fmla="*/ 0 w 6325775"/>
              <a:gd name="connsiteY2" fmla="*/ 6325775 h 6699543"/>
              <a:gd name="connsiteX3" fmla="*/ 0 w 6325775"/>
              <a:gd name="connsiteY3" fmla="*/ 373768 h 6699543"/>
              <a:gd name="connsiteX4" fmla="*/ 373768 w 6325775"/>
              <a:gd name="connsiteY4" fmla="*/ 0 h 6699543"/>
              <a:gd name="connsiteX5" fmla="*/ 6325775 w 6325775"/>
              <a:gd name="connsiteY5" fmla="*/ 0 h 6699543"/>
              <a:gd name="connsiteX0" fmla="*/ 373768 w 6325775"/>
              <a:gd name="connsiteY0" fmla="*/ 6699543 h 6699543"/>
              <a:gd name="connsiteX1" fmla="*/ 0 w 6325775"/>
              <a:gd name="connsiteY1" fmla="*/ 6325775 h 6699543"/>
              <a:gd name="connsiteX2" fmla="*/ 0 w 6325775"/>
              <a:gd name="connsiteY2" fmla="*/ 373768 h 6699543"/>
              <a:gd name="connsiteX3" fmla="*/ 373768 w 6325775"/>
              <a:gd name="connsiteY3" fmla="*/ 0 h 6699543"/>
              <a:gd name="connsiteX4" fmla="*/ 6325775 w 6325775"/>
              <a:gd name="connsiteY4" fmla="*/ 0 h 6699543"/>
              <a:gd name="connsiteX0" fmla="*/ 0 w 6325775"/>
              <a:gd name="connsiteY0" fmla="*/ 6325775 h 6325775"/>
              <a:gd name="connsiteX1" fmla="*/ 0 w 6325775"/>
              <a:gd name="connsiteY1" fmla="*/ 373768 h 6325775"/>
              <a:gd name="connsiteX2" fmla="*/ 373768 w 6325775"/>
              <a:gd name="connsiteY2" fmla="*/ 0 h 6325775"/>
              <a:gd name="connsiteX3" fmla="*/ 6325775 w 6325775"/>
              <a:gd name="connsiteY3" fmla="*/ 0 h 632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25775" h="6325775">
                <a:moveTo>
                  <a:pt x="0" y="6325775"/>
                </a:moveTo>
                <a:lnTo>
                  <a:pt x="0" y="373768"/>
                </a:lnTo>
                <a:cubicBezTo>
                  <a:pt x="0" y="167342"/>
                  <a:pt x="167342" y="0"/>
                  <a:pt x="373768" y="0"/>
                </a:cubicBezTo>
                <a:lnTo>
                  <a:pt x="6325775" y="0"/>
                </a:lnTo>
              </a:path>
            </a:pathLst>
          </a:cu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Прямоугольник 9">
            <a:extLst>
              <a:ext uri="{FF2B5EF4-FFF2-40B4-BE49-F238E27FC236}">
                <a16:creationId xmlns:a16="http://schemas.microsoft.com/office/drawing/2014/main" id="{AA1E056F-6202-9A82-1B58-6C07FC6C2A08}"/>
              </a:ext>
            </a:extLst>
          </p:cNvPr>
          <p:cNvSpPr/>
          <p:nvPr userDrawn="1"/>
        </p:nvSpPr>
        <p:spPr>
          <a:xfrm>
            <a:off x="16424733" y="5753836"/>
            <a:ext cx="6755664" cy="6755664"/>
          </a:xfrm>
          <a:custGeom>
            <a:avLst/>
            <a:gdLst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0 w 6755664"/>
              <a:gd name="connsiteY4" fmla="*/ 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91440 w 6755664"/>
              <a:gd name="connsiteY4" fmla="*/ 9144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0" fmla="*/ 6755664 w 6755664"/>
              <a:gd name="connsiteY0" fmla="*/ 0 h 6755664"/>
              <a:gd name="connsiteX1" fmla="*/ 6755664 w 6755664"/>
              <a:gd name="connsiteY1" fmla="*/ 6755664 h 6755664"/>
              <a:gd name="connsiteX2" fmla="*/ 0 w 6755664"/>
              <a:gd name="connsiteY2" fmla="*/ 6755664 h 675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55664" h="6755664">
                <a:moveTo>
                  <a:pt x="6755664" y="0"/>
                </a:moveTo>
                <a:lnTo>
                  <a:pt x="6755664" y="6755664"/>
                </a:lnTo>
                <a:lnTo>
                  <a:pt x="0" y="6755664"/>
                </a:lnTo>
              </a:path>
            </a:pathLst>
          </a:cu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Текст 11">
            <a:extLst>
              <a:ext uri="{FF2B5EF4-FFF2-40B4-BE49-F238E27FC236}">
                <a16:creationId xmlns:a16="http://schemas.microsoft.com/office/drawing/2014/main" id="{AAE41016-65A0-AA61-73DF-B31ACCBBD4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96298" y="5344765"/>
            <a:ext cx="17858357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Лучший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отдых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—</a:t>
            </a:r>
          </a:p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это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смена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деятельности</a:t>
            </a:r>
            <a:endParaRPr lang="en-US" sz="10800" b="1" dirty="0">
              <a:solidFill>
                <a:schemeClr val="bg1"/>
              </a:solidFill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90102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зис_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07D5B344-912A-4CB0-B9F7-9C0397053D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9" name="Shape 1">
            <a:extLst>
              <a:ext uri="{FF2B5EF4-FFF2-40B4-BE49-F238E27FC236}">
                <a16:creationId xmlns:a16="http://schemas.microsoft.com/office/drawing/2014/main" id="{63767067-33AE-37E8-106E-8821A049C605}"/>
              </a:ext>
            </a:extLst>
          </p:cNvPr>
          <p:cNvSpPr/>
          <p:nvPr userDrawn="1"/>
        </p:nvSpPr>
        <p:spPr>
          <a:xfrm>
            <a:off x="4013702" y="5524500"/>
            <a:ext cx="15152994" cy="4076700"/>
          </a:xfrm>
          <a:prstGeom prst="rect">
            <a:avLst/>
          </a:prstGeom>
          <a:noFill/>
          <a:ln/>
        </p:spPr>
      </p:sp>
      <p:sp>
        <p:nvSpPr>
          <p:cNvPr id="14" name="Текст 7">
            <a:extLst>
              <a:ext uri="{FF2B5EF4-FFF2-40B4-BE49-F238E27FC236}">
                <a16:creationId xmlns:a16="http://schemas.microsoft.com/office/drawing/2014/main" id="{6A91144F-F118-D241-BF45-9F1AF4A5D1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01" y="5524500"/>
            <a:ext cx="16945309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B7FB03D8-CDCC-C3B7-93F2-4EDCB17418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13702" y="8229600"/>
            <a:ext cx="11531098" cy="149464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4000"/>
              </a:lnSpc>
              <a:spcBef>
                <a:spcPct val="0"/>
              </a:spcBef>
            </a:pP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Обычно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вы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сначала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найдете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вопрос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или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проблему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,  </a:t>
            </a:r>
            <a:br>
              <a:rPr lang="ru-RU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а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затем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решите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моделировать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процесс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,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чтобы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получить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конкретный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ответ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или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проверить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чей-то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готовый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вывод</a:t>
            </a:r>
            <a:endParaRPr lang="en-US" sz="3000" dirty="0">
              <a:solidFill>
                <a:schemeClr val="bg1"/>
              </a:solidFill>
              <a:latin typeface="Graphik LC Regular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207939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зис_7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7" descr=" ">
            <a:extLst>
              <a:ext uri="{FF2B5EF4-FFF2-40B4-BE49-F238E27FC236}">
                <a16:creationId xmlns:a16="http://schemas.microsoft.com/office/drawing/2014/main" id="{0781BBF5-0A34-03B4-EBB6-B6C8055362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6" name="Текст 7">
            <a:extLst>
              <a:ext uri="{FF2B5EF4-FFF2-40B4-BE49-F238E27FC236}">
                <a16:creationId xmlns:a16="http://schemas.microsoft.com/office/drawing/2014/main" id="{1B58A3EB-D93A-7F8F-8348-DCD5C61A77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02" y="3276600"/>
            <a:ext cx="16945309" cy="346248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Большой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заголовок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: </a:t>
            </a:r>
            <a:b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18" name="Текст 16">
            <a:extLst>
              <a:ext uri="{FF2B5EF4-FFF2-40B4-BE49-F238E27FC236}">
                <a16:creationId xmlns:a16="http://schemas.microsoft.com/office/drawing/2014/main" id="{36353F64-217C-43C9-E847-9A7C8D303E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13702" y="9067800"/>
            <a:ext cx="11531098" cy="149464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4000"/>
              </a:lnSpc>
              <a:spcBef>
                <a:spcPct val="0"/>
              </a:spcBef>
            </a:pP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Обычно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вы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сначала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найдете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вопрос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или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проблему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,  </a:t>
            </a:r>
            <a:br>
              <a:rPr lang="ru-RU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а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затем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решите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моделировать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процесс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,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чтобы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получить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конкретный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ответ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или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проверить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чей-то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готовый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вывод</a:t>
            </a:r>
            <a:endParaRPr lang="en-US" sz="3000" dirty="0">
              <a:solidFill>
                <a:schemeClr val="bg1"/>
              </a:solidFill>
              <a:latin typeface="Graphik LC Regular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005481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зис_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 ">
            <a:extLst>
              <a:ext uri="{FF2B5EF4-FFF2-40B4-BE49-F238E27FC236}">
                <a16:creationId xmlns:a16="http://schemas.microsoft.com/office/drawing/2014/main" id="{020D524C-D4CA-82DC-16DF-70F773C436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7" name="Image 6" descr=" ">
            <a:extLst>
              <a:ext uri="{FF2B5EF4-FFF2-40B4-BE49-F238E27FC236}">
                <a16:creationId xmlns:a16="http://schemas.microsoft.com/office/drawing/2014/main" id="{200986D8-2061-31E3-BD87-0D03711FBDE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6BA7987-6C42-27EB-6B52-18C9D5467932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34725"/>
            <a:ext cx="14136867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B9EA6DD1-B3C9-D499-58E8-168E2179394A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497440"/>
            <a:ext cx="14136867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3E7E4105-97DF-F7AB-FF94-35B37B4BED31}"/>
              </a:ext>
            </a:extLst>
          </p:cNvPr>
          <p:cNvCxnSpPr>
            <a:cxnSpLocks/>
          </p:cNvCxnSpPr>
          <p:nvPr userDrawn="1"/>
        </p:nvCxnSpPr>
        <p:spPr>
          <a:xfrm>
            <a:off x="16575572" y="12497440"/>
            <a:ext cx="6582486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B9B4B0F7-B543-0D68-BAF9-DDEE17C7689A}"/>
              </a:ext>
            </a:extLst>
          </p:cNvPr>
          <p:cNvCxnSpPr>
            <a:cxnSpLocks/>
          </p:cNvCxnSpPr>
          <p:nvPr userDrawn="1"/>
        </p:nvCxnSpPr>
        <p:spPr>
          <a:xfrm>
            <a:off x="16575572" y="1234725"/>
            <a:ext cx="5194949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B67BAE0C-3F70-E9A0-FC38-6CAC68A2A403}"/>
              </a:ext>
            </a:extLst>
          </p:cNvPr>
          <p:cNvCxnSpPr>
            <a:cxnSpLocks/>
          </p:cNvCxnSpPr>
          <p:nvPr userDrawn="1"/>
        </p:nvCxnSpPr>
        <p:spPr>
          <a:xfrm>
            <a:off x="15935918" y="1841500"/>
            <a:ext cx="0" cy="10033002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Текст 11">
            <a:extLst>
              <a:ext uri="{FF2B5EF4-FFF2-40B4-BE49-F238E27FC236}">
                <a16:creationId xmlns:a16="http://schemas.microsoft.com/office/drawing/2014/main" id="{824EE4AD-2A3C-8F1B-90F2-B4DA0AF86A9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1841500"/>
            <a:ext cx="14136866" cy="605293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en-US" sz="108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118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10800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10800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br>
              <a:rPr lang="ru-RU" sz="10800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2" name="Текст 55">
            <a:extLst>
              <a:ext uri="{FF2B5EF4-FFF2-40B4-BE49-F238E27FC236}">
                <a16:creationId xmlns:a16="http://schemas.microsoft.com/office/drawing/2014/main" id="{1BB00B47-69D1-9B76-F106-82C7FD8977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575572" y="9353940"/>
            <a:ext cx="7052543" cy="25205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 </a:t>
            </a:r>
          </a:p>
        </p:txBody>
      </p:sp>
    </p:spTree>
    <p:extLst>
      <p:ext uri="{BB962C8B-B14F-4D97-AF65-F5344CB8AC3E}">
        <p14:creationId xmlns:p14="http://schemas.microsoft.com/office/powerpoint/2010/main" val="16925099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лан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Image 50" descr=" ">
            <a:extLst>
              <a:ext uri="{FF2B5EF4-FFF2-40B4-BE49-F238E27FC236}">
                <a16:creationId xmlns:a16="http://schemas.microsoft.com/office/drawing/2014/main" id="{13A6852E-FC8A-9408-F701-916186E4E3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53" name="Image 51" descr=" ">
            <a:extLst>
              <a:ext uri="{FF2B5EF4-FFF2-40B4-BE49-F238E27FC236}">
                <a16:creationId xmlns:a16="http://schemas.microsoft.com/office/drawing/2014/main" id="{14196418-5761-9B8D-3DCB-1C1162E184E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54" name="Текст 7">
            <a:extLst>
              <a:ext uri="{FF2B5EF4-FFF2-40B4-BE49-F238E27FC236}">
                <a16:creationId xmlns:a16="http://schemas.microsoft.com/office/drawing/2014/main" id="{120F5C00-9287-EA69-0EAF-6CE4DEA84F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468303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План лекции</a:t>
            </a:r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75CABEED-9490-FDB8-ED1A-12DE2D29B1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84873" y="3141004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7" name="Текст 55">
            <a:extLst>
              <a:ext uri="{FF2B5EF4-FFF2-40B4-BE49-F238E27FC236}">
                <a16:creationId xmlns:a16="http://schemas.microsoft.com/office/drawing/2014/main" id="{73BC2215-3408-7CC6-BB9A-48B8000EAC1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84873" y="49993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8" name="Текст 55">
            <a:extLst>
              <a:ext uri="{FF2B5EF4-FFF2-40B4-BE49-F238E27FC236}">
                <a16:creationId xmlns:a16="http://schemas.microsoft.com/office/drawing/2014/main" id="{E2A058B0-AC5F-8B11-B943-2DF8FA54B3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84873" y="68535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9" name="Текст 55">
            <a:extLst>
              <a:ext uri="{FF2B5EF4-FFF2-40B4-BE49-F238E27FC236}">
                <a16:creationId xmlns:a16="http://schemas.microsoft.com/office/drawing/2014/main" id="{39134057-CFD4-E4B1-AAE4-E48ABAC819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84873" y="87077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0" name="Текст 55">
            <a:extLst>
              <a:ext uri="{FF2B5EF4-FFF2-40B4-BE49-F238E27FC236}">
                <a16:creationId xmlns:a16="http://schemas.microsoft.com/office/drawing/2014/main" id="{CBE338EC-ABD5-8231-FB9B-72C62FACF0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4873" y="105619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45BCC5DF-5AAD-DF79-4A2C-137DEA8B239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149568" y="3141004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ED0B2116-598D-49ED-E1E0-C041745693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149568" y="49993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8B643EAC-65F3-2BAA-3E3D-B5EA0951F60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149568" y="68535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BE2CE37D-27D1-0CDF-9D20-9232AE11AF7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149568" y="87077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83149C1A-625E-4453-B0C0-CC697FCEEDF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149568" y="105619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41A58EF-D9A1-F09C-EF0A-20EE6EEBD2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12140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лан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63E49595-C32C-F63A-E3DF-360804847F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0605826" cy="13716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5DE96714-005F-38FA-37B3-92C93CCCA044}"/>
              </a:ext>
            </a:extLst>
          </p:cNvPr>
          <p:cNvSpPr/>
          <p:nvPr userDrawn="1"/>
        </p:nvSpPr>
        <p:spPr>
          <a:xfrm>
            <a:off x="0" y="0"/>
            <a:ext cx="10605600" cy="137160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  <p:txBody>
          <a:bodyPr/>
          <a:lstStyle/>
          <a:p>
            <a:endParaRPr lang="x-none"/>
          </a:p>
        </p:txBody>
      </p:sp>
      <p:pic>
        <p:nvPicPr>
          <p:cNvPr id="44" name="Image 44" descr=" ">
            <a:extLst>
              <a:ext uri="{FF2B5EF4-FFF2-40B4-BE49-F238E27FC236}">
                <a16:creationId xmlns:a16="http://schemas.microsoft.com/office/drawing/2014/main" id="{1F410D3A-6109-C833-468B-CB41D55F868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46" name="Текст 7">
            <a:extLst>
              <a:ext uri="{FF2B5EF4-FFF2-40B4-BE49-F238E27FC236}">
                <a16:creationId xmlns:a16="http://schemas.microsoft.com/office/drawing/2014/main" id="{DD173653-C972-36E3-33E0-03A0A04AD4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877598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План лекции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1A992F62-F7B2-8A28-B227-117B268F906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768521" y="2070931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97802547-8148-7EF9-518D-D5018846E3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68521" y="4172976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A018C5A7-03CD-E37D-EBEF-CFB78E88F3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768521" y="6291435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E2950F98-2BA2-80CE-B9BC-EBD35F78F2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768521" y="840168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E7704AFE-92D7-4B02-208F-065E34E8DA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768521" y="10511938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5F92A08F-771F-953B-614C-77172DBF10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33420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лан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Текст 7">
            <a:extLst>
              <a:ext uri="{FF2B5EF4-FFF2-40B4-BE49-F238E27FC236}">
                <a16:creationId xmlns:a16="http://schemas.microsoft.com/office/drawing/2014/main" id="{DD173653-C972-36E3-33E0-03A0A04AD4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877598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План лекции</a:t>
            </a:r>
          </a:p>
        </p:txBody>
      </p:sp>
      <p:sp>
        <p:nvSpPr>
          <p:cNvPr id="70" name="Shape 1">
            <a:extLst>
              <a:ext uri="{FF2B5EF4-FFF2-40B4-BE49-F238E27FC236}">
                <a16:creationId xmlns:a16="http://schemas.microsoft.com/office/drawing/2014/main" id="{2CE00959-69BA-E723-F3AD-02A493295454}"/>
              </a:ext>
            </a:extLst>
          </p:cNvPr>
          <p:cNvSpPr/>
          <p:nvPr userDrawn="1"/>
        </p:nvSpPr>
        <p:spPr>
          <a:xfrm>
            <a:off x="1219352" y="3136900"/>
            <a:ext cx="8408451" cy="8509000"/>
          </a:xfrm>
          <a:prstGeom prst="rect">
            <a:avLst/>
          </a:prstGeom>
          <a:noFill/>
          <a:ln/>
        </p:spPr>
      </p:sp>
      <p:pic>
        <p:nvPicPr>
          <p:cNvPr id="90" name="Image 9" descr=" ">
            <a:extLst>
              <a:ext uri="{FF2B5EF4-FFF2-40B4-BE49-F238E27FC236}">
                <a16:creationId xmlns:a16="http://schemas.microsoft.com/office/drawing/2014/main" id="{288B17EF-4225-E09D-728B-42B5C63F2D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91" name="Image 10" descr=" ">
            <a:extLst>
              <a:ext uri="{FF2B5EF4-FFF2-40B4-BE49-F238E27FC236}">
                <a16:creationId xmlns:a16="http://schemas.microsoft.com/office/drawing/2014/main" id="{8C47F781-9C62-9160-AF4A-42775B843F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09" name="Текст 55">
            <a:extLst>
              <a:ext uri="{FF2B5EF4-FFF2-40B4-BE49-F238E27FC236}">
                <a16:creationId xmlns:a16="http://schemas.microsoft.com/office/drawing/2014/main" id="{29A5EEA0-EE37-97DC-22FD-7027F93FF3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984873" y="3136900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110" name="Текст 55">
            <a:extLst>
              <a:ext uri="{FF2B5EF4-FFF2-40B4-BE49-F238E27FC236}">
                <a16:creationId xmlns:a16="http://schemas.microsoft.com/office/drawing/2014/main" id="{9216B4B3-93F5-8C4A-9A77-CED9548DECF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84873" y="4993152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111" name="Текст 55">
            <a:extLst>
              <a:ext uri="{FF2B5EF4-FFF2-40B4-BE49-F238E27FC236}">
                <a16:creationId xmlns:a16="http://schemas.microsoft.com/office/drawing/2014/main" id="{9C93EC5C-3943-0FE3-3B95-C9C6622FE8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84873" y="6849404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112" name="Текст 55">
            <a:extLst>
              <a:ext uri="{FF2B5EF4-FFF2-40B4-BE49-F238E27FC236}">
                <a16:creationId xmlns:a16="http://schemas.microsoft.com/office/drawing/2014/main" id="{FD581BD7-B908-4B36-8EEA-3F3772BC6C5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84873" y="8705656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113" name="Текст 55">
            <a:extLst>
              <a:ext uri="{FF2B5EF4-FFF2-40B4-BE49-F238E27FC236}">
                <a16:creationId xmlns:a16="http://schemas.microsoft.com/office/drawing/2014/main" id="{0F7A994B-7B7D-F8A9-C53F-AC65D4D6793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4873" y="105619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27D2646-4C52-B91A-CDA7-BB4FFD711D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28735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икер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2C9A74D-E1AD-0AF1-3CB9-2EB50DB8AD03}"/>
              </a:ext>
            </a:extLst>
          </p:cNvPr>
          <p:cNvSpPr/>
          <p:nvPr userDrawn="1"/>
        </p:nvSpPr>
        <p:spPr>
          <a:xfrm>
            <a:off x="12384048" y="0"/>
            <a:ext cx="12003000" cy="13716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30" name="Рисунок 29">
            <a:extLst>
              <a:ext uri="{FF2B5EF4-FFF2-40B4-BE49-F238E27FC236}">
                <a16:creationId xmlns:a16="http://schemas.microsoft.com/office/drawing/2014/main" id="{446559C5-1DB4-3E3E-7EBA-4F3AAD6FF4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616101" y="1219200"/>
            <a:ext cx="9558223" cy="11291888"/>
          </a:xfrm>
          <a:prstGeom prst="round2DiagRect">
            <a:avLst>
              <a:gd name="adj1" fmla="val 9014"/>
              <a:gd name="adj2" fmla="val 0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31" name="Текст 7">
            <a:extLst>
              <a:ext uri="{FF2B5EF4-FFF2-40B4-BE49-F238E27FC236}">
                <a16:creationId xmlns:a16="http://schemas.microsoft.com/office/drawing/2014/main" id="{43659229-292D-8DA7-6E1F-2F70C364C6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19352" y="817780"/>
            <a:ext cx="90816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Имя Фамилия</a:t>
            </a:r>
          </a:p>
        </p:txBody>
      </p:sp>
      <p:sp>
        <p:nvSpPr>
          <p:cNvPr id="32" name="Текст 14">
            <a:extLst>
              <a:ext uri="{FF2B5EF4-FFF2-40B4-BE49-F238E27FC236}">
                <a16:creationId xmlns:a16="http://schemas.microsoft.com/office/drawing/2014/main" id="{8A39B13E-07C4-B22E-C1DF-1647BAAF88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081636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ДОЛЖНОСТЬ СПИКЕРА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7E73C37F-E536-398B-7118-D6FB1950645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84873" y="4928589"/>
            <a:ext cx="7052543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1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1C483E1C-FC44-1883-3674-1E7CE83CBB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84873" y="6428601"/>
            <a:ext cx="7052543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2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73ABAD18-3F4E-CA45-903D-5C5F4E7BD9C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4873" y="7846720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3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0A811331-A153-B932-4A47-F025A4C8C55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84873" y="9562159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4 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D5330BF6-BCF0-FF18-7EDF-3496907D05D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84873" y="11277600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5 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pic>
        <p:nvPicPr>
          <p:cNvPr id="39" name="Image 38" descr=" ">
            <a:extLst>
              <a:ext uri="{FF2B5EF4-FFF2-40B4-BE49-F238E27FC236}">
                <a16:creationId xmlns:a16="http://schemas.microsoft.com/office/drawing/2014/main" id="{FE32D95C-8C4A-A70A-3241-17241E6DDC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694311" y="1727200"/>
            <a:ext cx="965321" cy="635000"/>
          </a:xfrm>
          <a:prstGeom prst="rect">
            <a:avLst/>
          </a:prstGeom>
        </p:spPr>
      </p:pic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B2E9BF9D-AA05-8DFE-3CD1-C02B66210B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12778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икер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6">
            <a:extLst>
              <a:ext uri="{FF2B5EF4-FFF2-40B4-BE49-F238E27FC236}">
                <a16:creationId xmlns:a16="http://schemas.microsoft.com/office/drawing/2014/main" id="{F8C01122-0A36-C772-33A2-7040677FC51C}"/>
              </a:ext>
            </a:extLst>
          </p:cNvPr>
          <p:cNvSpPr/>
          <p:nvPr userDrawn="1"/>
        </p:nvSpPr>
        <p:spPr>
          <a:xfrm>
            <a:off x="12384048" y="0"/>
            <a:ext cx="12003000" cy="137160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  <p:txBody>
          <a:bodyPr/>
          <a:lstStyle/>
          <a:p>
            <a:endParaRPr lang="x-none"/>
          </a:p>
        </p:txBody>
      </p:sp>
      <p:sp>
        <p:nvSpPr>
          <p:cNvPr id="40" name="Рисунок 29">
            <a:extLst>
              <a:ext uri="{FF2B5EF4-FFF2-40B4-BE49-F238E27FC236}">
                <a16:creationId xmlns:a16="http://schemas.microsoft.com/office/drawing/2014/main" id="{F1FB737F-1AA3-8D43-AFF0-CE1BD193B97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flipH="1">
            <a:off x="13616101" y="1219200"/>
            <a:ext cx="9558223" cy="11291888"/>
          </a:xfrm>
          <a:prstGeom prst="round2DiagRect">
            <a:avLst>
              <a:gd name="adj1" fmla="val 9396"/>
              <a:gd name="adj2" fmla="val 0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13" name="Image 30" descr=" ">
            <a:extLst>
              <a:ext uri="{FF2B5EF4-FFF2-40B4-BE49-F238E27FC236}">
                <a16:creationId xmlns:a16="http://schemas.microsoft.com/office/drawing/2014/main" id="{2A79775E-75D8-84B5-4D64-6153360244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694311" y="1727200"/>
            <a:ext cx="965321" cy="635000"/>
          </a:xfrm>
          <a:prstGeom prst="rect">
            <a:avLst/>
          </a:prstGeom>
        </p:spPr>
      </p:pic>
      <p:pic>
        <p:nvPicPr>
          <p:cNvPr id="14" name="Image 31" descr=" ">
            <a:extLst>
              <a:ext uri="{FF2B5EF4-FFF2-40B4-BE49-F238E27FC236}">
                <a16:creationId xmlns:a16="http://schemas.microsoft.com/office/drawing/2014/main" id="{158574B4-3EFF-AB44-5457-9B9B4948D1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694311" y="1727200"/>
            <a:ext cx="965321" cy="635000"/>
          </a:xfrm>
          <a:prstGeom prst="rect">
            <a:avLst/>
          </a:prstGeom>
        </p:spPr>
      </p:pic>
      <p:sp>
        <p:nvSpPr>
          <p:cNvPr id="27" name="Текст 55">
            <a:extLst>
              <a:ext uri="{FF2B5EF4-FFF2-40B4-BE49-F238E27FC236}">
                <a16:creationId xmlns:a16="http://schemas.microsoft.com/office/drawing/2014/main" id="{9046158D-55C9-92DB-7527-4F301EF8950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4873" y="5473700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1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E41674CC-A8CF-9B6C-A081-575023CFB2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84873" y="7150100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2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BF343F0D-0637-B341-F460-8AF4CBF0A4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84873" y="8826500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3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C3E61AD0-944D-646F-E711-9EDED63A904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84873" y="10502900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4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42" name="Текст 7">
            <a:extLst>
              <a:ext uri="{FF2B5EF4-FFF2-40B4-BE49-F238E27FC236}">
                <a16:creationId xmlns:a16="http://schemas.microsoft.com/office/drawing/2014/main" id="{F98A7FBC-C71C-6A82-6747-BC82B78F06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19352" y="3213100"/>
            <a:ext cx="90816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Имя Фамилия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CCCDD00-53B6-7375-BBEC-41F45CFD52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89897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левой плашкой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accent2"/>
          </a:solidFill>
          <a:ln/>
        </p:spPr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7" name="Текст 7">
            <a:extLst>
              <a:ext uri="{FF2B5EF4-FFF2-40B4-BE49-F238E27FC236}">
                <a16:creationId xmlns:a16="http://schemas.microsoft.com/office/drawing/2014/main" id="{9624E0A9-EE0E-C326-B628-B788D5B2E7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72474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8" name="Текст 14">
            <a:extLst>
              <a:ext uri="{FF2B5EF4-FFF2-40B4-BE49-F238E27FC236}">
                <a16:creationId xmlns:a16="http://schemas.microsoft.com/office/drawing/2014/main" id="{BE31EFCC-3230-0083-3352-41D812A2214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8724747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5D919623-9276-35AA-C6FD-9D89BDA614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866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левой плашкой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tx1"/>
          </a:solidFill>
          <a:ln/>
        </p:spPr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" name="Текст 7">
            <a:extLst>
              <a:ext uri="{FF2B5EF4-FFF2-40B4-BE49-F238E27FC236}">
                <a16:creationId xmlns:a16="http://schemas.microsoft.com/office/drawing/2014/main" id="{B9F1B6F5-8F02-DB26-5E34-F18B6883F8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Текст 14">
            <a:extLst>
              <a:ext uri="{FF2B5EF4-FFF2-40B4-BE49-F238E27FC236}">
                <a16:creationId xmlns:a16="http://schemas.microsoft.com/office/drawing/2014/main" id="{96890124-1B1A-72A5-68E7-AB9BDF64B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2" y="3552658"/>
            <a:ext cx="6196714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слайда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7" name="Номер слайда 2">
            <a:extLst>
              <a:ext uri="{FF2B5EF4-FFF2-40B4-BE49-F238E27FC236}">
                <a16:creationId xmlns:a16="http://schemas.microsoft.com/office/drawing/2014/main" id="{7E033BA5-61AE-D0D1-19D9-5B3AFEC1FE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655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673699BD-ABAA-D4B5-8CFC-A01AC4C0421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19352" y="4619626"/>
            <a:ext cx="9725739" cy="20076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 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BDD326F8-ED51-FC72-06D7-73E0F5B1B6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9351" y="8886826"/>
            <a:ext cx="10640139" cy="25205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Важно понимать, что бывает наоборот: имея расплывчатую задачу, нелокализованную проблему,  </a:t>
            </a:r>
            <a:br>
              <a:rPr lang="ru-RU" dirty="0"/>
            </a:br>
            <a:r>
              <a:rPr lang="ru-RU" dirty="0"/>
              <a:t>вы сначала построите модель текущего процесса, </a:t>
            </a:r>
            <a:br>
              <a:rPr lang="ru-RU" dirty="0"/>
            </a:br>
            <a:r>
              <a:rPr lang="ru-RU" dirty="0"/>
              <a:t>чтобы получить представление «изнутри», как улучшить процесс или где теория не соответствует практике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9285CBF-F594-2AA7-B3B9-14184247A1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8291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2 (плашка + текст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accent2"/>
          </a:solidFill>
          <a:ln/>
        </p:spPr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5126757"/>
            <a:ext cx="8534248" cy="346248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Большой заголовок </a:t>
            </a:r>
            <a:br>
              <a:rPr lang="ru-RU" dirty="0"/>
            </a:br>
            <a:r>
              <a:rPr lang="ru-RU" dirty="0"/>
              <a:t>на три строки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673699BD-ABAA-D4B5-8CFC-A01AC4C0421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003003" y="3451664"/>
            <a:ext cx="9725739" cy="20076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 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BDD326F8-ED51-FC72-06D7-73E0F5B1B6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003003" y="7718864"/>
            <a:ext cx="10640139" cy="25205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Важно понимать, что бывает наоборот: имея расплывчатую задачу, нелокализованную проблему,  </a:t>
            </a:r>
            <a:br>
              <a:rPr lang="ru-RU" dirty="0"/>
            </a:br>
            <a:r>
              <a:rPr lang="ru-RU" dirty="0"/>
              <a:t>вы сначала построите модель текущего процесса, </a:t>
            </a:r>
            <a:br>
              <a:rPr lang="ru-RU" dirty="0"/>
            </a:br>
            <a:r>
              <a:rPr lang="ru-RU" dirty="0"/>
              <a:t>чтобы получить представление «изнутри», как улучшить процесс или где теория не соответствует практике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3E18B31E-0112-EB87-81CD-7018C81940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55074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3 (плашка + пункты с иконкам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tx1"/>
          </a:solidFill>
          <a:ln/>
        </p:spPr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5703838"/>
            <a:ext cx="853424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7DBADDCE-24C0-F0C1-D7DF-9C997EA04C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768521" y="1881478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D4D05D2D-F07B-E4A0-3B24-9226CDFD687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768521" y="2491078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41699F41-3EF8-B76A-E754-8501FCFEE15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768521" y="4576039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5FE5DF5D-9726-9ABB-62C0-4C6676321B4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768521" y="5185639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5" name="Текст 55">
            <a:extLst>
              <a:ext uri="{FF2B5EF4-FFF2-40B4-BE49-F238E27FC236}">
                <a16:creationId xmlns:a16="http://schemas.microsoft.com/office/drawing/2014/main" id="{6F03D2F8-D3A7-48AE-979F-2CE3AFEB538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768521" y="7266988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6B9C99E4-BBC5-24A3-E31B-606E8F4AE9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768521" y="7876588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7" name="Текст 55">
            <a:extLst>
              <a:ext uri="{FF2B5EF4-FFF2-40B4-BE49-F238E27FC236}">
                <a16:creationId xmlns:a16="http://schemas.microsoft.com/office/drawing/2014/main" id="{6F9DABB3-78DE-4DCE-F5F5-8C5DB72685D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768521" y="9955578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8" name="Текст 55">
            <a:extLst>
              <a:ext uri="{FF2B5EF4-FFF2-40B4-BE49-F238E27FC236}">
                <a16:creationId xmlns:a16="http://schemas.microsoft.com/office/drawing/2014/main" id="{77E5759B-15E4-B690-9B66-1910E98B897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768521" y="10565178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449ACE61-8C37-4768-C1F7-964C7759D8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67770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4 (плашка + краткие пункты с иконками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Текст 55">
            <a:extLst>
              <a:ext uri="{FF2B5EF4-FFF2-40B4-BE49-F238E27FC236}">
                <a16:creationId xmlns:a16="http://schemas.microsoft.com/office/drawing/2014/main" id="{D0AACE7B-E6E9-9903-F979-8375DEF69A3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768521" y="1690900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76F7C4CC-564A-FF63-369B-81DD182820D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768521" y="3578668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A46EBADC-FEA0-91B1-9C82-162F6065CB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768521" y="5466436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27B64067-93E3-861D-3805-0DF43F9C712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768521" y="7354204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885F0385-174E-44EC-AD15-6A14B23415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768521" y="9241972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F5E339AD-BA37-F40E-B265-C578EC514C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768521" y="11129740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pic>
        <p:nvPicPr>
          <p:cNvPr id="3" name="Image 1" descr=" ">
            <a:extLst>
              <a:ext uri="{FF2B5EF4-FFF2-40B4-BE49-F238E27FC236}">
                <a16:creationId xmlns:a16="http://schemas.microsoft.com/office/drawing/2014/main" id="{B48CBA4E-00FD-553C-CA49-6EEACD6DAD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0605826" cy="13716000"/>
          </a:xfrm>
          <a:prstGeom prst="rect">
            <a:avLst/>
          </a:prstGeom>
        </p:spPr>
      </p:pic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5703838"/>
            <a:ext cx="853424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365C528E-FBBA-8811-563E-EFBC40294A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37456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5 (2 столбца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" name="Shape 1">
            <a:extLst>
              <a:ext uri="{FF2B5EF4-FFF2-40B4-BE49-F238E27FC236}">
                <a16:creationId xmlns:a16="http://schemas.microsoft.com/office/drawing/2014/main" id="{204E2ECF-A2B7-BD1E-72EF-7982044BAA99}"/>
              </a:ext>
            </a:extLst>
          </p:cNvPr>
          <p:cNvSpPr/>
          <p:nvPr userDrawn="1"/>
        </p:nvSpPr>
        <p:spPr>
          <a:xfrm>
            <a:off x="1219352" y="3759200"/>
            <a:ext cx="10783648" cy="8737600"/>
          </a:xfrm>
          <a:prstGeom prst="round2SameRect">
            <a:avLst>
              <a:gd name="adj1" fmla="val 6202"/>
              <a:gd name="adj2" fmla="val 0"/>
            </a:avLst>
          </a:prstGeom>
          <a:noFill/>
          <a:ln w="25400">
            <a:solidFill>
              <a:schemeClr val="accent2"/>
            </a:solidFill>
            <a:prstDash val="solid"/>
          </a:ln>
        </p:spPr>
      </p:sp>
      <p:pic>
        <p:nvPicPr>
          <p:cNvPr id="3" name="Image 0" descr=" ">
            <a:extLst>
              <a:ext uri="{FF2B5EF4-FFF2-40B4-BE49-F238E27FC236}">
                <a16:creationId xmlns:a16="http://schemas.microsoft.com/office/drawing/2014/main" id="{758DAD45-76DB-F79C-CD96-5BAA601B07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19352" y="3759200"/>
            <a:ext cx="10783648" cy="1879600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71784376-6B78-370E-C3DB-421F9653EA32}"/>
              </a:ext>
            </a:extLst>
          </p:cNvPr>
          <p:cNvSpPr/>
          <p:nvPr userDrawn="1"/>
        </p:nvSpPr>
        <p:spPr>
          <a:xfrm>
            <a:off x="12384048" y="3759200"/>
            <a:ext cx="10783648" cy="8737600"/>
          </a:xfrm>
          <a:prstGeom prst="round2SameRect">
            <a:avLst>
              <a:gd name="adj1" fmla="val 5859"/>
              <a:gd name="adj2" fmla="val 0"/>
            </a:avLst>
          </a:prstGeom>
          <a:noFill/>
          <a:ln w="25400">
            <a:solidFill>
              <a:schemeClr val="accent3"/>
            </a:solidFill>
            <a:prstDash val="solid"/>
          </a:ln>
        </p:spPr>
      </p:sp>
      <p:pic>
        <p:nvPicPr>
          <p:cNvPr id="7" name="Image 1" descr=" ">
            <a:extLst>
              <a:ext uri="{FF2B5EF4-FFF2-40B4-BE49-F238E27FC236}">
                <a16:creationId xmlns:a16="http://schemas.microsoft.com/office/drawing/2014/main" id="{3C8B92D3-2E3B-4C56-92B0-72910594572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384048" y="3759200"/>
            <a:ext cx="10783648" cy="1879600"/>
          </a:xfrm>
          <a:prstGeom prst="rect">
            <a:avLst/>
          </a:prstGeom>
        </p:spPr>
      </p:pic>
      <p:sp>
        <p:nvSpPr>
          <p:cNvPr id="8" name="Текст 55">
            <a:extLst>
              <a:ext uri="{FF2B5EF4-FFF2-40B4-BE49-F238E27FC236}">
                <a16:creationId xmlns:a16="http://schemas.microsoft.com/office/drawing/2014/main" id="{ABA6485D-43CF-3921-D214-A8F02605B95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59670" y="4427387"/>
            <a:ext cx="7430844" cy="5507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1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0F2B5BBD-1FF4-8082-44B4-A465A9C6F14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013276" y="4419084"/>
            <a:ext cx="7430844" cy="5507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2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1D42419D-6346-2CBC-7013-87A46531DF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48581" y="641696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1876AC76-7C21-9BD6-3BF0-E4DE1F9BA17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48581" y="76500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D1412ACB-20F0-78A1-BEBD-60DDDFD1D9C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48581" y="88692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27F7CAA0-F820-F296-E998-82AAA74D334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48581" y="100884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81CB03D6-F9DE-D13B-1B62-98CA4DF2BDE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48581" y="113076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5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008CAB53-9321-E6EF-B36D-D4552CA68FF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4313275" y="641696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AF353F19-37D8-8C6F-E06B-6E3B51739ED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4313275" y="76500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FFBC3E66-90C4-1DD1-74B2-AB52C728A44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313275" y="88692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98817D88-FD6D-C889-336B-A8656403D33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313275" y="100884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E202932F-533E-C423-8E66-BA8506CAE41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4313275" y="113076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5</a:t>
            </a:r>
          </a:p>
        </p:txBody>
      </p:sp>
      <p:sp>
        <p:nvSpPr>
          <p:cNvPr id="10" name="Номер слайда 2">
            <a:extLst>
              <a:ext uri="{FF2B5EF4-FFF2-40B4-BE49-F238E27FC236}">
                <a16:creationId xmlns:a16="http://schemas.microsoft.com/office/drawing/2014/main" id="{4D5248EB-A962-C836-291C-6985260C30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98822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2E440F48-36E2-3E5C-D3FF-983E139BAA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59670" y="5437787"/>
            <a:ext cx="7430844" cy="5507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1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23F6A993-0C93-AD71-5C35-41F610CC214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013276" y="5437787"/>
            <a:ext cx="7430844" cy="5507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2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3BB20C42-E2D0-0045-F534-D69C4612FF1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829029" y="6853899"/>
            <a:ext cx="8041934" cy="24460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900" indent="-342900">
              <a:lnSpc>
                <a:spcPts val="34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ru-RU" sz="2400" b="0" i="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/>
            <a:r>
              <a:rPr lang="ru-RU" dirty="0"/>
              <a:t>Обычно вы сначала найдете вопрос или проблему</a:t>
            </a:r>
          </a:p>
          <a:p>
            <a:pPr marL="0" lvl="0"/>
            <a:r>
              <a:rPr lang="ru-RU" dirty="0"/>
              <a:t>А затем решите моделировать процесс </a:t>
            </a:r>
          </a:p>
          <a:p>
            <a:pPr marL="0" lvl="0"/>
            <a:r>
              <a:rPr lang="ru-RU" dirty="0"/>
              <a:t>Чтобы получить конкретный ответ </a:t>
            </a:r>
          </a:p>
          <a:p>
            <a:pPr marL="0" lvl="0"/>
            <a:r>
              <a:rPr lang="ru-RU" dirty="0"/>
              <a:t>Или проверить чей-то готовый вывод</a:t>
            </a:r>
          </a:p>
          <a:p>
            <a:pPr marL="0" lvl="0"/>
            <a:r>
              <a:rPr lang="ru-RU" dirty="0"/>
              <a:t>Альтернативным путем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3333E377-F687-958C-EAF9-FA9091DA00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082635" y="6853899"/>
            <a:ext cx="8041934" cy="24460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900" indent="-342900">
              <a:lnSpc>
                <a:spcPts val="34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ru-RU" sz="2400" b="0" i="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/>
            <a:r>
              <a:rPr lang="ru-RU" dirty="0"/>
              <a:t>Обычно вы сначала найдете вопрос или проблему</a:t>
            </a:r>
          </a:p>
          <a:p>
            <a:pPr marL="0" lvl="0"/>
            <a:r>
              <a:rPr lang="ru-RU" dirty="0"/>
              <a:t>А затем решите моделировать процесс </a:t>
            </a:r>
          </a:p>
          <a:p>
            <a:pPr marL="0" lvl="0"/>
            <a:r>
              <a:rPr lang="ru-RU" dirty="0"/>
              <a:t>Чтобы получить конкретный ответ </a:t>
            </a:r>
          </a:p>
          <a:p>
            <a:pPr marL="0" lvl="0"/>
            <a:r>
              <a:rPr lang="ru-RU" dirty="0"/>
              <a:t>Или проверить чей-то готовый вывод</a:t>
            </a:r>
          </a:p>
          <a:p>
            <a:pPr marL="0" lvl="0"/>
            <a:r>
              <a:rPr lang="ru-RU" dirty="0"/>
              <a:t>Альтернативным путем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6713796-6879-E02D-82B1-6EAE1C200D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62270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7 (краткие подпункты + икон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1" name="Текст 14">
            <a:extLst>
              <a:ext uri="{FF2B5EF4-FFF2-40B4-BE49-F238E27FC236}">
                <a16:creationId xmlns:a16="http://schemas.microsoft.com/office/drawing/2014/main" id="{97485FA9-2A79-90AF-3174-CFA6613EB0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0676BB35-A490-235B-1238-F02BC4539F0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768521" y="3835148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392360A4-EEEF-DF51-88D1-00D2279E157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768521" y="5722916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D53B74D5-2F25-473A-9367-80E98CFAF3A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768521" y="7610684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2464E47B-35B0-7586-18EB-A049463A908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768521" y="9498452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B03747F9-B868-EE2A-9869-60BDFCA2DD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768521" y="11386220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A276F4C-5AEC-70F4-5A2E-6369D687CF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01815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679">
          <p15:clr>
            <a:srgbClr val="FBAE40"/>
          </p15:clr>
        </p15:guide>
        <p15:guide id="2" pos="7568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Текст 7">
            <a:extLst>
              <a:ext uri="{FF2B5EF4-FFF2-40B4-BE49-F238E27FC236}">
                <a16:creationId xmlns:a16="http://schemas.microsoft.com/office/drawing/2014/main" id="{5B8495F1-E46A-9165-9730-67B701F9E6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092690" y="10187451"/>
            <a:ext cx="9081635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r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A897F12C-2FC8-67B5-34BD-68E0C3A3C48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48385" y="26416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6FE8D3F8-6E53-61F9-04A7-50E0CF3E50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348385" y="38608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CAACDBBF-7544-A5AE-0E2E-618A4EF40F5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48385" y="50800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51D3C734-6A19-175A-48FF-33F917666B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348385" y="62992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B6157516-BF95-D40B-532B-53371CCF541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348385" y="75184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5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39735E3A-85DD-B42A-4E26-8B117D5DC37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337683" y="26416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4C3F7980-36F9-E790-1AD7-75A03FF97CC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337683" y="38608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7155095C-1530-DA27-382A-569D6876B0E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337683" y="50800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35C71E6E-C272-979A-46EA-ACA5B3EE022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337683" y="62992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C065EE60-0525-6362-E865-C252053474E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337683" y="75184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5</a:t>
            </a:r>
          </a:p>
        </p:txBody>
      </p:sp>
      <p:sp>
        <p:nvSpPr>
          <p:cNvPr id="27" name="Текст 14">
            <a:extLst>
              <a:ext uri="{FF2B5EF4-FFF2-40B4-BE49-F238E27FC236}">
                <a16:creationId xmlns:a16="http://schemas.microsoft.com/office/drawing/2014/main" id="{7C91F001-0AB9-F8A5-469B-B764A1F39C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1219200"/>
            <a:ext cx="6620782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accent3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1</a:t>
            </a:r>
          </a:p>
        </p:txBody>
      </p:sp>
      <p:sp>
        <p:nvSpPr>
          <p:cNvPr id="28" name="Текст 14">
            <a:extLst>
              <a:ext uri="{FF2B5EF4-FFF2-40B4-BE49-F238E27FC236}">
                <a16:creationId xmlns:a16="http://schemas.microsoft.com/office/drawing/2014/main" id="{40958489-19B5-F8D1-D8BA-B23E054C8F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208652" y="1219200"/>
            <a:ext cx="6620782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2</a:t>
            </a:r>
          </a:p>
        </p:txBody>
      </p:sp>
      <p:pic>
        <p:nvPicPr>
          <p:cNvPr id="29" name="Image 17" descr=" ">
            <a:extLst>
              <a:ext uri="{FF2B5EF4-FFF2-40B4-BE49-F238E27FC236}">
                <a16:creationId xmlns:a16="http://schemas.microsoft.com/office/drawing/2014/main" id="{9BC9CB08-4F41-B6DE-52DC-65DABA79EB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89AE6B6-577A-329F-5EA1-47591FEDE6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31375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9 (подпункты на 2-3 строки + икон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1" name="Текст 14">
            <a:extLst>
              <a:ext uri="{FF2B5EF4-FFF2-40B4-BE49-F238E27FC236}">
                <a16:creationId xmlns:a16="http://schemas.microsoft.com/office/drawing/2014/main" id="{97485FA9-2A79-90AF-3174-CFA6613EB0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2E2ED24B-3B95-5E84-8F02-16E8A059D5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082623" y="2590801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A036EDEF-1116-C3EA-21DC-85CBD64E47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082623" y="4730833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E3BCB7AB-F6FC-AAA8-CC70-CCC3392A478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082623" y="6866905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218A2412-3817-AED3-D88D-549F2130D19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082623" y="900297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D5BC7A18-5711-729A-0C1F-6D95362E39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082623" y="11139051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3022DAB4-8C84-61B8-56EB-BEFD24AE40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741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225">
          <p15:clr>
            <a:srgbClr val="FBAE40"/>
          </p15:clr>
        </p15:guide>
        <p15:guide id="2" pos="7568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0 (текстовые пункты + маленькие икон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5" y="1963424"/>
            <a:ext cx="9394860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D5BC7A18-5711-729A-0C1F-6D95362E39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98976" y="5600703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90BF4978-D130-32DB-EA8B-AB0A0778EBC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98976" y="7730969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E1B44813-A1E8-6366-35B6-651D9F48688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98976" y="9864569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0D1D87B-C5AE-6C26-C5F3-D8B272F378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99432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44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1 (2 столбца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6" name="Текст 7">
            <a:extLst>
              <a:ext uri="{FF2B5EF4-FFF2-40B4-BE49-F238E27FC236}">
                <a16:creationId xmlns:a16="http://schemas.microsoft.com/office/drawing/2014/main" id="{FDAA29EF-3D39-A618-D652-187F277A17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AA9F02C5-F656-3920-0D60-CB9BB0DBFBC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98976" y="4141031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3438667E-4343-71F7-D005-496251085A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98976" y="627129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82CD34DD-87D4-43D9-8970-A6B3D2006C4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98976" y="840489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1D3351A6-F463-18DA-F5DB-97304718E77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98976" y="1053227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346C8550-5EF7-E7AF-EF7B-E7316CF9046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4279792" y="4141031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F9F9D073-174A-F680-456A-D427D21611F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279792" y="627129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FF3F24FE-8409-28D7-13E9-8EE57A2092D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279792" y="840489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98F9F8E0-10CB-D859-AC0A-DA265AB2E2A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4279792" y="1053227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C1882E3-7E9E-F08C-B071-AE43F99A23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0937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44">
          <p15:clr>
            <a:srgbClr val="FBAE40"/>
          </p15:clr>
        </p15:guide>
        <p15:guide id="2" pos="8996">
          <p15:clr>
            <a:srgbClr val="FBAE40"/>
          </p15:clr>
        </p15:guide>
        <p15:guide id="3" pos="8316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2 (текстовые пункты + икон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5" y="1963424"/>
            <a:ext cx="9394860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D5BC7A18-5711-729A-0C1F-6D95362E39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84873" y="5600700"/>
            <a:ext cx="9725739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75B07120-C781-DE93-E4AF-53EF01552B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84873" y="7290950"/>
            <a:ext cx="9725739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5BDB893B-89B1-2566-BF39-7BAF0E15BD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84873" y="8967350"/>
            <a:ext cx="9725739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D45C7CF4-DF6E-9B1D-3128-41F5947D78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6607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75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3 (круглая плашка + пункты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 ">
            <a:extLst>
              <a:ext uri="{FF2B5EF4-FFF2-40B4-BE49-F238E27FC236}">
                <a16:creationId xmlns:a16="http://schemas.microsoft.com/office/drawing/2014/main" id="{CFE240FB-32D6-5570-045A-2BEE47F65C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0605826" cy="13716000"/>
          </a:xfrm>
          <a:prstGeom prst="rect">
            <a:avLst/>
          </a:prstGeom>
        </p:spPr>
      </p:pic>
      <p:pic>
        <p:nvPicPr>
          <p:cNvPr id="9" name="Image 17" descr=" ">
            <a:extLst>
              <a:ext uri="{FF2B5EF4-FFF2-40B4-BE49-F238E27FC236}">
                <a16:creationId xmlns:a16="http://schemas.microsoft.com/office/drawing/2014/main" id="{4903FC69-1ED7-3A2E-AA31-F3B39B4385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0" name="Текст 7">
            <a:extLst>
              <a:ext uri="{FF2B5EF4-FFF2-40B4-BE49-F238E27FC236}">
                <a16:creationId xmlns:a16="http://schemas.microsoft.com/office/drawing/2014/main" id="{BDE395DD-E25C-F35A-5185-CD2D596478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5703838"/>
            <a:ext cx="853424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8AA9EF30-923F-CC29-1F95-0C3AD53823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618527" y="1826366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DECE9BD2-5DE5-3518-BA3C-AD2973AB7D1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465202" y="4084657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191FADF1-FCFB-904D-8120-72BE3C92F8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278006" y="6342948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EA00D223-2873-79C0-DE47-99A079780EA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465202" y="8601239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57C4B2D3-A8F4-E3B8-8336-C40CEEFAB0E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618527" y="10859529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95AF9F47-52D6-EDC1-D164-D4AB36C8F6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82688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4 (6 пунктов с цифрами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17" descr=" ">
            <a:extLst>
              <a:ext uri="{FF2B5EF4-FFF2-40B4-BE49-F238E27FC236}">
                <a16:creationId xmlns:a16="http://schemas.microsoft.com/office/drawing/2014/main" id="{4903FC69-1ED7-3A2E-AA31-F3B39B43851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9" name="Текст 7">
            <a:extLst>
              <a:ext uri="{FF2B5EF4-FFF2-40B4-BE49-F238E27FC236}">
                <a16:creationId xmlns:a16="http://schemas.microsoft.com/office/drawing/2014/main" id="{10373520-3333-EB2B-6F62-1F5FD2E15E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729724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Слайд с пунктами</a:t>
            </a:r>
          </a:p>
        </p:txBody>
      </p:sp>
      <p:sp>
        <p:nvSpPr>
          <p:cNvPr id="30" name="Текст 7">
            <a:extLst>
              <a:ext uri="{FF2B5EF4-FFF2-40B4-BE49-F238E27FC236}">
                <a16:creationId xmlns:a16="http://schemas.microsoft.com/office/drawing/2014/main" id="{FDB60644-C013-DB8A-CA27-1825B29971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19352" y="3556000"/>
            <a:ext cx="15876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3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01</a:t>
            </a:r>
          </a:p>
        </p:txBody>
      </p:sp>
      <p:sp>
        <p:nvSpPr>
          <p:cNvPr id="31" name="Текст 7">
            <a:extLst>
              <a:ext uri="{FF2B5EF4-FFF2-40B4-BE49-F238E27FC236}">
                <a16:creationId xmlns:a16="http://schemas.microsoft.com/office/drawing/2014/main" id="{7F0C0B23-03B8-2CA1-55CC-ED8FBE5FFE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2" y="6604000"/>
            <a:ext cx="15876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3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02</a:t>
            </a:r>
          </a:p>
        </p:txBody>
      </p:sp>
      <p:sp>
        <p:nvSpPr>
          <p:cNvPr id="32" name="Текст 7">
            <a:extLst>
              <a:ext uri="{FF2B5EF4-FFF2-40B4-BE49-F238E27FC236}">
                <a16:creationId xmlns:a16="http://schemas.microsoft.com/office/drawing/2014/main" id="{E2759336-7EA8-EF91-B0DA-8DFD522CE8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19352" y="9652000"/>
            <a:ext cx="15876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3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03</a:t>
            </a:r>
          </a:p>
        </p:txBody>
      </p:sp>
      <p:sp>
        <p:nvSpPr>
          <p:cNvPr id="33" name="Текст 7">
            <a:extLst>
              <a:ext uri="{FF2B5EF4-FFF2-40B4-BE49-F238E27FC236}">
                <a16:creationId xmlns:a16="http://schemas.microsoft.com/office/drawing/2014/main" id="{5964D710-92F7-9438-AEBC-30FD2BD500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84048" y="3556000"/>
            <a:ext cx="15876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3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04</a:t>
            </a:r>
          </a:p>
        </p:txBody>
      </p:sp>
      <p:sp>
        <p:nvSpPr>
          <p:cNvPr id="34" name="Текст 7">
            <a:extLst>
              <a:ext uri="{FF2B5EF4-FFF2-40B4-BE49-F238E27FC236}">
                <a16:creationId xmlns:a16="http://schemas.microsoft.com/office/drawing/2014/main" id="{C081309D-DD2D-AFA8-606A-5D609007F5B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384048" y="6604000"/>
            <a:ext cx="15876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3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05</a:t>
            </a:r>
          </a:p>
        </p:txBody>
      </p:sp>
      <p:sp>
        <p:nvSpPr>
          <p:cNvPr id="35" name="Текст 7">
            <a:extLst>
              <a:ext uri="{FF2B5EF4-FFF2-40B4-BE49-F238E27FC236}">
                <a16:creationId xmlns:a16="http://schemas.microsoft.com/office/drawing/2014/main" id="{2A0BA931-EAB5-4952-64F7-6F8201ECF33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384048" y="9652000"/>
            <a:ext cx="15876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3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06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BC93D27B-DC99-5F7D-45C5-926E6BAA78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92938" y="3556000"/>
            <a:ext cx="689696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AFB14B45-2776-2C8F-BE2B-915240E3EB1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92938" y="6604000"/>
            <a:ext cx="689696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E30CC10E-FCA4-9A1B-6203-4F5472AF666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92938" y="9652000"/>
            <a:ext cx="689696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18693CED-C43C-CDAC-9D25-1805ED6CEB3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657632" y="3556000"/>
            <a:ext cx="689696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46C6AA54-D9E9-7A12-0CA4-A09B84A35D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657632" y="6604000"/>
            <a:ext cx="689696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19E41231-D9FA-14A7-6ED0-48E48486247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657632" y="9652000"/>
            <a:ext cx="689696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3865299F-6B46-CC6F-0158-97E11F95662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92938" y="4165600"/>
            <a:ext cx="689696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05589C96-FB73-7565-D01F-EE3C63A6BAB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92938" y="7213600"/>
            <a:ext cx="689696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C9242043-D6FC-6EF3-B854-24FA8838371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92938" y="10261600"/>
            <a:ext cx="689696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6" name="Текст 55">
            <a:extLst>
              <a:ext uri="{FF2B5EF4-FFF2-40B4-BE49-F238E27FC236}">
                <a16:creationId xmlns:a16="http://schemas.microsoft.com/office/drawing/2014/main" id="{5884F115-0960-DABC-CDFF-F1F28250682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657632" y="4165600"/>
            <a:ext cx="689696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A8ADCD49-70F6-34DA-8201-B6E2ADA394D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4657632" y="7213600"/>
            <a:ext cx="689696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6F90DBC6-BA82-A8AF-5666-68FABCC903B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4657632" y="10261600"/>
            <a:ext cx="689696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9A38A7F-95CA-5AD8-6CB3-4F8199FF25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63390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5 (пункты с подзаголовком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ED4C4207-CE3E-20FC-0FAE-8A182FCB589B}"/>
              </a:ext>
            </a:extLst>
          </p:cNvPr>
          <p:cNvCxnSpPr>
            <a:cxnSpLocks/>
          </p:cNvCxnSpPr>
          <p:nvPr userDrawn="1"/>
        </p:nvCxnSpPr>
        <p:spPr>
          <a:xfrm>
            <a:off x="1219352" y="2603500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Текст 7">
            <a:extLst>
              <a:ext uri="{FF2B5EF4-FFF2-40B4-BE49-F238E27FC236}">
                <a16:creationId xmlns:a16="http://schemas.microsoft.com/office/drawing/2014/main" id="{98697660-DC49-499C-CB89-E4681144F1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7133962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40" name="Текст 14">
            <a:extLst>
              <a:ext uri="{FF2B5EF4-FFF2-40B4-BE49-F238E27FC236}">
                <a16:creationId xmlns:a16="http://schemas.microsoft.com/office/drawing/2014/main" id="{98C247A0-1EFF-3221-932D-25AFA8343EE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3505200"/>
            <a:ext cx="3840329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34F3B4CA-6BAE-AB5F-E6DC-624D408CB5E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752394" y="4114800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3FD50DB7-4364-8712-385D-1AA5704D1BA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752394" y="3505200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10C5B185-DBDF-817A-E506-738162DA93B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752394" y="11324264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CD23760A-BE78-BA7E-3465-777863645E3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752394" y="10714664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8A258C36-20EB-1AF9-77FA-C2EB6DA8765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752394" y="8921110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23F39400-BFB6-A243-2EED-16D085E49E1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752394" y="8311510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A005E764-8253-3A88-8315-BD05A07DE0B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752394" y="6517955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91269FA8-22A5-4990-6734-89B23135D42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752394" y="5908355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5ABC022-E62C-2FB6-CB5A-25B4593AC3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51410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8044">
          <p15:clr>
            <a:srgbClr val="FBAE40"/>
          </p15:clr>
        </p15:guide>
        <p15:guide id="3" pos="6933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6 (пункты с линиям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41" name="Текст 55">
            <a:extLst>
              <a:ext uri="{FF2B5EF4-FFF2-40B4-BE49-F238E27FC236}">
                <a16:creationId xmlns:a16="http://schemas.microsoft.com/office/drawing/2014/main" id="{34F3B4CA-6BAE-AB5F-E6DC-624D408CB5E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752394" y="2286291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3FD50DB7-4364-8712-385D-1AA5704D1BA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752394" y="167669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3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10C5B185-DBDF-817A-E506-738162DA93B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752394" y="10744491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CD23760A-BE78-BA7E-3465-777863645E3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752394" y="1013489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3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8A258C36-20EB-1AF9-77FA-C2EB6DA8765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752394" y="7925091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23F39400-BFB6-A243-2EED-16D085E49E1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752394" y="731549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3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A005E764-8253-3A88-8315-BD05A07DE0B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752394" y="5105691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91269FA8-22A5-4990-6734-89B23135D42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752394" y="449609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3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3C8BADD7-BD14-4B00-2A95-9C2779738945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04913"/>
            <a:ext cx="2060737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CF3B8654-F2E6-5750-301C-B2E9E2843FE0}"/>
              </a:ext>
            </a:extLst>
          </p:cNvPr>
          <p:cNvCxnSpPr>
            <a:cxnSpLocks/>
          </p:cNvCxnSpPr>
          <p:nvPr userDrawn="1"/>
        </p:nvCxnSpPr>
        <p:spPr>
          <a:xfrm>
            <a:off x="11001387" y="4024313"/>
            <a:ext cx="1217293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239F17B3-B63D-033C-0B88-8CDC4EAE3957}"/>
              </a:ext>
            </a:extLst>
          </p:cNvPr>
          <p:cNvCxnSpPr>
            <a:cxnSpLocks/>
          </p:cNvCxnSpPr>
          <p:nvPr userDrawn="1"/>
        </p:nvCxnSpPr>
        <p:spPr>
          <a:xfrm>
            <a:off x="11001387" y="6843713"/>
            <a:ext cx="1217293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ED37EE55-DB14-725F-D596-7B3404C77A8E}"/>
              </a:ext>
            </a:extLst>
          </p:cNvPr>
          <p:cNvCxnSpPr>
            <a:cxnSpLocks/>
          </p:cNvCxnSpPr>
          <p:nvPr userDrawn="1"/>
        </p:nvCxnSpPr>
        <p:spPr>
          <a:xfrm>
            <a:off x="11001387" y="9663113"/>
            <a:ext cx="1217293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72A3C506-629D-4DBB-601B-2BC8883F7CC7}"/>
              </a:ext>
            </a:extLst>
          </p:cNvPr>
          <p:cNvCxnSpPr>
            <a:cxnSpLocks/>
          </p:cNvCxnSpPr>
          <p:nvPr userDrawn="1"/>
        </p:nvCxnSpPr>
        <p:spPr>
          <a:xfrm>
            <a:off x="11001387" y="12482513"/>
            <a:ext cx="1217293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Текст 7">
            <a:extLst>
              <a:ext uri="{FF2B5EF4-FFF2-40B4-BE49-F238E27FC236}">
                <a16:creationId xmlns:a16="http://schemas.microsoft.com/office/drawing/2014/main" id="{D890C986-DEDA-B7C4-52CC-84FDE6758B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1676691"/>
            <a:ext cx="9394860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E98C669-9A86-98F4-ED8D-D4A0129561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87802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8044">
          <p15:clr>
            <a:srgbClr val="FBAE40"/>
          </p15:clr>
        </p15:guide>
        <p15:guide id="3" pos="6933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7 (плашка с иллюстрацией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438E5611-E4BA-5D5B-7D84-C953E22CBD80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sp>
        <p:nvSpPr>
          <p:cNvPr id="58" name="Текст 7">
            <a:extLst>
              <a:ext uri="{FF2B5EF4-FFF2-40B4-BE49-F238E27FC236}">
                <a16:creationId xmlns:a16="http://schemas.microsoft.com/office/drawing/2014/main" id="{A75725BE-F50B-16CD-1EF8-E77FBBD96A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010258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59" name="Текст 55">
            <a:extLst>
              <a:ext uri="{FF2B5EF4-FFF2-40B4-BE49-F238E27FC236}">
                <a16:creationId xmlns:a16="http://schemas.microsoft.com/office/drawing/2014/main" id="{9C8D5699-DF29-D16F-4448-1352389EDC2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768521" y="3620265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0" name="Текст 55">
            <a:extLst>
              <a:ext uri="{FF2B5EF4-FFF2-40B4-BE49-F238E27FC236}">
                <a16:creationId xmlns:a16="http://schemas.microsoft.com/office/drawing/2014/main" id="{C722C896-BA4A-141D-99AE-FC850C3E17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768521" y="3010665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4314325E-15A8-11D3-C003-EDAD5ABCA3F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768521" y="6177494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7E0BF46B-2EDC-6635-A78E-6119C32AF55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768521" y="5581744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CA9F2D85-180C-DEB7-E62B-6293DB8740D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3768521" y="8734723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70C58B14-34B6-195C-00DC-EADADCC4FD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3768521" y="8138973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71AFC07D-6806-1676-9B78-BFA9D1C2A3C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3768521" y="11291951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CFD95EA6-7A4F-0687-B054-82EF0014EE3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3768521" y="1069620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5AF73875-8BC6-15A4-0E18-3ABFBD6E4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0637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568">
          <p15:clr>
            <a:srgbClr val="FBAE40"/>
          </p15:clr>
        </p15:guide>
        <p15:guide id="3" pos="6683">
          <p15:clr>
            <a:srgbClr val="FBAE40"/>
          </p15:clr>
        </p15:guide>
        <p15:guide id="4" pos="8679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8 (рамка + текстовые бло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" name="Скругленный прямоугольник 8">
            <a:extLst>
              <a:ext uri="{FF2B5EF4-FFF2-40B4-BE49-F238E27FC236}">
                <a16:creationId xmlns:a16="http://schemas.microsoft.com/office/drawing/2014/main" id="{B49C2E52-E572-5672-993F-C3D02E1A915B}"/>
              </a:ext>
            </a:extLst>
          </p:cNvPr>
          <p:cNvSpPr/>
          <p:nvPr userDrawn="1"/>
        </p:nvSpPr>
        <p:spPr>
          <a:xfrm>
            <a:off x="1206651" y="1206500"/>
            <a:ext cx="6755663" cy="6755663"/>
          </a:xfrm>
          <a:custGeom>
            <a:avLst/>
            <a:gdLst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699543 w 6699543"/>
              <a:gd name="connsiteY4" fmla="*/ 6325775 h 6699543"/>
              <a:gd name="connsiteX5" fmla="*/ 6325775 w 6699543"/>
              <a:gd name="connsiteY5" fmla="*/ 6699543 h 6699543"/>
              <a:gd name="connsiteX6" fmla="*/ 373768 w 6699543"/>
              <a:gd name="connsiteY6" fmla="*/ 6699543 h 6699543"/>
              <a:gd name="connsiteX7" fmla="*/ 0 w 6699543"/>
              <a:gd name="connsiteY7" fmla="*/ 6325775 h 6699543"/>
              <a:gd name="connsiteX8" fmla="*/ 0 w 6699543"/>
              <a:gd name="connsiteY8" fmla="*/ 373768 h 6699543"/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325775 w 6699543"/>
              <a:gd name="connsiteY4" fmla="*/ 6699543 h 6699543"/>
              <a:gd name="connsiteX5" fmla="*/ 373768 w 6699543"/>
              <a:gd name="connsiteY5" fmla="*/ 6699543 h 6699543"/>
              <a:gd name="connsiteX6" fmla="*/ 0 w 6699543"/>
              <a:gd name="connsiteY6" fmla="*/ 6325775 h 6699543"/>
              <a:gd name="connsiteX7" fmla="*/ 0 w 6699543"/>
              <a:gd name="connsiteY7" fmla="*/ 373768 h 6699543"/>
              <a:gd name="connsiteX0" fmla="*/ 6325775 w 6699543"/>
              <a:gd name="connsiteY0" fmla="*/ 6699543 h 6790983"/>
              <a:gd name="connsiteX1" fmla="*/ 373768 w 6699543"/>
              <a:gd name="connsiteY1" fmla="*/ 6699543 h 6790983"/>
              <a:gd name="connsiteX2" fmla="*/ 0 w 6699543"/>
              <a:gd name="connsiteY2" fmla="*/ 6325775 h 6790983"/>
              <a:gd name="connsiteX3" fmla="*/ 0 w 6699543"/>
              <a:gd name="connsiteY3" fmla="*/ 373768 h 6790983"/>
              <a:gd name="connsiteX4" fmla="*/ 373768 w 6699543"/>
              <a:gd name="connsiteY4" fmla="*/ 0 h 6790983"/>
              <a:gd name="connsiteX5" fmla="*/ 6325775 w 6699543"/>
              <a:gd name="connsiteY5" fmla="*/ 0 h 6790983"/>
              <a:gd name="connsiteX6" fmla="*/ 6699543 w 6699543"/>
              <a:gd name="connsiteY6" fmla="*/ 373768 h 6790983"/>
              <a:gd name="connsiteX7" fmla="*/ 6417215 w 6699543"/>
              <a:gd name="connsiteY7" fmla="*/ 6790983 h 6790983"/>
              <a:gd name="connsiteX0" fmla="*/ 6325775 w 6699543"/>
              <a:gd name="connsiteY0" fmla="*/ 6699543 h 6699543"/>
              <a:gd name="connsiteX1" fmla="*/ 373768 w 6699543"/>
              <a:gd name="connsiteY1" fmla="*/ 6699543 h 6699543"/>
              <a:gd name="connsiteX2" fmla="*/ 0 w 6699543"/>
              <a:gd name="connsiteY2" fmla="*/ 6325775 h 6699543"/>
              <a:gd name="connsiteX3" fmla="*/ 0 w 6699543"/>
              <a:gd name="connsiteY3" fmla="*/ 373768 h 6699543"/>
              <a:gd name="connsiteX4" fmla="*/ 373768 w 6699543"/>
              <a:gd name="connsiteY4" fmla="*/ 0 h 6699543"/>
              <a:gd name="connsiteX5" fmla="*/ 6325775 w 6699543"/>
              <a:gd name="connsiteY5" fmla="*/ 0 h 6699543"/>
              <a:gd name="connsiteX6" fmla="*/ 6699543 w 6699543"/>
              <a:gd name="connsiteY6" fmla="*/ 373768 h 6699543"/>
              <a:gd name="connsiteX0" fmla="*/ 6325775 w 6325775"/>
              <a:gd name="connsiteY0" fmla="*/ 6699543 h 6699543"/>
              <a:gd name="connsiteX1" fmla="*/ 373768 w 6325775"/>
              <a:gd name="connsiteY1" fmla="*/ 6699543 h 6699543"/>
              <a:gd name="connsiteX2" fmla="*/ 0 w 6325775"/>
              <a:gd name="connsiteY2" fmla="*/ 6325775 h 6699543"/>
              <a:gd name="connsiteX3" fmla="*/ 0 w 6325775"/>
              <a:gd name="connsiteY3" fmla="*/ 373768 h 6699543"/>
              <a:gd name="connsiteX4" fmla="*/ 373768 w 6325775"/>
              <a:gd name="connsiteY4" fmla="*/ 0 h 6699543"/>
              <a:gd name="connsiteX5" fmla="*/ 6325775 w 6325775"/>
              <a:gd name="connsiteY5" fmla="*/ 0 h 6699543"/>
              <a:gd name="connsiteX0" fmla="*/ 373768 w 6325775"/>
              <a:gd name="connsiteY0" fmla="*/ 6699543 h 6699543"/>
              <a:gd name="connsiteX1" fmla="*/ 0 w 6325775"/>
              <a:gd name="connsiteY1" fmla="*/ 6325775 h 6699543"/>
              <a:gd name="connsiteX2" fmla="*/ 0 w 6325775"/>
              <a:gd name="connsiteY2" fmla="*/ 373768 h 6699543"/>
              <a:gd name="connsiteX3" fmla="*/ 373768 w 6325775"/>
              <a:gd name="connsiteY3" fmla="*/ 0 h 6699543"/>
              <a:gd name="connsiteX4" fmla="*/ 6325775 w 6325775"/>
              <a:gd name="connsiteY4" fmla="*/ 0 h 6699543"/>
              <a:gd name="connsiteX0" fmla="*/ 0 w 6325775"/>
              <a:gd name="connsiteY0" fmla="*/ 6325775 h 6325775"/>
              <a:gd name="connsiteX1" fmla="*/ 0 w 6325775"/>
              <a:gd name="connsiteY1" fmla="*/ 373768 h 6325775"/>
              <a:gd name="connsiteX2" fmla="*/ 373768 w 6325775"/>
              <a:gd name="connsiteY2" fmla="*/ 0 h 6325775"/>
              <a:gd name="connsiteX3" fmla="*/ 6325775 w 6325775"/>
              <a:gd name="connsiteY3" fmla="*/ 0 h 632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25775" h="6325775">
                <a:moveTo>
                  <a:pt x="0" y="6325775"/>
                </a:moveTo>
                <a:lnTo>
                  <a:pt x="0" y="373768"/>
                </a:lnTo>
                <a:cubicBezTo>
                  <a:pt x="0" y="167342"/>
                  <a:pt x="167342" y="0"/>
                  <a:pt x="373768" y="0"/>
                </a:cubicBezTo>
                <a:lnTo>
                  <a:pt x="6325775" y="0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Прямоугольник 9">
            <a:extLst>
              <a:ext uri="{FF2B5EF4-FFF2-40B4-BE49-F238E27FC236}">
                <a16:creationId xmlns:a16="http://schemas.microsoft.com/office/drawing/2014/main" id="{B582D367-FAD7-05BE-CDB7-593DD2E36F23}"/>
              </a:ext>
            </a:extLst>
          </p:cNvPr>
          <p:cNvSpPr/>
          <p:nvPr userDrawn="1"/>
        </p:nvSpPr>
        <p:spPr>
          <a:xfrm>
            <a:off x="16424733" y="5753836"/>
            <a:ext cx="6755664" cy="6755664"/>
          </a:xfrm>
          <a:custGeom>
            <a:avLst/>
            <a:gdLst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0 w 6755664"/>
              <a:gd name="connsiteY4" fmla="*/ 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91440 w 6755664"/>
              <a:gd name="connsiteY4" fmla="*/ 9144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0" fmla="*/ 6755664 w 6755664"/>
              <a:gd name="connsiteY0" fmla="*/ 0 h 6755664"/>
              <a:gd name="connsiteX1" fmla="*/ 6755664 w 6755664"/>
              <a:gd name="connsiteY1" fmla="*/ 6755664 h 6755664"/>
              <a:gd name="connsiteX2" fmla="*/ 0 w 6755664"/>
              <a:gd name="connsiteY2" fmla="*/ 6755664 h 675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55664" h="6755664">
                <a:moveTo>
                  <a:pt x="6755664" y="0"/>
                </a:moveTo>
                <a:lnTo>
                  <a:pt x="6755664" y="6755664"/>
                </a:lnTo>
                <a:lnTo>
                  <a:pt x="0" y="6755664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Текст 7">
            <a:extLst>
              <a:ext uri="{FF2B5EF4-FFF2-40B4-BE49-F238E27FC236}">
                <a16:creationId xmlns:a16="http://schemas.microsoft.com/office/drawing/2014/main" id="{ED095C03-4444-058E-CF2B-7E65249028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16527" y="3157745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786C063C-3AAD-BF09-B89A-0E68505D603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616527" y="5418345"/>
            <a:ext cx="8918886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чей-то готовый вывод альтернативным путем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D0793E13-FAF1-B718-C61F-DB482BDBA66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616527" y="8378171"/>
            <a:ext cx="8918886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Важно понимать, что бывает наоборот: имея расплывчатую задачу, нелокализованную проблему, вы сначала построите модель текущего процесса, чтобы получить представление «изнутри», как улучшить процесс или где теория не соответствует практике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9A614C29-87C3-BFE1-4AB6-1F9E454969B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476129" y="5418345"/>
            <a:ext cx="8099666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00DCE09F-4E95-A913-345B-1E760A8AF6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476129" y="6367537"/>
            <a:ext cx="8099666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DE71BD17-1AB2-4868-29A5-93455245DA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4476129" y="7316664"/>
            <a:ext cx="8099666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EA6B3A17-3490-B2A3-67AB-E6913F9AE89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4476129" y="8265791"/>
            <a:ext cx="8099666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9E6E9374-CA81-8A9E-A7B4-1E032DC324B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4476129" y="9203824"/>
            <a:ext cx="8099666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D957C9F6-FCEC-5EE0-13B6-D83C77E5B2D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4476129" y="10164045"/>
            <a:ext cx="8099666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2DBCE7EB-8F4A-E498-964A-1F4C999DCC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57089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9 (горизонтальная плашка + 4 пункта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17" descr=" ">
            <a:extLst>
              <a:ext uri="{FF2B5EF4-FFF2-40B4-BE49-F238E27FC236}">
                <a16:creationId xmlns:a16="http://schemas.microsoft.com/office/drawing/2014/main" id="{4903FC69-1ED7-3A2E-AA31-F3B39B43851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D1F9D318-CEFB-5612-BA75-042D25D6B60B}"/>
              </a:ext>
            </a:extLst>
          </p:cNvPr>
          <p:cNvSpPr/>
          <p:nvPr userDrawn="1"/>
        </p:nvSpPr>
        <p:spPr>
          <a:xfrm flipV="1">
            <a:off x="0" y="5588000"/>
            <a:ext cx="24387048" cy="81280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Текст 7">
            <a:extLst>
              <a:ext uri="{FF2B5EF4-FFF2-40B4-BE49-F238E27FC236}">
                <a16:creationId xmlns:a16="http://schemas.microsoft.com/office/drawing/2014/main" id="{99939A9D-2E06-76E2-9344-5613898165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9208651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10666DD3-22FD-25C3-AD21-A7E04411AF3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352" y="9080500"/>
            <a:ext cx="4836391" cy="2574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83211791-537F-8DB6-8943-F5537412F0F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08051" y="9080500"/>
            <a:ext cx="4836391" cy="2574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742D708B-5009-3D73-7870-7F106111215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396749" y="9080500"/>
            <a:ext cx="4836391" cy="2574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CB5261CD-9498-307C-B0B9-7E40AF66B72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972746" y="9080500"/>
            <a:ext cx="4836391" cy="2574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D94312C5-FBDC-02D1-8BD1-1BD7067CB86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19352" y="8470900"/>
            <a:ext cx="483639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C934315D-D5C4-2563-D395-EA75282D43F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08051" y="8470900"/>
            <a:ext cx="483639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214C904B-43FF-46B1-7D39-289B881F878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396749" y="8470900"/>
            <a:ext cx="483639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4B727DA3-121E-69F7-AED4-453EB9DC6D4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7972746" y="8470900"/>
            <a:ext cx="483639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4BD494FF-B080-B029-618C-B3941D8BD9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2396749" y="1219200"/>
            <a:ext cx="9725739" cy="25205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</a:t>
            </a:r>
            <a:br>
              <a:rPr lang="ru-RU" dirty="0"/>
            </a:br>
            <a:r>
              <a:rPr lang="ru-RU" dirty="0"/>
              <a:t>или проверить  чей-то готовый вывод альтернативным путем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AC801BA2-5585-D54F-2B83-323361777A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396749" y="4296100"/>
            <a:ext cx="9725739" cy="3445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000"/>
              </a:lnSpc>
            </a:pPr>
            <a:r>
              <a:rPr lang="ru-RU" dirty="0"/>
              <a:t>Ссылка на источник 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9066A4B8-DD32-E19F-340C-AE72758611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18985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20 (пункты + лини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FB177212-E3C8-8EBC-F0D1-297E43FDCFB0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04913"/>
            <a:ext cx="2060737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833EB9B4-2DB5-1162-3544-83A863A2C5E6}"/>
              </a:ext>
            </a:extLst>
          </p:cNvPr>
          <p:cNvCxnSpPr>
            <a:cxnSpLocks/>
          </p:cNvCxnSpPr>
          <p:nvPr userDrawn="1"/>
        </p:nvCxnSpPr>
        <p:spPr>
          <a:xfrm>
            <a:off x="1212850" y="3451610"/>
            <a:ext cx="2196147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D25FD1D9-DC45-CB2C-6380-90EBCEC62235}"/>
              </a:ext>
            </a:extLst>
          </p:cNvPr>
          <p:cNvCxnSpPr>
            <a:cxnSpLocks/>
          </p:cNvCxnSpPr>
          <p:nvPr userDrawn="1"/>
        </p:nvCxnSpPr>
        <p:spPr>
          <a:xfrm>
            <a:off x="1212850" y="5709335"/>
            <a:ext cx="2196147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B3CEFCD3-E1F9-1D24-E2D9-0F43CAA08387}"/>
              </a:ext>
            </a:extLst>
          </p:cNvPr>
          <p:cNvCxnSpPr>
            <a:cxnSpLocks/>
          </p:cNvCxnSpPr>
          <p:nvPr userDrawn="1"/>
        </p:nvCxnSpPr>
        <p:spPr>
          <a:xfrm>
            <a:off x="1212850" y="10224785"/>
            <a:ext cx="2196147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72EF228B-DB9A-6F21-F241-1D99589C29D5}"/>
              </a:ext>
            </a:extLst>
          </p:cNvPr>
          <p:cNvCxnSpPr>
            <a:cxnSpLocks/>
          </p:cNvCxnSpPr>
          <p:nvPr userDrawn="1"/>
        </p:nvCxnSpPr>
        <p:spPr>
          <a:xfrm>
            <a:off x="1212850" y="12482513"/>
            <a:ext cx="2196147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CF5E3F09-24E4-1B52-9EA6-F69905C89506}"/>
              </a:ext>
            </a:extLst>
          </p:cNvPr>
          <p:cNvCxnSpPr>
            <a:cxnSpLocks/>
          </p:cNvCxnSpPr>
          <p:nvPr userDrawn="1"/>
        </p:nvCxnSpPr>
        <p:spPr>
          <a:xfrm>
            <a:off x="1212850" y="7967060"/>
            <a:ext cx="2196147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Текст 55">
            <a:extLst>
              <a:ext uri="{FF2B5EF4-FFF2-40B4-BE49-F238E27FC236}">
                <a16:creationId xmlns:a16="http://schemas.microsoft.com/office/drawing/2014/main" id="{B9005F16-E06B-996D-64C2-7C18EDA46EC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4873" y="1841834"/>
            <a:ext cx="4836391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DFE0727D-BA1B-5878-C7EC-735F177794E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84873" y="4097355"/>
            <a:ext cx="4836391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CDF19753-407B-019F-D54D-86535136F64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84873" y="6352876"/>
            <a:ext cx="4836391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4EAF4B98-7BC3-698D-B702-5835DC0A9E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84873" y="8608396"/>
            <a:ext cx="4836391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95013C3F-AF5F-C857-63CE-A1EC7077710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84873" y="10863917"/>
            <a:ext cx="4836391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AC763B7B-9066-5DB1-86AD-EC5D73077B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986873" y="1695107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FEB4EC6A-7308-DE31-74F0-CFE4F12AF62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986873" y="3952897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93F4CA36-4BDA-C650-1075-23A7542D543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986873" y="6210622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C3B90479-A5F9-30A6-7CD8-C747753320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986873" y="8468347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0C4C509A-4F4D-ABBD-4BB2-17AAEC5CAA1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986873" y="10726072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75D4B22F-BD93-6782-AD5A-3A7DBC071B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81240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21 (тезис + перекрестие и текстовые бло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7858E12B-FA27-FA92-082C-2AEE00D67492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34725"/>
            <a:ext cx="8813511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41352DD0-A915-3911-5E6D-46AFD4A06819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497440"/>
            <a:ext cx="8813511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A4FFA629-ECE7-4037-3503-ECFF3D19F1DF}"/>
              </a:ext>
            </a:extLst>
          </p:cNvPr>
          <p:cNvCxnSpPr>
            <a:cxnSpLocks/>
          </p:cNvCxnSpPr>
          <p:nvPr userDrawn="1"/>
        </p:nvCxnSpPr>
        <p:spPr>
          <a:xfrm>
            <a:off x="11252216" y="12497440"/>
            <a:ext cx="11922109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44D874E5-161A-C794-44DC-39335C98AFD5}"/>
              </a:ext>
            </a:extLst>
          </p:cNvPr>
          <p:cNvCxnSpPr>
            <a:cxnSpLocks/>
          </p:cNvCxnSpPr>
          <p:nvPr userDrawn="1"/>
        </p:nvCxnSpPr>
        <p:spPr>
          <a:xfrm>
            <a:off x="11252216" y="1234725"/>
            <a:ext cx="10574512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EC14C58D-1B6D-3B9F-B6F8-8B1459081176}"/>
              </a:ext>
            </a:extLst>
          </p:cNvPr>
          <p:cNvCxnSpPr>
            <a:cxnSpLocks/>
          </p:cNvCxnSpPr>
          <p:nvPr userDrawn="1"/>
        </p:nvCxnSpPr>
        <p:spPr>
          <a:xfrm>
            <a:off x="10612562" y="1841500"/>
            <a:ext cx="0" cy="10033002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Текст 11">
            <a:extLst>
              <a:ext uri="{FF2B5EF4-FFF2-40B4-BE49-F238E27FC236}">
                <a16:creationId xmlns:a16="http://schemas.microsoft.com/office/drawing/2014/main" id="{618E607F-FE48-24CC-7932-8305BA8C60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1841500"/>
            <a:ext cx="8813505" cy="605293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en-US" sz="108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118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10800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10800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br>
              <a:rPr lang="ru-RU" sz="10800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15B8A94C-F7B5-84F7-5AAD-A5AA2C17FA4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370232" y="2924946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F57C3B27-7FCC-91C8-544E-F78C189425A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370232" y="2315346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049CF09B-12D5-B35E-C5AB-998DD27A968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370232" y="10134410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0A734AA8-6330-45D8-65E4-1FDD4E49FE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370232" y="9524810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3B298278-88DF-25B7-8073-B6A592BB522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3370232" y="7731256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2591A152-5CE2-3944-179C-A489E42E989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3370232" y="7121656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B172DC4C-2161-B08E-32F1-CF223EE553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3370232" y="5328101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AE144C9F-F6A2-3CAE-0DA1-86D8D7EF4EC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3370232" y="471850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B4B0351-FB13-3817-A902-698D86D57E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48272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плашки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2" name="Текст 14">
            <a:extLst>
              <a:ext uri="{FF2B5EF4-FFF2-40B4-BE49-F238E27FC236}">
                <a16:creationId xmlns:a16="http://schemas.microsoft.com/office/drawing/2014/main" id="{3F60C5DE-79D7-8F61-E4C8-96CBF670E2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54190" y="3504834"/>
            <a:ext cx="8638747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accent3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1</a:t>
            </a:r>
          </a:p>
        </p:txBody>
      </p:sp>
      <p:sp>
        <p:nvSpPr>
          <p:cNvPr id="23" name="Текст 14">
            <a:extLst>
              <a:ext uri="{FF2B5EF4-FFF2-40B4-BE49-F238E27FC236}">
                <a16:creationId xmlns:a16="http://schemas.microsoft.com/office/drawing/2014/main" id="{C929E4A1-B0B8-9FDC-604F-520976BB60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922176" y="3504834"/>
            <a:ext cx="8638747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2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FDBD3E6D-6DED-7D5C-997F-B82001D4BA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54190" y="4540426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36FE4251-EDFE-CBFC-CAE0-A1EFFFE5A24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922176" y="4540426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9" name="Номер слайда 2">
            <a:extLst>
              <a:ext uri="{FF2B5EF4-FFF2-40B4-BE49-F238E27FC236}">
                <a16:creationId xmlns:a16="http://schemas.microsoft.com/office/drawing/2014/main" id="{3E49BB85-FCF4-7B43-1B64-449399E3B3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88796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плаш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8" name="Текст 7">
            <a:extLst>
              <a:ext uri="{FF2B5EF4-FFF2-40B4-BE49-F238E27FC236}">
                <a16:creationId xmlns:a16="http://schemas.microsoft.com/office/drawing/2014/main" id="{84C5389A-D7C3-B5E3-47F8-6FDCC35071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2890253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AAC206CD-BF6F-AA7C-7493-1155D1A9280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27416" y="7436853"/>
            <a:ext cx="616764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C8D1DE36-B7A4-4C25-BE13-8C35B85CA3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70546" y="7436853"/>
            <a:ext cx="616764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4F57185B-0BE0-5F4A-EAD7-7339EA2D9E8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613676" y="7436853"/>
            <a:ext cx="616764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1E833D5F-87DE-7E99-F2AD-09E4014E711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27417" y="6841103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929FC0B3-0C14-BD7A-0E48-A977187184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70546" y="6841103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0" name="Текст 55">
            <a:extLst>
              <a:ext uri="{FF2B5EF4-FFF2-40B4-BE49-F238E27FC236}">
                <a16:creationId xmlns:a16="http://schemas.microsoft.com/office/drawing/2014/main" id="{D64AD4C2-5A6F-CCA7-D6DD-E78E90555E6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6613676" y="6841103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81AA809C-6AA2-66D0-9E4B-BADF3F2A41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84004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плашки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Текст 7">
            <a:extLst>
              <a:ext uri="{FF2B5EF4-FFF2-40B4-BE49-F238E27FC236}">
                <a16:creationId xmlns:a16="http://schemas.microsoft.com/office/drawing/2014/main" id="{1F72E04F-3072-F9EF-AAFC-DC249C33948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32" name="Текст 14">
            <a:extLst>
              <a:ext uri="{FF2B5EF4-FFF2-40B4-BE49-F238E27FC236}">
                <a16:creationId xmlns:a16="http://schemas.microsoft.com/office/drawing/2014/main" id="{777BEE66-14D5-EB0B-9D76-D06B6F9B00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3D608449-63FC-8436-552B-D62CAD75403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27416" y="6464300"/>
            <a:ext cx="6167647" cy="43183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C042E17F-E521-7FDF-7F68-09956647D88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27416" y="5854700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3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4F832DAF-3174-B142-229D-FB656BC7E94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70546" y="6464300"/>
            <a:ext cx="6167647" cy="43183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52857B92-2118-2201-4C6D-13FF88D0F06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613676" y="6464300"/>
            <a:ext cx="6167647" cy="43183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5889C5FC-D3FF-A57F-98CF-484632156F7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70546" y="5854700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3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7251EAF3-1428-F8AB-8B9B-F9C3AEBBC5E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6613676" y="5854700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3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097C1893-451B-3713-43F8-BE14BA3D3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19500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плашки + перекрестие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1" name="Текст 7">
            <a:extLst>
              <a:ext uri="{FF2B5EF4-FFF2-40B4-BE49-F238E27FC236}">
                <a16:creationId xmlns:a16="http://schemas.microsoft.com/office/drawing/2014/main" id="{1F72E04F-3072-F9EF-AAFC-DC249C33948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32" name="Текст 14">
            <a:extLst>
              <a:ext uri="{FF2B5EF4-FFF2-40B4-BE49-F238E27FC236}">
                <a16:creationId xmlns:a16="http://schemas.microsoft.com/office/drawing/2014/main" id="{777BEE66-14D5-EB0B-9D76-D06B6F9B00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76BC5FCE-7099-BE48-D622-FA5B5192E844}"/>
              </a:ext>
            </a:extLst>
          </p:cNvPr>
          <p:cNvCxnSpPr>
            <a:cxnSpLocks/>
          </p:cNvCxnSpPr>
          <p:nvPr userDrawn="1"/>
        </p:nvCxnSpPr>
        <p:spPr>
          <a:xfrm>
            <a:off x="1219352" y="4102100"/>
            <a:ext cx="6706438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D4A3D35F-17C3-B35A-D4FD-B89FFD11B5F7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511088"/>
            <a:ext cx="6706438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027C5694-14A2-5B9D-CEBE-B0D40D8804E5}"/>
              </a:ext>
            </a:extLst>
          </p:cNvPr>
          <p:cNvCxnSpPr>
            <a:cxnSpLocks/>
          </p:cNvCxnSpPr>
          <p:nvPr userDrawn="1"/>
        </p:nvCxnSpPr>
        <p:spPr>
          <a:xfrm>
            <a:off x="8840305" y="4102100"/>
            <a:ext cx="6706438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60F059A7-F3C3-F988-131C-D8AE6519656D}"/>
              </a:ext>
            </a:extLst>
          </p:cNvPr>
          <p:cNvCxnSpPr>
            <a:cxnSpLocks/>
          </p:cNvCxnSpPr>
          <p:nvPr userDrawn="1"/>
        </p:nvCxnSpPr>
        <p:spPr>
          <a:xfrm>
            <a:off x="8840305" y="12511088"/>
            <a:ext cx="6706438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6477AC1D-40E2-F58D-2A7D-C01D6C10AAAE}"/>
              </a:ext>
            </a:extLst>
          </p:cNvPr>
          <p:cNvCxnSpPr>
            <a:cxnSpLocks/>
          </p:cNvCxnSpPr>
          <p:nvPr userDrawn="1"/>
        </p:nvCxnSpPr>
        <p:spPr>
          <a:xfrm>
            <a:off x="16461257" y="4102100"/>
            <a:ext cx="6706438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695075BD-A590-BDD8-8DA5-1147519D7669}"/>
              </a:ext>
            </a:extLst>
          </p:cNvPr>
          <p:cNvCxnSpPr>
            <a:cxnSpLocks/>
          </p:cNvCxnSpPr>
          <p:nvPr userDrawn="1"/>
        </p:nvCxnSpPr>
        <p:spPr>
          <a:xfrm>
            <a:off x="16461257" y="12511088"/>
            <a:ext cx="6706438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65F018F4-577E-2F8C-171C-7C94839D0861}"/>
              </a:ext>
            </a:extLst>
          </p:cNvPr>
          <p:cNvCxnSpPr>
            <a:cxnSpLocks/>
          </p:cNvCxnSpPr>
          <p:nvPr userDrawn="1"/>
        </p:nvCxnSpPr>
        <p:spPr>
          <a:xfrm>
            <a:off x="8380252" y="4546600"/>
            <a:ext cx="0" cy="7394525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Текст 55">
            <a:extLst>
              <a:ext uri="{FF2B5EF4-FFF2-40B4-BE49-F238E27FC236}">
                <a16:creationId xmlns:a16="http://schemas.microsoft.com/office/drawing/2014/main" id="{E9F9F016-14C9-A8F9-F9D2-55873A8A745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352" y="5219700"/>
            <a:ext cx="6167647" cy="65723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0700B29B-4077-93FF-C4B9-2A34A88F2DB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19352" y="4610100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A97097F6-5AC6-2031-00CF-BC42C185CB3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840305" y="5219700"/>
            <a:ext cx="6167647" cy="65723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D5B9E0A5-538D-C655-0AE3-7850AF5FB9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461257" y="5219700"/>
            <a:ext cx="6167647" cy="65723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3E7367DD-D27C-C0F1-0DB1-0BC6589FC7A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40305" y="4610100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2BBEEED8-C40B-4333-DDE7-E766E53570E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6461257" y="4610100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E576B061-3915-FE58-E05C-7331D400AD64}"/>
              </a:ext>
            </a:extLst>
          </p:cNvPr>
          <p:cNvCxnSpPr>
            <a:cxnSpLocks/>
          </p:cNvCxnSpPr>
          <p:nvPr userDrawn="1"/>
        </p:nvCxnSpPr>
        <p:spPr>
          <a:xfrm>
            <a:off x="16004000" y="4546600"/>
            <a:ext cx="0" cy="7394525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C659D8FB-DC43-58AD-8B9B-DBD9BA1462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8383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плаш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3" name="Текст 7">
            <a:extLst>
              <a:ext uri="{FF2B5EF4-FFF2-40B4-BE49-F238E27FC236}">
                <a16:creationId xmlns:a16="http://schemas.microsoft.com/office/drawing/2014/main" id="{4D1EFDB6-9EAF-72F5-34CE-DDC86ED05F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24" name="Текст 14">
            <a:extLst>
              <a:ext uri="{FF2B5EF4-FFF2-40B4-BE49-F238E27FC236}">
                <a16:creationId xmlns:a16="http://schemas.microsoft.com/office/drawing/2014/main" id="{95ADFFE7-60D4-F6D9-CFAE-84AF50A598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3A747506-1AE4-4C00-E272-244B0157C78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27416" y="7810500"/>
            <a:ext cx="4300851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266C6B3D-C76B-271D-7F45-729B8B1BB0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27416" y="7200900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BC78EB6C-F00D-8B5E-0C8E-C0E074F5DBF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303413" y="7810500"/>
            <a:ext cx="4300851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44C1798F-4E84-6410-DD6E-4CB48A5A199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879410" y="7810500"/>
            <a:ext cx="4300851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2BD99801-DCA4-2EB4-A95C-78A0C70DBA9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468108" y="7810500"/>
            <a:ext cx="4300851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50E4288B-D21F-C790-ECCF-F1FCE73ECBC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303413" y="7200900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2E210F67-5245-E30F-26FF-CC45E41E1C6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879410" y="7200900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BF13C697-9283-0ED6-8BE1-D12F6E7FEC4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8468108" y="7200900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724B1851-524F-229A-6B6A-C007243848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48343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+ 4 плашки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Рисунок 38">
            <a:extLst>
              <a:ext uri="{FF2B5EF4-FFF2-40B4-BE49-F238E27FC236}">
                <a16:creationId xmlns:a16="http://schemas.microsoft.com/office/drawing/2014/main" id="{7D0CF3DD-D54F-E9C9-9210-76CCCF6F10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19352" y="1219200"/>
            <a:ext cx="10728607" cy="11291888"/>
          </a:xfrm>
          <a:prstGeom prst="round2DiagRect">
            <a:avLst>
              <a:gd name="adj1" fmla="val 7556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3646DADF-46AE-D4D2-B681-6FC2FCEDE20D}"/>
              </a:ext>
            </a:extLst>
          </p:cNvPr>
          <p:cNvSpPr/>
          <p:nvPr userDrawn="1"/>
        </p:nvSpPr>
        <p:spPr>
          <a:xfrm>
            <a:off x="17960045" y="1219200"/>
            <a:ext cx="5207651" cy="544830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9C427C8D-D771-EC6D-98F1-7DC7631CC381}"/>
              </a:ext>
            </a:extLst>
          </p:cNvPr>
          <p:cNvSpPr/>
          <p:nvPr userDrawn="1"/>
        </p:nvSpPr>
        <p:spPr>
          <a:xfrm>
            <a:off x="12371346" y="1219200"/>
            <a:ext cx="5207651" cy="544830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25" name="Shape 12">
            <a:extLst>
              <a:ext uri="{FF2B5EF4-FFF2-40B4-BE49-F238E27FC236}">
                <a16:creationId xmlns:a16="http://schemas.microsoft.com/office/drawing/2014/main" id="{0133EDD6-F3CA-C295-9095-4AD290BE8E7A}"/>
              </a:ext>
            </a:extLst>
          </p:cNvPr>
          <p:cNvSpPr/>
          <p:nvPr userDrawn="1"/>
        </p:nvSpPr>
        <p:spPr>
          <a:xfrm>
            <a:off x="17960045" y="7048500"/>
            <a:ext cx="5207651" cy="544830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29" name="Shape 18">
            <a:extLst>
              <a:ext uri="{FF2B5EF4-FFF2-40B4-BE49-F238E27FC236}">
                <a16:creationId xmlns:a16="http://schemas.microsoft.com/office/drawing/2014/main" id="{08CC378B-E239-BD0B-78D8-1A2819A4508D}"/>
              </a:ext>
            </a:extLst>
          </p:cNvPr>
          <p:cNvSpPr/>
          <p:nvPr userDrawn="1"/>
        </p:nvSpPr>
        <p:spPr>
          <a:xfrm>
            <a:off x="12371346" y="7048500"/>
            <a:ext cx="5207651" cy="544830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BAF70AF1-65F7-EBBC-5968-27703152E38E}"/>
              </a:ext>
            </a:extLst>
          </p:cNvPr>
          <p:cNvGrpSpPr/>
          <p:nvPr userDrawn="1"/>
        </p:nvGrpSpPr>
        <p:grpSpPr>
          <a:xfrm>
            <a:off x="1219352" y="11277600"/>
            <a:ext cx="1473384" cy="1219200"/>
            <a:chOff x="1219352" y="11277600"/>
            <a:chExt cx="1473384" cy="1219200"/>
          </a:xfrm>
        </p:grpSpPr>
        <p:sp>
          <p:nvSpPr>
            <p:cNvPr id="36" name="Shape 24">
              <a:extLst>
                <a:ext uri="{FF2B5EF4-FFF2-40B4-BE49-F238E27FC236}">
                  <a16:creationId xmlns:a16="http://schemas.microsoft.com/office/drawing/2014/main" id="{7715BCB0-E696-F254-47DB-E9C64D863B07}"/>
                </a:ext>
              </a:extLst>
            </p:cNvPr>
            <p:cNvSpPr/>
            <p:nvPr userDrawn="1"/>
          </p:nvSpPr>
          <p:spPr>
            <a:xfrm>
              <a:off x="1219352" y="11277600"/>
              <a:ext cx="1473384" cy="1219200"/>
            </a:xfrm>
            <a:prstGeom prst="rect">
              <a:avLst/>
            </a:prstGeom>
            <a:solidFill>
              <a:schemeClr val="bg1"/>
            </a:solidFill>
            <a:ln/>
          </p:spPr>
        </p:sp>
        <p:pic>
          <p:nvPicPr>
            <p:cNvPr id="37" name="Image 2" descr=" ">
              <a:extLst>
                <a:ext uri="{FF2B5EF4-FFF2-40B4-BE49-F238E27FC236}">
                  <a16:creationId xmlns:a16="http://schemas.microsoft.com/office/drawing/2014/main" id="{4A9F18CC-42B1-82E0-DF46-8B7A18D6C7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473384" y="11569700"/>
              <a:ext cx="965321" cy="635000"/>
            </a:xfrm>
            <a:prstGeom prst="rect">
              <a:avLst/>
            </a:prstGeom>
          </p:spPr>
        </p:pic>
      </p:grpSp>
      <p:sp>
        <p:nvSpPr>
          <p:cNvPr id="41" name="Текст 55">
            <a:extLst>
              <a:ext uri="{FF2B5EF4-FFF2-40B4-BE49-F238E27FC236}">
                <a16:creationId xmlns:a16="http://schemas.microsoft.com/office/drawing/2014/main" id="{76402B6D-6013-986A-5121-DD359586D99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879410" y="2781300"/>
            <a:ext cx="4293137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68DB9C24-9D17-88B5-4850-E42B00E0C69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8468108" y="2781300"/>
            <a:ext cx="4293137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CA125B0E-855B-A9D1-B25E-158C4BC78F8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8468108" y="8610600"/>
            <a:ext cx="4293137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57A983C7-F0B3-2ECB-0EDD-47BD66D7D35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879410" y="8610600"/>
            <a:ext cx="4293137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ACEEB0FC-8539-7670-4337-4EDBB964669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879410" y="21717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6" name="Текст 55">
            <a:extLst>
              <a:ext uri="{FF2B5EF4-FFF2-40B4-BE49-F238E27FC236}">
                <a16:creationId xmlns:a16="http://schemas.microsoft.com/office/drawing/2014/main" id="{E1B5780C-1BEE-9C31-7944-56BBB651D23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8468108" y="21717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02F13583-865C-D633-F444-0EF0503329A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8468108" y="8116482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60933A65-5315-5632-FA1D-A4689188C19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2879410" y="8116482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6E76F030-1832-7830-DE42-4EDF6C1E5AC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879410" y="1727200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(01)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2552111E-842C-8342-374C-2EEA6C89F36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8468108" y="1727200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(02)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DB28BEDE-9C70-0036-6402-FC577427434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468108" y="7556435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(04)</a:t>
            </a:r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1A521593-ED1A-F641-B8FB-7F5FAEAAE02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2879410" y="7556435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(03)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E9D47300-138E-854E-2227-E96E8983D8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70465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4 карточ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9C20679-E597-7A7C-C270-FE5E14AF4425}"/>
              </a:ext>
            </a:extLst>
          </p:cNvPr>
          <p:cNvSpPr/>
          <p:nvPr userDrawn="1"/>
        </p:nvSpPr>
        <p:spPr>
          <a:xfrm>
            <a:off x="8662483" y="1219200"/>
            <a:ext cx="7062083" cy="544830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2A5607C3-F6FD-2BDE-1069-9D548E05388F}"/>
              </a:ext>
            </a:extLst>
          </p:cNvPr>
          <p:cNvSpPr/>
          <p:nvPr userDrawn="1"/>
        </p:nvSpPr>
        <p:spPr>
          <a:xfrm>
            <a:off x="8662483" y="7048500"/>
            <a:ext cx="7062083" cy="544830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9" name="Shape 12">
            <a:extLst>
              <a:ext uri="{FF2B5EF4-FFF2-40B4-BE49-F238E27FC236}">
                <a16:creationId xmlns:a16="http://schemas.microsoft.com/office/drawing/2014/main" id="{D4C34BD8-A8C3-9CC8-1063-2DA721EBD2AC}"/>
              </a:ext>
            </a:extLst>
          </p:cNvPr>
          <p:cNvSpPr/>
          <p:nvPr userDrawn="1"/>
        </p:nvSpPr>
        <p:spPr>
          <a:xfrm>
            <a:off x="16105613" y="1219200"/>
            <a:ext cx="7062083" cy="544830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3" name="Shape 18">
            <a:extLst>
              <a:ext uri="{FF2B5EF4-FFF2-40B4-BE49-F238E27FC236}">
                <a16:creationId xmlns:a16="http://schemas.microsoft.com/office/drawing/2014/main" id="{5D3CD850-67D2-317B-3F13-C6709E189C5B}"/>
              </a:ext>
            </a:extLst>
          </p:cNvPr>
          <p:cNvSpPr/>
          <p:nvPr userDrawn="1"/>
        </p:nvSpPr>
        <p:spPr>
          <a:xfrm>
            <a:off x="16105613" y="7048500"/>
            <a:ext cx="7062083" cy="544830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pic>
        <p:nvPicPr>
          <p:cNvPr id="17" name="Image 1" descr=" ">
            <a:extLst>
              <a:ext uri="{FF2B5EF4-FFF2-40B4-BE49-F238E27FC236}">
                <a16:creationId xmlns:a16="http://schemas.microsoft.com/office/drawing/2014/main" id="{EF0A7645-B8F0-0B88-B96A-36A7A5C1336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19352" y="11899900"/>
            <a:ext cx="965321" cy="635000"/>
          </a:xfrm>
          <a:prstGeom prst="rect">
            <a:avLst/>
          </a:prstGeom>
        </p:spPr>
      </p:pic>
      <p:sp>
        <p:nvSpPr>
          <p:cNvPr id="21" name="Текст 7">
            <a:extLst>
              <a:ext uri="{FF2B5EF4-FFF2-40B4-BE49-F238E27FC236}">
                <a16:creationId xmlns:a16="http://schemas.microsoft.com/office/drawing/2014/main" id="{3E3AE24C-0842-5D9A-A855-E345B5A4F3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1676691"/>
            <a:ext cx="658352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22" name="Текст 14">
            <a:extLst>
              <a:ext uri="{FF2B5EF4-FFF2-40B4-BE49-F238E27FC236}">
                <a16:creationId xmlns:a16="http://schemas.microsoft.com/office/drawing/2014/main" id="{5F77FC78-137E-8207-8906-6FA8CEADF8F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2" y="4597400"/>
            <a:ext cx="65835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69868D57-8442-CD71-0B73-77BFCBB79F0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70546" y="27813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8F5F961C-CA29-6702-65CC-909B9AE671C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70546" y="2171700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25208EEE-BBF4-8F1C-4A33-8A8B9227CAA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543338" y="27813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727D2E8A-C143-6A10-4A26-C77D4171DFF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543338" y="2171700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0300E677-86AB-909C-5486-BA60172A820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70546" y="8607971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AD127D1B-C083-96DD-E909-C29E88E118B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170546" y="8116482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B1925066-3A64-B28A-341F-69C2FF52D5F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6543338" y="8607971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30" name="Текст 55">
            <a:extLst>
              <a:ext uri="{FF2B5EF4-FFF2-40B4-BE49-F238E27FC236}">
                <a16:creationId xmlns:a16="http://schemas.microsoft.com/office/drawing/2014/main" id="{A5C8703B-5F1B-ACA2-91B8-19EBDC06796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6543338" y="8116482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C421F43F-44C9-351A-E86A-977F357A44D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00208" y="1727200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(01)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A652F64C-4C0C-B1DC-CD5F-DC1890C6A35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6543338" y="1727200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(02)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77D180A4-F5B9-DBC6-DE77-A6B002AC8F0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6543338" y="7556435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(04)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772B52D4-D903-9780-F69A-C3736DE2E82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00208" y="7556500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(03)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20E55389-53C8-484E-33ED-B98571DF29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50304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карточек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58A5AB3F-3734-B412-D572-8A3B1463AE01}"/>
              </a:ext>
            </a:extLst>
          </p:cNvPr>
          <p:cNvSpPr/>
          <p:nvPr userDrawn="1"/>
        </p:nvSpPr>
        <p:spPr>
          <a:xfrm>
            <a:off x="1219352" y="1219200"/>
            <a:ext cx="7062083" cy="5435600"/>
          </a:xfrm>
          <a:prstGeom prst="roundRect">
            <a:avLst>
              <a:gd name="adj" fmla="val 4981"/>
            </a:avLst>
          </a:prstGeom>
          <a:solidFill>
            <a:schemeClr val="accent2"/>
          </a:solidFill>
          <a:ln/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61DE9F8-8BCB-C3DB-63E5-CEAA5C59643A}"/>
              </a:ext>
            </a:extLst>
          </p:cNvPr>
          <p:cNvSpPr/>
          <p:nvPr userDrawn="1"/>
        </p:nvSpPr>
        <p:spPr>
          <a:xfrm>
            <a:off x="8662483" y="1219200"/>
            <a:ext cx="7062083" cy="54356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2611F7A3-C113-5E93-0168-627FE5763301}"/>
              </a:ext>
            </a:extLst>
          </p:cNvPr>
          <p:cNvSpPr/>
          <p:nvPr userDrawn="1"/>
        </p:nvSpPr>
        <p:spPr>
          <a:xfrm>
            <a:off x="8662483" y="7048500"/>
            <a:ext cx="7062083" cy="54356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17EF3D73-30E0-C90D-F30D-89570799E40B}"/>
              </a:ext>
            </a:extLst>
          </p:cNvPr>
          <p:cNvSpPr/>
          <p:nvPr userDrawn="1"/>
        </p:nvSpPr>
        <p:spPr>
          <a:xfrm>
            <a:off x="1219352" y="7048500"/>
            <a:ext cx="7062083" cy="54356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A323C7FD-7705-E409-F283-1FAEF9C526AF}"/>
              </a:ext>
            </a:extLst>
          </p:cNvPr>
          <p:cNvSpPr/>
          <p:nvPr userDrawn="1"/>
        </p:nvSpPr>
        <p:spPr>
          <a:xfrm>
            <a:off x="16105613" y="1219200"/>
            <a:ext cx="7062083" cy="54356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6A0B672C-FAB4-389C-5815-298599B3FC58}"/>
              </a:ext>
            </a:extLst>
          </p:cNvPr>
          <p:cNvSpPr/>
          <p:nvPr userDrawn="1"/>
        </p:nvSpPr>
        <p:spPr>
          <a:xfrm>
            <a:off x="16105613" y="7048500"/>
            <a:ext cx="7062083" cy="54356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86FEBA3A-B5A1-F94A-2543-90F7D077A173}"/>
              </a:ext>
            </a:extLst>
          </p:cNvPr>
          <p:cNvSpPr/>
          <p:nvPr userDrawn="1"/>
        </p:nvSpPr>
        <p:spPr>
          <a:xfrm>
            <a:off x="21922940" y="685800"/>
            <a:ext cx="1524191" cy="1016000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20" name="Image 5" descr=" ">
            <a:extLst>
              <a:ext uri="{FF2B5EF4-FFF2-40B4-BE49-F238E27FC236}">
                <a16:creationId xmlns:a16="http://schemas.microsoft.com/office/drawing/2014/main" id="{94322F50-DE54-CCD0-8442-3C7461EC54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AF257A40-73CD-ECA0-F516-D614E21EC47F}"/>
              </a:ext>
            </a:extLst>
          </p:cNvPr>
          <p:cNvGrpSpPr/>
          <p:nvPr userDrawn="1"/>
        </p:nvGrpSpPr>
        <p:grpSpPr>
          <a:xfrm>
            <a:off x="6752785" y="5154725"/>
            <a:ext cx="900000" cy="900000"/>
            <a:chOff x="839608" y="7340770"/>
            <a:chExt cx="918854" cy="918854"/>
          </a:xfrm>
        </p:grpSpPr>
        <p:sp>
          <p:nvSpPr>
            <p:cNvPr id="36" name="Овал 35">
              <a:extLst>
                <a:ext uri="{FF2B5EF4-FFF2-40B4-BE49-F238E27FC236}">
                  <a16:creationId xmlns:a16="http://schemas.microsoft.com/office/drawing/2014/main" id="{F082081C-3BD4-C76C-6AE7-CA1EB021CBC0}"/>
                </a:ext>
              </a:extLst>
            </p:cNvPr>
            <p:cNvSpPr/>
            <p:nvPr/>
          </p:nvSpPr>
          <p:spPr>
            <a:xfrm>
              <a:off x="839608" y="7340770"/>
              <a:ext cx="918854" cy="918854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476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37" name="Рисунок 36">
              <a:extLst>
                <a:ext uri="{FF2B5EF4-FFF2-40B4-BE49-F238E27FC236}">
                  <a16:creationId xmlns:a16="http://schemas.microsoft.com/office/drawing/2014/main" id="{E6189705-B184-6B76-944C-DC7212A8A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52575" y="7612218"/>
              <a:ext cx="492921" cy="375957"/>
            </a:xfrm>
            <a:prstGeom prst="rect">
              <a:avLst/>
            </a:prstGeom>
          </p:spPr>
        </p:pic>
      </p:grpSp>
      <p:sp>
        <p:nvSpPr>
          <p:cNvPr id="38" name="Текст 55">
            <a:extLst>
              <a:ext uri="{FF2B5EF4-FFF2-40B4-BE49-F238E27FC236}">
                <a16:creationId xmlns:a16="http://schemas.microsoft.com/office/drawing/2014/main" id="{FF743B61-3110-C228-2181-114607DDE9A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70546" y="17272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>
                <a:latin typeface="Graphik LC Regular" panose="020B0503030202060203" pitchFamily="34" charset="0"/>
              </a:rPr>
              <a:t>…</a:t>
            </a:r>
            <a:r>
              <a:rPr lang="en-US" sz="2400" dirty="0" err="1">
                <a:latin typeface="Graphik LC Regular" panose="020B0503030202060203" pitchFamily="34" charset="0"/>
              </a:rPr>
              <a:t>моя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цель</a:t>
            </a:r>
            <a:r>
              <a:rPr lang="en-US" sz="2400" dirty="0">
                <a:latin typeface="Graphik LC Regular" panose="020B0503030202060203" pitchFamily="34" charset="0"/>
              </a:rPr>
              <a:t> – </a:t>
            </a:r>
            <a:r>
              <a:rPr lang="en-US" sz="2400" dirty="0" err="1">
                <a:latin typeface="Graphik LC Regular" panose="020B0503030202060203" pitchFamily="34" charset="0"/>
              </a:rPr>
              <a:t>стать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области</a:t>
            </a:r>
            <a:r>
              <a:rPr lang="en-US" sz="2400" dirty="0">
                <a:latin typeface="Graphik LC Regular" panose="020B0503030202060203" pitchFamily="34" charset="0"/>
              </a:rPr>
              <a:t>  Data Science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внести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значимый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вклад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развитие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сферы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технологий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3416D589-9BCF-C4E4-61E4-3B2CBC3AA53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613676" y="17272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>
                <a:latin typeface="Graphik LC Regular" panose="020B0503030202060203" pitchFamily="34" charset="0"/>
              </a:rPr>
              <a:t>…</a:t>
            </a:r>
            <a:r>
              <a:rPr lang="en-US" sz="2400" dirty="0" err="1">
                <a:latin typeface="Graphik LC Regular" panose="020B0503030202060203" pitchFamily="34" charset="0"/>
              </a:rPr>
              <a:t>моя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цель</a:t>
            </a:r>
            <a:r>
              <a:rPr lang="en-US" sz="2400" dirty="0">
                <a:latin typeface="Graphik LC Regular" panose="020B0503030202060203" pitchFamily="34" charset="0"/>
              </a:rPr>
              <a:t> – </a:t>
            </a:r>
            <a:r>
              <a:rPr lang="en-US" sz="2400" dirty="0" err="1">
                <a:latin typeface="Graphik LC Regular" panose="020B0503030202060203" pitchFamily="34" charset="0"/>
              </a:rPr>
              <a:t>стать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области</a:t>
            </a:r>
            <a:r>
              <a:rPr lang="en-US" sz="2400" dirty="0">
                <a:latin typeface="Graphik LC Regular" panose="020B0503030202060203" pitchFamily="34" charset="0"/>
              </a:rPr>
              <a:t>  Data Science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внести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значимый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вклад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развитие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сферы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технологий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8DB9BCF5-1501-3B1C-04F7-F1AA75D5497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170546" y="75565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>
                <a:latin typeface="Graphik LC Regular" panose="020B0503030202060203" pitchFamily="34" charset="0"/>
              </a:rPr>
              <a:t>…</a:t>
            </a:r>
            <a:r>
              <a:rPr lang="en-US" sz="2400" dirty="0" err="1">
                <a:latin typeface="Graphik LC Regular" panose="020B0503030202060203" pitchFamily="34" charset="0"/>
              </a:rPr>
              <a:t>моя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цель</a:t>
            </a:r>
            <a:r>
              <a:rPr lang="en-US" sz="2400" dirty="0">
                <a:latin typeface="Graphik LC Regular" panose="020B0503030202060203" pitchFamily="34" charset="0"/>
              </a:rPr>
              <a:t> – </a:t>
            </a:r>
            <a:r>
              <a:rPr lang="en-US" sz="2400" dirty="0" err="1">
                <a:latin typeface="Graphik LC Regular" panose="020B0503030202060203" pitchFamily="34" charset="0"/>
              </a:rPr>
              <a:t>стать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области</a:t>
            </a:r>
            <a:r>
              <a:rPr lang="en-US" sz="2400" dirty="0">
                <a:latin typeface="Graphik LC Regular" panose="020B0503030202060203" pitchFamily="34" charset="0"/>
              </a:rPr>
              <a:t>  Data Science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внести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значимый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вклад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развитие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сферы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технологий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FD0C70E0-8062-348D-5EC8-380B3A47E79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6613676" y="75565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>
                <a:latin typeface="Graphik LC Regular" panose="020B0503030202060203" pitchFamily="34" charset="0"/>
              </a:rPr>
              <a:t>…</a:t>
            </a:r>
            <a:r>
              <a:rPr lang="en-US" sz="2400" dirty="0" err="1">
                <a:latin typeface="Graphik LC Regular" panose="020B0503030202060203" pitchFamily="34" charset="0"/>
              </a:rPr>
              <a:t>моя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цель</a:t>
            </a:r>
            <a:r>
              <a:rPr lang="en-US" sz="2400" dirty="0">
                <a:latin typeface="Graphik LC Regular" panose="020B0503030202060203" pitchFamily="34" charset="0"/>
              </a:rPr>
              <a:t> – </a:t>
            </a:r>
            <a:r>
              <a:rPr lang="en-US" sz="2400" dirty="0" err="1">
                <a:latin typeface="Graphik LC Regular" panose="020B0503030202060203" pitchFamily="34" charset="0"/>
              </a:rPr>
              <a:t>стать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области</a:t>
            </a:r>
            <a:r>
              <a:rPr lang="en-US" sz="2400" dirty="0">
                <a:latin typeface="Graphik LC Regular" panose="020B0503030202060203" pitchFamily="34" charset="0"/>
              </a:rPr>
              <a:t>  Data Science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внести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значимый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вклад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развитие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сферы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технологий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D1EAF10F-C98D-735D-0EFE-9DFB9A08432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27416" y="75565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>
                <a:latin typeface="Graphik LC Regular" panose="020B0503030202060203" pitchFamily="34" charset="0"/>
              </a:rPr>
              <a:t>…</a:t>
            </a:r>
            <a:r>
              <a:rPr lang="en-US" sz="2400" dirty="0" err="1">
                <a:latin typeface="Graphik LC Regular" panose="020B0503030202060203" pitchFamily="34" charset="0"/>
              </a:rPr>
              <a:t>моя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цель</a:t>
            </a:r>
            <a:r>
              <a:rPr lang="en-US" sz="2400" dirty="0">
                <a:latin typeface="Graphik LC Regular" panose="020B0503030202060203" pitchFamily="34" charset="0"/>
              </a:rPr>
              <a:t> – </a:t>
            </a:r>
            <a:r>
              <a:rPr lang="en-US" sz="2400" dirty="0" err="1">
                <a:latin typeface="Graphik LC Regular" panose="020B0503030202060203" pitchFamily="34" charset="0"/>
              </a:rPr>
              <a:t>стать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области</a:t>
            </a:r>
            <a:r>
              <a:rPr lang="en-US" sz="2400" dirty="0">
                <a:latin typeface="Graphik LC Regular" panose="020B0503030202060203" pitchFamily="34" charset="0"/>
              </a:rPr>
              <a:t>  Data Science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внести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значимый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вклад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развитие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сферы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технологий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43" name="Текст 7">
            <a:extLst>
              <a:ext uri="{FF2B5EF4-FFF2-40B4-BE49-F238E27FC236}">
                <a16:creationId xmlns:a16="http://schemas.microsoft.com/office/drawing/2014/main" id="{E5813595-2A5D-07E0-87DC-9EF15F0E04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7416" y="1727200"/>
            <a:ext cx="5925369" cy="179536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6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7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карточке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44933BF1-E453-743F-5E19-F4274F344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08731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карточек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Текст 55">
            <a:extLst>
              <a:ext uri="{FF2B5EF4-FFF2-40B4-BE49-F238E27FC236}">
                <a16:creationId xmlns:a16="http://schemas.microsoft.com/office/drawing/2014/main" id="{50A3E5C1-CC59-8EB4-295D-7EBDD179C5D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27416" y="3556000"/>
            <a:ext cx="605865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0" name="Текст 55">
            <a:extLst>
              <a:ext uri="{FF2B5EF4-FFF2-40B4-BE49-F238E27FC236}">
                <a16:creationId xmlns:a16="http://schemas.microsoft.com/office/drawing/2014/main" id="{A0C26F81-661F-951C-2891-9D696F6CE3B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27416" y="29464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15C308B5-50AF-914B-FA49-D0D2CA879C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170546" y="3556000"/>
            <a:ext cx="605865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1626877E-E726-6EF0-6904-7057C89FFC7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70546" y="29464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5EF1B351-DEDB-702C-5628-2FCCEA294A9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6613676" y="3556000"/>
            <a:ext cx="605865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842FDBF8-C1E2-6F00-CEED-9D2261F0792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6613676" y="29464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5FF1035B-7B27-DF6E-DB79-1529C74CAA0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70546" y="9372600"/>
            <a:ext cx="605865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A7BE5046-F966-F33E-BB99-075333BACD0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70546" y="87630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7" name="Текст 55">
            <a:extLst>
              <a:ext uri="{FF2B5EF4-FFF2-40B4-BE49-F238E27FC236}">
                <a16:creationId xmlns:a16="http://schemas.microsoft.com/office/drawing/2014/main" id="{E2282C99-A76D-DEDE-7E0B-25B47A048AD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6613676" y="9372600"/>
            <a:ext cx="605865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8" name="Текст 55">
            <a:extLst>
              <a:ext uri="{FF2B5EF4-FFF2-40B4-BE49-F238E27FC236}">
                <a16:creationId xmlns:a16="http://schemas.microsoft.com/office/drawing/2014/main" id="{47F00621-1F64-FC44-161B-E65B3F5A017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6613676" y="87630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9" name="Текст 55">
            <a:extLst>
              <a:ext uri="{FF2B5EF4-FFF2-40B4-BE49-F238E27FC236}">
                <a16:creationId xmlns:a16="http://schemas.microsoft.com/office/drawing/2014/main" id="{31E440CC-7E76-2CFA-6591-D8D5E88F152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727416" y="9372600"/>
            <a:ext cx="605865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70" name="Текст 55">
            <a:extLst>
              <a:ext uri="{FF2B5EF4-FFF2-40B4-BE49-F238E27FC236}">
                <a16:creationId xmlns:a16="http://schemas.microsoft.com/office/drawing/2014/main" id="{C579FFD4-E3AD-1CE3-DB66-1D594C46DB5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27416" y="87630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0D1C06CA-053B-C9F7-CFFF-B125082A00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45D276DE-C58A-8475-54FE-1E922EB2ADCF}"/>
              </a:ext>
            </a:extLst>
          </p:cNvPr>
          <p:cNvSpPr/>
          <p:nvPr userDrawn="1"/>
        </p:nvSpPr>
        <p:spPr>
          <a:xfrm>
            <a:off x="1219352" y="1219200"/>
            <a:ext cx="7062083" cy="54356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bg1"/>
            </a:solidFill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E95DBE9-7B1F-23E1-95E4-BF401558A28C}"/>
              </a:ext>
            </a:extLst>
          </p:cNvPr>
          <p:cNvSpPr/>
          <p:nvPr userDrawn="1"/>
        </p:nvSpPr>
        <p:spPr>
          <a:xfrm>
            <a:off x="8662483" y="1219200"/>
            <a:ext cx="7062083" cy="54356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78338CD-C58B-768C-2523-74FAEA8C65EA}"/>
              </a:ext>
            </a:extLst>
          </p:cNvPr>
          <p:cNvSpPr/>
          <p:nvPr userDrawn="1"/>
        </p:nvSpPr>
        <p:spPr>
          <a:xfrm>
            <a:off x="8662483" y="7048500"/>
            <a:ext cx="7062083" cy="54356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B288A481-9808-570A-7FE8-8BC3A2E7139F}"/>
              </a:ext>
            </a:extLst>
          </p:cNvPr>
          <p:cNvSpPr/>
          <p:nvPr userDrawn="1"/>
        </p:nvSpPr>
        <p:spPr>
          <a:xfrm>
            <a:off x="1219352" y="7048500"/>
            <a:ext cx="7062083" cy="54356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06FF386A-5D59-DED6-4A17-AEB8CF41D000}"/>
              </a:ext>
            </a:extLst>
          </p:cNvPr>
          <p:cNvSpPr/>
          <p:nvPr userDrawn="1"/>
        </p:nvSpPr>
        <p:spPr>
          <a:xfrm>
            <a:off x="16105613" y="1219200"/>
            <a:ext cx="7062083" cy="54356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797B0D8A-F649-D2E3-70A4-AE30F21FCF26}"/>
              </a:ext>
            </a:extLst>
          </p:cNvPr>
          <p:cNvSpPr/>
          <p:nvPr userDrawn="1"/>
        </p:nvSpPr>
        <p:spPr>
          <a:xfrm>
            <a:off x="16105613" y="7048500"/>
            <a:ext cx="7062083" cy="54356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2265501C-CBC4-4125-3DDD-D95CC8374F3D}"/>
              </a:ext>
            </a:extLst>
          </p:cNvPr>
          <p:cNvSpPr/>
          <p:nvPr userDrawn="1"/>
        </p:nvSpPr>
        <p:spPr>
          <a:xfrm>
            <a:off x="21922940" y="685800"/>
            <a:ext cx="1524191" cy="1016000"/>
          </a:xfrm>
          <a:prstGeom prst="rect">
            <a:avLst/>
          </a:prstGeom>
          <a:solidFill>
            <a:schemeClr val="tx1"/>
          </a:solidFill>
          <a:ln/>
        </p:spPr>
      </p:sp>
      <p:pic>
        <p:nvPicPr>
          <p:cNvPr id="14" name="Image 5" descr=" ">
            <a:extLst>
              <a:ext uri="{FF2B5EF4-FFF2-40B4-BE49-F238E27FC236}">
                <a16:creationId xmlns:a16="http://schemas.microsoft.com/office/drawing/2014/main" id="{F6D98AE5-0142-A240-C814-4CEB076949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5640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бенто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19A84E0-AE76-00E8-18F0-E58FBF6EE8C3}"/>
              </a:ext>
            </a:extLst>
          </p:cNvPr>
          <p:cNvSpPr>
            <a:spLocks/>
          </p:cNvSpPr>
          <p:nvPr userDrawn="1"/>
        </p:nvSpPr>
        <p:spPr>
          <a:xfrm>
            <a:off x="1212850" y="1204914"/>
            <a:ext cx="10853738" cy="11306174"/>
          </a:xfrm>
          <a:prstGeom prst="roundRect">
            <a:avLst>
              <a:gd name="adj" fmla="val 2649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E678F4ED-1A92-0DD2-0C01-95ACA8BD8513}"/>
              </a:ext>
            </a:extLst>
          </p:cNvPr>
          <p:cNvSpPr>
            <a:spLocks/>
          </p:cNvSpPr>
          <p:nvPr userDrawn="1"/>
        </p:nvSpPr>
        <p:spPr>
          <a:xfrm>
            <a:off x="12320588" y="1204914"/>
            <a:ext cx="10853738" cy="5526087"/>
          </a:xfrm>
          <a:prstGeom prst="roundRect">
            <a:avLst>
              <a:gd name="adj" fmla="val 4247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098D041A-721D-EDDA-2831-AC05F61087CA}"/>
              </a:ext>
            </a:extLst>
          </p:cNvPr>
          <p:cNvSpPr>
            <a:spLocks/>
          </p:cNvSpPr>
          <p:nvPr userDrawn="1"/>
        </p:nvSpPr>
        <p:spPr>
          <a:xfrm>
            <a:off x="12320588" y="6985001"/>
            <a:ext cx="10853738" cy="5526087"/>
          </a:xfrm>
          <a:prstGeom prst="roundRect">
            <a:avLst>
              <a:gd name="adj" fmla="val 4247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DEA4FA79-54CD-F941-F21C-682017D0AE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  <p:pic>
        <p:nvPicPr>
          <p:cNvPr id="8" name="Image 5" descr=" ">
            <a:extLst>
              <a:ext uri="{FF2B5EF4-FFF2-40B4-BE49-F238E27FC236}">
                <a16:creationId xmlns:a16="http://schemas.microsoft.com/office/drawing/2014/main" id="{CE79D942-62A0-ACF4-8136-02B80410DD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969640" y="1481942"/>
            <a:ext cx="965321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5704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бенто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DEA4FA79-54CD-F941-F21C-682017D0AE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  <p:sp>
        <p:nvSpPr>
          <p:cNvPr id="22" name="Скругленный прямоугольник 21">
            <a:extLst>
              <a:ext uri="{FF2B5EF4-FFF2-40B4-BE49-F238E27FC236}">
                <a16:creationId xmlns:a16="http://schemas.microsoft.com/office/drawing/2014/main" id="{FE8FE32B-1932-884F-6F2A-D187D721968D}"/>
              </a:ext>
            </a:extLst>
          </p:cNvPr>
          <p:cNvSpPr>
            <a:spLocks/>
          </p:cNvSpPr>
          <p:nvPr userDrawn="1"/>
        </p:nvSpPr>
        <p:spPr>
          <a:xfrm>
            <a:off x="16023166" y="1204914"/>
            <a:ext cx="7151159" cy="11306174"/>
          </a:xfrm>
          <a:prstGeom prst="roundRect">
            <a:avLst>
              <a:gd name="adj" fmla="val 3525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Скругленный прямоугольник 28">
            <a:extLst>
              <a:ext uri="{FF2B5EF4-FFF2-40B4-BE49-F238E27FC236}">
                <a16:creationId xmlns:a16="http://schemas.microsoft.com/office/drawing/2014/main" id="{6D6C3964-F5DA-0CD9-59A3-58032D54457C}"/>
              </a:ext>
            </a:extLst>
          </p:cNvPr>
          <p:cNvSpPr>
            <a:spLocks/>
          </p:cNvSpPr>
          <p:nvPr userDrawn="1"/>
        </p:nvSpPr>
        <p:spPr>
          <a:xfrm>
            <a:off x="8618008" y="1204914"/>
            <a:ext cx="7151159" cy="5526087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Скругленный прямоугольник 30">
            <a:extLst>
              <a:ext uri="{FF2B5EF4-FFF2-40B4-BE49-F238E27FC236}">
                <a16:creationId xmlns:a16="http://schemas.microsoft.com/office/drawing/2014/main" id="{BE920037-2C8F-77D6-B56D-254306F510CC}"/>
              </a:ext>
            </a:extLst>
          </p:cNvPr>
          <p:cNvSpPr>
            <a:spLocks/>
          </p:cNvSpPr>
          <p:nvPr userDrawn="1"/>
        </p:nvSpPr>
        <p:spPr>
          <a:xfrm>
            <a:off x="1229706" y="1204914"/>
            <a:ext cx="7151159" cy="5526087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Скругленный прямоугольник 31">
            <a:extLst>
              <a:ext uri="{FF2B5EF4-FFF2-40B4-BE49-F238E27FC236}">
                <a16:creationId xmlns:a16="http://schemas.microsoft.com/office/drawing/2014/main" id="{2404266B-BE6C-B47E-45B9-F5DB746614B8}"/>
              </a:ext>
            </a:extLst>
          </p:cNvPr>
          <p:cNvSpPr>
            <a:spLocks/>
          </p:cNvSpPr>
          <p:nvPr userDrawn="1"/>
        </p:nvSpPr>
        <p:spPr>
          <a:xfrm>
            <a:off x="1229706" y="6985001"/>
            <a:ext cx="14539461" cy="5526087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4" name="Image 5" descr=" ">
            <a:extLst>
              <a:ext uri="{FF2B5EF4-FFF2-40B4-BE49-F238E27FC236}">
                <a16:creationId xmlns:a16="http://schemas.microsoft.com/office/drawing/2014/main" id="{89D5D9E2-7B2C-BD27-CCBA-323763C154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969640" y="1481942"/>
            <a:ext cx="965321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8344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бенто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DEA4FA79-54CD-F941-F21C-682017D0AE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  <p:sp>
        <p:nvSpPr>
          <p:cNvPr id="70" name="Скругленный прямоугольник 69">
            <a:extLst>
              <a:ext uri="{FF2B5EF4-FFF2-40B4-BE49-F238E27FC236}">
                <a16:creationId xmlns:a16="http://schemas.microsoft.com/office/drawing/2014/main" id="{95186B71-2B65-99D7-2682-38B5A7274A34}"/>
              </a:ext>
            </a:extLst>
          </p:cNvPr>
          <p:cNvSpPr>
            <a:spLocks/>
          </p:cNvSpPr>
          <p:nvPr userDrawn="1"/>
        </p:nvSpPr>
        <p:spPr>
          <a:xfrm>
            <a:off x="1212850" y="1204914"/>
            <a:ext cx="5298211" cy="5526087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Скругленный прямоугольник 70">
            <a:extLst>
              <a:ext uri="{FF2B5EF4-FFF2-40B4-BE49-F238E27FC236}">
                <a16:creationId xmlns:a16="http://schemas.microsoft.com/office/drawing/2014/main" id="{C986305F-409F-11A9-D726-1C9693268832}"/>
              </a:ext>
            </a:extLst>
          </p:cNvPr>
          <p:cNvSpPr>
            <a:spLocks/>
          </p:cNvSpPr>
          <p:nvPr userDrawn="1"/>
        </p:nvSpPr>
        <p:spPr>
          <a:xfrm>
            <a:off x="6765061" y="1204914"/>
            <a:ext cx="5298211" cy="5526087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Скругленный прямоугольник 71">
            <a:extLst>
              <a:ext uri="{FF2B5EF4-FFF2-40B4-BE49-F238E27FC236}">
                <a16:creationId xmlns:a16="http://schemas.microsoft.com/office/drawing/2014/main" id="{DF58F6E3-C521-2CB6-0D1B-F1D94B30204F}"/>
              </a:ext>
            </a:extLst>
          </p:cNvPr>
          <p:cNvSpPr>
            <a:spLocks/>
          </p:cNvSpPr>
          <p:nvPr userDrawn="1"/>
        </p:nvSpPr>
        <p:spPr>
          <a:xfrm>
            <a:off x="12317272" y="1204914"/>
            <a:ext cx="5298211" cy="5526087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Скругленный прямоугольник 72">
            <a:extLst>
              <a:ext uri="{FF2B5EF4-FFF2-40B4-BE49-F238E27FC236}">
                <a16:creationId xmlns:a16="http://schemas.microsoft.com/office/drawing/2014/main" id="{6D84CA0C-51D5-014C-CB98-95798181B8CA}"/>
              </a:ext>
            </a:extLst>
          </p:cNvPr>
          <p:cNvSpPr>
            <a:spLocks/>
          </p:cNvSpPr>
          <p:nvPr userDrawn="1"/>
        </p:nvSpPr>
        <p:spPr>
          <a:xfrm>
            <a:off x="17869483" y="1204914"/>
            <a:ext cx="5298211" cy="5526087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Скругленный прямоугольник 73">
            <a:extLst>
              <a:ext uri="{FF2B5EF4-FFF2-40B4-BE49-F238E27FC236}">
                <a16:creationId xmlns:a16="http://schemas.microsoft.com/office/drawing/2014/main" id="{7FB3ADC7-89F0-F046-8AD7-68D5A23AB2BF}"/>
              </a:ext>
            </a:extLst>
          </p:cNvPr>
          <p:cNvSpPr>
            <a:spLocks/>
          </p:cNvSpPr>
          <p:nvPr userDrawn="1"/>
        </p:nvSpPr>
        <p:spPr>
          <a:xfrm>
            <a:off x="1212850" y="6985001"/>
            <a:ext cx="5298211" cy="5526087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Скругленный прямоугольник 74">
            <a:extLst>
              <a:ext uri="{FF2B5EF4-FFF2-40B4-BE49-F238E27FC236}">
                <a16:creationId xmlns:a16="http://schemas.microsoft.com/office/drawing/2014/main" id="{EEF35B2C-1167-0532-87D7-01523EECE8AC}"/>
              </a:ext>
            </a:extLst>
          </p:cNvPr>
          <p:cNvSpPr>
            <a:spLocks/>
          </p:cNvSpPr>
          <p:nvPr userDrawn="1"/>
        </p:nvSpPr>
        <p:spPr>
          <a:xfrm>
            <a:off x="6765061" y="6985001"/>
            <a:ext cx="5298211" cy="5526087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Скругленный прямоугольник 75">
            <a:extLst>
              <a:ext uri="{FF2B5EF4-FFF2-40B4-BE49-F238E27FC236}">
                <a16:creationId xmlns:a16="http://schemas.microsoft.com/office/drawing/2014/main" id="{4A72AE24-C840-378A-1D4E-7FCE352F29F7}"/>
              </a:ext>
            </a:extLst>
          </p:cNvPr>
          <p:cNvSpPr>
            <a:spLocks/>
          </p:cNvSpPr>
          <p:nvPr userDrawn="1"/>
        </p:nvSpPr>
        <p:spPr>
          <a:xfrm>
            <a:off x="12317272" y="6985001"/>
            <a:ext cx="5298211" cy="5526087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Скругленный прямоугольник 76">
            <a:extLst>
              <a:ext uri="{FF2B5EF4-FFF2-40B4-BE49-F238E27FC236}">
                <a16:creationId xmlns:a16="http://schemas.microsoft.com/office/drawing/2014/main" id="{B8048FA0-A8A9-6638-1CB8-AC26AE745EFD}"/>
              </a:ext>
            </a:extLst>
          </p:cNvPr>
          <p:cNvSpPr>
            <a:spLocks/>
          </p:cNvSpPr>
          <p:nvPr userDrawn="1"/>
        </p:nvSpPr>
        <p:spPr>
          <a:xfrm>
            <a:off x="17869483" y="6985001"/>
            <a:ext cx="5298211" cy="5526087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9" name="Image 5" descr=" ">
            <a:extLst>
              <a:ext uri="{FF2B5EF4-FFF2-40B4-BE49-F238E27FC236}">
                <a16:creationId xmlns:a16="http://schemas.microsoft.com/office/drawing/2014/main" id="{CCD7DFCC-DEDB-140E-4F88-80404929FD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969640" y="1481942"/>
            <a:ext cx="965321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3392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бенто_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DEA4FA79-54CD-F941-F21C-682017D0AE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  <p:sp>
        <p:nvSpPr>
          <p:cNvPr id="72" name="Скругленный прямоугольник 71">
            <a:extLst>
              <a:ext uri="{FF2B5EF4-FFF2-40B4-BE49-F238E27FC236}">
                <a16:creationId xmlns:a16="http://schemas.microsoft.com/office/drawing/2014/main" id="{DF58F6E3-C521-2CB6-0D1B-F1D94B30204F}"/>
              </a:ext>
            </a:extLst>
          </p:cNvPr>
          <p:cNvSpPr>
            <a:spLocks/>
          </p:cNvSpPr>
          <p:nvPr userDrawn="1"/>
        </p:nvSpPr>
        <p:spPr>
          <a:xfrm>
            <a:off x="12317272" y="1204914"/>
            <a:ext cx="5298211" cy="5526087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Скругленный прямоугольник 72">
            <a:extLst>
              <a:ext uri="{FF2B5EF4-FFF2-40B4-BE49-F238E27FC236}">
                <a16:creationId xmlns:a16="http://schemas.microsoft.com/office/drawing/2014/main" id="{6D84CA0C-51D5-014C-CB98-95798181B8CA}"/>
              </a:ext>
            </a:extLst>
          </p:cNvPr>
          <p:cNvSpPr>
            <a:spLocks/>
          </p:cNvSpPr>
          <p:nvPr userDrawn="1"/>
        </p:nvSpPr>
        <p:spPr>
          <a:xfrm>
            <a:off x="17869483" y="1204914"/>
            <a:ext cx="5298211" cy="11306174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Скругленный прямоугольник 75">
            <a:extLst>
              <a:ext uri="{FF2B5EF4-FFF2-40B4-BE49-F238E27FC236}">
                <a16:creationId xmlns:a16="http://schemas.microsoft.com/office/drawing/2014/main" id="{4A72AE24-C840-378A-1D4E-7FCE352F29F7}"/>
              </a:ext>
            </a:extLst>
          </p:cNvPr>
          <p:cNvSpPr>
            <a:spLocks/>
          </p:cNvSpPr>
          <p:nvPr userDrawn="1"/>
        </p:nvSpPr>
        <p:spPr>
          <a:xfrm>
            <a:off x="12317272" y="6985001"/>
            <a:ext cx="5298211" cy="5526087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Image 5" descr=" ">
            <a:extLst>
              <a:ext uri="{FF2B5EF4-FFF2-40B4-BE49-F238E27FC236}">
                <a16:creationId xmlns:a16="http://schemas.microsoft.com/office/drawing/2014/main" id="{5966DB57-2E53-8F13-95BA-B461DCDDA3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969640" y="1481942"/>
            <a:ext cx="965321" cy="635000"/>
          </a:xfrm>
          <a:prstGeom prst="rect">
            <a:avLst/>
          </a:prstGeom>
        </p:spPr>
      </p:pic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1826C759-E335-15DB-C5DA-E8DBB310BE2E}"/>
              </a:ext>
            </a:extLst>
          </p:cNvPr>
          <p:cNvGrpSpPr/>
          <p:nvPr userDrawn="1"/>
        </p:nvGrpSpPr>
        <p:grpSpPr>
          <a:xfrm>
            <a:off x="1212850" y="1204914"/>
            <a:ext cx="10850422" cy="5526088"/>
            <a:chOff x="1212850" y="1204914"/>
            <a:chExt cx="10850422" cy="5526088"/>
          </a:xfrm>
        </p:grpSpPr>
        <p:sp>
          <p:nvSpPr>
            <p:cNvPr id="24" name="Скругленный прямоугольник 23">
              <a:extLst>
                <a:ext uri="{FF2B5EF4-FFF2-40B4-BE49-F238E27FC236}">
                  <a16:creationId xmlns:a16="http://schemas.microsoft.com/office/drawing/2014/main" id="{F38F61DD-CB3B-FB56-17C6-14BF4BD39F7E}"/>
                </a:ext>
              </a:extLst>
            </p:cNvPr>
            <p:cNvSpPr>
              <a:spLocks/>
            </p:cNvSpPr>
            <p:nvPr userDrawn="1"/>
          </p:nvSpPr>
          <p:spPr>
            <a:xfrm>
              <a:off x="1212850" y="1204914"/>
              <a:ext cx="10850422" cy="2636044"/>
            </a:xfrm>
            <a:prstGeom prst="roundRect">
              <a:avLst>
                <a:gd name="adj" fmla="val 9299"/>
              </a:avLst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Скругленный прямоугольник 28">
              <a:extLst>
                <a:ext uri="{FF2B5EF4-FFF2-40B4-BE49-F238E27FC236}">
                  <a16:creationId xmlns:a16="http://schemas.microsoft.com/office/drawing/2014/main" id="{83CDA8F5-B362-7C52-5B09-F856CD440205}"/>
                </a:ext>
              </a:extLst>
            </p:cNvPr>
            <p:cNvSpPr>
              <a:spLocks/>
            </p:cNvSpPr>
            <p:nvPr userDrawn="1"/>
          </p:nvSpPr>
          <p:spPr>
            <a:xfrm>
              <a:off x="1212850" y="4094958"/>
              <a:ext cx="5298211" cy="2636044"/>
            </a:xfrm>
            <a:prstGeom prst="roundRect">
              <a:avLst>
                <a:gd name="adj" fmla="val 9299"/>
              </a:avLst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Скругленный прямоугольник 29">
              <a:extLst>
                <a:ext uri="{FF2B5EF4-FFF2-40B4-BE49-F238E27FC236}">
                  <a16:creationId xmlns:a16="http://schemas.microsoft.com/office/drawing/2014/main" id="{BF565CF2-56DB-D2DD-A087-7039E94F5F09}"/>
                </a:ext>
              </a:extLst>
            </p:cNvPr>
            <p:cNvSpPr>
              <a:spLocks/>
            </p:cNvSpPr>
            <p:nvPr userDrawn="1"/>
          </p:nvSpPr>
          <p:spPr>
            <a:xfrm>
              <a:off x="6765061" y="4094958"/>
              <a:ext cx="5298211" cy="2636044"/>
            </a:xfrm>
            <a:prstGeom prst="roundRect">
              <a:avLst>
                <a:gd name="adj" fmla="val 9299"/>
              </a:avLst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3" name="Скругленный прямоугольник 32">
            <a:extLst>
              <a:ext uri="{FF2B5EF4-FFF2-40B4-BE49-F238E27FC236}">
                <a16:creationId xmlns:a16="http://schemas.microsoft.com/office/drawing/2014/main" id="{04809B9F-8420-FCD2-3082-AE5A6EDF1989}"/>
              </a:ext>
            </a:extLst>
          </p:cNvPr>
          <p:cNvSpPr>
            <a:spLocks/>
          </p:cNvSpPr>
          <p:nvPr userDrawn="1"/>
        </p:nvSpPr>
        <p:spPr>
          <a:xfrm>
            <a:off x="1212850" y="6985000"/>
            <a:ext cx="10850422" cy="2636044"/>
          </a:xfrm>
          <a:prstGeom prst="roundRect">
            <a:avLst>
              <a:gd name="adj" fmla="val 9299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Скругленный прямоугольник 33">
            <a:extLst>
              <a:ext uri="{FF2B5EF4-FFF2-40B4-BE49-F238E27FC236}">
                <a16:creationId xmlns:a16="http://schemas.microsoft.com/office/drawing/2014/main" id="{5B31F761-9E04-F471-0527-7556ACE8CAA0}"/>
              </a:ext>
            </a:extLst>
          </p:cNvPr>
          <p:cNvSpPr>
            <a:spLocks/>
          </p:cNvSpPr>
          <p:nvPr userDrawn="1"/>
        </p:nvSpPr>
        <p:spPr>
          <a:xfrm>
            <a:off x="1212850" y="9875044"/>
            <a:ext cx="5298211" cy="2636044"/>
          </a:xfrm>
          <a:prstGeom prst="roundRect">
            <a:avLst>
              <a:gd name="adj" fmla="val 9299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Скругленный прямоугольник 34">
            <a:extLst>
              <a:ext uri="{FF2B5EF4-FFF2-40B4-BE49-F238E27FC236}">
                <a16:creationId xmlns:a16="http://schemas.microsoft.com/office/drawing/2014/main" id="{75E1566C-6286-E8C6-727E-7CF454CFE4C2}"/>
              </a:ext>
            </a:extLst>
          </p:cNvPr>
          <p:cNvSpPr>
            <a:spLocks/>
          </p:cNvSpPr>
          <p:nvPr userDrawn="1"/>
        </p:nvSpPr>
        <p:spPr>
          <a:xfrm>
            <a:off x="6765061" y="9875044"/>
            <a:ext cx="5298211" cy="2636044"/>
          </a:xfrm>
          <a:prstGeom prst="roundRect">
            <a:avLst>
              <a:gd name="adj" fmla="val 9299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6077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бенто_1.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19A84E0-AE76-00E8-18F0-E58FBF6EE8C3}"/>
              </a:ext>
            </a:extLst>
          </p:cNvPr>
          <p:cNvSpPr>
            <a:spLocks/>
          </p:cNvSpPr>
          <p:nvPr userDrawn="1"/>
        </p:nvSpPr>
        <p:spPr>
          <a:xfrm>
            <a:off x="1212850" y="1204914"/>
            <a:ext cx="10853738" cy="11306174"/>
          </a:xfrm>
          <a:prstGeom prst="roundRect">
            <a:avLst>
              <a:gd name="adj" fmla="val 2649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E678F4ED-1A92-0DD2-0C01-95ACA8BD8513}"/>
              </a:ext>
            </a:extLst>
          </p:cNvPr>
          <p:cNvSpPr>
            <a:spLocks/>
          </p:cNvSpPr>
          <p:nvPr userDrawn="1"/>
        </p:nvSpPr>
        <p:spPr>
          <a:xfrm>
            <a:off x="12320588" y="1204914"/>
            <a:ext cx="10853738" cy="5526087"/>
          </a:xfrm>
          <a:prstGeom prst="roundRect">
            <a:avLst>
              <a:gd name="adj" fmla="val 4247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098D041A-721D-EDDA-2831-AC05F61087CA}"/>
              </a:ext>
            </a:extLst>
          </p:cNvPr>
          <p:cNvSpPr>
            <a:spLocks/>
          </p:cNvSpPr>
          <p:nvPr userDrawn="1"/>
        </p:nvSpPr>
        <p:spPr>
          <a:xfrm>
            <a:off x="12320588" y="6985001"/>
            <a:ext cx="10853738" cy="5526087"/>
          </a:xfrm>
          <a:prstGeom prst="roundRect">
            <a:avLst>
              <a:gd name="adj" fmla="val 4247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DEA4FA79-54CD-F941-F21C-682017D0AE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  <p:pic>
        <p:nvPicPr>
          <p:cNvPr id="3" name="Image 5" descr=" ">
            <a:extLst>
              <a:ext uri="{FF2B5EF4-FFF2-40B4-BE49-F238E27FC236}">
                <a16:creationId xmlns:a16="http://schemas.microsoft.com/office/drawing/2014/main" id="{D33C20B8-36F5-9D8E-6ACB-9D0F8E1691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969640" y="1481942"/>
            <a:ext cx="965321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978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бенто_1.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DEA4FA79-54CD-F941-F21C-682017D0AE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  <p:sp>
        <p:nvSpPr>
          <p:cNvPr id="22" name="Скругленный прямоугольник 21">
            <a:extLst>
              <a:ext uri="{FF2B5EF4-FFF2-40B4-BE49-F238E27FC236}">
                <a16:creationId xmlns:a16="http://schemas.microsoft.com/office/drawing/2014/main" id="{FE8FE32B-1932-884F-6F2A-D187D721968D}"/>
              </a:ext>
            </a:extLst>
          </p:cNvPr>
          <p:cNvSpPr>
            <a:spLocks/>
          </p:cNvSpPr>
          <p:nvPr userDrawn="1"/>
        </p:nvSpPr>
        <p:spPr>
          <a:xfrm>
            <a:off x="16023166" y="1204914"/>
            <a:ext cx="7151159" cy="11306174"/>
          </a:xfrm>
          <a:prstGeom prst="roundRect">
            <a:avLst>
              <a:gd name="adj" fmla="val 3525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Скругленный прямоугольник 28">
            <a:extLst>
              <a:ext uri="{FF2B5EF4-FFF2-40B4-BE49-F238E27FC236}">
                <a16:creationId xmlns:a16="http://schemas.microsoft.com/office/drawing/2014/main" id="{6D6C3964-F5DA-0CD9-59A3-58032D54457C}"/>
              </a:ext>
            </a:extLst>
          </p:cNvPr>
          <p:cNvSpPr>
            <a:spLocks/>
          </p:cNvSpPr>
          <p:nvPr userDrawn="1"/>
        </p:nvSpPr>
        <p:spPr>
          <a:xfrm>
            <a:off x="8618008" y="1204914"/>
            <a:ext cx="7151159" cy="5526087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Скругленный прямоугольник 30">
            <a:extLst>
              <a:ext uri="{FF2B5EF4-FFF2-40B4-BE49-F238E27FC236}">
                <a16:creationId xmlns:a16="http://schemas.microsoft.com/office/drawing/2014/main" id="{BE920037-2C8F-77D6-B56D-254306F510CC}"/>
              </a:ext>
            </a:extLst>
          </p:cNvPr>
          <p:cNvSpPr>
            <a:spLocks/>
          </p:cNvSpPr>
          <p:nvPr userDrawn="1"/>
        </p:nvSpPr>
        <p:spPr>
          <a:xfrm>
            <a:off x="1229706" y="1204914"/>
            <a:ext cx="7151159" cy="5526087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Скругленный прямоугольник 31">
            <a:extLst>
              <a:ext uri="{FF2B5EF4-FFF2-40B4-BE49-F238E27FC236}">
                <a16:creationId xmlns:a16="http://schemas.microsoft.com/office/drawing/2014/main" id="{2404266B-BE6C-B47E-45B9-F5DB746614B8}"/>
              </a:ext>
            </a:extLst>
          </p:cNvPr>
          <p:cNvSpPr>
            <a:spLocks/>
          </p:cNvSpPr>
          <p:nvPr userDrawn="1"/>
        </p:nvSpPr>
        <p:spPr>
          <a:xfrm>
            <a:off x="1229706" y="6985001"/>
            <a:ext cx="14539461" cy="5526087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Image 5" descr=" ">
            <a:extLst>
              <a:ext uri="{FF2B5EF4-FFF2-40B4-BE49-F238E27FC236}">
                <a16:creationId xmlns:a16="http://schemas.microsoft.com/office/drawing/2014/main" id="{D3B58FE3-9D3E-3C7D-AE0C-12EB57F6EE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969640" y="1481942"/>
            <a:ext cx="965321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5689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бенто_1.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DEA4FA79-54CD-F941-F21C-682017D0AE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  <p:sp>
        <p:nvSpPr>
          <p:cNvPr id="70" name="Скругленный прямоугольник 69">
            <a:extLst>
              <a:ext uri="{FF2B5EF4-FFF2-40B4-BE49-F238E27FC236}">
                <a16:creationId xmlns:a16="http://schemas.microsoft.com/office/drawing/2014/main" id="{95186B71-2B65-99D7-2682-38B5A7274A34}"/>
              </a:ext>
            </a:extLst>
          </p:cNvPr>
          <p:cNvSpPr>
            <a:spLocks/>
          </p:cNvSpPr>
          <p:nvPr userDrawn="1"/>
        </p:nvSpPr>
        <p:spPr>
          <a:xfrm>
            <a:off x="1212850" y="1204914"/>
            <a:ext cx="5298211" cy="5526087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Скругленный прямоугольник 70">
            <a:extLst>
              <a:ext uri="{FF2B5EF4-FFF2-40B4-BE49-F238E27FC236}">
                <a16:creationId xmlns:a16="http://schemas.microsoft.com/office/drawing/2014/main" id="{C986305F-409F-11A9-D726-1C9693268832}"/>
              </a:ext>
            </a:extLst>
          </p:cNvPr>
          <p:cNvSpPr>
            <a:spLocks/>
          </p:cNvSpPr>
          <p:nvPr userDrawn="1"/>
        </p:nvSpPr>
        <p:spPr>
          <a:xfrm>
            <a:off x="6765061" y="1204914"/>
            <a:ext cx="5298211" cy="5526087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Скругленный прямоугольник 71">
            <a:extLst>
              <a:ext uri="{FF2B5EF4-FFF2-40B4-BE49-F238E27FC236}">
                <a16:creationId xmlns:a16="http://schemas.microsoft.com/office/drawing/2014/main" id="{DF58F6E3-C521-2CB6-0D1B-F1D94B30204F}"/>
              </a:ext>
            </a:extLst>
          </p:cNvPr>
          <p:cNvSpPr>
            <a:spLocks/>
          </p:cNvSpPr>
          <p:nvPr userDrawn="1"/>
        </p:nvSpPr>
        <p:spPr>
          <a:xfrm>
            <a:off x="12317272" y="1204914"/>
            <a:ext cx="5298211" cy="5526087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Скругленный прямоугольник 72">
            <a:extLst>
              <a:ext uri="{FF2B5EF4-FFF2-40B4-BE49-F238E27FC236}">
                <a16:creationId xmlns:a16="http://schemas.microsoft.com/office/drawing/2014/main" id="{6D84CA0C-51D5-014C-CB98-95798181B8CA}"/>
              </a:ext>
            </a:extLst>
          </p:cNvPr>
          <p:cNvSpPr>
            <a:spLocks/>
          </p:cNvSpPr>
          <p:nvPr userDrawn="1"/>
        </p:nvSpPr>
        <p:spPr>
          <a:xfrm>
            <a:off x="17869483" y="1204914"/>
            <a:ext cx="5298211" cy="5526087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Скругленный прямоугольник 73">
            <a:extLst>
              <a:ext uri="{FF2B5EF4-FFF2-40B4-BE49-F238E27FC236}">
                <a16:creationId xmlns:a16="http://schemas.microsoft.com/office/drawing/2014/main" id="{7FB3ADC7-89F0-F046-8AD7-68D5A23AB2BF}"/>
              </a:ext>
            </a:extLst>
          </p:cNvPr>
          <p:cNvSpPr>
            <a:spLocks/>
          </p:cNvSpPr>
          <p:nvPr userDrawn="1"/>
        </p:nvSpPr>
        <p:spPr>
          <a:xfrm>
            <a:off x="1212850" y="6985001"/>
            <a:ext cx="5298211" cy="5526087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Скругленный прямоугольник 74">
            <a:extLst>
              <a:ext uri="{FF2B5EF4-FFF2-40B4-BE49-F238E27FC236}">
                <a16:creationId xmlns:a16="http://schemas.microsoft.com/office/drawing/2014/main" id="{EEF35B2C-1167-0532-87D7-01523EECE8AC}"/>
              </a:ext>
            </a:extLst>
          </p:cNvPr>
          <p:cNvSpPr>
            <a:spLocks/>
          </p:cNvSpPr>
          <p:nvPr userDrawn="1"/>
        </p:nvSpPr>
        <p:spPr>
          <a:xfrm>
            <a:off x="6765061" y="6985001"/>
            <a:ext cx="5298211" cy="5526087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Скругленный прямоугольник 75">
            <a:extLst>
              <a:ext uri="{FF2B5EF4-FFF2-40B4-BE49-F238E27FC236}">
                <a16:creationId xmlns:a16="http://schemas.microsoft.com/office/drawing/2014/main" id="{4A72AE24-C840-378A-1D4E-7FCE352F29F7}"/>
              </a:ext>
            </a:extLst>
          </p:cNvPr>
          <p:cNvSpPr>
            <a:spLocks/>
          </p:cNvSpPr>
          <p:nvPr userDrawn="1"/>
        </p:nvSpPr>
        <p:spPr>
          <a:xfrm>
            <a:off x="12317272" y="6985001"/>
            <a:ext cx="5298211" cy="5526087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Скругленный прямоугольник 76">
            <a:extLst>
              <a:ext uri="{FF2B5EF4-FFF2-40B4-BE49-F238E27FC236}">
                <a16:creationId xmlns:a16="http://schemas.microsoft.com/office/drawing/2014/main" id="{B8048FA0-A8A9-6638-1CB8-AC26AE745EFD}"/>
              </a:ext>
            </a:extLst>
          </p:cNvPr>
          <p:cNvSpPr>
            <a:spLocks/>
          </p:cNvSpPr>
          <p:nvPr userDrawn="1"/>
        </p:nvSpPr>
        <p:spPr>
          <a:xfrm>
            <a:off x="17869483" y="6985001"/>
            <a:ext cx="5298211" cy="5526087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Image 5" descr=" ">
            <a:extLst>
              <a:ext uri="{FF2B5EF4-FFF2-40B4-BE49-F238E27FC236}">
                <a16:creationId xmlns:a16="http://schemas.microsoft.com/office/drawing/2014/main" id="{931FA2D5-524C-4A92-DC28-981468CFC7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969640" y="1481942"/>
            <a:ext cx="965321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2345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бенто_1.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DEA4FA79-54CD-F941-F21C-682017D0AE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  <p:sp>
        <p:nvSpPr>
          <p:cNvPr id="72" name="Скругленный прямоугольник 71">
            <a:extLst>
              <a:ext uri="{FF2B5EF4-FFF2-40B4-BE49-F238E27FC236}">
                <a16:creationId xmlns:a16="http://schemas.microsoft.com/office/drawing/2014/main" id="{DF58F6E3-C521-2CB6-0D1B-F1D94B30204F}"/>
              </a:ext>
            </a:extLst>
          </p:cNvPr>
          <p:cNvSpPr>
            <a:spLocks/>
          </p:cNvSpPr>
          <p:nvPr userDrawn="1"/>
        </p:nvSpPr>
        <p:spPr>
          <a:xfrm>
            <a:off x="12317272" y="1204914"/>
            <a:ext cx="5298211" cy="5526087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Скругленный прямоугольник 72">
            <a:extLst>
              <a:ext uri="{FF2B5EF4-FFF2-40B4-BE49-F238E27FC236}">
                <a16:creationId xmlns:a16="http://schemas.microsoft.com/office/drawing/2014/main" id="{6D84CA0C-51D5-014C-CB98-95798181B8CA}"/>
              </a:ext>
            </a:extLst>
          </p:cNvPr>
          <p:cNvSpPr>
            <a:spLocks/>
          </p:cNvSpPr>
          <p:nvPr userDrawn="1"/>
        </p:nvSpPr>
        <p:spPr>
          <a:xfrm>
            <a:off x="17869483" y="1204914"/>
            <a:ext cx="5298211" cy="11306174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Скругленный прямоугольник 75">
            <a:extLst>
              <a:ext uri="{FF2B5EF4-FFF2-40B4-BE49-F238E27FC236}">
                <a16:creationId xmlns:a16="http://schemas.microsoft.com/office/drawing/2014/main" id="{4A72AE24-C840-378A-1D4E-7FCE352F29F7}"/>
              </a:ext>
            </a:extLst>
          </p:cNvPr>
          <p:cNvSpPr>
            <a:spLocks/>
          </p:cNvSpPr>
          <p:nvPr userDrawn="1"/>
        </p:nvSpPr>
        <p:spPr>
          <a:xfrm>
            <a:off x="12317272" y="6985001"/>
            <a:ext cx="5298211" cy="5526087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Image 5" descr=" ">
            <a:extLst>
              <a:ext uri="{FF2B5EF4-FFF2-40B4-BE49-F238E27FC236}">
                <a16:creationId xmlns:a16="http://schemas.microsoft.com/office/drawing/2014/main" id="{5966DB57-2E53-8F13-95BA-B461DCDDA3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969640" y="1481942"/>
            <a:ext cx="965321" cy="635000"/>
          </a:xfrm>
          <a:prstGeom prst="rect">
            <a:avLst/>
          </a:prstGeom>
        </p:spPr>
      </p:pic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F38F61DD-CB3B-FB56-17C6-14BF4BD39F7E}"/>
              </a:ext>
            </a:extLst>
          </p:cNvPr>
          <p:cNvSpPr>
            <a:spLocks/>
          </p:cNvSpPr>
          <p:nvPr userDrawn="1"/>
        </p:nvSpPr>
        <p:spPr>
          <a:xfrm>
            <a:off x="1212850" y="1204914"/>
            <a:ext cx="10850422" cy="2636044"/>
          </a:xfrm>
          <a:prstGeom prst="roundRect">
            <a:avLst>
              <a:gd name="adj" fmla="val 9299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Скругленный прямоугольник 28">
            <a:extLst>
              <a:ext uri="{FF2B5EF4-FFF2-40B4-BE49-F238E27FC236}">
                <a16:creationId xmlns:a16="http://schemas.microsoft.com/office/drawing/2014/main" id="{83CDA8F5-B362-7C52-5B09-F856CD440205}"/>
              </a:ext>
            </a:extLst>
          </p:cNvPr>
          <p:cNvSpPr>
            <a:spLocks/>
          </p:cNvSpPr>
          <p:nvPr userDrawn="1"/>
        </p:nvSpPr>
        <p:spPr>
          <a:xfrm>
            <a:off x="1212850" y="4094958"/>
            <a:ext cx="5298211" cy="2636044"/>
          </a:xfrm>
          <a:prstGeom prst="roundRect">
            <a:avLst>
              <a:gd name="adj" fmla="val 9299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Скругленный прямоугольник 29">
            <a:extLst>
              <a:ext uri="{FF2B5EF4-FFF2-40B4-BE49-F238E27FC236}">
                <a16:creationId xmlns:a16="http://schemas.microsoft.com/office/drawing/2014/main" id="{BF565CF2-56DB-D2DD-A087-7039E94F5F09}"/>
              </a:ext>
            </a:extLst>
          </p:cNvPr>
          <p:cNvSpPr>
            <a:spLocks/>
          </p:cNvSpPr>
          <p:nvPr userDrawn="1"/>
        </p:nvSpPr>
        <p:spPr>
          <a:xfrm>
            <a:off x="6765061" y="4094958"/>
            <a:ext cx="5298211" cy="2636044"/>
          </a:xfrm>
          <a:prstGeom prst="roundRect">
            <a:avLst>
              <a:gd name="adj" fmla="val 9299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Скругленный прямоугольник 32">
            <a:extLst>
              <a:ext uri="{FF2B5EF4-FFF2-40B4-BE49-F238E27FC236}">
                <a16:creationId xmlns:a16="http://schemas.microsoft.com/office/drawing/2014/main" id="{04809B9F-8420-FCD2-3082-AE5A6EDF1989}"/>
              </a:ext>
            </a:extLst>
          </p:cNvPr>
          <p:cNvSpPr>
            <a:spLocks/>
          </p:cNvSpPr>
          <p:nvPr userDrawn="1"/>
        </p:nvSpPr>
        <p:spPr>
          <a:xfrm>
            <a:off x="1212850" y="6985000"/>
            <a:ext cx="10850422" cy="2636044"/>
          </a:xfrm>
          <a:prstGeom prst="roundRect">
            <a:avLst>
              <a:gd name="adj" fmla="val 9299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Скругленный прямоугольник 33">
            <a:extLst>
              <a:ext uri="{FF2B5EF4-FFF2-40B4-BE49-F238E27FC236}">
                <a16:creationId xmlns:a16="http://schemas.microsoft.com/office/drawing/2014/main" id="{5B31F761-9E04-F471-0527-7556ACE8CAA0}"/>
              </a:ext>
            </a:extLst>
          </p:cNvPr>
          <p:cNvSpPr>
            <a:spLocks/>
          </p:cNvSpPr>
          <p:nvPr userDrawn="1"/>
        </p:nvSpPr>
        <p:spPr>
          <a:xfrm>
            <a:off x="1212850" y="9875044"/>
            <a:ext cx="5298211" cy="2636044"/>
          </a:xfrm>
          <a:prstGeom prst="roundRect">
            <a:avLst>
              <a:gd name="adj" fmla="val 9299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Скругленный прямоугольник 34">
            <a:extLst>
              <a:ext uri="{FF2B5EF4-FFF2-40B4-BE49-F238E27FC236}">
                <a16:creationId xmlns:a16="http://schemas.microsoft.com/office/drawing/2014/main" id="{75E1566C-6286-E8C6-727E-7CF454CFE4C2}"/>
              </a:ext>
            </a:extLst>
          </p:cNvPr>
          <p:cNvSpPr>
            <a:spLocks/>
          </p:cNvSpPr>
          <p:nvPr userDrawn="1"/>
        </p:nvSpPr>
        <p:spPr>
          <a:xfrm>
            <a:off x="6765061" y="9875044"/>
            <a:ext cx="5298211" cy="2636044"/>
          </a:xfrm>
          <a:prstGeom prst="roundRect">
            <a:avLst>
              <a:gd name="adj" fmla="val 9299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32859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для формул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B9F1B6F5-8F02-DB26-5E34-F18B6883F8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Текст 14">
            <a:extLst>
              <a:ext uri="{FF2B5EF4-FFF2-40B4-BE49-F238E27FC236}">
                <a16:creationId xmlns:a16="http://schemas.microsoft.com/office/drawing/2014/main" id="{96890124-1B1A-72A5-68E7-AB9BDF64B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2" y="3552658"/>
            <a:ext cx="6196714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слайда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pic>
        <p:nvPicPr>
          <p:cNvPr id="6" name="Image 2" descr=" ">
            <a:extLst>
              <a:ext uri="{FF2B5EF4-FFF2-40B4-BE49-F238E27FC236}">
                <a16:creationId xmlns:a16="http://schemas.microsoft.com/office/drawing/2014/main" id="{86D65B27-9718-D92A-EE8F-7119E7F0F1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19352" y="11899900"/>
            <a:ext cx="965321" cy="635000"/>
          </a:xfrm>
          <a:prstGeom prst="rect">
            <a:avLst/>
          </a:prstGeom>
        </p:spPr>
      </p:pic>
      <p:sp>
        <p:nvSpPr>
          <p:cNvPr id="9" name="Текст 55">
            <a:extLst>
              <a:ext uri="{FF2B5EF4-FFF2-40B4-BE49-F238E27FC236}">
                <a16:creationId xmlns:a16="http://schemas.microsoft.com/office/drawing/2014/main" id="{16D7CF6E-56A8-3AD0-DCFB-4155A6982B5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002999" y="1115916"/>
            <a:ext cx="11171325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 err="1">
                <a:latin typeface="Graphik LC Regular" panose="020B0503030202060203" pitchFamily="34" charset="0"/>
              </a:rPr>
              <a:t>Наконец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мы</a:t>
            </a:r>
            <a:r>
              <a:rPr lang="en-US" sz="2400" dirty="0">
                <a:latin typeface="Graphik LC Regular" panose="020B0503030202060203" pitchFamily="34" charset="0"/>
              </a:rPr>
              <a:t> </a:t>
            </a:r>
            <a:r>
              <a:rPr lang="en-US" sz="2400" dirty="0" err="1">
                <a:latin typeface="Graphik LC Regular" panose="020B0503030202060203" pitchFamily="34" charset="0"/>
              </a:rPr>
              <a:t>можем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сформулировать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без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доказательства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основной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результат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к</a:t>
            </a:r>
            <a:r>
              <a:rPr lang="en-US" sz="2400" dirty="0">
                <a:latin typeface="Graphik LC Regular" panose="020B0503030202060203" pitchFamily="34" charset="0"/>
              </a:rPr>
              <a:t> </a:t>
            </a:r>
            <a:r>
              <a:rPr lang="en-US" sz="2400" dirty="0" err="1">
                <a:latin typeface="Graphik LC Regular" panose="020B0503030202060203" pitchFamily="34" charset="0"/>
              </a:rPr>
              <a:t>которому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мы</a:t>
            </a:r>
            <a:r>
              <a:rPr lang="en-US" sz="2400" dirty="0">
                <a:latin typeface="Graphik LC Regular" panose="020B0503030202060203" pitchFamily="34" charset="0"/>
              </a:rPr>
              <a:t> </a:t>
            </a:r>
            <a:r>
              <a:rPr lang="en-US" sz="2400" dirty="0" err="1">
                <a:latin typeface="Graphik LC Regular" panose="020B0503030202060203" pitchFamily="34" charset="0"/>
              </a:rPr>
              <a:t>стремились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 </a:t>
            </a:r>
            <a:r>
              <a:rPr lang="en-US" sz="2400" dirty="0" err="1">
                <a:latin typeface="Graphik LC Regular" panose="020B0503030202060203" pitchFamily="34" charset="0"/>
              </a:rPr>
              <a:t>этом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материале</a:t>
            </a:r>
            <a:r>
              <a:rPr lang="en-US" sz="2400" dirty="0">
                <a:latin typeface="Graphik LC Regular" panose="020B0503030202060203" pitchFamily="34" charset="0"/>
              </a:rPr>
              <a:t>. </a:t>
            </a:r>
            <a:r>
              <a:rPr lang="en-US" sz="2400" dirty="0" err="1">
                <a:latin typeface="Graphik LC Regular" panose="020B0503030202060203" pitchFamily="34" charset="0"/>
              </a:rPr>
              <a:t>Как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говорилось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выше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 </a:t>
            </a:r>
            <a:r>
              <a:rPr lang="en-US" sz="2400" dirty="0" err="1">
                <a:latin typeface="Graphik LC Regular" panose="020B0503030202060203" pitchFamily="34" charset="0"/>
              </a:rPr>
              <a:t>множестве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действительных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чисел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не</a:t>
            </a:r>
            <a:r>
              <a:rPr lang="en-US" sz="2400" dirty="0">
                <a:latin typeface="Graphik LC Regular" panose="020B0503030202060203" pitchFamily="34" charset="0"/>
              </a:rPr>
              <a:t> </a:t>
            </a:r>
            <a:r>
              <a:rPr lang="en-US" sz="2400" dirty="0" err="1">
                <a:latin typeface="Graphik LC Regular" panose="020B0503030202060203" pitchFamily="34" charset="0"/>
              </a:rPr>
              <a:t>все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уравнения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имеют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решения</a:t>
            </a:r>
            <a:r>
              <a:rPr lang="en-US" sz="2400" dirty="0">
                <a:latin typeface="Graphik LC Regular" panose="020B0503030202060203" pitchFamily="34" charset="0"/>
              </a:rPr>
              <a:t>.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F12DC751-8E78-FF27-C434-9F2C4AFA8D7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996497" y="3016807"/>
            <a:ext cx="11171325" cy="3975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6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>
              <a:lnSpc>
                <a:spcPts val="3120"/>
              </a:lnSpc>
            </a:pPr>
            <a:r>
              <a:rPr lang="ru-RU" dirty="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𝑓(𝑧)=𝑎𝑛𝑧𝑛 +𝑎𝑛−1𝑧𝑛−1 +...+𝑎1𝑧 + 𝑎0, 𝑎𝑛 ≠ 0.</a:t>
            </a:r>
          </a:p>
        </p:txBody>
      </p:sp>
      <p:sp>
        <p:nvSpPr>
          <p:cNvPr id="7" name="Номер слайда 2">
            <a:extLst>
              <a:ext uri="{FF2B5EF4-FFF2-40B4-BE49-F238E27FC236}">
                <a16:creationId xmlns:a16="http://schemas.microsoft.com/office/drawing/2014/main" id="{31895518-AED1-2C8B-410D-C218005C12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90267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для формул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B9F1B6F5-8F02-DB26-5E34-F18B6883F8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Текст 14">
            <a:extLst>
              <a:ext uri="{FF2B5EF4-FFF2-40B4-BE49-F238E27FC236}">
                <a16:creationId xmlns:a16="http://schemas.microsoft.com/office/drawing/2014/main" id="{96890124-1B1A-72A5-68E7-AB9BDF64B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2" y="5676900"/>
            <a:ext cx="6196714" cy="17230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Тезис</a:t>
            </a:r>
            <a:br>
              <a:rPr lang="ru-RU" dirty="0"/>
            </a:br>
            <a:r>
              <a:rPr lang="ru-RU" dirty="0"/>
              <a:t>на две строки</a:t>
            </a:r>
            <a:br>
              <a:rPr lang="ru-RU" dirty="0"/>
            </a:br>
            <a:r>
              <a:rPr lang="ru-RU" dirty="0"/>
              <a:t>(и более)</a:t>
            </a:r>
          </a:p>
        </p:txBody>
      </p:sp>
      <p:pic>
        <p:nvPicPr>
          <p:cNvPr id="6" name="Image 2" descr=" ">
            <a:extLst>
              <a:ext uri="{FF2B5EF4-FFF2-40B4-BE49-F238E27FC236}">
                <a16:creationId xmlns:a16="http://schemas.microsoft.com/office/drawing/2014/main" id="{86D65B27-9718-D92A-EE8F-7119E7F0F1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19352" y="11899900"/>
            <a:ext cx="965321" cy="635000"/>
          </a:xfrm>
          <a:prstGeom prst="rect">
            <a:avLst/>
          </a:prstGeom>
        </p:spPr>
      </p:pic>
      <p:sp>
        <p:nvSpPr>
          <p:cNvPr id="9" name="Текст 55">
            <a:extLst>
              <a:ext uri="{FF2B5EF4-FFF2-40B4-BE49-F238E27FC236}">
                <a16:creationId xmlns:a16="http://schemas.microsoft.com/office/drawing/2014/main" id="{16D7CF6E-56A8-3AD0-DCFB-4155A6982B5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384048" y="2350517"/>
            <a:ext cx="10790277" cy="31575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indent="0" algn="l">
              <a:lnSpc>
                <a:spcPts val="3400"/>
              </a:lnSpc>
              <a:spcAft>
                <a:spcPts val="1800"/>
              </a:spcAft>
              <a:buNone/>
            </a:pP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Дава</a:t>
            </a:r>
            <a:r>
              <a:rPr lang="ru-RU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йт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е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рассмотрим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уравнение</a:t>
            </a:r>
            <a:endParaRPr lang="en-US" sz="2400" dirty="0"/>
          </a:p>
          <a:p>
            <a:pPr marL="0" indent="0" algn="l">
              <a:lnSpc>
                <a:spcPts val="3120"/>
              </a:lnSpc>
              <a:spcAft>
                <a:spcPts val="1800"/>
              </a:spcAft>
              <a:buNone/>
            </a:pPr>
            <a:r>
              <a:rPr lang="en-US" sz="2600" dirty="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𝑥2 = −1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.</a:t>
            </a:r>
            <a:endParaRPr lang="en-US" sz="2400" dirty="0"/>
          </a:p>
          <a:p>
            <a:pPr marL="0" indent="0" algn="l">
              <a:lnSpc>
                <a:spcPts val="3400"/>
              </a:lnSpc>
              <a:spcAft>
                <a:spcPts val="1800"/>
              </a:spcAft>
              <a:buNone/>
            </a:pP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В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действительных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числах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 </a:t>
            </a:r>
            <a:r>
              <a:rPr lang="en-US" sz="2600" dirty="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(𝑥 ∈ </a:t>
            </a:r>
            <a:r>
              <a:rPr lang="en-US" sz="2600" dirty="0" err="1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ℝ</a:t>
            </a:r>
            <a:r>
              <a:rPr lang="en-US" sz="2600" dirty="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)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у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этого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уравнения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нет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решения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, </a:t>
            </a:r>
            <a:br>
              <a:rPr lang="ru-RU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</a:b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потому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что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квадрат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любого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деиствительного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числа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неотрицателен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.  </a:t>
            </a:r>
            <a:br>
              <a:rPr lang="ru-RU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</a:b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Чтобы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решить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это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уравнение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,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нам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нужно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расширить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множество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де</a:t>
            </a:r>
            <a:r>
              <a:rPr lang="ru-RU" sz="24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йс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твительных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чисел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.</a:t>
            </a:r>
            <a:endParaRPr lang="en-US" sz="2400"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43094219-6C74-8826-7E54-A325DEF6BEDE}"/>
              </a:ext>
            </a:extLst>
          </p:cNvPr>
          <p:cNvSpPr/>
          <p:nvPr/>
        </p:nvSpPr>
        <p:spPr>
          <a:xfrm>
            <a:off x="12003000" y="1296418"/>
            <a:ext cx="2413302" cy="749300"/>
          </a:xfrm>
          <a:prstGeom prst="rect">
            <a:avLst/>
          </a:prstGeom>
          <a:noFill/>
          <a:ln w="25400">
            <a:solidFill>
              <a:srgbClr val="141414"/>
            </a:solidFill>
            <a:prstDash val="solid"/>
          </a:ln>
        </p:spPr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D50F39A9-63DA-07E7-83D7-D90EF39932E6}"/>
              </a:ext>
            </a:extLst>
          </p:cNvPr>
          <p:cNvSpPr/>
          <p:nvPr/>
        </p:nvSpPr>
        <p:spPr>
          <a:xfrm>
            <a:off x="12104613" y="1194818"/>
            <a:ext cx="762095" cy="228600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13" name="Image 3" descr=" ">
            <a:extLst>
              <a:ext uri="{FF2B5EF4-FFF2-40B4-BE49-F238E27FC236}">
                <a16:creationId xmlns:a16="http://schemas.microsoft.com/office/drawing/2014/main" id="{0C93E1A6-2B15-5BF7-969D-3E1403435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1028" y="1217043"/>
            <a:ext cx="161201" cy="184150"/>
          </a:xfrm>
          <a:prstGeom prst="rect">
            <a:avLst/>
          </a:prstGeom>
        </p:spPr>
      </p:pic>
      <p:pic>
        <p:nvPicPr>
          <p:cNvPr id="14" name="Image 5" descr=" ">
            <a:extLst>
              <a:ext uri="{FF2B5EF4-FFF2-40B4-BE49-F238E27FC236}">
                <a16:creationId xmlns:a16="http://schemas.microsoft.com/office/drawing/2014/main" id="{BC2E4BD5-C614-B00E-4DF5-A2734E988F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93574" y="1217043"/>
            <a:ext cx="184173" cy="184150"/>
          </a:xfrm>
          <a:prstGeom prst="rect">
            <a:avLst/>
          </a:prstGeom>
        </p:spPr>
      </p:pic>
      <p:pic>
        <p:nvPicPr>
          <p:cNvPr id="15" name="Image 7" descr=" ">
            <a:extLst>
              <a:ext uri="{FF2B5EF4-FFF2-40B4-BE49-F238E27FC236}">
                <a16:creationId xmlns:a16="http://schemas.microsoft.com/office/drawing/2014/main" id="{46B85058-0F81-AA69-8D86-D63F477E24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51798" y="1217043"/>
            <a:ext cx="175788" cy="184150"/>
          </a:xfrm>
          <a:prstGeom prst="rect">
            <a:avLst/>
          </a:prstGeom>
        </p:spPr>
      </p:pic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7EFD0689-94AE-E772-667C-BD4D52F097E0}"/>
              </a:ext>
            </a:extLst>
          </p:cNvPr>
          <p:cNvCxnSpPr>
            <a:cxnSpLocks/>
          </p:cNvCxnSpPr>
          <p:nvPr/>
        </p:nvCxnSpPr>
        <p:spPr>
          <a:xfrm>
            <a:off x="12003000" y="1809568"/>
            <a:ext cx="0" cy="369848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Текст 55">
            <a:extLst>
              <a:ext uri="{FF2B5EF4-FFF2-40B4-BE49-F238E27FC236}">
                <a16:creationId xmlns:a16="http://schemas.microsoft.com/office/drawing/2014/main" id="{5DE5578D-8AFD-D566-D1B4-F4A3419599B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158191" y="1532569"/>
            <a:ext cx="21029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800" spc="100" baseline="0" dirty="0">
                <a:latin typeface="Graphik LC Medium" panose="020B0503030202060203" pitchFamily="34" charset="0"/>
              </a:defRPr>
            </a:lvl1pPr>
          </a:lstStyle>
          <a:p>
            <a:pPr marL="0" lvl="0" defTabSz="1485991"/>
            <a:r>
              <a:rPr lang="ru-RU" dirty="0"/>
              <a:t>ПРИМЕР</a:t>
            </a:r>
          </a:p>
        </p:txBody>
      </p:sp>
      <p:sp>
        <p:nvSpPr>
          <p:cNvPr id="7" name="Номер слайда 2">
            <a:extLst>
              <a:ext uri="{FF2B5EF4-FFF2-40B4-BE49-F238E27FC236}">
                <a16:creationId xmlns:a16="http://schemas.microsoft.com/office/drawing/2014/main" id="{D5D3C139-1ACB-3267-FC14-AF0038DD71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77091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для схем_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E07EBA8F-BE3E-35A9-83B1-E693B3344F8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B66C72B1-437B-8249-2C86-20CF01A98F9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352" y="11671300"/>
            <a:ext cx="7735220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23684E48-6045-B93F-8F48-B3968BF556B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19352" y="11061700"/>
            <a:ext cx="773522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11" name="Рисунок 21">
            <a:extLst>
              <a:ext uri="{FF2B5EF4-FFF2-40B4-BE49-F238E27FC236}">
                <a16:creationId xmlns:a16="http://schemas.microsoft.com/office/drawing/2014/main" id="{8F92EBA6-336C-A030-FFE9-01F33D09203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19352" y="4263187"/>
            <a:ext cx="6913623" cy="6277813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0E150DEC-80E8-F43D-2DF7-C3C1675E351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244945" y="11671300"/>
            <a:ext cx="7735220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4990268D-96C7-1179-7EB4-CB20565833C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244945" y="11061700"/>
            <a:ext cx="773522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1" name="Рисунок 21">
            <a:extLst>
              <a:ext uri="{FF2B5EF4-FFF2-40B4-BE49-F238E27FC236}">
                <a16:creationId xmlns:a16="http://schemas.microsoft.com/office/drawing/2014/main" id="{02C14124-115A-71D8-AF10-0A60B4D7D74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3244945" y="4263187"/>
            <a:ext cx="6913623" cy="6277813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F2FFD13-6781-A9AA-A9D7-82F2C73325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40479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для схем_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0D242553-8494-E788-1EA0-FEB5B0E0F9B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67324" y="2688491"/>
            <a:ext cx="4843540" cy="4398105"/>
          </a:xfrm>
          <a:prstGeom prst="roundRect">
            <a:avLst>
              <a:gd name="adj" fmla="val 7217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9A7801D1-DC8D-DFB1-518B-2E2FC4C9F70A}"/>
              </a:ext>
            </a:extLst>
          </p:cNvPr>
          <p:cNvCxnSpPr>
            <a:cxnSpLocks/>
          </p:cNvCxnSpPr>
          <p:nvPr userDrawn="1"/>
        </p:nvCxnSpPr>
        <p:spPr>
          <a:xfrm>
            <a:off x="1219352" y="7569200"/>
            <a:ext cx="10516914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8DA4455D-5FF7-66FB-9BF3-5B311EBC1E19}"/>
              </a:ext>
            </a:extLst>
          </p:cNvPr>
          <p:cNvCxnSpPr>
            <a:cxnSpLocks/>
          </p:cNvCxnSpPr>
          <p:nvPr userDrawn="1"/>
        </p:nvCxnSpPr>
        <p:spPr>
          <a:xfrm>
            <a:off x="12193588" y="8051800"/>
            <a:ext cx="0" cy="4459288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2EA8F629-0E91-AD7A-AE75-3F15F367E870}"/>
              </a:ext>
            </a:extLst>
          </p:cNvPr>
          <p:cNvCxnSpPr>
            <a:cxnSpLocks/>
          </p:cNvCxnSpPr>
          <p:nvPr userDrawn="1"/>
        </p:nvCxnSpPr>
        <p:spPr>
          <a:xfrm>
            <a:off x="12650781" y="7569200"/>
            <a:ext cx="10516914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E039206A-A9A0-A075-6C34-E339D5464E2D}"/>
              </a:ext>
            </a:extLst>
          </p:cNvPr>
          <p:cNvCxnSpPr>
            <a:cxnSpLocks/>
          </p:cNvCxnSpPr>
          <p:nvPr userDrawn="1"/>
        </p:nvCxnSpPr>
        <p:spPr>
          <a:xfrm>
            <a:off x="12193588" y="2688491"/>
            <a:ext cx="0" cy="4459288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0" name="Текст 7">
            <a:extLst>
              <a:ext uri="{FF2B5EF4-FFF2-40B4-BE49-F238E27FC236}">
                <a16:creationId xmlns:a16="http://schemas.microsoft.com/office/drawing/2014/main" id="{B2769C97-467C-2B89-7D02-D0690418C4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23" name="Рисунок 21">
            <a:extLst>
              <a:ext uri="{FF2B5EF4-FFF2-40B4-BE49-F238E27FC236}">
                <a16:creationId xmlns:a16="http://schemas.microsoft.com/office/drawing/2014/main" id="{B09D8A1E-FD11-8B79-328E-1D90D9011F1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867324" y="8098695"/>
            <a:ext cx="4843540" cy="4398105"/>
          </a:xfrm>
          <a:prstGeom prst="roundRect">
            <a:avLst>
              <a:gd name="adj" fmla="val 7217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4" name="Рисунок 21">
            <a:extLst>
              <a:ext uri="{FF2B5EF4-FFF2-40B4-BE49-F238E27FC236}">
                <a16:creationId xmlns:a16="http://schemas.microsoft.com/office/drawing/2014/main" id="{35254E78-4150-D142-AF9A-F689CD9015E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324155" y="2688491"/>
            <a:ext cx="4843540" cy="4398105"/>
          </a:xfrm>
          <a:prstGeom prst="roundRect">
            <a:avLst>
              <a:gd name="adj" fmla="val 7217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5" name="Рисунок 21">
            <a:extLst>
              <a:ext uri="{FF2B5EF4-FFF2-40B4-BE49-F238E27FC236}">
                <a16:creationId xmlns:a16="http://schemas.microsoft.com/office/drawing/2014/main" id="{1678F33C-B7F5-5D61-80D6-E064973965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324155" y="8098695"/>
            <a:ext cx="4843540" cy="4398105"/>
          </a:xfrm>
          <a:prstGeom prst="roundRect">
            <a:avLst>
              <a:gd name="adj" fmla="val 7217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3710448F-3940-4363-67FB-758BCC1E95E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19352" y="4697045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F7526744-210E-4BF3-703E-1F481DB5CA7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9352" y="10082995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D894D0BA-A690-09B5-4A0D-03B6A08A91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50781" y="4697045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D6503532-C03A-52AC-EF3F-3149A5A647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650781" y="10082995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185491CE-DB5A-4D37-570C-B22FA5630EB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19353" y="5306645"/>
            <a:ext cx="4843540" cy="1881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000" dirty="0" err="1">
                <a:latin typeface="Graphik LC Regular" panose="020B0503030202060203" pitchFamily="34" charset="0"/>
              </a:rPr>
              <a:t>Обычно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вы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сначала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найдете</a:t>
            </a:r>
            <a:r>
              <a:rPr lang="en-US" sz="2000" dirty="0">
                <a:latin typeface="Graphik LC Regular" panose="020B0503030202060203" pitchFamily="34" charset="0"/>
              </a:rPr>
              <a:t>  </a:t>
            </a:r>
            <a:r>
              <a:rPr lang="en-US" sz="2000" dirty="0" err="1">
                <a:latin typeface="Graphik LC Regular" panose="020B0503030202060203" pitchFamily="34" charset="0"/>
              </a:rPr>
              <a:t>вопрос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или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проблему</a:t>
            </a:r>
            <a:r>
              <a:rPr lang="en-US" sz="2000" dirty="0">
                <a:latin typeface="Graphik LC Regular" panose="020B0503030202060203" pitchFamily="34" charset="0"/>
              </a:rPr>
              <a:t>, </a:t>
            </a:r>
            <a:r>
              <a:rPr lang="en-US" sz="2000" dirty="0" err="1">
                <a:latin typeface="Graphik LC Regular" panose="020B0503030202060203" pitchFamily="34" charset="0"/>
              </a:rPr>
              <a:t>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затем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решите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моделировать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процесс</a:t>
            </a:r>
            <a:r>
              <a:rPr lang="ru-RU" sz="2000" dirty="0">
                <a:latin typeface="Graphik LC Regular" panose="020B0503030202060203" pitchFamily="34" charset="0"/>
              </a:rPr>
              <a:t>, чтобы получить конкретный ответ или проверить чей-то  готовый вывод</a:t>
            </a:r>
            <a:endParaRPr lang="en-US" sz="2000" dirty="0">
              <a:latin typeface="Graphik LC Regular" panose="020B0503030202060203" pitchFamily="34" charset="0"/>
            </a:endParaRP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6C27DE82-FA43-43A2-DB74-091567D5143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219353" y="10678745"/>
            <a:ext cx="4843540" cy="1881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000" dirty="0" err="1">
                <a:latin typeface="Graphik LC Regular" panose="020B0503030202060203" pitchFamily="34" charset="0"/>
              </a:rPr>
              <a:t>Обычно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вы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сначала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найдете</a:t>
            </a:r>
            <a:r>
              <a:rPr lang="en-US" sz="2000" dirty="0">
                <a:latin typeface="Graphik LC Regular" panose="020B0503030202060203" pitchFamily="34" charset="0"/>
              </a:rPr>
              <a:t>  </a:t>
            </a:r>
            <a:r>
              <a:rPr lang="en-US" sz="2000" dirty="0" err="1">
                <a:latin typeface="Graphik LC Regular" panose="020B0503030202060203" pitchFamily="34" charset="0"/>
              </a:rPr>
              <a:t>вопрос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или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проблему</a:t>
            </a:r>
            <a:r>
              <a:rPr lang="en-US" sz="2000" dirty="0">
                <a:latin typeface="Graphik LC Regular" panose="020B0503030202060203" pitchFamily="34" charset="0"/>
              </a:rPr>
              <a:t>, </a:t>
            </a:r>
            <a:r>
              <a:rPr lang="en-US" sz="2000" dirty="0" err="1">
                <a:latin typeface="Graphik LC Regular" panose="020B0503030202060203" pitchFamily="34" charset="0"/>
              </a:rPr>
              <a:t>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затем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решите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моделировать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процесс</a:t>
            </a:r>
            <a:r>
              <a:rPr lang="ru-RU" sz="2000" dirty="0">
                <a:latin typeface="Graphik LC Regular" panose="020B0503030202060203" pitchFamily="34" charset="0"/>
              </a:rPr>
              <a:t>, чтобы получить конкретный ответ или проверить чей-то  готовый вывод</a:t>
            </a:r>
            <a:endParaRPr lang="en-US" sz="2000" dirty="0">
              <a:latin typeface="Graphik LC Regular" panose="020B0503030202060203" pitchFamily="34" charset="0"/>
            </a:endParaRP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573AAADE-FF41-910E-A411-64C5C43710F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2650781" y="5306645"/>
            <a:ext cx="4843540" cy="1881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000" dirty="0" err="1">
                <a:latin typeface="Graphik LC Regular" panose="020B0503030202060203" pitchFamily="34" charset="0"/>
              </a:rPr>
              <a:t>Обычно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вы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сначала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найдете</a:t>
            </a:r>
            <a:r>
              <a:rPr lang="en-US" sz="2000" dirty="0">
                <a:latin typeface="Graphik LC Regular" panose="020B0503030202060203" pitchFamily="34" charset="0"/>
              </a:rPr>
              <a:t>  </a:t>
            </a:r>
            <a:r>
              <a:rPr lang="en-US" sz="2000" dirty="0" err="1">
                <a:latin typeface="Graphik LC Regular" panose="020B0503030202060203" pitchFamily="34" charset="0"/>
              </a:rPr>
              <a:t>вопрос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или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проблему</a:t>
            </a:r>
            <a:r>
              <a:rPr lang="en-US" sz="2000" dirty="0">
                <a:latin typeface="Graphik LC Regular" panose="020B0503030202060203" pitchFamily="34" charset="0"/>
              </a:rPr>
              <a:t>, </a:t>
            </a:r>
            <a:r>
              <a:rPr lang="en-US" sz="2000" dirty="0" err="1">
                <a:latin typeface="Graphik LC Regular" panose="020B0503030202060203" pitchFamily="34" charset="0"/>
              </a:rPr>
              <a:t>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затем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решите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моделировать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процесс</a:t>
            </a:r>
            <a:r>
              <a:rPr lang="ru-RU" sz="2000" dirty="0">
                <a:latin typeface="Graphik LC Regular" panose="020B0503030202060203" pitchFamily="34" charset="0"/>
              </a:rPr>
              <a:t>, чтобы получить конкретный ответ или проверить чей-то  готовый вывод</a:t>
            </a:r>
            <a:endParaRPr lang="en-US" sz="2000" dirty="0">
              <a:latin typeface="Graphik LC Regular" panose="020B0503030202060203" pitchFamily="34" charset="0"/>
            </a:endParaRP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3380755D-6090-F710-1D1B-196DFDCBB4B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2650781" y="10678745"/>
            <a:ext cx="4843540" cy="1881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000" dirty="0" err="1">
                <a:latin typeface="Graphik LC Regular" panose="020B0503030202060203" pitchFamily="34" charset="0"/>
              </a:rPr>
              <a:t>Обычно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вы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сначала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найдете</a:t>
            </a:r>
            <a:r>
              <a:rPr lang="en-US" sz="2000" dirty="0">
                <a:latin typeface="Graphik LC Regular" panose="020B0503030202060203" pitchFamily="34" charset="0"/>
              </a:rPr>
              <a:t>  </a:t>
            </a:r>
            <a:r>
              <a:rPr lang="en-US" sz="2000" dirty="0" err="1">
                <a:latin typeface="Graphik LC Regular" panose="020B0503030202060203" pitchFamily="34" charset="0"/>
              </a:rPr>
              <a:t>вопрос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или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проблему</a:t>
            </a:r>
            <a:r>
              <a:rPr lang="en-US" sz="2000" dirty="0">
                <a:latin typeface="Graphik LC Regular" panose="020B0503030202060203" pitchFamily="34" charset="0"/>
              </a:rPr>
              <a:t>, </a:t>
            </a:r>
            <a:r>
              <a:rPr lang="en-US" sz="2000" dirty="0" err="1">
                <a:latin typeface="Graphik LC Regular" panose="020B0503030202060203" pitchFamily="34" charset="0"/>
              </a:rPr>
              <a:t>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затем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решите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моделировать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процесс</a:t>
            </a:r>
            <a:r>
              <a:rPr lang="ru-RU" sz="2000" dirty="0">
                <a:latin typeface="Graphik LC Regular" panose="020B0503030202060203" pitchFamily="34" charset="0"/>
              </a:rPr>
              <a:t>, чтобы получить конкретный ответ или проверить чей-то  готовый вывод</a:t>
            </a:r>
            <a:endParaRPr lang="en-US" sz="2000" dirty="0">
              <a:latin typeface="Graphik LC Regular" panose="020B0503030202060203" pitchFamily="34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8BF846-29EA-40C6-6292-072C9440B9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55968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21">
            <a:extLst>
              <a:ext uri="{FF2B5EF4-FFF2-40B4-BE49-F238E27FC236}">
                <a16:creationId xmlns:a16="http://schemas.microsoft.com/office/drawing/2014/main" id="{57174BAF-4B23-1DDC-8E35-9809BA6669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58" name="Image 17" descr=" ">
            <a:extLst>
              <a:ext uri="{FF2B5EF4-FFF2-40B4-BE49-F238E27FC236}">
                <a16:creationId xmlns:a16="http://schemas.microsoft.com/office/drawing/2014/main" id="{7F9179D4-74E6-0E6F-B719-69442B00B0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9" name="Текст 7">
            <a:extLst>
              <a:ext uri="{FF2B5EF4-FFF2-40B4-BE49-F238E27FC236}">
                <a16:creationId xmlns:a16="http://schemas.microsoft.com/office/drawing/2014/main" id="{381307EC-943B-B3FD-7F55-0610B3E53D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90299" y="3130550"/>
            <a:ext cx="86675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535F91B6-3D94-3544-BB5A-2B5A8F90BB0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990299" y="6851650"/>
            <a:ext cx="11184026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 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2D9956E2-46F2-42B0-A2AF-49B594CDC74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1990299" y="8716919"/>
            <a:ext cx="9704289" cy="19238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342900" indent="-3429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  <a:p>
            <a:pPr marL="0" lvl="0" defTabSz="1485991">
              <a:lnSpc>
                <a:spcPts val="3400"/>
              </a:lnSpc>
            </a:pPr>
            <a:r>
              <a:rPr lang="ru-RU" dirty="0"/>
              <a:t>А затем решите моделировать процесс</a:t>
            </a:r>
          </a:p>
          <a:p>
            <a:pPr marL="0" lvl="0" defTabSz="1485991">
              <a:lnSpc>
                <a:spcPts val="3400"/>
              </a:lnSpc>
            </a:pPr>
            <a:r>
              <a:rPr lang="ru-RU" dirty="0"/>
              <a:t>Чтобы получить конкретный ответ</a:t>
            </a:r>
          </a:p>
          <a:p>
            <a:pPr marL="0" lvl="0" defTabSz="1485991">
              <a:lnSpc>
                <a:spcPts val="3400"/>
              </a:lnSpc>
            </a:pPr>
            <a:r>
              <a:rPr lang="ru-RU" dirty="0"/>
              <a:t>Или проверить чей-то готовый вывод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3A14262-A914-66B9-BCF3-3850A42A72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89472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фот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21">
            <a:extLst>
              <a:ext uri="{FF2B5EF4-FFF2-40B4-BE49-F238E27FC236}">
                <a16:creationId xmlns:a16="http://schemas.microsoft.com/office/drawing/2014/main" id="{DE559254-3830-6552-B365-9C7DE1C18B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19352" y="2730500"/>
            <a:ext cx="7062082" cy="8242300"/>
          </a:xfrm>
          <a:prstGeom prst="roundRect">
            <a:avLst>
              <a:gd name="adj" fmla="val 5288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9" name="Текст 7">
            <a:extLst>
              <a:ext uri="{FF2B5EF4-FFF2-40B4-BE49-F238E27FC236}">
                <a16:creationId xmlns:a16="http://schemas.microsoft.com/office/drawing/2014/main" id="{536655E3-D4B7-452C-FFED-A9A0E24839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01AC3531-F19B-C4C0-3660-6BF64E6E36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352" y="11293062"/>
            <a:ext cx="7062083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 err="1">
                <a:latin typeface="Graphik LC Regular" panose="020B0503030202060203" pitchFamily="34" charset="0"/>
              </a:rPr>
              <a:t>Описание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фото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на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две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строки</a:t>
            </a:r>
            <a:r>
              <a:rPr lang="en-US" sz="2400" dirty="0">
                <a:latin typeface="Graphik LC Regular" panose="020B0503030202060203" pitchFamily="34" charset="0"/>
              </a:rPr>
              <a:t> 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(</a:t>
            </a:r>
            <a:r>
              <a:rPr lang="en-US" sz="2400" dirty="0" err="1">
                <a:latin typeface="Graphik LC Regular" panose="020B0503030202060203" pitchFamily="34" charset="0"/>
              </a:rPr>
              <a:t>или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даже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три</a:t>
            </a:r>
            <a:r>
              <a:rPr lang="en-US" sz="2400" dirty="0">
                <a:latin typeface="Graphik LC Regular" panose="020B0503030202060203" pitchFamily="34" charset="0"/>
              </a:rPr>
              <a:t>)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9B29676F-1605-A40F-DB07-9E8080FDDE0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62483" y="11293062"/>
            <a:ext cx="7062083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 err="1">
                <a:latin typeface="Graphik LC Regular" panose="020B0503030202060203" pitchFamily="34" charset="0"/>
              </a:rPr>
              <a:t>Описание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фото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на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две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строки</a:t>
            </a:r>
            <a:r>
              <a:rPr lang="en-US" sz="2400" dirty="0">
                <a:latin typeface="Graphik LC Regular" panose="020B0503030202060203" pitchFamily="34" charset="0"/>
              </a:rPr>
              <a:t> 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(</a:t>
            </a:r>
            <a:r>
              <a:rPr lang="en-US" sz="2400" dirty="0" err="1">
                <a:latin typeface="Graphik LC Regular" panose="020B0503030202060203" pitchFamily="34" charset="0"/>
              </a:rPr>
              <a:t>или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даже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три</a:t>
            </a:r>
            <a:r>
              <a:rPr lang="en-US" sz="2400" dirty="0">
                <a:latin typeface="Graphik LC Regular" panose="020B0503030202060203" pitchFamily="34" charset="0"/>
              </a:rPr>
              <a:t>)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A2629E36-4ED4-2B05-BE92-7A2F45B7536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105613" y="11293062"/>
            <a:ext cx="7062083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 err="1">
                <a:latin typeface="Graphik LC Regular" panose="020B0503030202060203" pitchFamily="34" charset="0"/>
              </a:rPr>
              <a:t>Описание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фото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на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две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строки</a:t>
            </a:r>
            <a:r>
              <a:rPr lang="en-US" sz="2400" dirty="0">
                <a:latin typeface="Graphik LC Regular" panose="020B0503030202060203" pitchFamily="34" charset="0"/>
              </a:rPr>
              <a:t> 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(</a:t>
            </a:r>
            <a:r>
              <a:rPr lang="en-US" sz="2400" dirty="0" err="1">
                <a:latin typeface="Graphik LC Regular" panose="020B0503030202060203" pitchFamily="34" charset="0"/>
              </a:rPr>
              <a:t>или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даже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три</a:t>
            </a:r>
            <a:r>
              <a:rPr lang="en-US" sz="2400" dirty="0">
                <a:latin typeface="Graphik LC Regular" panose="020B0503030202060203" pitchFamily="34" charset="0"/>
              </a:rPr>
              <a:t>)</a:t>
            </a:r>
          </a:p>
        </p:txBody>
      </p:sp>
      <p:sp>
        <p:nvSpPr>
          <p:cNvPr id="14" name="Рисунок 21">
            <a:extLst>
              <a:ext uri="{FF2B5EF4-FFF2-40B4-BE49-F238E27FC236}">
                <a16:creationId xmlns:a16="http://schemas.microsoft.com/office/drawing/2014/main" id="{2931A38E-D4EC-17EE-733E-CD49808F62B6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8662483" y="2730500"/>
            <a:ext cx="7062082" cy="8242300"/>
          </a:xfrm>
          <a:prstGeom prst="roundRect">
            <a:avLst>
              <a:gd name="adj" fmla="val 5288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1" name="Рисунок 21">
            <a:extLst>
              <a:ext uri="{FF2B5EF4-FFF2-40B4-BE49-F238E27FC236}">
                <a16:creationId xmlns:a16="http://schemas.microsoft.com/office/drawing/2014/main" id="{1D81512B-689C-949E-0779-0D22BD9ED0F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6105613" y="2730500"/>
            <a:ext cx="7062082" cy="8242300"/>
          </a:xfrm>
          <a:prstGeom prst="roundRect">
            <a:avLst>
              <a:gd name="adj" fmla="val 5288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F0FD862-A1F0-D375-9395-A6A7FEAB40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1513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фот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Рисунок 22">
            <a:extLst>
              <a:ext uri="{FF2B5EF4-FFF2-40B4-BE49-F238E27FC236}">
                <a16:creationId xmlns:a16="http://schemas.microsoft.com/office/drawing/2014/main" id="{3950CC7D-DF68-690A-DB98-26D3A487D72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 flipV="1">
            <a:off x="15178397" y="4140200"/>
            <a:ext cx="7989299" cy="8370888"/>
          </a:xfrm>
          <a:prstGeom prst="round1Rect">
            <a:avLst>
              <a:gd name="adj" fmla="val 10626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3" name="Рисунок 22">
            <a:extLst>
              <a:ext uri="{FF2B5EF4-FFF2-40B4-BE49-F238E27FC236}">
                <a16:creationId xmlns:a16="http://schemas.microsoft.com/office/drawing/2014/main" id="{3F9913F4-66C4-29A6-42AF-A5FC752322A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6808050" y="4140200"/>
            <a:ext cx="7989299" cy="8370888"/>
          </a:xfrm>
          <a:prstGeom prst="round1Rect">
            <a:avLst>
              <a:gd name="adj" fmla="val 10626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0" name="Текст 7">
            <a:extLst>
              <a:ext uri="{FF2B5EF4-FFF2-40B4-BE49-F238E27FC236}">
                <a16:creationId xmlns:a16="http://schemas.microsoft.com/office/drawing/2014/main" id="{40083478-13A7-EFC6-A771-CA04A31C079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DFACA12-DE53-402D-F96F-034179BAD8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43276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 + фото справ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Рисунок 21">
            <a:extLst>
              <a:ext uri="{FF2B5EF4-FFF2-40B4-BE49-F238E27FC236}">
                <a16:creationId xmlns:a16="http://schemas.microsoft.com/office/drawing/2014/main" id="{52F33FFD-46FD-04DF-CC94-BE035787F4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13806625" y="0"/>
            <a:ext cx="10580550" cy="13716000"/>
          </a:xfrm>
          <a:prstGeom prst="round1Rect">
            <a:avLst>
              <a:gd name="adj" fmla="val 9062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8" name="Текст 7">
            <a:extLst>
              <a:ext uri="{FF2B5EF4-FFF2-40B4-BE49-F238E27FC236}">
                <a16:creationId xmlns:a16="http://schemas.microsoft.com/office/drawing/2014/main" id="{7648C066-2872-3622-EEC9-1ED07951949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4" name="Shape 22">
            <a:extLst>
              <a:ext uri="{FF2B5EF4-FFF2-40B4-BE49-F238E27FC236}">
                <a16:creationId xmlns:a16="http://schemas.microsoft.com/office/drawing/2014/main" id="{64BA1BC1-6632-EC99-2CEA-1AE3C3579A7E}"/>
              </a:ext>
            </a:extLst>
          </p:cNvPr>
          <p:cNvSpPr/>
          <p:nvPr userDrawn="1"/>
        </p:nvSpPr>
        <p:spPr>
          <a:xfrm>
            <a:off x="22913664" y="0"/>
            <a:ext cx="1473384" cy="12192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5" name="Image 21" descr=" ">
            <a:extLst>
              <a:ext uri="{FF2B5EF4-FFF2-40B4-BE49-F238E27FC236}">
                <a16:creationId xmlns:a16="http://schemas.microsoft.com/office/drawing/2014/main" id="{A1380C5D-1E27-643B-0EE4-AE03CDD8A7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167696" y="292100"/>
            <a:ext cx="965321" cy="635000"/>
          </a:xfrm>
          <a:prstGeom prst="rect">
            <a:avLst/>
          </a:prstGeom>
        </p:spPr>
      </p:pic>
      <p:pic>
        <p:nvPicPr>
          <p:cNvPr id="6" name="Image 22" descr=" ">
            <a:extLst>
              <a:ext uri="{FF2B5EF4-FFF2-40B4-BE49-F238E27FC236}">
                <a16:creationId xmlns:a16="http://schemas.microsoft.com/office/drawing/2014/main" id="{0208FE2C-78D3-31A8-13FC-A2B0FBAAB9E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167696" y="292100"/>
            <a:ext cx="965321" cy="635000"/>
          </a:xfrm>
          <a:prstGeom prst="rect">
            <a:avLst/>
          </a:prstGeom>
        </p:spPr>
      </p:pic>
      <p:sp>
        <p:nvSpPr>
          <p:cNvPr id="30" name="Текст 55">
            <a:extLst>
              <a:ext uri="{FF2B5EF4-FFF2-40B4-BE49-F238E27FC236}">
                <a16:creationId xmlns:a16="http://schemas.microsoft.com/office/drawing/2014/main" id="{8E7BF26C-3E4C-530B-2E95-D944F25AC63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91029" y="322655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26655C33-31FD-7187-05C8-0A91F399D74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91029" y="3836151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0CF61E60-87EF-D2C0-3A09-6EB3C6E7E39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91029" y="5707310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1A142D55-2F9A-9C6F-15A3-1CB3C56CB1A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91029" y="6316910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3DE0A7D9-49D5-105D-31D0-9E2E5A13BA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91029" y="8239257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8F493928-AEE0-DB26-85BB-82494C6F31E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91029" y="8848857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F5AAB6FD-D517-9286-56AA-074045B07E4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91029" y="1073023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99D36F0F-C600-AC58-CEBC-9CB99F53BB3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91029" y="11339831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E63A196-2E4A-E011-B2FB-7EAD0AB919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47883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75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лашка + фото + пункты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Рисунок 21">
            <a:extLst>
              <a:ext uri="{FF2B5EF4-FFF2-40B4-BE49-F238E27FC236}">
                <a16:creationId xmlns:a16="http://schemas.microsoft.com/office/drawing/2014/main" id="{073F2056-5435-65D3-248F-91151F04D93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14302" y="0"/>
            <a:ext cx="7003248" cy="137160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17FF8FFC-8D9B-5C9C-8C74-0DE3F5E8D42E}"/>
              </a:ext>
            </a:extLst>
          </p:cNvPr>
          <p:cNvSpPr/>
          <p:nvPr userDrawn="1"/>
        </p:nvSpPr>
        <p:spPr>
          <a:xfrm>
            <a:off x="0" y="0"/>
            <a:ext cx="6414302" cy="13716000"/>
          </a:xfrm>
          <a:prstGeom prst="rect">
            <a:avLst/>
          </a:prstGeom>
          <a:solidFill>
            <a:schemeClr val="accent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Image 44" descr=" ">
            <a:extLst>
              <a:ext uri="{FF2B5EF4-FFF2-40B4-BE49-F238E27FC236}">
                <a16:creationId xmlns:a16="http://schemas.microsoft.com/office/drawing/2014/main" id="{AA97780D-1DB4-C21A-ED19-7266D295E4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41" name="Текст 7">
            <a:extLst>
              <a:ext uri="{FF2B5EF4-FFF2-40B4-BE49-F238E27FC236}">
                <a16:creationId xmlns:a16="http://schemas.microsoft.com/office/drawing/2014/main" id="{D0F72F20-6E6D-FA35-9E15-E144514929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517903" y="1614938"/>
            <a:ext cx="8649794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4CAFED7B-AEAF-4ECB-85B4-4369739FCFF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675805" y="5019902"/>
            <a:ext cx="7491892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3D4E3A88-ECF9-ECF7-7652-2FD4A346DE1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675805" y="6802419"/>
            <a:ext cx="7491892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2B0204F9-C786-DC89-D08C-43CE028D714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675805" y="8596029"/>
            <a:ext cx="7491892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A3939095-1C1D-1FB2-F49E-D75A9A7DC45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675805" y="10389638"/>
            <a:ext cx="7491892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6" name="Текст 7">
            <a:extLst>
              <a:ext uri="{FF2B5EF4-FFF2-40B4-BE49-F238E27FC236}">
                <a16:creationId xmlns:a16="http://schemas.microsoft.com/office/drawing/2014/main" id="{CF393901-188C-7BE1-3AD0-4C8B06495C2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352" y="5689600"/>
            <a:ext cx="328547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ХХ</a:t>
            </a:r>
          </a:p>
        </p:txBody>
      </p:sp>
      <p:sp>
        <p:nvSpPr>
          <p:cNvPr id="47" name="Текст 7">
            <a:extLst>
              <a:ext uri="{FF2B5EF4-FFF2-40B4-BE49-F238E27FC236}">
                <a16:creationId xmlns:a16="http://schemas.microsoft.com/office/drawing/2014/main" id="{745C7185-C88D-BCC5-3DD8-10C2B855DB8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9352" y="7962900"/>
            <a:ext cx="328547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ХХ</a:t>
            </a:r>
          </a:p>
        </p:txBody>
      </p:sp>
      <p:sp>
        <p:nvSpPr>
          <p:cNvPr id="48" name="Текст 7">
            <a:extLst>
              <a:ext uri="{FF2B5EF4-FFF2-40B4-BE49-F238E27FC236}">
                <a16:creationId xmlns:a16="http://schemas.microsoft.com/office/drawing/2014/main" id="{5D3A9E8F-78C3-D3E0-0391-DE2AF594298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19352" y="10236200"/>
            <a:ext cx="328547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ХХ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2FEFF9B5-13DF-5371-DB5A-BEAB68C29AD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19352" y="6762741"/>
            <a:ext cx="4470959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большие цифры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6CF5E056-1220-B230-1107-9E7F7E86436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19352" y="9036041"/>
            <a:ext cx="4470959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большие цифры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5235D802-0300-62A4-7907-9A0123C3B8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19352" y="11309341"/>
            <a:ext cx="4470959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большие цифры</a:t>
            </a:r>
          </a:p>
        </p:txBody>
      </p:sp>
      <p:sp>
        <p:nvSpPr>
          <p:cNvPr id="52" name="Текст 36">
            <a:extLst>
              <a:ext uri="{FF2B5EF4-FFF2-40B4-BE49-F238E27FC236}">
                <a16:creationId xmlns:a16="http://schemas.microsoft.com/office/drawing/2014/main" id="{FEE6E28E-C2E2-8845-4615-C6C72D4542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19353" y="3187700"/>
            <a:ext cx="4470958" cy="155638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48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1800" smtClean="0"/>
            </a:lvl2pPr>
            <a:lvl3pPr>
              <a:defRPr lang="ru-RU" sz="1800" smtClean="0"/>
            </a:lvl3pPr>
            <a:lvl4pPr>
              <a:defRPr lang="ru-RU" sz="1800" smtClean="0"/>
            </a:lvl4pPr>
            <a:lvl5pPr>
              <a:defRPr lang="ru-RU" sz="1800"/>
            </a:lvl5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1C21D105-C7F5-46FF-5366-763C0FA83C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11576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30">
          <p15:clr>
            <a:srgbClr val="FBAE40"/>
          </p15:clr>
        </p15:guide>
        <p15:guide id="2" pos="8452">
          <p15:clr>
            <a:srgbClr val="FBAE40"/>
          </p15:clr>
        </p15:guide>
        <p15:guide id="3" pos="9133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+ карточ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21">
            <a:extLst>
              <a:ext uri="{FF2B5EF4-FFF2-40B4-BE49-F238E27FC236}">
                <a16:creationId xmlns:a16="http://schemas.microsoft.com/office/drawing/2014/main" id="{F9F52CF7-EBA6-0FE2-675C-D201618596C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19351" y="1219200"/>
            <a:ext cx="7062083" cy="5435600"/>
          </a:xfrm>
          <a:prstGeom prst="roundRect">
            <a:avLst>
              <a:gd name="adj" fmla="val 4768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4" name="Рисунок 21">
            <a:extLst>
              <a:ext uri="{FF2B5EF4-FFF2-40B4-BE49-F238E27FC236}">
                <a16:creationId xmlns:a16="http://schemas.microsoft.com/office/drawing/2014/main" id="{6F7FB8E2-DFBF-0763-664B-90468848735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662483" y="7048500"/>
            <a:ext cx="7062083" cy="5435600"/>
          </a:xfrm>
          <a:prstGeom prst="roundRect">
            <a:avLst>
              <a:gd name="adj" fmla="val 4768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26" name="Image 44" descr=" ">
            <a:extLst>
              <a:ext uri="{FF2B5EF4-FFF2-40B4-BE49-F238E27FC236}">
                <a16:creationId xmlns:a16="http://schemas.microsoft.com/office/drawing/2014/main" id="{AA97780D-1DB4-C21A-ED19-7266D295E4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5A375BE4-E36D-F8CE-D71C-05996955AAAB}"/>
              </a:ext>
            </a:extLst>
          </p:cNvPr>
          <p:cNvSpPr/>
          <p:nvPr userDrawn="1"/>
        </p:nvSpPr>
        <p:spPr>
          <a:xfrm>
            <a:off x="8662483" y="1219200"/>
            <a:ext cx="7062083" cy="5435600"/>
          </a:xfrm>
          <a:prstGeom prst="roundRect">
            <a:avLst>
              <a:gd name="adj" fmla="val 4768"/>
            </a:avLst>
          </a:prstGeom>
          <a:solidFill>
            <a:schemeClr val="accent2"/>
          </a:solidFill>
          <a:ln/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DCFDF534-407C-90F6-462F-287ED1960079}"/>
              </a:ext>
            </a:extLst>
          </p:cNvPr>
          <p:cNvSpPr/>
          <p:nvPr userDrawn="1"/>
        </p:nvSpPr>
        <p:spPr>
          <a:xfrm>
            <a:off x="16105613" y="7048500"/>
            <a:ext cx="7062083" cy="5435600"/>
          </a:xfrm>
          <a:prstGeom prst="roundRect">
            <a:avLst>
              <a:gd name="adj" fmla="val 4768"/>
            </a:avLst>
          </a:prstGeom>
          <a:solidFill>
            <a:schemeClr val="accent3"/>
          </a:solidFill>
          <a:ln/>
        </p:spPr>
      </p:sp>
      <p:sp>
        <p:nvSpPr>
          <p:cNvPr id="15" name="Текст 7">
            <a:extLst>
              <a:ext uri="{FF2B5EF4-FFF2-40B4-BE49-F238E27FC236}">
                <a16:creationId xmlns:a16="http://schemas.microsoft.com/office/drawing/2014/main" id="{A915F306-DE0C-0880-0EAE-EA69BB6E9F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70546" y="5366004"/>
            <a:ext cx="5825614" cy="8976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6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7000"/>
              </a:lnSpc>
              <a:spcBef>
                <a:spcPct val="0"/>
              </a:spcBef>
            </a:pPr>
            <a:r>
              <a:rPr lang="ru-RU" dirty="0"/>
              <a:t>Заголовок </a:t>
            </a:r>
          </a:p>
        </p:txBody>
      </p:sp>
      <p:sp>
        <p:nvSpPr>
          <p:cNvPr id="16" name="Текст 7">
            <a:extLst>
              <a:ext uri="{FF2B5EF4-FFF2-40B4-BE49-F238E27FC236}">
                <a16:creationId xmlns:a16="http://schemas.microsoft.com/office/drawing/2014/main" id="{8D590E4E-C274-57B3-65C1-E753AF1673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613676" y="11195304"/>
            <a:ext cx="5825614" cy="8976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6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7000"/>
              </a:lnSpc>
              <a:spcBef>
                <a:spcPct val="0"/>
              </a:spcBef>
            </a:pPr>
            <a:r>
              <a:rPr lang="ru-RU" dirty="0"/>
              <a:t>Заголовок 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C4A72E07-5067-FD7F-A57F-95BFDAD5A88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50166" y="1727200"/>
            <a:ext cx="4745994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DDF336AB-0870-2FAC-96DA-9A6231C501D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693296" y="7556500"/>
            <a:ext cx="4745994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BB1B18F3-6B94-005C-9814-22EF9822BC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32489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+ студент в центре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07C51D9-8A44-5BE2-480B-680B4F247610}"/>
              </a:ext>
            </a:extLst>
          </p:cNvPr>
          <p:cNvSpPr/>
          <p:nvPr userDrawn="1"/>
        </p:nvSpPr>
        <p:spPr>
          <a:xfrm>
            <a:off x="13781222" y="0"/>
            <a:ext cx="10605826" cy="137160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52" name="Рисунок 21">
            <a:extLst>
              <a:ext uri="{FF2B5EF4-FFF2-40B4-BE49-F238E27FC236}">
                <a16:creationId xmlns:a16="http://schemas.microsoft.com/office/drawing/2014/main" id="{DF4FFE5E-AD20-4B2A-1A59-2B67F2A2397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806335" y="0"/>
            <a:ext cx="10580713" cy="68580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14481C1E-E551-4E5C-6B2F-75DE592748CD}"/>
              </a:ext>
            </a:extLst>
          </p:cNvPr>
          <p:cNvGrpSpPr/>
          <p:nvPr userDrawn="1"/>
        </p:nvGrpSpPr>
        <p:grpSpPr>
          <a:xfrm>
            <a:off x="1192550" y="1231850"/>
            <a:ext cx="4969245" cy="5008650"/>
            <a:chOff x="1232054" y="1231850"/>
            <a:chExt cx="4969245" cy="5008650"/>
          </a:xfrm>
        </p:grpSpPr>
        <p:pic>
          <p:nvPicPr>
            <p:cNvPr id="6" name="Image 25" descr=" ">
              <a:extLst>
                <a:ext uri="{FF2B5EF4-FFF2-40B4-BE49-F238E27FC236}">
                  <a16:creationId xmlns:a16="http://schemas.microsoft.com/office/drawing/2014/main" id="{EF1FC807-F486-23D0-7946-2FEF46337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05521" y="1231850"/>
              <a:ext cx="2495778" cy="2508399"/>
            </a:xfrm>
            <a:prstGeom prst="rect">
              <a:avLst/>
            </a:prstGeom>
          </p:spPr>
        </p:pic>
        <p:pic>
          <p:nvPicPr>
            <p:cNvPr id="7" name="Image 26" descr=" ">
              <a:extLst>
                <a:ext uri="{FF2B5EF4-FFF2-40B4-BE49-F238E27FC236}">
                  <a16:creationId xmlns:a16="http://schemas.microsoft.com/office/drawing/2014/main" id="{7BA95124-23FE-9942-DB72-0AF463CB4F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05521" y="3732039"/>
              <a:ext cx="2495778" cy="2508461"/>
            </a:xfrm>
            <a:prstGeom prst="rect">
              <a:avLst/>
            </a:prstGeom>
          </p:spPr>
        </p:pic>
        <p:pic>
          <p:nvPicPr>
            <p:cNvPr id="10" name="Image 27" descr=" ">
              <a:extLst>
                <a:ext uri="{FF2B5EF4-FFF2-40B4-BE49-F238E27FC236}">
                  <a16:creationId xmlns:a16="http://schemas.microsoft.com/office/drawing/2014/main" id="{6886758D-71EE-2673-7450-CC917E2C21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41198" y="1477727"/>
              <a:ext cx="4150943" cy="2262622"/>
            </a:xfrm>
            <a:prstGeom prst="rect">
              <a:avLst/>
            </a:prstGeom>
          </p:spPr>
        </p:pic>
        <p:pic>
          <p:nvPicPr>
            <p:cNvPr id="13" name="Image 28" descr=" ">
              <a:extLst>
                <a:ext uri="{FF2B5EF4-FFF2-40B4-BE49-F238E27FC236}">
                  <a16:creationId xmlns:a16="http://schemas.microsoft.com/office/drawing/2014/main" id="{63BCF2D9-D28E-FF04-464E-E204520857F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32054" y="1231850"/>
              <a:ext cx="2495778" cy="2508399"/>
            </a:xfrm>
            <a:prstGeom prst="rect">
              <a:avLst/>
            </a:prstGeom>
          </p:spPr>
        </p:pic>
        <p:pic>
          <p:nvPicPr>
            <p:cNvPr id="14" name="Image 29" descr=" ">
              <a:extLst>
                <a:ext uri="{FF2B5EF4-FFF2-40B4-BE49-F238E27FC236}">
                  <a16:creationId xmlns:a16="http://schemas.microsoft.com/office/drawing/2014/main" id="{E8E0A84F-53D4-B4FD-CF0E-402A650DF96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41198" y="3731940"/>
              <a:ext cx="4150943" cy="2262622"/>
            </a:xfrm>
            <a:prstGeom prst="rect">
              <a:avLst/>
            </a:prstGeom>
          </p:spPr>
        </p:pic>
        <p:pic>
          <p:nvPicPr>
            <p:cNvPr id="15" name="Image 30" descr=" ">
              <a:extLst>
                <a:ext uri="{FF2B5EF4-FFF2-40B4-BE49-F238E27FC236}">
                  <a16:creationId xmlns:a16="http://schemas.microsoft.com/office/drawing/2014/main" id="{09E205C5-64D4-C8A7-5191-73B1E6D40B6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32054" y="3732039"/>
              <a:ext cx="2495778" cy="2508461"/>
            </a:xfrm>
            <a:prstGeom prst="rect">
              <a:avLst/>
            </a:prstGeom>
          </p:spPr>
        </p:pic>
        <p:pic>
          <p:nvPicPr>
            <p:cNvPr id="16" name="Image 31" descr=" ">
              <a:extLst>
                <a:ext uri="{FF2B5EF4-FFF2-40B4-BE49-F238E27FC236}">
                  <a16:creationId xmlns:a16="http://schemas.microsoft.com/office/drawing/2014/main" id="{1D8E236B-8353-5293-2D21-72161A2E265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701867" y="5420494"/>
              <a:ext cx="188082" cy="188057"/>
            </a:xfrm>
            <a:prstGeom prst="rect">
              <a:avLst/>
            </a:prstGeom>
          </p:spPr>
        </p:pic>
        <p:pic>
          <p:nvPicPr>
            <p:cNvPr id="17" name="Image 32" descr=" ">
              <a:extLst>
                <a:ext uri="{FF2B5EF4-FFF2-40B4-BE49-F238E27FC236}">
                  <a16:creationId xmlns:a16="http://schemas.microsoft.com/office/drawing/2014/main" id="{9C854E3F-C1D2-7B86-8316-C77CC139F3C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543378" y="1875346"/>
              <a:ext cx="188082" cy="188057"/>
            </a:xfrm>
            <a:prstGeom prst="rect">
              <a:avLst/>
            </a:prstGeom>
          </p:spPr>
        </p:pic>
      </p:grpSp>
      <p:sp>
        <p:nvSpPr>
          <p:cNvPr id="18" name="Text 10">
            <a:extLst>
              <a:ext uri="{FF2B5EF4-FFF2-40B4-BE49-F238E27FC236}">
                <a16:creationId xmlns:a16="http://schemas.microsoft.com/office/drawing/2014/main" id="{44B23B36-CCC3-2256-071C-6AEBE0542D15}"/>
              </a:ext>
            </a:extLst>
          </p:cNvPr>
          <p:cNvSpPr/>
          <p:nvPr userDrawn="1"/>
        </p:nvSpPr>
        <p:spPr>
          <a:xfrm>
            <a:off x="2738654" y="3359937"/>
            <a:ext cx="1956044" cy="752477"/>
          </a:xfrm>
          <a:prstGeom prst="rect">
            <a:avLst/>
          </a:prstGeom>
          <a:solidFill>
            <a:schemeClr val="tx1"/>
          </a:solidFill>
        </p:spPr>
        <p:txBody>
          <a:bodyPr wrap="square" lIns="180000" tIns="108000" rIns="180000" bIns="180000" rtlCol="0">
            <a:spAutoFit/>
          </a:bodyPr>
          <a:lstStyle/>
          <a:p>
            <a:pPr marL="0" marR="0" lvl="0" indent="0" algn="ctr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 err="1">
                <a:ln>
                  <a:noFill/>
                </a:ln>
                <a:solidFill>
                  <a:srgbClr val="7759FF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t>карьера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7759FF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  <p:pic>
        <p:nvPicPr>
          <p:cNvPr id="21" name="Image 13" descr=" ">
            <a:extLst>
              <a:ext uri="{FF2B5EF4-FFF2-40B4-BE49-F238E27FC236}">
                <a16:creationId xmlns:a16="http://schemas.microsoft.com/office/drawing/2014/main" id="{DE79BB18-CECB-3423-407E-1329AF4037F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768" y="9937862"/>
            <a:ext cx="4969349" cy="1287004"/>
          </a:xfrm>
          <a:prstGeom prst="rect">
            <a:avLst/>
          </a:prstGeom>
        </p:spPr>
      </p:pic>
      <p:pic>
        <p:nvPicPr>
          <p:cNvPr id="22" name="Image 14" descr=" ">
            <a:extLst>
              <a:ext uri="{FF2B5EF4-FFF2-40B4-BE49-F238E27FC236}">
                <a16:creationId xmlns:a16="http://schemas.microsoft.com/office/drawing/2014/main" id="{1193834F-5553-D8CD-A199-67051621E61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91768" y="8685101"/>
            <a:ext cx="4969349" cy="1287004"/>
          </a:xfrm>
          <a:prstGeom prst="rect">
            <a:avLst/>
          </a:prstGeom>
        </p:spPr>
      </p:pic>
      <p:pic>
        <p:nvPicPr>
          <p:cNvPr id="23" name="Image 15" descr=" ">
            <a:extLst>
              <a:ext uri="{FF2B5EF4-FFF2-40B4-BE49-F238E27FC236}">
                <a16:creationId xmlns:a16="http://schemas.microsoft.com/office/drawing/2014/main" id="{4E955AA2-B615-7C4E-97CA-0E17376C04C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91768" y="7423931"/>
            <a:ext cx="4969099" cy="2549054"/>
          </a:xfrm>
          <a:prstGeom prst="rect">
            <a:avLst/>
          </a:prstGeom>
        </p:spPr>
      </p:pic>
      <p:pic>
        <p:nvPicPr>
          <p:cNvPr id="24" name="Image 16" descr=" ">
            <a:extLst>
              <a:ext uri="{FF2B5EF4-FFF2-40B4-BE49-F238E27FC236}">
                <a16:creationId xmlns:a16="http://schemas.microsoft.com/office/drawing/2014/main" id="{9FB0DDCE-9C40-0DDC-A597-82976AEF530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91768" y="9936993"/>
            <a:ext cx="4969349" cy="2549054"/>
          </a:xfrm>
          <a:prstGeom prst="rect">
            <a:avLst/>
          </a:prstGeom>
        </p:spPr>
      </p:pic>
      <p:pic>
        <p:nvPicPr>
          <p:cNvPr id="25" name="Image 17" descr=" ">
            <a:extLst>
              <a:ext uri="{FF2B5EF4-FFF2-40B4-BE49-F238E27FC236}">
                <a16:creationId xmlns:a16="http://schemas.microsoft.com/office/drawing/2014/main" id="{9C873CC4-AF43-0AF6-5985-08BBCFEF6E7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13608" y="7515120"/>
            <a:ext cx="188082" cy="188057"/>
          </a:xfrm>
          <a:prstGeom prst="rect">
            <a:avLst/>
          </a:prstGeom>
        </p:spPr>
      </p:pic>
      <p:pic>
        <p:nvPicPr>
          <p:cNvPr id="26" name="Image 18" descr=" ">
            <a:extLst>
              <a:ext uri="{FF2B5EF4-FFF2-40B4-BE49-F238E27FC236}">
                <a16:creationId xmlns:a16="http://schemas.microsoft.com/office/drawing/2014/main" id="{5BED584C-F275-5985-88C5-E559CE53C9B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024604" y="8621198"/>
            <a:ext cx="188082" cy="188057"/>
          </a:xfrm>
          <a:prstGeom prst="rect">
            <a:avLst/>
          </a:prstGeom>
        </p:spPr>
      </p:pic>
      <p:pic>
        <p:nvPicPr>
          <p:cNvPr id="27" name="Image 19" descr=" ">
            <a:extLst>
              <a:ext uri="{FF2B5EF4-FFF2-40B4-BE49-F238E27FC236}">
                <a16:creationId xmlns:a16="http://schemas.microsoft.com/office/drawing/2014/main" id="{70A2437E-C148-501B-1067-63AA741D844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99551" y="11095711"/>
            <a:ext cx="188082" cy="188057"/>
          </a:xfrm>
          <a:prstGeom prst="rect">
            <a:avLst/>
          </a:prstGeom>
        </p:spPr>
      </p:pic>
      <p:pic>
        <p:nvPicPr>
          <p:cNvPr id="28" name="Image 20" descr=" ">
            <a:extLst>
              <a:ext uri="{FF2B5EF4-FFF2-40B4-BE49-F238E27FC236}">
                <a16:creationId xmlns:a16="http://schemas.microsoft.com/office/drawing/2014/main" id="{DF91FB6F-9856-50CB-9B0F-B36BCE4C17A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113608" y="12212470"/>
            <a:ext cx="188082" cy="188057"/>
          </a:xfrm>
          <a:prstGeom prst="rect">
            <a:avLst/>
          </a:prstGeom>
        </p:spPr>
      </p:pic>
      <p:sp>
        <p:nvSpPr>
          <p:cNvPr id="29" name="Text 11">
            <a:extLst>
              <a:ext uri="{FF2B5EF4-FFF2-40B4-BE49-F238E27FC236}">
                <a16:creationId xmlns:a16="http://schemas.microsoft.com/office/drawing/2014/main" id="{8D4B81F8-664F-59CC-5CD0-337CF17F360A}"/>
              </a:ext>
            </a:extLst>
          </p:cNvPr>
          <p:cNvSpPr/>
          <p:nvPr userDrawn="1"/>
        </p:nvSpPr>
        <p:spPr>
          <a:xfrm>
            <a:off x="2703972" y="9576166"/>
            <a:ext cx="2019552" cy="752477"/>
          </a:xfrm>
          <a:prstGeom prst="rect">
            <a:avLst/>
          </a:prstGeom>
          <a:solidFill>
            <a:schemeClr val="tx1"/>
          </a:solidFill>
        </p:spPr>
        <p:txBody>
          <a:bodyPr wrap="square" lIns="180000" tIns="108000" rIns="180000" bIns="180000" rtlCol="0">
            <a:spAutoFit/>
          </a:bodyPr>
          <a:lstStyle/>
          <a:p>
            <a:pPr marL="0" marR="0" lvl="0" indent="0" algn="ctr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 err="1">
                <a:ln>
                  <a:noFill/>
                </a:ln>
                <a:solidFill>
                  <a:srgbClr val="00A651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t>события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00A651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09072-90CE-F4E0-8C87-E41CCB5AB3E3}"/>
              </a:ext>
            </a:extLst>
          </p:cNvPr>
          <p:cNvGrpSpPr/>
          <p:nvPr userDrawn="1"/>
        </p:nvGrpSpPr>
        <p:grpSpPr>
          <a:xfrm>
            <a:off x="7464488" y="1244600"/>
            <a:ext cx="5014270" cy="5012395"/>
            <a:chOff x="7493937" y="1244600"/>
            <a:chExt cx="5014270" cy="5012395"/>
          </a:xfrm>
        </p:grpSpPr>
        <p:pic>
          <p:nvPicPr>
            <p:cNvPr id="31" name="Image 9" descr=" ">
              <a:extLst>
                <a:ext uri="{FF2B5EF4-FFF2-40B4-BE49-F238E27FC236}">
                  <a16:creationId xmlns:a16="http://schemas.microsoft.com/office/drawing/2014/main" id="{B9D4F8F8-A397-52B3-FE1E-FDE6D1CDAF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8784517" y="1244600"/>
              <a:ext cx="2433112" cy="5012172"/>
            </a:xfrm>
            <a:prstGeom prst="rect">
              <a:avLst/>
            </a:prstGeom>
          </p:spPr>
        </p:pic>
        <p:pic>
          <p:nvPicPr>
            <p:cNvPr id="32" name="Image 10" descr=" ">
              <a:extLst>
                <a:ext uri="{FF2B5EF4-FFF2-40B4-BE49-F238E27FC236}">
                  <a16:creationId xmlns:a16="http://schemas.microsoft.com/office/drawing/2014/main" id="{7D183049-0E16-7C31-AEE8-3CF336B81B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0075095" y="1244823"/>
              <a:ext cx="2433112" cy="5012172"/>
            </a:xfrm>
            <a:prstGeom prst="rect">
              <a:avLst/>
            </a:prstGeom>
          </p:spPr>
        </p:pic>
        <p:pic>
          <p:nvPicPr>
            <p:cNvPr id="33" name="Image 11" descr=" ">
              <a:extLst>
                <a:ext uri="{FF2B5EF4-FFF2-40B4-BE49-F238E27FC236}">
                  <a16:creationId xmlns:a16="http://schemas.microsoft.com/office/drawing/2014/main" id="{080A6B85-E567-780B-A1DF-232BB3A704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7493937" y="1244600"/>
              <a:ext cx="2433112" cy="5012172"/>
            </a:xfrm>
            <a:prstGeom prst="rect">
              <a:avLst/>
            </a:prstGeom>
          </p:spPr>
        </p:pic>
      </p:grpSp>
      <p:sp>
        <p:nvSpPr>
          <p:cNvPr id="34" name="Text 12">
            <a:extLst>
              <a:ext uri="{FF2B5EF4-FFF2-40B4-BE49-F238E27FC236}">
                <a16:creationId xmlns:a16="http://schemas.microsoft.com/office/drawing/2014/main" id="{74C89E89-5EE7-48D2-14CF-6F0C51C10C1E}"/>
              </a:ext>
            </a:extLst>
          </p:cNvPr>
          <p:cNvSpPr/>
          <p:nvPr userDrawn="1"/>
        </p:nvSpPr>
        <p:spPr>
          <a:xfrm>
            <a:off x="8880622" y="3374559"/>
            <a:ext cx="2240901" cy="752477"/>
          </a:xfrm>
          <a:prstGeom prst="rect">
            <a:avLst/>
          </a:prstGeom>
          <a:solidFill>
            <a:schemeClr val="tx1"/>
          </a:solidFill>
        </p:spPr>
        <p:txBody>
          <a:bodyPr wrap="square" lIns="180000" tIns="108000" rIns="180000" bIns="180000" rtlCol="0">
            <a:spAutoFit/>
          </a:bodyPr>
          <a:lstStyle/>
          <a:p>
            <a:pPr marL="0" marR="0" lvl="0" indent="0" algn="ctr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 err="1">
                <a:ln>
                  <a:noFill/>
                </a:ln>
                <a:solidFill>
                  <a:srgbClr val="FF662C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t>обучение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FF662C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496D09D5-E962-E176-CD46-6229CD9D2B32}"/>
              </a:ext>
            </a:extLst>
          </p:cNvPr>
          <p:cNvSpPr/>
          <p:nvPr userDrawn="1"/>
        </p:nvSpPr>
        <p:spPr>
          <a:xfrm>
            <a:off x="22913664" y="0"/>
            <a:ext cx="1473384" cy="12192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37" name="Image 38" descr=" ">
            <a:extLst>
              <a:ext uri="{FF2B5EF4-FFF2-40B4-BE49-F238E27FC236}">
                <a16:creationId xmlns:a16="http://schemas.microsoft.com/office/drawing/2014/main" id="{E5C12931-DDFC-799A-3C67-B72C6CFB0572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23167696" y="292100"/>
            <a:ext cx="965321" cy="635000"/>
          </a:xfrm>
          <a:prstGeom prst="rect">
            <a:avLst/>
          </a:prstGeom>
        </p:spPr>
      </p:pic>
      <p:pic>
        <p:nvPicPr>
          <p:cNvPr id="38" name="Image 39" descr=" ">
            <a:extLst>
              <a:ext uri="{FF2B5EF4-FFF2-40B4-BE49-F238E27FC236}">
                <a16:creationId xmlns:a16="http://schemas.microsoft.com/office/drawing/2014/main" id="{5BE53F15-8875-FC88-8D75-FB218E61C950}"/>
              </a:ext>
            </a:extLst>
          </p:cNvPr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23167696" y="292100"/>
            <a:ext cx="965321" cy="635000"/>
          </a:xfrm>
          <a:prstGeom prst="rect">
            <a:avLst/>
          </a:prstGeom>
        </p:spPr>
      </p:pic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C5EB40C1-150B-E451-9EEA-EBAF3F3353C1}"/>
              </a:ext>
            </a:extLst>
          </p:cNvPr>
          <p:cNvGrpSpPr/>
          <p:nvPr userDrawn="1"/>
        </p:nvGrpSpPr>
        <p:grpSpPr>
          <a:xfrm>
            <a:off x="1228094" y="1219797"/>
            <a:ext cx="11277003" cy="11277003"/>
            <a:chOff x="1228094" y="1219797"/>
            <a:chExt cx="11277003" cy="11277003"/>
          </a:xfrm>
        </p:grpSpPr>
        <p:cxnSp>
          <p:nvCxnSpPr>
            <p:cNvPr id="43" name="Прямая соединительная линия 42">
              <a:extLst>
                <a:ext uri="{FF2B5EF4-FFF2-40B4-BE49-F238E27FC236}">
                  <a16:creationId xmlns:a16="http://schemas.microsoft.com/office/drawing/2014/main" id="{2EB04CB8-A343-D7F4-57F5-8F6D6C6BD3B7}"/>
                </a:ext>
              </a:extLst>
            </p:cNvPr>
            <p:cNvCxnSpPr/>
            <p:nvPr/>
          </p:nvCxnSpPr>
          <p:spPr>
            <a:xfrm>
              <a:off x="1228094" y="6784322"/>
              <a:ext cx="11277003" cy="0"/>
            </a:xfrm>
            <a:prstGeom prst="line">
              <a:avLst/>
            </a:prstGeom>
            <a:ln w="42672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Прямая соединительная линия 43">
              <a:extLst>
                <a:ext uri="{FF2B5EF4-FFF2-40B4-BE49-F238E27FC236}">
                  <a16:creationId xmlns:a16="http://schemas.microsoft.com/office/drawing/2014/main" id="{9CE36658-F412-4500-A273-7C1F2B5F2D9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89184" y="6858299"/>
              <a:ext cx="11277003" cy="0"/>
            </a:xfrm>
            <a:prstGeom prst="line">
              <a:avLst/>
            </a:prstGeom>
            <a:ln w="42672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 9">
            <a:extLst>
              <a:ext uri="{FF2B5EF4-FFF2-40B4-BE49-F238E27FC236}">
                <a16:creationId xmlns:a16="http://schemas.microsoft.com/office/drawing/2014/main" id="{19969FC1-07F3-51B2-E964-08721BF95057}"/>
              </a:ext>
            </a:extLst>
          </p:cNvPr>
          <p:cNvSpPr/>
          <p:nvPr userDrawn="1"/>
        </p:nvSpPr>
        <p:spPr>
          <a:xfrm>
            <a:off x="5724715" y="6371829"/>
            <a:ext cx="2214310" cy="834038"/>
          </a:xfrm>
          <a:prstGeom prst="rect">
            <a:avLst/>
          </a:prstGeom>
          <a:solidFill>
            <a:schemeClr val="tx1"/>
          </a:solidFill>
        </p:spPr>
        <p:txBody>
          <a:bodyPr wrap="square" lIns="180000" tIns="108000" rIns="180000" bIns="180000" rtlCol="0">
            <a:spAutoFit/>
          </a:bodyPr>
          <a:lstStyle/>
          <a:p>
            <a:pPr marL="0" marR="0" lvl="0" indent="0" algn="ctr" defTabSz="1485991" rtl="0" eaLnBrk="1" fontAlgn="auto" latinLnBrk="0" hangingPunct="1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Студент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 Medium" panose="020B0503030202060203" pitchFamily="34" charset="0"/>
              <a:ea typeface="+mn-ea"/>
              <a:cs typeface="+mn-cs"/>
            </a:endParaRPr>
          </a:p>
        </p:txBody>
      </p: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id="{E25167E0-024D-8330-B32E-784282F2C76B}"/>
              </a:ext>
            </a:extLst>
          </p:cNvPr>
          <p:cNvGrpSpPr/>
          <p:nvPr userDrawn="1"/>
        </p:nvGrpSpPr>
        <p:grpSpPr>
          <a:xfrm>
            <a:off x="7479614" y="7423931"/>
            <a:ext cx="4984018" cy="5059780"/>
            <a:chOff x="-2278729" y="5661811"/>
            <a:chExt cx="693628" cy="704172"/>
          </a:xfrm>
        </p:grpSpPr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71799D0B-6A89-1B20-44EC-BA1DE3C6B616}"/>
                </a:ext>
              </a:extLst>
            </p:cNvPr>
            <p:cNvSpPr/>
            <p:nvPr/>
          </p:nvSpPr>
          <p:spPr>
            <a:xfrm>
              <a:off x="-2218452" y="5661811"/>
              <a:ext cx="574197" cy="704172"/>
            </a:xfrm>
            <a:custGeom>
              <a:avLst/>
              <a:gdLst>
                <a:gd name="connsiteX0" fmla="*/ 548447 w 574197"/>
                <a:gd name="connsiteY0" fmla="*/ 651070 h 704172"/>
                <a:gd name="connsiteX1" fmla="*/ 405772 w 574197"/>
                <a:gd name="connsiteY1" fmla="*/ 166229 h 704172"/>
                <a:gd name="connsiteX2" fmla="*/ 25753 w 574197"/>
                <a:gd name="connsiteY2" fmla="*/ 53109 h 704172"/>
                <a:gd name="connsiteX3" fmla="*/ 168428 w 574197"/>
                <a:gd name="connsiteY3" fmla="*/ 537940 h 704172"/>
                <a:gd name="connsiteX4" fmla="*/ 548447 w 574197"/>
                <a:gd name="connsiteY4" fmla="*/ 651070 h 704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4197" h="704172">
                  <a:moveTo>
                    <a:pt x="548447" y="651070"/>
                  </a:moveTo>
                  <a:cubicBezTo>
                    <a:pt x="613988" y="548420"/>
                    <a:pt x="550104" y="331352"/>
                    <a:pt x="405772" y="166229"/>
                  </a:cubicBezTo>
                  <a:cubicBezTo>
                    <a:pt x="261430" y="1106"/>
                    <a:pt x="91294" y="-49538"/>
                    <a:pt x="25753" y="53109"/>
                  </a:cubicBezTo>
                  <a:cubicBezTo>
                    <a:pt x="-39789" y="155749"/>
                    <a:pt x="24086" y="372817"/>
                    <a:pt x="168428" y="537940"/>
                  </a:cubicBezTo>
                  <a:cubicBezTo>
                    <a:pt x="312760" y="703062"/>
                    <a:pt x="482905" y="753710"/>
                    <a:pt x="548447" y="651070"/>
                  </a:cubicBezTo>
                  <a:close/>
                </a:path>
              </a:pathLst>
            </a:custGeom>
            <a:noFill/>
            <a:ln w="25400" cap="flat">
              <a:solidFill>
                <a:srgbClr val="FFDD2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CDABE462-0C44-802D-BAE4-3BB7268A5D29}"/>
                </a:ext>
              </a:extLst>
            </p:cNvPr>
            <p:cNvSpPr/>
            <p:nvPr/>
          </p:nvSpPr>
          <p:spPr>
            <a:xfrm>
              <a:off x="-2276196" y="5667973"/>
              <a:ext cx="689705" cy="691674"/>
            </a:xfrm>
            <a:custGeom>
              <a:avLst/>
              <a:gdLst>
                <a:gd name="connsiteX0" fmla="*/ 431844 w 689705"/>
                <a:gd name="connsiteY0" fmla="*/ 644642 h 691674"/>
                <a:gd name="connsiteX1" fmla="*/ 678466 w 689705"/>
                <a:gd name="connsiteY1" fmla="*/ 171826 h 691674"/>
                <a:gd name="connsiteX2" fmla="*/ 257861 w 689705"/>
                <a:gd name="connsiteY2" fmla="*/ 47032 h 691674"/>
                <a:gd name="connsiteX3" fmla="*/ 11239 w 689705"/>
                <a:gd name="connsiteY3" fmla="*/ 519848 h 691674"/>
                <a:gd name="connsiteX4" fmla="*/ 431844 w 689705"/>
                <a:gd name="connsiteY4" fmla="*/ 644642 h 691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705" h="691674">
                  <a:moveTo>
                    <a:pt x="431844" y="644642"/>
                  </a:moveTo>
                  <a:cubicBezTo>
                    <a:pt x="616096" y="548540"/>
                    <a:pt x="726510" y="336854"/>
                    <a:pt x="678466" y="171826"/>
                  </a:cubicBezTo>
                  <a:cubicBezTo>
                    <a:pt x="630422" y="6798"/>
                    <a:pt x="442112" y="-49070"/>
                    <a:pt x="257861" y="47032"/>
                  </a:cubicBezTo>
                  <a:cubicBezTo>
                    <a:pt x="73609" y="143134"/>
                    <a:pt x="-36805" y="354820"/>
                    <a:pt x="11239" y="519848"/>
                  </a:cubicBezTo>
                  <a:cubicBezTo>
                    <a:pt x="59284" y="684876"/>
                    <a:pt x="247593" y="740744"/>
                    <a:pt x="431844" y="644642"/>
                  </a:cubicBezTo>
                  <a:close/>
                </a:path>
              </a:pathLst>
            </a:custGeom>
            <a:noFill/>
            <a:ln w="25400" cap="flat">
              <a:solidFill>
                <a:srgbClr val="FFDD2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039EDDFB-703E-57C4-C192-7F514F38A8A7}"/>
                </a:ext>
              </a:extLst>
            </p:cNvPr>
            <p:cNvSpPr/>
            <p:nvPr/>
          </p:nvSpPr>
          <p:spPr>
            <a:xfrm>
              <a:off x="-2278729" y="6165203"/>
              <a:ext cx="22860" cy="22741"/>
            </a:xfrm>
            <a:custGeom>
              <a:avLst/>
              <a:gdLst>
                <a:gd name="connsiteX0" fmla="*/ 11430 w 22860"/>
                <a:gd name="connsiteY0" fmla="*/ 22741 h 22741"/>
                <a:gd name="connsiteX1" fmla="*/ 22860 w 22860"/>
                <a:gd name="connsiteY1" fmla="*/ 11371 h 22741"/>
                <a:gd name="connsiteX2" fmla="*/ 11430 w 22860"/>
                <a:gd name="connsiteY2" fmla="*/ 0 h 22741"/>
                <a:gd name="connsiteX3" fmla="*/ 0 w 22860"/>
                <a:gd name="connsiteY3" fmla="*/ 11371 h 22741"/>
                <a:gd name="connsiteX4" fmla="*/ 11430 w 22860"/>
                <a:gd name="connsiteY4" fmla="*/ 22741 h 22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" h="22741">
                  <a:moveTo>
                    <a:pt x="11430" y="22741"/>
                  </a:moveTo>
                  <a:cubicBezTo>
                    <a:pt x="17745" y="22741"/>
                    <a:pt x="22860" y="17653"/>
                    <a:pt x="22860" y="11371"/>
                  </a:cubicBezTo>
                  <a:cubicBezTo>
                    <a:pt x="22860" y="5088"/>
                    <a:pt x="17745" y="0"/>
                    <a:pt x="11430" y="0"/>
                  </a:cubicBezTo>
                  <a:cubicBezTo>
                    <a:pt x="5115" y="0"/>
                    <a:pt x="0" y="5088"/>
                    <a:pt x="0" y="11371"/>
                  </a:cubicBezTo>
                  <a:cubicBezTo>
                    <a:pt x="0" y="17653"/>
                    <a:pt x="5115" y="22741"/>
                    <a:pt x="11430" y="22741"/>
                  </a:cubicBezTo>
                  <a:close/>
                </a:path>
              </a:pathLst>
            </a:custGeom>
            <a:solidFill>
              <a:srgbClr val="141414"/>
            </a:solidFill>
            <a:ln w="25400" cap="flat">
              <a:solidFill>
                <a:srgbClr val="FFDD2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D30C4074-6523-5CDD-2F02-E4681D1FF062}"/>
                </a:ext>
              </a:extLst>
            </p:cNvPr>
            <p:cNvSpPr/>
            <p:nvPr/>
          </p:nvSpPr>
          <p:spPr>
            <a:xfrm>
              <a:off x="-1607960" y="5829623"/>
              <a:ext cx="22859" cy="22741"/>
            </a:xfrm>
            <a:custGeom>
              <a:avLst/>
              <a:gdLst>
                <a:gd name="connsiteX0" fmla="*/ 11430 w 22859"/>
                <a:gd name="connsiteY0" fmla="*/ 22742 h 22741"/>
                <a:gd name="connsiteX1" fmla="*/ 22860 w 22859"/>
                <a:gd name="connsiteY1" fmla="*/ 11371 h 22741"/>
                <a:gd name="connsiteX2" fmla="*/ 11430 w 22859"/>
                <a:gd name="connsiteY2" fmla="*/ 0 h 22741"/>
                <a:gd name="connsiteX3" fmla="*/ 0 w 22859"/>
                <a:gd name="connsiteY3" fmla="*/ 11371 h 22741"/>
                <a:gd name="connsiteX4" fmla="*/ 11430 w 22859"/>
                <a:gd name="connsiteY4" fmla="*/ 22742 h 22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59" h="22741">
                  <a:moveTo>
                    <a:pt x="11430" y="22742"/>
                  </a:moveTo>
                  <a:cubicBezTo>
                    <a:pt x="17745" y="22742"/>
                    <a:pt x="22860" y="17653"/>
                    <a:pt x="22860" y="11371"/>
                  </a:cubicBezTo>
                  <a:cubicBezTo>
                    <a:pt x="22860" y="5088"/>
                    <a:pt x="17745" y="0"/>
                    <a:pt x="11430" y="0"/>
                  </a:cubicBezTo>
                  <a:cubicBezTo>
                    <a:pt x="5115" y="0"/>
                    <a:pt x="0" y="5088"/>
                    <a:pt x="0" y="11371"/>
                  </a:cubicBezTo>
                  <a:cubicBezTo>
                    <a:pt x="0" y="17653"/>
                    <a:pt x="5115" y="22742"/>
                    <a:pt x="11430" y="22742"/>
                  </a:cubicBezTo>
                  <a:close/>
                </a:path>
              </a:pathLst>
            </a:custGeom>
            <a:solidFill>
              <a:srgbClr val="141414"/>
            </a:solidFill>
            <a:ln w="25400" cap="flat">
              <a:solidFill>
                <a:srgbClr val="FFDD2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sp>
        <p:nvSpPr>
          <p:cNvPr id="51" name="Text 11">
            <a:extLst>
              <a:ext uri="{FF2B5EF4-FFF2-40B4-BE49-F238E27FC236}">
                <a16:creationId xmlns:a16="http://schemas.microsoft.com/office/drawing/2014/main" id="{E9471C3B-7935-50D3-1E85-A279AB83C7FA}"/>
              </a:ext>
            </a:extLst>
          </p:cNvPr>
          <p:cNvSpPr/>
          <p:nvPr userDrawn="1"/>
        </p:nvSpPr>
        <p:spPr>
          <a:xfrm>
            <a:off x="8917273" y="9577583"/>
            <a:ext cx="2019552" cy="752477"/>
          </a:xfrm>
          <a:prstGeom prst="rect">
            <a:avLst/>
          </a:prstGeom>
          <a:solidFill>
            <a:schemeClr val="tx1"/>
          </a:solidFill>
        </p:spPr>
        <p:txBody>
          <a:bodyPr wrap="square" lIns="180000" tIns="108000" rIns="180000" bIns="180000" rtlCol="0">
            <a:spAutoFit/>
          </a:bodyPr>
          <a:lstStyle/>
          <a:p>
            <a:pPr marL="0" marR="0" lvl="0" indent="0" algn="ctr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0" i="0" u="none" strike="noStrike" kern="1200" cap="none" spc="0" normalizeH="0" baseline="0" noProof="0" dirty="0">
                <a:ln>
                  <a:noFill/>
                </a:ln>
                <a:solidFill>
                  <a:srgbClr val="FFDD2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t>город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FFDD2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  <p:sp>
        <p:nvSpPr>
          <p:cNvPr id="53" name="Текст 14">
            <a:extLst>
              <a:ext uri="{FF2B5EF4-FFF2-40B4-BE49-F238E27FC236}">
                <a16:creationId xmlns:a16="http://schemas.microsoft.com/office/drawing/2014/main" id="{B5BD268E-75F3-EB19-14FD-0D2CDF167C0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797349" y="9258300"/>
            <a:ext cx="65835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1D9C7C13-8A61-683C-E9C6-FF0F6FC2F8A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4797349" y="9956800"/>
            <a:ext cx="8370347" cy="25205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</a:t>
            </a:r>
            <a:br>
              <a:rPr lang="ru-RU" dirty="0"/>
            </a:br>
            <a:r>
              <a:rPr lang="ru-RU" dirty="0"/>
              <a:t>или проверить  чей-то готовый вывод альтернативным путем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DEA8E1B9-1502-6171-6F66-94192E2EB8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479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во весь слайд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21">
            <a:extLst>
              <a:ext uri="{FF2B5EF4-FFF2-40B4-BE49-F238E27FC236}">
                <a16:creationId xmlns:a16="http://schemas.microsoft.com/office/drawing/2014/main" id="{18FF4AD4-042C-550F-D8EA-1987D53B1FD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24387049" cy="137160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ACBEFE49-77FF-2A15-AA48-1FE9583D3BEA}"/>
              </a:ext>
            </a:extLst>
          </p:cNvPr>
          <p:cNvSpPr/>
          <p:nvPr userDrawn="1"/>
        </p:nvSpPr>
        <p:spPr>
          <a:xfrm>
            <a:off x="22913664" y="0"/>
            <a:ext cx="1473384" cy="12192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8" name="Image 1" descr=" ">
            <a:extLst>
              <a:ext uri="{FF2B5EF4-FFF2-40B4-BE49-F238E27FC236}">
                <a16:creationId xmlns:a16="http://schemas.microsoft.com/office/drawing/2014/main" id="{B70EE149-2153-EB80-A093-D3C8E910F2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167696" y="292100"/>
            <a:ext cx="965321" cy="635000"/>
          </a:xfrm>
          <a:prstGeom prst="rect">
            <a:avLst/>
          </a:prstGeom>
        </p:spPr>
      </p:pic>
      <p:pic>
        <p:nvPicPr>
          <p:cNvPr id="9" name="Image 2" descr=" ">
            <a:extLst>
              <a:ext uri="{FF2B5EF4-FFF2-40B4-BE49-F238E27FC236}">
                <a16:creationId xmlns:a16="http://schemas.microsoft.com/office/drawing/2014/main" id="{6CD3999F-4908-D8A7-C089-C614CB55AE1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167696" y="292100"/>
            <a:ext cx="965321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5006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алерея фото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Рисунок 21">
            <a:extLst>
              <a:ext uri="{FF2B5EF4-FFF2-40B4-BE49-F238E27FC236}">
                <a16:creationId xmlns:a16="http://schemas.microsoft.com/office/drawing/2014/main" id="{621714A5-79C2-C782-3E23-1418EF9EAC8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662482" y="1219200"/>
            <a:ext cx="7062083" cy="5448300"/>
          </a:xfrm>
          <a:prstGeom prst="roundRect">
            <a:avLst>
              <a:gd name="adj" fmla="val 5137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8" name="Рисунок 21">
            <a:extLst>
              <a:ext uri="{FF2B5EF4-FFF2-40B4-BE49-F238E27FC236}">
                <a16:creationId xmlns:a16="http://schemas.microsoft.com/office/drawing/2014/main" id="{038ECA76-5AE2-605F-CF2F-F381F165369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6105613" y="1219200"/>
            <a:ext cx="7062083" cy="5448300"/>
          </a:xfrm>
          <a:prstGeom prst="roundRect">
            <a:avLst>
              <a:gd name="adj" fmla="val 5137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9" name="Рисунок 21">
            <a:extLst>
              <a:ext uri="{FF2B5EF4-FFF2-40B4-BE49-F238E27FC236}">
                <a16:creationId xmlns:a16="http://schemas.microsoft.com/office/drawing/2014/main" id="{F5390824-9B0F-4160-E900-4768C59C92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9827178" y="7048500"/>
            <a:ext cx="3340518" cy="5448300"/>
          </a:xfrm>
          <a:prstGeom prst="roundRect">
            <a:avLst>
              <a:gd name="adj" fmla="val 10861"/>
            </a:avLst>
          </a:prstGeom>
          <a:solidFill>
            <a:schemeClr val="tx2"/>
          </a:solidFill>
        </p:spPr>
        <p:txBody>
          <a:bodyPr/>
          <a:lstStyle/>
          <a:p>
            <a:endParaRPr lang="ru-RU" dirty="0"/>
          </a:p>
        </p:txBody>
      </p:sp>
      <p:sp>
        <p:nvSpPr>
          <p:cNvPr id="20" name="Рисунок 21">
            <a:extLst>
              <a:ext uri="{FF2B5EF4-FFF2-40B4-BE49-F238E27FC236}">
                <a16:creationId xmlns:a16="http://schemas.microsoft.com/office/drawing/2014/main" id="{E50C221D-4267-46E7-9A37-0DD244DBA22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62483" y="7048500"/>
            <a:ext cx="10783648" cy="5448300"/>
          </a:xfrm>
          <a:prstGeom prst="roundRect">
            <a:avLst>
              <a:gd name="adj" fmla="val 5342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1" name="Рисунок 21">
            <a:extLst>
              <a:ext uri="{FF2B5EF4-FFF2-40B4-BE49-F238E27FC236}">
                <a16:creationId xmlns:a16="http://schemas.microsoft.com/office/drawing/2014/main" id="{0EBEE802-50B7-2162-FE32-7B59C8EA543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219352" y="7048500"/>
            <a:ext cx="7062083" cy="5448300"/>
          </a:xfrm>
          <a:prstGeom prst="roundRect">
            <a:avLst>
              <a:gd name="adj" fmla="val 5342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6" name="Рисунок 21">
            <a:extLst>
              <a:ext uri="{FF2B5EF4-FFF2-40B4-BE49-F238E27FC236}">
                <a16:creationId xmlns:a16="http://schemas.microsoft.com/office/drawing/2014/main" id="{E5070C3C-FCDC-E7D9-EA45-6BDFDB8B99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940918" y="1219200"/>
            <a:ext cx="3340518" cy="5448300"/>
          </a:xfrm>
          <a:prstGeom prst="roundRect">
            <a:avLst>
              <a:gd name="adj" fmla="val 10861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1" name="Рисунок 21">
            <a:extLst>
              <a:ext uri="{FF2B5EF4-FFF2-40B4-BE49-F238E27FC236}">
                <a16:creationId xmlns:a16="http://schemas.microsoft.com/office/drawing/2014/main" id="{18FF4AD4-042C-550F-D8EA-1987D53B1FD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19353" y="1219200"/>
            <a:ext cx="3340518" cy="5448300"/>
          </a:xfrm>
          <a:prstGeom prst="roundRect">
            <a:avLst>
              <a:gd name="adj" fmla="val 10861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3" name="Shape 0">
            <a:extLst>
              <a:ext uri="{FF2B5EF4-FFF2-40B4-BE49-F238E27FC236}">
                <a16:creationId xmlns:a16="http://schemas.microsoft.com/office/drawing/2014/main" id="{BE641BA7-FBBF-D326-2CFE-9D99E6AEF26B}"/>
              </a:ext>
            </a:extLst>
          </p:cNvPr>
          <p:cNvSpPr/>
          <p:nvPr userDrawn="1"/>
        </p:nvSpPr>
        <p:spPr>
          <a:xfrm>
            <a:off x="21694311" y="1219200"/>
            <a:ext cx="1473384" cy="12192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14" name="Image 7" descr=" ">
            <a:extLst>
              <a:ext uri="{FF2B5EF4-FFF2-40B4-BE49-F238E27FC236}">
                <a16:creationId xmlns:a16="http://schemas.microsoft.com/office/drawing/2014/main" id="{1FA63C20-E566-4B87-4398-0A084EF92E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948343" y="1511300"/>
            <a:ext cx="965321" cy="635000"/>
          </a:xfrm>
          <a:prstGeom prst="rect">
            <a:avLst/>
          </a:prstGeom>
        </p:spPr>
      </p:pic>
      <p:pic>
        <p:nvPicPr>
          <p:cNvPr id="15" name="Image 8" descr=" ">
            <a:extLst>
              <a:ext uri="{FF2B5EF4-FFF2-40B4-BE49-F238E27FC236}">
                <a16:creationId xmlns:a16="http://schemas.microsoft.com/office/drawing/2014/main" id="{14992C04-C298-571C-48BE-20507BBB5BB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948343" y="1511300"/>
            <a:ext cx="965321" cy="6350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6E48316-7737-D5DA-2792-9754763D1C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53818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ноут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DAEF54D6-C4D4-F7EC-F6F5-0F5A6536EB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0" name="Shape 0">
            <a:extLst>
              <a:ext uri="{FF2B5EF4-FFF2-40B4-BE49-F238E27FC236}">
                <a16:creationId xmlns:a16="http://schemas.microsoft.com/office/drawing/2014/main" id="{3B903C9F-FB44-7C7B-C487-4DE1D8D69083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1" name="Текст 7">
            <a:extLst>
              <a:ext uri="{FF2B5EF4-FFF2-40B4-BE49-F238E27FC236}">
                <a16:creationId xmlns:a16="http://schemas.microsoft.com/office/drawing/2014/main" id="{881E9D9C-B6DD-D838-6EE4-D7303C89E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8CEAD1D2-656F-828B-6206-6C77A8CB18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92848" y="4139603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939BDB43-0876-D6E2-2015-32A3B73D9F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92848" y="4749203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B350CE25-128E-CFCA-F2C2-1A2A8AF65E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92848" y="7169415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EB27B958-1B23-B530-051A-EA5B3181B4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92848" y="7779015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9C53A9A6-35A5-6663-FFBF-70EBFD2957C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92848" y="10199227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E63511CA-F580-9C1D-688A-E392FCC8732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792848" y="10808827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D7F37AB1-2810-6D86-3EBB-BBDAF69D06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/>
          <a:stretch/>
        </p:blipFill>
        <p:spPr>
          <a:xfrm>
            <a:off x="11616489" y="2028326"/>
            <a:ext cx="17779850" cy="10774058"/>
          </a:xfrm>
          <a:prstGeom prst="rect">
            <a:avLst/>
          </a:prstGeom>
        </p:spPr>
      </p:pic>
      <p:sp>
        <p:nvSpPr>
          <p:cNvPr id="56" name="Рисунок 55">
            <a:extLst>
              <a:ext uri="{FF2B5EF4-FFF2-40B4-BE49-F238E27FC236}">
                <a16:creationId xmlns:a16="http://schemas.microsoft.com/office/drawing/2014/main" id="{9F8C878A-FF64-2076-7C38-1A05BDF2CBA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3405136" y="2392632"/>
            <a:ext cx="14202555" cy="9330046"/>
          </a:xfrm>
          <a:custGeom>
            <a:avLst/>
            <a:gdLst>
              <a:gd name="connsiteX0" fmla="*/ 188627 w 14202555"/>
              <a:gd name="connsiteY0" fmla="*/ 0 h 9260469"/>
              <a:gd name="connsiteX1" fmla="*/ 6189211 w 14202555"/>
              <a:gd name="connsiteY1" fmla="*/ 0 h 9260469"/>
              <a:gd name="connsiteX2" fmla="*/ 6233595 w 14202555"/>
              <a:gd name="connsiteY2" fmla="*/ 44522 h 9260469"/>
              <a:gd name="connsiteX3" fmla="*/ 6233595 w 14202555"/>
              <a:gd name="connsiteY3" fmla="*/ 211478 h 9260469"/>
              <a:gd name="connsiteX4" fmla="*/ 6333459 w 14202555"/>
              <a:gd name="connsiteY4" fmla="*/ 311650 h 9260469"/>
              <a:gd name="connsiteX5" fmla="*/ 7869111 w 14202555"/>
              <a:gd name="connsiteY5" fmla="*/ 311650 h 9260469"/>
              <a:gd name="connsiteX6" fmla="*/ 7968971 w 14202555"/>
              <a:gd name="connsiteY6" fmla="*/ 211478 h 9260469"/>
              <a:gd name="connsiteX7" fmla="*/ 7968971 w 14202555"/>
              <a:gd name="connsiteY7" fmla="*/ 44522 h 9260469"/>
              <a:gd name="connsiteX8" fmla="*/ 8013355 w 14202555"/>
              <a:gd name="connsiteY8" fmla="*/ 0 h 9260469"/>
              <a:gd name="connsiteX9" fmla="*/ 14013895 w 14202555"/>
              <a:gd name="connsiteY9" fmla="*/ 0 h 9260469"/>
              <a:gd name="connsiteX10" fmla="*/ 14202555 w 14202555"/>
              <a:gd name="connsiteY10" fmla="*/ 189217 h 9260469"/>
              <a:gd name="connsiteX11" fmla="*/ 14202555 w 14202555"/>
              <a:gd name="connsiteY11" fmla="*/ 9260469 h 9260469"/>
              <a:gd name="connsiteX12" fmla="*/ 0 w 14202555"/>
              <a:gd name="connsiteY12" fmla="*/ 9260469 h 9260469"/>
              <a:gd name="connsiteX13" fmla="*/ 0 w 14202555"/>
              <a:gd name="connsiteY13" fmla="*/ 189217 h 9260469"/>
              <a:gd name="connsiteX14" fmla="*/ 188627 w 14202555"/>
              <a:gd name="connsiteY14" fmla="*/ 0 h 9260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202555" h="9260469">
                <a:moveTo>
                  <a:pt x="188627" y="0"/>
                </a:moveTo>
                <a:lnTo>
                  <a:pt x="6189211" y="0"/>
                </a:lnTo>
                <a:cubicBezTo>
                  <a:pt x="6213727" y="0"/>
                  <a:pt x="6233595" y="19933"/>
                  <a:pt x="6233595" y="44522"/>
                </a:cubicBezTo>
                <a:lnTo>
                  <a:pt x="6233595" y="211478"/>
                </a:lnTo>
                <a:cubicBezTo>
                  <a:pt x="6233595" y="266802"/>
                  <a:pt x="6278303" y="311650"/>
                  <a:pt x="6333459" y="311650"/>
                </a:cubicBezTo>
                <a:lnTo>
                  <a:pt x="7869111" y="311650"/>
                </a:lnTo>
                <a:cubicBezTo>
                  <a:pt x="7924263" y="311650"/>
                  <a:pt x="7968971" y="266802"/>
                  <a:pt x="7968971" y="211478"/>
                </a:cubicBezTo>
                <a:lnTo>
                  <a:pt x="7968971" y="44522"/>
                </a:lnTo>
                <a:cubicBezTo>
                  <a:pt x="7968971" y="19933"/>
                  <a:pt x="7988839" y="0"/>
                  <a:pt x="8013355" y="0"/>
                </a:cubicBezTo>
                <a:lnTo>
                  <a:pt x="14013895" y="0"/>
                </a:lnTo>
                <a:cubicBezTo>
                  <a:pt x="14118135" y="0"/>
                  <a:pt x="14202555" y="84715"/>
                  <a:pt x="14202555" y="189217"/>
                </a:cubicBezTo>
                <a:lnTo>
                  <a:pt x="14202555" y="9260469"/>
                </a:lnTo>
                <a:lnTo>
                  <a:pt x="0" y="9260469"/>
                </a:lnTo>
                <a:lnTo>
                  <a:pt x="0" y="189217"/>
                </a:lnTo>
                <a:cubicBezTo>
                  <a:pt x="0" y="84715"/>
                  <a:pt x="84452" y="0"/>
                  <a:pt x="1886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4DA7016C-87F0-8D73-8225-0B1FAD0885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64556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ноут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AE49062-B55F-E80A-77C1-8902F8ABD7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/>
          <a:stretch/>
        </p:blipFill>
        <p:spPr>
          <a:xfrm>
            <a:off x="2624245" y="1204913"/>
            <a:ext cx="19138684" cy="11597471"/>
          </a:xfrm>
          <a:prstGeom prst="rect">
            <a:avLst/>
          </a:prstGeom>
        </p:spPr>
      </p:pic>
      <p:sp>
        <p:nvSpPr>
          <p:cNvPr id="5" name="Рисунок 4">
            <a:extLst>
              <a:ext uri="{FF2B5EF4-FFF2-40B4-BE49-F238E27FC236}">
                <a16:creationId xmlns:a16="http://schemas.microsoft.com/office/drawing/2014/main" id="{EA0B8A73-94F2-7973-138B-BD4B016623C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574760" y="1590805"/>
            <a:ext cx="15237654" cy="9911155"/>
          </a:xfrm>
          <a:custGeom>
            <a:avLst/>
            <a:gdLst>
              <a:gd name="connsiteX0" fmla="*/ 188627 w 14202555"/>
              <a:gd name="connsiteY0" fmla="*/ 0 h 9260469"/>
              <a:gd name="connsiteX1" fmla="*/ 6189211 w 14202555"/>
              <a:gd name="connsiteY1" fmla="*/ 0 h 9260469"/>
              <a:gd name="connsiteX2" fmla="*/ 6233595 w 14202555"/>
              <a:gd name="connsiteY2" fmla="*/ 44522 h 9260469"/>
              <a:gd name="connsiteX3" fmla="*/ 6233595 w 14202555"/>
              <a:gd name="connsiteY3" fmla="*/ 211478 h 9260469"/>
              <a:gd name="connsiteX4" fmla="*/ 6333459 w 14202555"/>
              <a:gd name="connsiteY4" fmla="*/ 311650 h 9260469"/>
              <a:gd name="connsiteX5" fmla="*/ 7869111 w 14202555"/>
              <a:gd name="connsiteY5" fmla="*/ 311650 h 9260469"/>
              <a:gd name="connsiteX6" fmla="*/ 7968971 w 14202555"/>
              <a:gd name="connsiteY6" fmla="*/ 211478 h 9260469"/>
              <a:gd name="connsiteX7" fmla="*/ 7968971 w 14202555"/>
              <a:gd name="connsiteY7" fmla="*/ 44522 h 9260469"/>
              <a:gd name="connsiteX8" fmla="*/ 8013355 w 14202555"/>
              <a:gd name="connsiteY8" fmla="*/ 0 h 9260469"/>
              <a:gd name="connsiteX9" fmla="*/ 14013895 w 14202555"/>
              <a:gd name="connsiteY9" fmla="*/ 0 h 9260469"/>
              <a:gd name="connsiteX10" fmla="*/ 14202555 w 14202555"/>
              <a:gd name="connsiteY10" fmla="*/ 189217 h 9260469"/>
              <a:gd name="connsiteX11" fmla="*/ 14202555 w 14202555"/>
              <a:gd name="connsiteY11" fmla="*/ 9260469 h 9260469"/>
              <a:gd name="connsiteX12" fmla="*/ 0 w 14202555"/>
              <a:gd name="connsiteY12" fmla="*/ 9260469 h 9260469"/>
              <a:gd name="connsiteX13" fmla="*/ 0 w 14202555"/>
              <a:gd name="connsiteY13" fmla="*/ 189217 h 9260469"/>
              <a:gd name="connsiteX14" fmla="*/ 188627 w 14202555"/>
              <a:gd name="connsiteY14" fmla="*/ 0 h 9260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202555" h="9260469">
                <a:moveTo>
                  <a:pt x="188627" y="0"/>
                </a:moveTo>
                <a:lnTo>
                  <a:pt x="6189211" y="0"/>
                </a:lnTo>
                <a:cubicBezTo>
                  <a:pt x="6213727" y="0"/>
                  <a:pt x="6233595" y="19933"/>
                  <a:pt x="6233595" y="44522"/>
                </a:cubicBezTo>
                <a:lnTo>
                  <a:pt x="6233595" y="211478"/>
                </a:lnTo>
                <a:cubicBezTo>
                  <a:pt x="6233595" y="266802"/>
                  <a:pt x="6278303" y="311650"/>
                  <a:pt x="6333459" y="311650"/>
                </a:cubicBezTo>
                <a:lnTo>
                  <a:pt x="7869111" y="311650"/>
                </a:lnTo>
                <a:cubicBezTo>
                  <a:pt x="7924263" y="311650"/>
                  <a:pt x="7968971" y="266802"/>
                  <a:pt x="7968971" y="211478"/>
                </a:cubicBezTo>
                <a:lnTo>
                  <a:pt x="7968971" y="44522"/>
                </a:lnTo>
                <a:cubicBezTo>
                  <a:pt x="7968971" y="19933"/>
                  <a:pt x="7988839" y="0"/>
                  <a:pt x="8013355" y="0"/>
                </a:cubicBezTo>
                <a:lnTo>
                  <a:pt x="14013895" y="0"/>
                </a:lnTo>
                <a:cubicBezTo>
                  <a:pt x="14118135" y="0"/>
                  <a:pt x="14202555" y="84715"/>
                  <a:pt x="14202555" y="189217"/>
                </a:cubicBezTo>
                <a:lnTo>
                  <a:pt x="14202555" y="9260469"/>
                </a:lnTo>
                <a:lnTo>
                  <a:pt x="0" y="9260469"/>
                </a:lnTo>
                <a:lnTo>
                  <a:pt x="0" y="189217"/>
                </a:lnTo>
                <a:cubicBezTo>
                  <a:pt x="0" y="84715"/>
                  <a:pt x="84452" y="0"/>
                  <a:pt x="1886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CE61CF53-AC44-A716-0D71-9E5ABAD07A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53956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ноут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EDF46C2-15E0-0432-F57A-B48A091936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/>
          <a:stretch/>
        </p:blipFill>
        <p:spPr>
          <a:xfrm>
            <a:off x="7176494" y="2028326"/>
            <a:ext cx="17779850" cy="10774058"/>
          </a:xfrm>
          <a:prstGeom prst="rect">
            <a:avLst/>
          </a:prstGeom>
        </p:spPr>
      </p:pic>
      <p:sp>
        <p:nvSpPr>
          <p:cNvPr id="7" name="Рисунок 6">
            <a:extLst>
              <a:ext uri="{FF2B5EF4-FFF2-40B4-BE49-F238E27FC236}">
                <a16:creationId xmlns:a16="http://schemas.microsoft.com/office/drawing/2014/main" id="{E70F8168-B13A-1453-7384-97AFBDDD8C1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965141" y="2392632"/>
            <a:ext cx="14202555" cy="9330046"/>
          </a:xfrm>
          <a:custGeom>
            <a:avLst/>
            <a:gdLst>
              <a:gd name="connsiteX0" fmla="*/ 188627 w 14202555"/>
              <a:gd name="connsiteY0" fmla="*/ 0 h 9260469"/>
              <a:gd name="connsiteX1" fmla="*/ 6189211 w 14202555"/>
              <a:gd name="connsiteY1" fmla="*/ 0 h 9260469"/>
              <a:gd name="connsiteX2" fmla="*/ 6233595 w 14202555"/>
              <a:gd name="connsiteY2" fmla="*/ 44522 h 9260469"/>
              <a:gd name="connsiteX3" fmla="*/ 6233595 w 14202555"/>
              <a:gd name="connsiteY3" fmla="*/ 211478 h 9260469"/>
              <a:gd name="connsiteX4" fmla="*/ 6333459 w 14202555"/>
              <a:gd name="connsiteY4" fmla="*/ 311650 h 9260469"/>
              <a:gd name="connsiteX5" fmla="*/ 7869111 w 14202555"/>
              <a:gd name="connsiteY5" fmla="*/ 311650 h 9260469"/>
              <a:gd name="connsiteX6" fmla="*/ 7968971 w 14202555"/>
              <a:gd name="connsiteY6" fmla="*/ 211478 h 9260469"/>
              <a:gd name="connsiteX7" fmla="*/ 7968971 w 14202555"/>
              <a:gd name="connsiteY7" fmla="*/ 44522 h 9260469"/>
              <a:gd name="connsiteX8" fmla="*/ 8013355 w 14202555"/>
              <a:gd name="connsiteY8" fmla="*/ 0 h 9260469"/>
              <a:gd name="connsiteX9" fmla="*/ 14013895 w 14202555"/>
              <a:gd name="connsiteY9" fmla="*/ 0 h 9260469"/>
              <a:gd name="connsiteX10" fmla="*/ 14202555 w 14202555"/>
              <a:gd name="connsiteY10" fmla="*/ 189217 h 9260469"/>
              <a:gd name="connsiteX11" fmla="*/ 14202555 w 14202555"/>
              <a:gd name="connsiteY11" fmla="*/ 9260469 h 9260469"/>
              <a:gd name="connsiteX12" fmla="*/ 0 w 14202555"/>
              <a:gd name="connsiteY12" fmla="*/ 9260469 h 9260469"/>
              <a:gd name="connsiteX13" fmla="*/ 0 w 14202555"/>
              <a:gd name="connsiteY13" fmla="*/ 189217 h 9260469"/>
              <a:gd name="connsiteX14" fmla="*/ 188627 w 14202555"/>
              <a:gd name="connsiteY14" fmla="*/ 0 h 9260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202555" h="9260469">
                <a:moveTo>
                  <a:pt x="188627" y="0"/>
                </a:moveTo>
                <a:lnTo>
                  <a:pt x="6189211" y="0"/>
                </a:lnTo>
                <a:cubicBezTo>
                  <a:pt x="6213727" y="0"/>
                  <a:pt x="6233595" y="19933"/>
                  <a:pt x="6233595" y="44522"/>
                </a:cubicBezTo>
                <a:lnTo>
                  <a:pt x="6233595" y="211478"/>
                </a:lnTo>
                <a:cubicBezTo>
                  <a:pt x="6233595" y="266802"/>
                  <a:pt x="6278303" y="311650"/>
                  <a:pt x="6333459" y="311650"/>
                </a:cubicBezTo>
                <a:lnTo>
                  <a:pt x="7869111" y="311650"/>
                </a:lnTo>
                <a:cubicBezTo>
                  <a:pt x="7924263" y="311650"/>
                  <a:pt x="7968971" y="266802"/>
                  <a:pt x="7968971" y="211478"/>
                </a:cubicBezTo>
                <a:lnTo>
                  <a:pt x="7968971" y="44522"/>
                </a:lnTo>
                <a:cubicBezTo>
                  <a:pt x="7968971" y="19933"/>
                  <a:pt x="7988839" y="0"/>
                  <a:pt x="8013355" y="0"/>
                </a:cubicBezTo>
                <a:lnTo>
                  <a:pt x="14013895" y="0"/>
                </a:lnTo>
                <a:cubicBezTo>
                  <a:pt x="14118135" y="0"/>
                  <a:pt x="14202555" y="84715"/>
                  <a:pt x="14202555" y="189217"/>
                </a:cubicBezTo>
                <a:lnTo>
                  <a:pt x="14202555" y="9260469"/>
                </a:lnTo>
                <a:lnTo>
                  <a:pt x="0" y="9260469"/>
                </a:lnTo>
                <a:lnTo>
                  <a:pt x="0" y="189217"/>
                </a:lnTo>
                <a:cubicBezTo>
                  <a:pt x="0" y="84715"/>
                  <a:pt x="84452" y="0"/>
                  <a:pt x="1886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E22C386F-4191-0092-AEEB-4CC304B9B8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2028326"/>
            <a:ext cx="7124547" cy="205184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7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8000"/>
              </a:lnSpc>
              <a:spcBef>
                <a:spcPct val="0"/>
              </a:spcBef>
            </a:pPr>
            <a:r>
              <a:rPr lang="ru-RU" dirty="0"/>
              <a:t>Небольшой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534020AA-59FB-BE7E-7DFC-18F05AA2186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9353" y="4821203"/>
            <a:ext cx="6602033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D158F3ED-C0CB-30C8-FF5B-7449E18CD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54348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ноут_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6D6838AC-8E76-7CA5-AE3E-FAC29AE59EBD}"/>
              </a:ext>
            </a:extLst>
          </p:cNvPr>
          <p:cNvSpPr/>
          <p:nvPr userDrawn="1"/>
        </p:nvSpPr>
        <p:spPr>
          <a:xfrm>
            <a:off x="1212850" y="1204913"/>
            <a:ext cx="15287914" cy="11306175"/>
          </a:xfrm>
          <a:prstGeom prst="roundRect">
            <a:avLst>
              <a:gd name="adj" fmla="val 330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6FF5482-F5E3-71CA-78C2-8F09EE96F73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1705497" y="2537113"/>
            <a:ext cx="14261056" cy="8641774"/>
          </a:xfrm>
          <a:prstGeom prst="rect">
            <a:avLst/>
          </a:prstGeom>
        </p:spPr>
      </p:pic>
      <p:sp>
        <p:nvSpPr>
          <p:cNvPr id="7" name="Рисунок 6">
            <a:extLst>
              <a:ext uri="{FF2B5EF4-FFF2-40B4-BE49-F238E27FC236}">
                <a16:creationId xmlns:a16="http://schemas.microsoft.com/office/drawing/2014/main" id="{E70F8168-B13A-1453-7384-97AFBDDD8C1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159713" y="2839852"/>
            <a:ext cx="11391740" cy="7464495"/>
          </a:xfrm>
          <a:custGeom>
            <a:avLst/>
            <a:gdLst>
              <a:gd name="connsiteX0" fmla="*/ 188627 w 14202555"/>
              <a:gd name="connsiteY0" fmla="*/ 0 h 9260469"/>
              <a:gd name="connsiteX1" fmla="*/ 6189211 w 14202555"/>
              <a:gd name="connsiteY1" fmla="*/ 0 h 9260469"/>
              <a:gd name="connsiteX2" fmla="*/ 6233595 w 14202555"/>
              <a:gd name="connsiteY2" fmla="*/ 44522 h 9260469"/>
              <a:gd name="connsiteX3" fmla="*/ 6233595 w 14202555"/>
              <a:gd name="connsiteY3" fmla="*/ 211478 h 9260469"/>
              <a:gd name="connsiteX4" fmla="*/ 6333459 w 14202555"/>
              <a:gd name="connsiteY4" fmla="*/ 311650 h 9260469"/>
              <a:gd name="connsiteX5" fmla="*/ 7869111 w 14202555"/>
              <a:gd name="connsiteY5" fmla="*/ 311650 h 9260469"/>
              <a:gd name="connsiteX6" fmla="*/ 7968971 w 14202555"/>
              <a:gd name="connsiteY6" fmla="*/ 211478 h 9260469"/>
              <a:gd name="connsiteX7" fmla="*/ 7968971 w 14202555"/>
              <a:gd name="connsiteY7" fmla="*/ 44522 h 9260469"/>
              <a:gd name="connsiteX8" fmla="*/ 8013355 w 14202555"/>
              <a:gd name="connsiteY8" fmla="*/ 0 h 9260469"/>
              <a:gd name="connsiteX9" fmla="*/ 14013895 w 14202555"/>
              <a:gd name="connsiteY9" fmla="*/ 0 h 9260469"/>
              <a:gd name="connsiteX10" fmla="*/ 14202555 w 14202555"/>
              <a:gd name="connsiteY10" fmla="*/ 189217 h 9260469"/>
              <a:gd name="connsiteX11" fmla="*/ 14202555 w 14202555"/>
              <a:gd name="connsiteY11" fmla="*/ 9260469 h 9260469"/>
              <a:gd name="connsiteX12" fmla="*/ 0 w 14202555"/>
              <a:gd name="connsiteY12" fmla="*/ 9260469 h 9260469"/>
              <a:gd name="connsiteX13" fmla="*/ 0 w 14202555"/>
              <a:gd name="connsiteY13" fmla="*/ 189217 h 9260469"/>
              <a:gd name="connsiteX14" fmla="*/ 188627 w 14202555"/>
              <a:gd name="connsiteY14" fmla="*/ 0 h 9260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202555" h="9260469">
                <a:moveTo>
                  <a:pt x="188627" y="0"/>
                </a:moveTo>
                <a:lnTo>
                  <a:pt x="6189211" y="0"/>
                </a:lnTo>
                <a:cubicBezTo>
                  <a:pt x="6213727" y="0"/>
                  <a:pt x="6233595" y="19933"/>
                  <a:pt x="6233595" y="44522"/>
                </a:cubicBezTo>
                <a:lnTo>
                  <a:pt x="6233595" y="211478"/>
                </a:lnTo>
                <a:cubicBezTo>
                  <a:pt x="6233595" y="266802"/>
                  <a:pt x="6278303" y="311650"/>
                  <a:pt x="6333459" y="311650"/>
                </a:cubicBezTo>
                <a:lnTo>
                  <a:pt x="7869111" y="311650"/>
                </a:lnTo>
                <a:cubicBezTo>
                  <a:pt x="7924263" y="311650"/>
                  <a:pt x="7968971" y="266802"/>
                  <a:pt x="7968971" y="211478"/>
                </a:cubicBezTo>
                <a:lnTo>
                  <a:pt x="7968971" y="44522"/>
                </a:lnTo>
                <a:cubicBezTo>
                  <a:pt x="7968971" y="19933"/>
                  <a:pt x="7988839" y="0"/>
                  <a:pt x="8013355" y="0"/>
                </a:cubicBezTo>
                <a:lnTo>
                  <a:pt x="14013895" y="0"/>
                </a:lnTo>
                <a:cubicBezTo>
                  <a:pt x="14118135" y="0"/>
                  <a:pt x="14202555" y="84715"/>
                  <a:pt x="14202555" y="189217"/>
                </a:cubicBezTo>
                <a:lnTo>
                  <a:pt x="14202555" y="9260469"/>
                </a:lnTo>
                <a:lnTo>
                  <a:pt x="0" y="9260469"/>
                </a:lnTo>
                <a:lnTo>
                  <a:pt x="0" y="189217"/>
                </a:lnTo>
                <a:cubicBezTo>
                  <a:pt x="0" y="84715"/>
                  <a:pt x="84452" y="0"/>
                  <a:pt x="1886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12" name="Текст 7">
            <a:extLst>
              <a:ext uri="{FF2B5EF4-FFF2-40B4-BE49-F238E27FC236}">
                <a16:creationId xmlns:a16="http://schemas.microsoft.com/office/drawing/2014/main" id="{6F40E742-61D1-8808-90CF-486BAACA2E5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37296" y="7579933"/>
            <a:ext cx="5963057" cy="205184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7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8000"/>
              </a:lnSpc>
              <a:spcBef>
                <a:spcPct val="0"/>
              </a:spcBef>
            </a:pPr>
            <a:r>
              <a:rPr lang="ru-RU" dirty="0"/>
              <a:t>Небольшой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F4B59B3D-BFB1-B884-2D6C-0F2E41DC72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237297" y="10372810"/>
            <a:ext cx="5969686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15FA9A4D-2890-33AA-1F69-6428DC39D9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10000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телефон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FC2723F-FC78-6799-D716-7919E06F03D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086189" y="1238780"/>
            <a:ext cx="5524153" cy="11320799"/>
          </a:xfrm>
          <a:prstGeom prst="rect">
            <a:avLst/>
          </a:prstGeom>
        </p:spPr>
      </p:pic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54711659-92E6-BBF8-8629-8E70C3FF2C2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4332086" y="1441363"/>
            <a:ext cx="5032356" cy="10915633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363C6D36-B8DF-C6C5-8B74-7291CD2471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2437197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330EA33F-0293-6875-0A36-5C72485488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92848" y="5759020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86A53AF4-4C43-1C64-31FC-43E4F7B71FF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92848" y="6368620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C41D8E70-6BBA-1334-AA32-0CB1127672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92848" y="8788832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68613952-CE0B-FFE2-CCD8-1D67390D575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92848" y="9398432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00A9292E-FEA6-7769-6B4A-C50D732ED4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73861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телефон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FC2723F-FC78-6799-D716-7919E06F03D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877673" y="1850017"/>
            <a:ext cx="8116186" cy="16632724"/>
          </a:xfrm>
          <a:prstGeom prst="rect">
            <a:avLst/>
          </a:prstGeom>
        </p:spPr>
      </p:pic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54711659-92E6-BBF8-8629-8E70C3FF2C2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3245170" y="2184771"/>
            <a:ext cx="7382709" cy="16013760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 dirty="0"/>
          </a:p>
        </p:txBody>
      </p:sp>
      <p:sp>
        <p:nvSpPr>
          <p:cNvPr id="4" name="Текст 7">
            <a:extLst>
              <a:ext uri="{FF2B5EF4-FFF2-40B4-BE49-F238E27FC236}">
                <a16:creationId xmlns:a16="http://schemas.microsoft.com/office/drawing/2014/main" id="{56E34CB6-97FB-2071-0045-869447EA101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7515755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Текст 55">
            <a:extLst>
              <a:ext uri="{FF2B5EF4-FFF2-40B4-BE49-F238E27FC236}">
                <a16:creationId xmlns:a16="http://schemas.microsoft.com/office/drawing/2014/main" id="{4ED89B1C-C71C-3EB1-4969-9A6071F209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9353" y="10735978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7" name="Номер слайда 2">
            <a:extLst>
              <a:ext uri="{FF2B5EF4-FFF2-40B4-BE49-F238E27FC236}">
                <a16:creationId xmlns:a16="http://schemas.microsoft.com/office/drawing/2014/main" id="{5C059E4F-B17E-D6F8-69FC-BECC4CA8BE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2237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телефон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DAEF54D6-C4D4-F7EC-F6F5-0F5A6536EB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0" name="Shape 0">
            <a:extLst>
              <a:ext uri="{FF2B5EF4-FFF2-40B4-BE49-F238E27FC236}">
                <a16:creationId xmlns:a16="http://schemas.microsoft.com/office/drawing/2014/main" id="{3B903C9F-FB44-7C7B-C487-4DE1D8D69083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1" name="Текст 7">
            <a:extLst>
              <a:ext uri="{FF2B5EF4-FFF2-40B4-BE49-F238E27FC236}">
                <a16:creationId xmlns:a16="http://schemas.microsoft.com/office/drawing/2014/main" id="{881E9D9C-B6DD-D838-6EE4-D7303C89E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8CEAD1D2-656F-828B-6206-6C77A8CB18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92848" y="4139603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939BDB43-0876-D6E2-2015-32A3B73D9F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92848" y="4749203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B350CE25-128E-CFCA-F2C2-1A2A8AF65E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92848" y="7169415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EB27B958-1B23-B530-051A-EA5B3181B4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92848" y="7779015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9C53A9A6-35A5-6663-FFBF-70EBFD2957C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92848" y="10199227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E63511CA-F580-9C1D-688A-E392FCC8732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792848" y="10808827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0F64432-AC0F-1F33-A866-7FF3CB0A7DC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014201" y="1238781"/>
            <a:ext cx="4864270" cy="9968482"/>
          </a:xfrm>
          <a:prstGeom prst="rect">
            <a:avLst/>
          </a:prstGeom>
        </p:spPr>
      </p:pic>
      <p:sp>
        <p:nvSpPr>
          <p:cNvPr id="5" name="Рисунок 4">
            <a:extLst>
              <a:ext uri="{FF2B5EF4-FFF2-40B4-BE49-F238E27FC236}">
                <a16:creationId xmlns:a16="http://schemas.microsoft.com/office/drawing/2014/main" id="{5F0A4FED-BB2E-DBF3-C673-05F3777BDE4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2239651" y="1441364"/>
            <a:ext cx="4413371" cy="9573000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2DD0971-5C08-ECE0-BEC6-380EC6C8CC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7696543" y="2542606"/>
            <a:ext cx="4864270" cy="9968482"/>
          </a:xfrm>
          <a:prstGeom prst="rect">
            <a:avLst/>
          </a:prstGeom>
        </p:spPr>
      </p:pic>
      <p:sp>
        <p:nvSpPr>
          <p:cNvPr id="7" name="Рисунок 6">
            <a:extLst>
              <a:ext uri="{FF2B5EF4-FFF2-40B4-BE49-F238E27FC236}">
                <a16:creationId xmlns:a16="http://schemas.microsoft.com/office/drawing/2014/main" id="{9B96D817-5C34-B4CE-1B4A-7D41A4D9146D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7921993" y="2745189"/>
            <a:ext cx="4413371" cy="9573000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17517D9D-F9F3-03EE-1838-C30A819EDB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6428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мокап ноут_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FBA50A82-E9AC-1FBC-0666-B190F213EF5E}"/>
              </a:ext>
            </a:extLst>
          </p:cNvPr>
          <p:cNvSpPr/>
          <p:nvPr userDrawn="1"/>
        </p:nvSpPr>
        <p:spPr>
          <a:xfrm>
            <a:off x="1212850" y="1204913"/>
            <a:ext cx="15287914" cy="11306175"/>
          </a:xfrm>
          <a:prstGeom prst="roundRect">
            <a:avLst>
              <a:gd name="adj" fmla="val 330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2" name="Текст 7">
            <a:extLst>
              <a:ext uri="{FF2B5EF4-FFF2-40B4-BE49-F238E27FC236}">
                <a16:creationId xmlns:a16="http://schemas.microsoft.com/office/drawing/2014/main" id="{6F40E742-61D1-8808-90CF-486BAACA2E5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37296" y="7579933"/>
            <a:ext cx="5963057" cy="205184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7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8000"/>
              </a:lnSpc>
              <a:spcBef>
                <a:spcPct val="0"/>
              </a:spcBef>
            </a:pPr>
            <a:r>
              <a:rPr lang="ru-RU" dirty="0"/>
              <a:t>Небольшой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F4B59B3D-BFB1-B884-2D6C-0F2E41DC72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237297" y="10372810"/>
            <a:ext cx="5969686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0401281E-5343-ACCA-84A6-DF5422BB95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/>
          <a:stretch/>
        </p:blipFill>
        <p:spPr>
          <a:xfrm>
            <a:off x="1823994" y="2238462"/>
            <a:ext cx="4508346" cy="9239077"/>
          </a:xfrm>
          <a:prstGeom prst="rect">
            <a:avLst/>
          </a:prstGeom>
        </p:spPr>
      </p:pic>
      <p:sp>
        <p:nvSpPr>
          <p:cNvPr id="28" name="Рисунок 27">
            <a:extLst>
              <a:ext uri="{FF2B5EF4-FFF2-40B4-BE49-F238E27FC236}">
                <a16:creationId xmlns:a16="http://schemas.microsoft.com/office/drawing/2014/main" id="{0858B215-FE2D-1C78-440B-FE0BF3940883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024676" y="2403793"/>
            <a:ext cx="4106983" cy="8908415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3DEFAC9E-0459-CF0F-0339-401CFB44D1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/>
          <a:stretch/>
        </p:blipFill>
        <p:spPr>
          <a:xfrm>
            <a:off x="6581852" y="2238462"/>
            <a:ext cx="4508346" cy="9239077"/>
          </a:xfrm>
          <a:prstGeom prst="rect">
            <a:avLst/>
          </a:prstGeom>
        </p:spPr>
      </p:pic>
      <p:sp>
        <p:nvSpPr>
          <p:cNvPr id="27" name="Рисунок 26">
            <a:extLst>
              <a:ext uri="{FF2B5EF4-FFF2-40B4-BE49-F238E27FC236}">
                <a16:creationId xmlns:a16="http://schemas.microsoft.com/office/drawing/2014/main" id="{69804B29-5149-C3BD-6E11-034F13152ADB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782534" y="2403793"/>
            <a:ext cx="4106983" cy="8908415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7361842-0B34-E831-121D-10082EDDCF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/>
          <a:stretch/>
        </p:blipFill>
        <p:spPr>
          <a:xfrm>
            <a:off x="11339710" y="2238462"/>
            <a:ext cx="4508346" cy="9239077"/>
          </a:xfrm>
          <a:prstGeom prst="rect">
            <a:avLst/>
          </a:prstGeom>
        </p:spPr>
      </p:pic>
      <p:sp>
        <p:nvSpPr>
          <p:cNvPr id="6" name="Рисунок 5">
            <a:extLst>
              <a:ext uri="{FF2B5EF4-FFF2-40B4-BE49-F238E27FC236}">
                <a16:creationId xmlns:a16="http://schemas.microsoft.com/office/drawing/2014/main" id="{6830D9F5-8E57-059A-A5D3-54E2996C555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1540393" y="2403793"/>
            <a:ext cx="4106983" cy="8908415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7" name="Номер слайда 2">
            <a:extLst>
              <a:ext uri="{FF2B5EF4-FFF2-40B4-BE49-F238E27FC236}">
                <a16:creationId xmlns:a16="http://schemas.microsoft.com/office/drawing/2014/main" id="{B0C168A9-BE3B-166D-CFD0-A52D571640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32460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цесс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 ">
            <a:extLst>
              <a:ext uri="{FF2B5EF4-FFF2-40B4-BE49-F238E27FC236}">
                <a16:creationId xmlns:a16="http://schemas.microsoft.com/office/drawing/2014/main" id="{3E998ECC-8AC2-14D1-ACBC-4C06D536BF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13781348" y="0"/>
            <a:ext cx="10605826" cy="13716000"/>
          </a:xfrm>
          <a:prstGeom prst="rect">
            <a:avLst/>
          </a:prstGeom>
        </p:spPr>
      </p:pic>
      <p:pic>
        <p:nvPicPr>
          <p:cNvPr id="16" name="Image 17" descr=" ">
            <a:extLst>
              <a:ext uri="{FF2B5EF4-FFF2-40B4-BE49-F238E27FC236}">
                <a16:creationId xmlns:a16="http://schemas.microsoft.com/office/drawing/2014/main" id="{77176B24-9B20-541F-4351-EC6C9AD289D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7" name="Текст 7">
            <a:extLst>
              <a:ext uri="{FF2B5EF4-FFF2-40B4-BE49-F238E27FC236}">
                <a16:creationId xmlns:a16="http://schemas.microsoft.com/office/drawing/2014/main" id="{3A80AE7B-09FC-99D1-CD1F-EEFFA3FD11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737380" y="5126757"/>
            <a:ext cx="7436945" cy="346248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Несколько этапов </a:t>
            </a:r>
            <a:br>
              <a:rPr lang="ru-RU" dirty="0"/>
            </a:br>
            <a:r>
              <a:rPr lang="ru-RU" dirty="0"/>
              <a:t>процесса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156908DE-AC51-FF99-90DE-F5AE527FAAD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889" y="147359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Работа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CA5B8839-CCE7-2B94-1426-178E2DE0F31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889" y="2007625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en-US" sz="2400" dirty="0" err="1">
                <a:latin typeface="Graphik LC Regular" panose="020B0503030202060203" pitchFamily="34" charset="0"/>
              </a:rPr>
              <a:t>Задача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выжить</a:t>
            </a:r>
            <a:r>
              <a:rPr lang="en-US" sz="2400" dirty="0">
                <a:latin typeface="Graphik LC Regular" panose="020B0503030202060203" pitchFamily="34" charset="0"/>
              </a:rPr>
              <a:t>.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Вы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делаете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работу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чтобы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получить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зарплату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не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ищите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других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вознаграждений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это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D28040AC-C0D1-1117-E12A-5E246EDB669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11889" y="4421299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Работа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EC00DCA1-9DA2-A8EC-50E5-525ED2836F2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11889" y="4997139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en-US" sz="2400" dirty="0" err="1">
                <a:latin typeface="Graphik LC Regular" panose="020B0503030202060203" pitchFamily="34" charset="0"/>
              </a:rPr>
              <a:t>Задача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выжить</a:t>
            </a:r>
            <a:r>
              <a:rPr lang="en-US" sz="2400" dirty="0">
                <a:latin typeface="Graphik LC Regular" panose="020B0503030202060203" pitchFamily="34" charset="0"/>
              </a:rPr>
              <a:t>.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Вы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делаете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работу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чтобы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получить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зарплату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не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ищите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других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вознаграждений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это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8CBF87D4-2ED4-739E-9001-1D12A272D9F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11889" y="7410813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Работа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F0362CD4-4D51-90EE-6815-DC208D46926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11889" y="7986653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en-US" sz="2400" dirty="0" err="1">
                <a:latin typeface="Graphik LC Regular" panose="020B0503030202060203" pitchFamily="34" charset="0"/>
              </a:rPr>
              <a:t>Задача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выжить</a:t>
            </a:r>
            <a:r>
              <a:rPr lang="en-US" sz="2400" dirty="0">
                <a:latin typeface="Graphik LC Regular" panose="020B0503030202060203" pitchFamily="34" charset="0"/>
              </a:rPr>
              <a:t>.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Вы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делаете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работу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чтобы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получить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зарплату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не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ищите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других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вознаграждений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это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329DE263-E828-EA0C-FC22-77233ECF6C4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11889" y="10400327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Работа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722CA304-6AC9-588C-4315-C94CF026E9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111889" y="10976165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en-US" sz="2400" dirty="0" err="1">
                <a:latin typeface="Graphik LC Regular" panose="020B0503030202060203" pitchFamily="34" charset="0"/>
              </a:rPr>
              <a:t>Задача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выжить</a:t>
            </a:r>
            <a:r>
              <a:rPr lang="en-US" sz="2400" dirty="0">
                <a:latin typeface="Graphik LC Regular" panose="020B0503030202060203" pitchFamily="34" charset="0"/>
              </a:rPr>
              <a:t>.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Вы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делаете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работу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чтобы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получить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зарплату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не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ищите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других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вознаграждений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это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BBC085BC-2326-D82A-83C0-48C6075876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81885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ймлайн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17" descr=" ">
            <a:extLst>
              <a:ext uri="{FF2B5EF4-FFF2-40B4-BE49-F238E27FC236}">
                <a16:creationId xmlns:a16="http://schemas.microsoft.com/office/drawing/2014/main" id="{8AD7A007-A477-3998-0D95-8491D903E82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8" name="Текст 7">
            <a:extLst>
              <a:ext uri="{FF2B5EF4-FFF2-40B4-BE49-F238E27FC236}">
                <a16:creationId xmlns:a16="http://schemas.microsoft.com/office/drawing/2014/main" id="{EC9BD3E0-1895-C455-1B07-A6F28F52C8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43FFF9A1-0A4F-D8AF-8DA0-2CAADE5EA2B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28697" y="6532221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Дата 1</a:t>
            </a:r>
          </a:p>
        </p:txBody>
      </p:sp>
      <p:sp>
        <p:nvSpPr>
          <p:cNvPr id="30" name="Текст 55">
            <a:extLst>
              <a:ext uri="{FF2B5EF4-FFF2-40B4-BE49-F238E27FC236}">
                <a16:creationId xmlns:a16="http://schemas.microsoft.com/office/drawing/2014/main" id="{C02E3CB7-AE4A-1D3A-6233-B6FEF952BDB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78839" y="6532221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Дата 2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B873B34F-9C90-3F81-DFB2-FD0105FE5BD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537467" y="6532221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Дата 3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25FA622-CFEF-86D8-372A-26FE2D5963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  <p:sp>
        <p:nvSpPr>
          <p:cNvPr id="6" name="Текст 55">
            <a:extLst>
              <a:ext uri="{FF2B5EF4-FFF2-40B4-BE49-F238E27FC236}">
                <a16:creationId xmlns:a16="http://schemas.microsoft.com/office/drawing/2014/main" id="{06B8E5FC-4032-EA75-05BC-BE3AB45DC8C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28696" y="7369020"/>
            <a:ext cx="5640293" cy="15678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2400" dirty="0" smtClean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ru-RU" sz="2400" b="0" i="0" dirty="0">
                <a:solidFill>
                  <a:schemeClr val="bg1"/>
                </a:solidFill>
                <a:latin typeface="Graphik LC Regular" panose="020B0503030202060203" pitchFamily="34" charset="0"/>
              </a:rPr>
              <a:t>25.07 – Окончание приема заявлений</a:t>
            </a:r>
          </a:p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ru-RU" sz="2400" b="0" i="0" dirty="0">
                <a:solidFill>
                  <a:schemeClr val="bg1"/>
                </a:solidFill>
                <a:latin typeface="Graphik LC Regular" panose="020B0503030202060203" pitchFamily="34" charset="0"/>
              </a:rPr>
              <a:t>03.08 – Окончание приема оригинала</a:t>
            </a:r>
          </a:p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ru-RU" sz="2400" b="0" i="0" dirty="0">
                <a:solidFill>
                  <a:schemeClr val="bg1"/>
                </a:solidFill>
                <a:latin typeface="Graphik LC Regular" panose="020B0503030202060203" pitchFamily="34" charset="0"/>
              </a:rPr>
              <a:t>04.08 – Приказ о зачислении</a:t>
            </a:r>
          </a:p>
        </p:txBody>
      </p:sp>
      <p:sp>
        <p:nvSpPr>
          <p:cNvPr id="7" name="Текст 55">
            <a:extLst>
              <a:ext uri="{FF2B5EF4-FFF2-40B4-BE49-F238E27FC236}">
                <a16:creationId xmlns:a16="http://schemas.microsoft.com/office/drawing/2014/main" id="{9A873D72-29CA-5E4F-5CD8-6B5CB240205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78839" y="7369020"/>
            <a:ext cx="5640293" cy="15678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2400" dirty="0" smtClean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ru-RU" sz="2400" b="0" i="0" dirty="0">
                <a:solidFill>
                  <a:schemeClr val="bg1"/>
                </a:solidFill>
                <a:latin typeface="Graphik LC Regular" panose="020B0503030202060203" pitchFamily="34" charset="0"/>
              </a:rPr>
              <a:t>25.07 – Окончание приема заявлений</a:t>
            </a:r>
          </a:p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ru-RU" sz="2400" b="0" i="0" dirty="0">
                <a:solidFill>
                  <a:schemeClr val="bg1"/>
                </a:solidFill>
                <a:latin typeface="Graphik LC Regular" panose="020B0503030202060203" pitchFamily="34" charset="0"/>
              </a:rPr>
              <a:t>03.08 – Окончание приема оригинала</a:t>
            </a:r>
          </a:p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ru-RU" sz="2400" b="0" i="0" dirty="0">
                <a:solidFill>
                  <a:schemeClr val="bg1"/>
                </a:solidFill>
                <a:latin typeface="Graphik LC Regular" panose="020B0503030202060203" pitchFamily="34" charset="0"/>
              </a:rPr>
              <a:t>04.08 – Приказ о зачислении</a:t>
            </a:r>
          </a:p>
        </p:txBody>
      </p:sp>
      <p:sp>
        <p:nvSpPr>
          <p:cNvPr id="8" name="Текст 55">
            <a:extLst>
              <a:ext uri="{FF2B5EF4-FFF2-40B4-BE49-F238E27FC236}">
                <a16:creationId xmlns:a16="http://schemas.microsoft.com/office/drawing/2014/main" id="{63117E9F-59F1-44DB-56B9-57D8A43217A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537467" y="7369020"/>
            <a:ext cx="5640293" cy="15678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2400" dirty="0" smtClean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ru-RU" sz="2400" b="0" i="0" dirty="0">
                <a:solidFill>
                  <a:schemeClr val="bg1"/>
                </a:solidFill>
                <a:latin typeface="Graphik LC Regular" panose="020B0503030202060203" pitchFamily="34" charset="0"/>
              </a:rPr>
              <a:t>25.07 – Окончание приема заявлений</a:t>
            </a:r>
          </a:p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ru-RU" sz="2400" b="0" i="0" dirty="0">
                <a:solidFill>
                  <a:schemeClr val="bg1"/>
                </a:solidFill>
                <a:latin typeface="Graphik LC Regular" panose="020B0503030202060203" pitchFamily="34" charset="0"/>
              </a:rPr>
              <a:t>03.08 – Окончание приема оригинала</a:t>
            </a:r>
          </a:p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ru-RU" sz="2400" b="0" i="0" dirty="0">
                <a:solidFill>
                  <a:schemeClr val="bg1"/>
                </a:solidFill>
                <a:latin typeface="Graphik LC Regular" panose="020B0503030202060203" pitchFamily="34" charset="0"/>
              </a:rPr>
              <a:t>04.08 – Приказ о зачислении</a:t>
            </a:r>
          </a:p>
        </p:txBody>
      </p:sp>
    </p:spTree>
    <p:extLst>
      <p:ext uri="{BB962C8B-B14F-4D97-AF65-F5344CB8AC3E}">
        <p14:creationId xmlns:p14="http://schemas.microsoft.com/office/powerpoint/2010/main" val="13086237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">
            <a:extLst>
              <a:ext uri="{FF2B5EF4-FFF2-40B4-BE49-F238E27FC236}">
                <a16:creationId xmlns:a16="http://schemas.microsoft.com/office/drawing/2014/main" id="{B575D007-2CD1-383B-B182-AD46025F84FF}"/>
              </a:ext>
            </a:extLst>
          </p:cNvPr>
          <p:cNvSpPr/>
          <p:nvPr userDrawn="1"/>
        </p:nvSpPr>
        <p:spPr>
          <a:xfrm>
            <a:off x="13781222" y="1219200"/>
            <a:ext cx="9386473" cy="5448300"/>
          </a:xfrm>
          <a:prstGeom prst="round1Rect">
            <a:avLst>
              <a:gd name="adj" fmla="val 10829"/>
            </a:avLst>
          </a:prstGeom>
          <a:noFill/>
          <a:ln w="25400">
            <a:solidFill>
              <a:srgbClr val="FAFAFA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3492360-7652-C989-BA6B-A794F0CE5AA3}"/>
              </a:ext>
            </a:extLst>
          </p:cNvPr>
          <p:cNvSpPr/>
          <p:nvPr userDrawn="1"/>
        </p:nvSpPr>
        <p:spPr>
          <a:xfrm flipH="1">
            <a:off x="4013702" y="1219200"/>
            <a:ext cx="9386473" cy="5448300"/>
          </a:xfrm>
          <a:prstGeom prst="round1Rect">
            <a:avLst>
              <a:gd name="adj" fmla="val 10829"/>
            </a:avLst>
          </a:prstGeom>
          <a:noFill/>
          <a:ln w="25400">
            <a:solidFill>
              <a:srgbClr val="FAFAFA"/>
            </a:solidFill>
            <a:prstDash val="solid"/>
          </a:ln>
        </p:spPr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EAFD27D0-13DE-396C-7E81-8019F2BC0714}"/>
              </a:ext>
            </a:extLst>
          </p:cNvPr>
          <p:cNvSpPr/>
          <p:nvPr userDrawn="1"/>
        </p:nvSpPr>
        <p:spPr>
          <a:xfrm flipV="1">
            <a:off x="13781222" y="7048500"/>
            <a:ext cx="9386473" cy="5448300"/>
          </a:xfrm>
          <a:prstGeom prst="round1Rect">
            <a:avLst>
              <a:gd name="adj" fmla="val 10829"/>
            </a:avLst>
          </a:prstGeom>
          <a:noFill/>
          <a:ln w="25400">
            <a:solidFill>
              <a:srgbClr val="FAFAFA"/>
            </a:solidFill>
            <a:prstDash val="solid"/>
          </a:ln>
        </p:spPr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DD42043D-E3B6-9EB0-181B-CFBD84F05B02}"/>
              </a:ext>
            </a:extLst>
          </p:cNvPr>
          <p:cNvSpPr/>
          <p:nvPr userDrawn="1"/>
        </p:nvSpPr>
        <p:spPr>
          <a:xfrm flipH="1" flipV="1">
            <a:off x="4013702" y="7048500"/>
            <a:ext cx="9386473" cy="5448300"/>
          </a:xfrm>
          <a:prstGeom prst="round1Rect">
            <a:avLst>
              <a:gd name="adj" fmla="val 10829"/>
            </a:avLst>
          </a:prstGeom>
          <a:noFill/>
          <a:ln w="25400">
            <a:solidFill>
              <a:srgbClr val="FAFAFA"/>
            </a:solidFill>
            <a:prstDash val="solid"/>
          </a:ln>
        </p:spPr>
      </p:sp>
      <p:pic>
        <p:nvPicPr>
          <p:cNvPr id="7" name="Image 0" descr=" ">
            <a:extLst>
              <a:ext uri="{FF2B5EF4-FFF2-40B4-BE49-F238E27FC236}">
                <a16:creationId xmlns:a16="http://schemas.microsoft.com/office/drawing/2014/main" id="{A83AFEDF-D72E-F0F8-F552-D70629AC46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57667" y="3619500"/>
            <a:ext cx="3042508" cy="3042121"/>
          </a:xfrm>
          <a:prstGeom prst="rect">
            <a:avLst/>
          </a:prstGeom>
        </p:spPr>
      </p:pic>
      <p:pic>
        <p:nvPicPr>
          <p:cNvPr id="8" name="Image 1" descr=" ">
            <a:extLst>
              <a:ext uri="{FF2B5EF4-FFF2-40B4-BE49-F238E27FC236}">
                <a16:creationId xmlns:a16="http://schemas.microsoft.com/office/drawing/2014/main" id="{AD217DDA-3A60-083E-CF35-D3FE10B52C9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57667" y="7054379"/>
            <a:ext cx="3042508" cy="3042121"/>
          </a:xfrm>
          <a:prstGeom prst="rect">
            <a:avLst/>
          </a:prstGeom>
        </p:spPr>
      </p:pic>
      <p:pic>
        <p:nvPicPr>
          <p:cNvPr id="9" name="Image 2" descr=" ">
            <a:extLst>
              <a:ext uri="{FF2B5EF4-FFF2-40B4-BE49-F238E27FC236}">
                <a16:creationId xmlns:a16="http://schemas.microsoft.com/office/drawing/2014/main" id="{305D9CE0-02EF-D7E0-9077-6E158E04D06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3787096" y="3619500"/>
            <a:ext cx="3042508" cy="3042121"/>
          </a:xfrm>
          <a:prstGeom prst="rect">
            <a:avLst/>
          </a:prstGeom>
        </p:spPr>
      </p:pic>
      <p:pic>
        <p:nvPicPr>
          <p:cNvPr id="10" name="Image 3" descr=" ">
            <a:extLst>
              <a:ext uri="{FF2B5EF4-FFF2-40B4-BE49-F238E27FC236}">
                <a16:creationId xmlns:a16="http://schemas.microsoft.com/office/drawing/2014/main" id="{C1D274EC-377D-0E98-F3EC-8E68B5F7190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3787096" y="7054379"/>
            <a:ext cx="3042508" cy="3042121"/>
          </a:xfrm>
          <a:prstGeom prst="rect">
            <a:avLst/>
          </a:prstGeom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03E9940F-050C-C622-65D0-C6025C16E479}"/>
              </a:ext>
            </a:extLst>
          </p:cNvPr>
          <p:cNvSpPr/>
          <p:nvPr userDrawn="1"/>
        </p:nvSpPr>
        <p:spPr>
          <a:xfrm rot="21600000">
            <a:off x="14728311" y="4360924"/>
            <a:ext cx="116007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ctr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W</a:t>
            </a: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6F400FAC-83E0-B284-1C8C-195EE67D88B7}"/>
              </a:ext>
            </a:extLst>
          </p:cNvPr>
          <p:cNvSpPr/>
          <p:nvPr userDrawn="1"/>
        </p:nvSpPr>
        <p:spPr>
          <a:xfrm rot="21600000">
            <a:off x="11160525" y="8118309"/>
            <a:ext cx="1033062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ctr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O</a:t>
            </a: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FFD08B16-7A3B-BC7A-292C-18CD0F63A6BF}"/>
              </a:ext>
            </a:extLst>
          </p:cNvPr>
          <p:cNvSpPr/>
          <p:nvPr userDrawn="1"/>
        </p:nvSpPr>
        <p:spPr>
          <a:xfrm rot="21600000">
            <a:off x="11325645" y="4360924"/>
            <a:ext cx="867942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ctr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S</a:t>
            </a: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C796E4A-9DFA-B12E-9420-2B1B3590C87A}"/>
              </a:ext>
            </a:extLst>
          </p:cNvPr>
          <p:cNvSpPr/>
          <p:nvPr userDrawn="1"/>
        </p:nvSpPr>
        <p:spPr>
          <a:xfrm rot="21600000">
            <a:off x="15092205" y="8117869"/>
            <a:ext cx="82983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ctr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T</a:t>
            </a:r>
          </a:p>
        </p:txBody>
      </p:sp>
      <p:pic>
        <p:nvPicPr>
          <p:cNvPr id="20" name="Image 17" descr=" ">
            <a:extLst>
              <a:ext uri="{FF2B5EF4-FFF2-40B4-BE49-F238E27FC236}">
                <a16:creationId xmlns:a16="http://schemas.microsoft.com/office/drawing/2014/main" id="{FC276A7C-6927-48C3-88E7-AE303DE43CF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222900" y="876300"/>
            <a:ext cx="965321" cy="635000"/>
          </a:xfrm>
          <a:prstGeom prst="rect">
            <a:avLst/>
          </a:prstGeom>
        </p:spPr>
      </p:pic>
      <p:sp>
        <p:nvSpPr>
          <p:cNvPr id="21" name="Текст 7">
            <a:extLst>
              <a:ext uri="{FF2B5EF4-FFF2-40B4-BE49-F238E27FC236}">
                <a16:creationId xmlns:a16="http://schemas.microsoft.com/office/drawing/2014/main" id="{69A5BE2E-FDF5-423F-F8A7-1531A0E64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-3572536" y="6795969"/>
            <a:ext cx="1035426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SWOT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2B9CABE2-9EE4-1FC8-C423-766CE0890CF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21765" y="1727200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-US" sz="3000" dirty="0">
                <a:solidFill>
                  <a:schemeClr val="bg1"/>
                </a:solidFill>
                <a:latin typeface="Graphik LC Medium" panose="020B0503030202060203" pitchFamily="34" charset="0"/>
              </a:rPr>
              <a:t>Strengths</a:t>
            </a:r>
            <a:r>
              <a:rPr lang="ru-RU" dirty="0"/>
              <a:t> 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0547FE8C-8171-A90B-9FE5-A3D0BC550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21765" y="7556500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-US" sz="3000" dirty="0">
                <a:solidFill>
                  <a:schemeClr val="bg1"/>
                </a:solidFill>
                <a:latin typeface="Graphik LC Medium" panose="020B0503030202060203" pitchFamily="34" charset="0"/>
              </a:rPr>
              <a:t>Opportunities</a:t>
            </a:r>
            <a:r>
              <a:rPr lang="ru-RU" dirty="0"/>
              <a:t> 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9DDF1DF5-76EC-A5E2-1A58-C61197BD10F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019341" y="1727200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-US" sz="3000" dirty="0">
                <a:solidFill>
                  <a:schemeClr val="bg1"/>
                </a:solidFill>
                <a:latin typeface="Graphik LC Medium" panose="020B0503030202060203" pitchFamily="34" charset="0"/>
              </a:rPr>
              <a:t>Weakness</a:t>
            </a:r>
            <a:r>
              <a:rPr lang="ru-RU" dirty="0"/>
              <a:t> 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8D26566E-F761-8780-1FC7-4BDF8FC18C6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019341" y="7570350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-US" sz="3000" dirty="0">
                <a:solidFill>
                  <a:schemeClr val="bg1"/>
                </a:solidFill>
                <a:latin typeface="Graphik LC Medium" panose="020B0503030202060203" pitchFamily="34" charset="0"/>
              </a:rPr>
              <a:t>Threats</a:t>
            </a:r>
            <a:r>
              <a:rPr lang="ru-RU" dirty="0"/>
              <a:t> </a:t>
            </a:r>
          </a:p>
        </p:txBody>
      </p:sp>
      <p:sp>
        <p:nvSpPr>
          <p:cNvPr id="11" name="Номер слайда 2">
            <a:extLst>
              <a:ext uri="{FF2B5EF4-FFF2-40B4-BE49-F238E27FC236}">
                <a16:creationId xmlns:a16="http://schemas.microsoft.com/office/drawing/2014/main" id="{1A7C55EF-BF83-544A-2407-6329520E9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97789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цесс обучени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90807047-F13D-76A4-5CAF-ABD6EA8A823F}"/>
              </a:ext>
            </a:extLst>
          </p:cNvPr>
          <p:cNvCxnSpPr>
            <a:cxnSpLocks/>
          </p:cNvCxnSpPr>
          <p:nvPr userDrawn="1"/>
        </p:nvCxnSpPr>
        <p:spPr>
          <a:xfrm flipH="1">
            <a:off x="1216804" y="6858000"/>
            <a:ext cx="21951019" cy="0"/>
          </a:xfrm>
          <a:prstGeom prst="line">
            <a:avLst/>
          </a:prstGeom>
          <a:ln w="25400">
            <a:solidFill>
              <a:schemeClr val="accent2"/>
            </a:solidFill>
            <a:head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hape 0">
            <a:extLst>
              <a:ext uri="{FF2B5EF4-FFF2-40B4-BE49-F238E27FC236}">
                <a16:creationId xmlns:a16="http://schemas.microsoft.com/office/drawing/2014/main" id="{45CD038D-67DE-DCAC-538D-F883D17F76F6}"/>
              </a:ext>
            </a:extLst>
          </p:cNvPr>
          <p:cNvSpPr/>
          <p:nvPr userDrawn="1"/>
        </p:nvSpPr>
        <p:spPr>
          <a:xfrm>
            <a:off x="3073784" y="1219200"/>
            <a:ext cx="7182342" cy="11277600"/>
          </a:xfrm>
          <a:prstGeom prst="ellipse">
            <a:avLst/>
          </a:prstGeom>
          <a:noFill/>
          <a:ln w="25400">
            <a:solidFill>
              <a:schemeClr val="bg2"/>
            </a:solidFill>
            <a:prstDash val="solid"/>
          </a:ln>
        </p:spPr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E6CD8277-3199-E041-C060-929240B35F32}"/>
              </a:ext>
            </a:extLst>
          </p:cNvPr>
          <p:cNvSpPr/>
          <p:nvPr userDrawn="1"/>
        </p:nvSpPr>
        <p:spPr>
          <a:xfrm>
            <a:off x="8598973" y="1219200"/>
            <a:ext cx="7182342" cy="11277600"/>
          </a:xfrm>
          <a:prstGeom prst="ellipse">
            <a:avLst/>
          </a:prstGeom>
          <a:noFill/>
          <a:ln w="25400">
            <a:solidFill>
              <a:schemeClr val="bg2"/>
            </a:solidFill>
            <a:prstDash val="solid"/>
          </a:ln>
        </p:spPr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4AAA02D-F36B-5D55-0187-39FA851A06AB}"/>
              </a:ext>
            </a:extLst>
          </p:cNvPr>
          <p:cNvSpPr/>
          <p:nvPr userDrawn="1"/>
        </p:nvSpPr>
        <p:spPr>
          <a:xfrm>
            <a:off x="14124162" y="1219200"/>
            <a:ext cx="7182342" cy="11277600"/>
          </a:xfrm>
          <a:prstGeom prst="ellipse">
            <a:avLst/>
          </a:prstGeom>
          <a:noFill/>
          <a:ln w="25400">
            <a:solidFill>
              <a:schemeClr val="bg2"/>
            </a:solidFill>
            <a:prstDash val="solid"/>
          </a:ln>
        </p:spPr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6B1ED679-3FCE-46F7-D551-14A011103AC7}"/>
              </a:ext>
            </a:extLst>
          </p:cNvPr>
          <p:cNvSpPr/>
          <p:nvPr userDrawn="1"/>
        </p:nvSpPr>
        <p:spPr>
          <a:xfrm rot="16200000">
            <a:off x="9438116" y="6639024"/>
            <a:ext cx="1613102" cy="584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96969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2 курс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E82D8DB4-1EEB-DE43-2340-22556CEA04E7}"/>
              </a:ext>
            </a:extLst>
          </p:cNvPr>
          <p:cNvSpPr/>
          <p:nvPr userDrawn="1"/>
        </p:nvSpPr>
        <p:spPr>
          <a:xfrm rot="16200000">
            <a:off x="14963306" y="6635217"/>
            <a:ext cx="1613102" cy="584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96969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3 курс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E074576-1DF9-B72C-4854-31702B3A8CCE}"/>
              </a:ext>
            </a:extLst>
          </p:cNvPr>
          <p:cNvSpPr/>
          <p:nvPr userDrawn="1"/>
        </p:nvSpPr>
        <p:spPr>
          <a:xfrm rot="16200000">
            <a:off x="2276749" y="6635787"/>
            <a:ext cx="1613102" cy="584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96969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1 курс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CE933993-80DD-519D-2D33-C544231A17CF}"/>
              </a:ext>
            </a:extLst>
          </p:cNvPr>
          <p:cNvSpPr/>
          <p:nvPr userDrawn="1"/>
        </p:nvSpPr>
        <p:spPr>
          <a:xfrm rot="16200000">
            <a:off x="20497324" y="6635979"/>
            <a:ext cx="1613102" cy="584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96969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4 курс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5A6B612D-D386-11C6-DEFD-423F7DA9843A}"/>
              </a:ext>
            </a:extLst>
          </p:cNvPr>
          <p:cNvGrpSpPr/>
          <p:nvPr userDrawn="1"/>
        </p:nvGrpSpPr>
        <p:grpSpPr>
          <a:xfrm>
            <a:off x="6214955" y="6408000"/>
            <a:ext cx="900000" cy="900000"/>
            <a:chOff x="2771013" y="5204719"/>
            <a:chExt cx="900000" cy="900000"/>
          </a:xfrm>
        </p:grpSpPr>
        <p:sp>
          <p:nvSpPr>
            <p:cNvPr id="27" name="Овал 26">
              <a:extLst>
                <a:ext uri="{FF2B5EF4-FFF2-40B4-BE49-F238E27FC236}">
                  <a16:creationId xmlns:a16="http://schemas.microsoft.com/office/drawing/2014/main" id="{0FF511DF-A931-D83B-1789-110A30B21489}"/>
                </a:ext>
              </a:extLst>
            </p:cNvPr>
            <p:cNvSpPr/>
            <p:nvPr/>
          </p:nvSpPr>
          <p:spPr>
            <a:xfrm>
              <a:off x="2771013" y="5204719"/>
              <a:ext cx="900000" cy="900000"/>
            </a:xfrm>
            <a:prstGeom prst="ellipse">
              <a:avLst/>
            </a:prstGeom>
            <a:solidFill>
              <a:schemeClr val="accent2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8" name="Рисунок 27">
              <a:extLst>
                <a:ext uri="{FF2B5EF4-FFF2-40B4-BE49-F238E27FC236}">
                  <a16:creationId xmlns:a16="http://schemas.microsoft.com/office/drawing/2014/main" id="{1233F7FB-9827-FD66-A16C-22480376B7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81778" y="5339266"/>
              <a:ext cx="436705" cy="641689"/>
            </a:xfrm>
            <a:prstGeom prst="rect">
              <a:avLst/>
            </a:prstGeom>
          </p:spPr>
        </p:pic>
      </p:grp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1C8CCC90-B565-40F1-38AC-A53E88D79C89}"/>
              </a:ext>
            </a:extLst>
          </p:cNvPr>
          <p:cNvGrpSpPr/>
          <p:nvPr userDrawn="1"/>
        </p:nvGrpSpPr>
        <p:grpSpPr>
          <a:xfrm>
            <a:off x="11740144" y="6408000"/>
            <a:ext cx="900000" cy="900000"/>
            <a:chOff x="2771013" y="5204719"/>
            <a:chExt cx="900000" cy="900000"/>
          </a:xfrm>
        </p:grpSpPr>
        <p:sp>
          <p:nvSpPr>
            <p:cNvPr id="30" name="Овал 29">
              <a:extLst>
                <a:ext uri="{FF2B5EF4-FFF2-40B4-BE49-F238E27FC236}">
                  <a16:creationId xmlns:a16="http://schemas.microsoft.com/office/drawing/2014/main" id="{4E03612A-406A-A519-736E-D7F97F0B1516}"/>
                </a:ext>
              </a:extLst>
            </p:cNvPr>
            <p:cNvSpPr/>
            <p:nvPr/>
          </p:nvSpPr>
          <p:spPr>
            <a:xfrm>
              <a:off x="2771013" y="5204719"/>
              <a:ext cx="900000" cy="900000"/>
            </a:xfrm>
            <a:prstGeom prst="ellipse">
              <a:avLst/>
            </a:prstGeom>
            <a:solidFill>
              <a:schemeClr val="accent2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1" name="Рисунок 30">
              <a:extLst>
                <a:ext uri="{FF2B5EF4-FFF2-40B4-BE49-F238E27FC236}">
                  <a16:creationId xmlns:a16="http://schemas.microsoft.com/office/drawing/2014/main" id="{C77B7689-CCA2-05E2-39E0-CF73AF965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81778" y="5339266"/>
              <a:ext cx="436705" cy="641689"/>
            </a:xfrm>
            <a:prstGeom prst="rect">
              <a:avLst/>
            </a:prstGeom>
          </p:spPr>
        </p:pic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FFEC20C1-0F2C-AF01-0112-04D0CC78A4EE}"/>
              </a:ext>
            </a:extLst>
          </p:cNvPr>
          <p:cNvGrpSpPr/>
          <p:nvPr userDrawn="1"/>
        </p:nvGrpSpPr>
        <p:grpSpPr>
          <a:xfrm>
            <a:off x="17265333" y="6408000"/>
            <a:ext cx="900000" cy="900000"/>
            <a:chOff x="2771013" y="5204719"/>
            <a:chExt cx="900000" cy="900000"/>
          </a:xfrm>
        </p:grpSpPr>
        <p:sp>
          <p:nvSpPr>
            <p:cNvPr id="33" name="Овал 32">
              <a:extLst>
                <a:ext uri="{FF2B5EF4-FFF2-40B4-BE49-F238E27FC236}">
                  <a16:creationId xmlns:a16="http://schemas.microsoft.com/office/drawing/2014/main" id="{57719FF2-D006-D097-9B23-C1FC7A985F81}"/>
                </a:ext>
              </a:extLst>
            </p:cNvPr>
            <p:cNvSpPr/>
            <p:nvPr/>
          </p:nvSpPr>
          <p:spPr>
            <a:xfrm>
              <a:off x="2771013" y="5204719"/>
              <a:ext cx="900000" cy="900000"/>
            </a:xfrm>
            <a:prstGeom prst="ellipse">
              <a:avLst/>
            </a:prstGeom>
            <a:solidFill>
              <a:schemeClr val="accent2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4" name="Рисунок 33">
              <a:extLst>
                <a:ext uri="{FF2B5EF4-FFF2-40B4-BE49-F238E27FC236}">
                  <a16:creationId xmlns:a16="http://schemas.microsoft.com/office/drawing/2014/main" id="{D1AD4599-BB1D-F623-EB1B-485FF5286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81778" y="5339266"/>
              <a:ext cx="436705" cy="641689"/>
            </a:xfrm>
            <a:prstGeom prst="rect">
              <a:avLst/>
            </a:prstGeom>
          </p:spPr>
        </p:pic>
      </p:grp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89E5003D-5F7C-4E50-5021-2C57F0D58943}"/>
              </a:ext>
            </a:extLst>
          </p:cNvPr>
          <p:cNvCxnSpPr>
            <a:cxnSpLocks/>
          </p:cNvCxnSpPr>
          <p:nvPr userDrawn="1"/>
        </p:nvCxnSpPr>
        <p:spPr>
          <a:xfrm>
            <a:off x="12190144" y="4309991"/>
            <a:ext cx="0" cy="2098009"/>
          </a:xfrm>
          <a:prstGeom prst="line">
            <a:avLst/>
          </a:prstGeom>
          <a:ln w="25400">
            <a:solidFill>
              <a:schemeClr val="accent2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CE51EAFB-D5BC-4084-E8AE-C2829E85B1BF}"/>
              </a:ext>
            </a:extLst>
          </p:cNvPr>
          <p:cNvCxnSpPr>
            <a:cxnSpLocks/>
          </p:cNvCxnSpPr>
          <p:nvPr userDrawn="1"/>
        </p:nvCxnSpPr>
        <p:spPr>
          <a:xfrm>
            <a:off x="17715333" y="4309991"/>
            <a:ext cx="0" cy="2098009"/>
          </a:xfrm>
          <a:prstGeom prst="line">
            <a:avLst/>
          </a:prstGeom>
          <a:ln w="25400">
            <a:solidFill>
              <a:schemeClr val="accent2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9C0A2D1C-2FA5-BBF3-FF2B-AD10DF2387BF}"/>
              </a:ext>
            </a:extLst>
          </p:cNvPr>
          <p:cNvCxnSpPr>
            <a:cxnSpLocks/>
          </p:cNvCxnSpPr>
          <p:nvPr userDrawn="1"/>
        </p:nvCxnSpPr>
        <p:spPr>
          <a:xfrm>
            <a:off x="6664955" y="4309991"/>
            <a:ext cx="0" cy="2098009"/>
          </a:xfrm>
          <a:prstGeom prst="line">
            <a:avLst/>
          </a:prstGeom>
          <a:ln w="25400">
            <a:solidFill>
              <a:schemeClr val="accent2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Номер слайда 2">
            <a:extLst>
              <a:ext uri="{FF2B5EF4-FFF2-40B4-BE49-F238E27FC236}">
                <a16:creationId xmlns:a16="http://schemas.microsoft.com/office/drawing/2014/main" id="{060ED0C1-2ADA-50C5-25D1-9E2ACB7845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67362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орон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 ">
            <a:extLst>
              <a:ext uri="{FF2B5EF4-FFF2-40B4-BE49-F238E27FC236}">
                <a16:creationId xmlns:a16="http://schemas.microsoft.com/office/drawing/2014/main" id="{611FF6C7-2167-FDDE-C62B-09FABCBDF4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9208651" y="3759200"/>
            <a:ext cx="12561870" cy="2781300"/>
          </a:xfrm>
          <a:prstGeom prst="rect">
            <a:avLst/>
          </a:prstGeom>
        </p:spPr>
      </p:pic>
      <p:pic>
        <p:nvPicPr>
          <p:cNvPr id="20" name="Image 1" descr=" ">
            <a:extLst>
              <a:ext uri="{FF2B5EF4-FFF2-40B4-BE49-F238E27FC236}">
                <a16:creationId xmlns:a16="http://schemas.microsoft.com/office/drawing/2014/main" id="{5A179C9D-1CAD-46BC-DAD1-3DE5D08BBB2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flipV="1">
            <a:off x="13400175" y="9588500"/>
            <a:ext cx="4178822" cy="2908300"/>
          </a:xfrm>
          <a:prstGeom prst="rect">
            <a:avLst/>
          </a:prstGeom>
        </p:spPr>
      </p:pic>
      <p:pic>
        <p:nvPicPr>
          <p:cNvPr id="22" name="Image 2" descr=" ">
            <a:extLst>
              <a:ext uri="{FF2B5EF4-FFF2-40B4-BE49-F238E27FC236}">
                <a16:creationId xmlns:a16="http://schemas.microsoft.com/office/drawing/2014/main" id="{049A999C-1EC6-CC8A-F374-5E3C9C495E1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flipV="1">
            <a:off x="11291711" y="6667500"/>
            <a:ext cx="8383048" cy="2794000"/>
          </a:xfrm>
          <a:prstGeom prst="rect">
            <a:avLst/>
          </a:prstGeom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974E68E-2F4A-DD22-1287-D4FA1FC95587}"/>
              </a:ext>
            </a:extLst>
          </p:cNvPr>
          <p:cNvSpPr/>
          <p:nvPr userDrawn="1"/>
        </p:nvSpPr>
        <p:spPr>
          <a:xfrm>
            <a:off x="15039586" y="4873472"/>
            <a:ext cx="900000" cy="900000"/>
          </a:xfrm>
          <a:prstGeom prst="ellipse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7759FF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01</a:t>
            </a:r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69795DD8-70F8-DE68-943A-F36D0916BE2D}"/>
              </a:ext>
            </a:extLst>
          </p:cNvPr>
          <p:cNvSpPr/>
          <p:nvPr userDrawn="1"/>
        </p:nvSpPr>
        <p:spPr>
          <a:xfrm>
            <a:off x="15039586" y="7567878"/>
            <a:ext cx="900000" cy="900000"/>
          </a:xfrm>
          <a:prstGeom prst="ellipse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7759FF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02</a:t>
            </a:r>
          </a:p>
        </p:txBody>
      </p:sp>
      <p:sp>
        <p:nvSpPr>
          <p:cNvPr id="38" name="Овал 37">
            <a:extLst>
              <a:ext uri="{FF2B5EF4-FFF2-40B4-BE49-F238E27FC236}">
                <a16:creationId xmlns:a16="http://schemas.microsoft.com/office/drawing/2014/main" id="{75BD5D40-EE3E-FC0F-6575-7C70AF7A5C17}"/>
              </a:ext>
            </a:extLst>
          </p:cNvPr>
          <p:cNvSpPr/>
          <p:nvPr userDrawn="1"/>
        </p:nvSpPr>
        <p:spPr>
          <a:xfrm>
            <a:off x="15039586" y="10482528"/>
            <a:ext cx="900000" cy="900000"/>
          </a:xfrm>
          <a:prstGeom prst="ellipse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7759FF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03</a:t>
            </a:r>
          </a:p>
        </p:txBody>
      </p:sp>
      <p:pic>
        <p:nvPicPr>
          <p:cNvPr id="39" name="Image 44" descr=" ">
            <a:extLst>
              <a:ext uri="{FF2B5EF4-FFF2-40B4-BE49-F238E27FC236}">
                <a16:creationId xmlns:a16="http://schemas.microsoft.com/office/drawing/2014/main" id="{7C6963F6-4A50-C03C-BAEB-75D3C0CA48C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42" name="Текст 7">
            <a:extLst>
              <a:ext uri="{FF2B5EF4-FFF2-40B4-BE49-F238E27FC236}">
                <a16:creationId xmlns:a16="http://schemas.microsoft.com/office/drawing/2014/main" id="{EEF658FF-8260-191D-3E94-B77DC972E2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16527" y="876300"/>
            <a:ext cx="8649794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5" name="Текст 14">
            <a:extLst>
              <a:ext uri="{FF2B5EF4-FFF2-40B4-BE49-F238E27FC236}">
                <a16:creationId xmlns:a16="http://schemas.microsoft.com/office/drawing/2014/main" id="{95B173B4-119E-931E-0AB6-C5DCD66D4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616527" y="4649643"/>
            <a:ext cx="65835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Пункт 1</a:t>
            </a:r>
          </a:p>
        </p:txBody>
      </p:sp>
      <p:sp>
        <p:nvSpPr>
          <p:cNvPr id="46" name="Текст 55">
            <a:extLst>
              <a:ext uri="{FF2B5EF4-FFF2-40B4-BE49-F238E27FC236}">
                <a16:creationId xmlns:a16="http://schemas.microsoft.com/office/drawing/2014/main" id="{0EFF2730-AEF8-805F-D9E5-09F58C3F30F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616528" y="5308339"/>
            <a:ext cx="658352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Описание пункта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7EED1DFB-A3D3-A1DC-6764-2833248FE72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616528" y="11208064"/>
            <a:ext cx="658352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Описание пункта</a:t>
            </a:r>
          </a:p>
        </p:txBody>
      </p:sp>
      <p:sp>
        <p:nvSpPr>
          <p:cNvPr id="48" name="Текст 14">
            <a:extLst>
              <a:ext uri="{FF2B5EF4-FFF2-40B4-BE49-F238E27FC236}">
                <a16:creationId xmlns:a16="http://schemas.microsoft.com/office/drawing/2014/main" id="{FA1F6BA7-3EA6-1865-14DB-33D63546B55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616527" y="10535518"/>
            <a:ext cx="65835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Пункт 3</a:t>
            </a:r>
          </a:p>
        </p:txBody>
      </p:sp>
      <p:sp>
        <p:nvSpPr>
          <p:cNvPr id="49" name="Текст 14">
            <a:extLst>
              <a:ext uri="{FF2B5EF4-FFF2-40B4-BE49-F238E27FC236}">
                <a16:creationId xmlns:a16="http://schemas.microsoft.com/office/drawing/2014/main" id="{9FE53395-6F50-66AF-735D-482153E8BF7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616527" y="7620868"/>
            <a:ext cx="65835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Пункт 2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F6EB037E-C0C2-5D89-FCC9-54D74A4B6CB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616528" y="8293414"/>
            <a:ext cx="658352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Описание пункта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83EB62F-37B5-7FA7-A255-A444458D30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38210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оадмеп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 44" descr=" ">
            <a:extLst>
              <a:ext uri="{FF2B5EF4-FFF2-40B4-BE49-F238E27FC236}">
                <a16:creationId xmlns:a16="http://schemas.microsoft.com/office/drawing/2014/main" id="{7C6963F6-4A50-C03C-BAEB-75D3C0CA48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0" name="Текст 7">
            <a:extLst>
              <a:ext uri="{FF2B5EF4-FFF2-40B4-BE49-F238E27FC236}">
                <a16:creationId xmlns:a16="http://schemas.microsoft.com/office/drawing/2014/main" id="{8BC05923-EDFE-D763-9EBB-2733B9CEBE3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04E39E7A-8B9D-9B0E-02D3-00A4B4F4A0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127110" y="3141446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89DB426A-8F6A-A56D-BF08-B0F98F1DAC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27110" y="3675480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50A95349-9A76-B200-73A2-2E136E28ED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25612" y="3141446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F517765C-9854-9CFF-F4EC-D2B11B129A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25612" y="3675480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0BC59A20-620B-6D01-0796-49C18D3C1AB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724115" y="3141446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197E9D46-A1DD-0C8D-2E2A-0564F5D1B3F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6724115" y="3675480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67" name="Текст 55">
            <a:extLst>
              <a:ext uri="{FF2B5EF4-FFF2-40B4-BE49-F238E27FC236}">
                <a16:creationId xmlns:a16="http://schemas.microsoft.com/office/drawing/2014/main" id="{221DD5E6-AFCF-7C69-AD64-E47295DD99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76361" y="10070632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68" name="Текст 55">
            <a:extLst>
              <a:ext uri="{FF2B5EF4-FFF2-40B4-BE49-F238E27FC236}">
                <a16:creationId xmlns:a16="http://schemas.microsoft.com/office/drawing/2014/main" id="{082E5C8C-B1C1-8FB8-B8A2-EA1D8F00D51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776361" y="10604666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75" name="Текст 55">
            <a:extLst>
              <a:ext uri="{FF2B5EF4-FFF2-40B4-BE49-F238E27FC236}">
                <a16:creationId xmlns:a16="http://schemas.microsoft.com/office/drawing/2014/main" id="{927D24E2-D646-509A-B777-745F8F9B445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074863" y="10070632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76" name="Текст 55">
            <a:extLst>
              <a:ext uri="{FF2B5EF4-FFF2-40B4-BE49-F238E27FC236}">
                <a16:creationId xmlns:a16="http://schemas.microsoft.com/office/drawing/2014/main" id="{289D0AAC-393B-A4B8-67DB-34B5D9FABD5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074863" y="10604666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77" name="Текст 55">
            <a:extLst>
              <a:ext uri="{FF2B5EF4-FFF2-40B4-BE49-F238E27FC236}">
                <a16:creationId xmlns:a16="http://schemas.microsoft.com/office/drawing/2014/main" id="{92472E2D-15BF-CBDA-0FE2-5DDBC76E964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0373363" y="10070632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78" name="Текст 55">
            <a:extLst>
              <a:ext uri="{FF2B5EF4-FFF2-40B4-BE49-F238E27FC236}">
                <a16:creationId xmlns:a16="http://schemas.microsoft.com/office/drawing/2014/main" id="{50047776-2C09-83B2-D959-ADEE3F8ED01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0373363" y="10604666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B22E1C7-D079-BDC1-0725-A10520A8FE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8505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оадмеп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1F9D318-CEFB-5612-BA75-042D25D6B60B}"/>
              </a:ext>
            </a:extLst>
          </p:cNvPr>
          <p:cNvSpPr/>
          <p:nvPr userDrawn="1"/>
        </p:nvSpPr>
        <p:spPr>
          <a:xfrm flipV="1">
            <a:off x="0" y="5588000"/>
            <a:ext cx="24387048" cy="81280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Текст 7">
            <a:extLst>
              <a:ext uri="{FF2B5EF4-FFF2-40B4-BE49-F238E27FC236}">
                <a16:creationId xmlns:a16="http://schemas.microsoft.com/office/drawing/2014/main" id="{99939A9D-2E06-76E2-9344-5613898165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9208651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4BD494FF-B080-B029-618C-B3941D8BD9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2396749" y="1219200"/>
            <a:ext cx="9725739" cy="25205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</a:t>
            </a:r>
            <a:br>
              <a:rPr lang="ru-RU" dirty="0"/>
            </a:br>
            <a:r>
              <a:rPr lang="ru-RU" dirty="0"/>
              <a:t>или проверить  чей-то готовый вывод альтернативным путем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AC801BA2-5585-D54F-2B83-323361777A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396749" y="4296100"/>
            <a:ext cx="9725739" cy="3445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000"/>
              </a:lnSpc>
            </a:pPr>
            <a:r>
              <a:rPr lang="ru-RU" dirty="0"/>
              <a:t>Ссылка на источник 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F8ABBF4F-82A7-2069-47B4-881D259DB2D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127110" y="9303105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F8C1AB91-55D5-C695-FB93-48444123B1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27110" y="9837139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46" name="Текст 55">
            <a:extLst>
              <a:ext uri="{FF2B5EF4-FFF2-40B4-BE49-F238E27FC236}">
                <a16:creationId xmlns:a16="http://schemas.microsoft.com/office/drawing/2014/main" id="{6279FFFE-56F3-E7F0-F371-2ADBF362F58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716925" y="9303105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3C18E860-D645-317C-FED1-F68335FF6F1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16925" y="9837139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5925E86E-3C73-A1CC-64BC-FD62561559B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3306740" y="9303105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588D83E5-5166-7233-632B-FB307F59ED2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3306740" y="9837139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379F1F63-D206-9BFF-70AF-848239D9EF2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896554" y="9303105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A0880D89-FA6F-D8CB-B3EF-1CE5894C66A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896554" y="9837139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pic>
        <p:nvPicPr>
          <p:cNvPr id="52" name="Image 17" descr=" ">
            <a:extLst>
              <a:ext uri="{FF2B5EF4-FFF2-40B4-BE49-F238E27FC236}">
                <a16:creationId xmlns:a16="http://schemas.microsoft.com/office/drawing/2014/main" id="{D18EAEB8-74DB-3BB2-6953-672A2C1604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3823406-F27E-4A98-87C4-82EE8D11EA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4550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хемы на перекрестии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0D242553-8494-E788-1EA0-FEB5B0E0F9B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93950" y="2688491"/>
            <a:ext cx="10516914" cy="4398105"/>
          </a:xfrm>
          <a:prstGeom prst="roundRect">
            <a:avLst>
              <a:gd name="adj" fmla="val 9182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9A7801D1-DC8D-DFB1-518B-2E2FC4C9F70A}"/>
              </a:ext>
            </a:extLst>
          </p:cNvPr>
          <p:cNvCxnSpPr>
            <a:cxnSpLocks/>
          </p:cNvCxnSpPr>
          <p:nvPr userDrawn="1"/>
        </p:nvCxnSpPr>
        <p:spPr>
          <a:xfrm>
            <a:off x="1219352" y="7569200"/>
            <a:ext cx="10516914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8DA4455D-5FF7-66FB-9BF3-5B311EBC1E19}"/>
              </a:ext>
            </a:extLst>
          </p:cNvPr>
          <p:cNvCxnSpPr>
            <a:cxnSpLocks/>
          </p:cNvCxnSpPr>
          <p:nvPr userDrawn="1"/>
        </p:nvCxnSpPr>
        <p:spPr>
          <a:xfrm>
            <a:off x="12193588" y="8051800"/>
            <a:ext cx="0" cy="4459288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2EA8F629-0E91-AD7A-AE75-3F15F367E870}"/>
              </a:ext>
            </a:extLst>
          </p:cNvPr>
          <p:cNvCxnSpPr>
            <a:cxnSpLocks/>
          </p:cNvCxnSpPr>
          <p:nvPr userDrawn="1"/>
        </p:nvCxnSpPr>
        <p:spPr>
          <a:xfrm>
            <a:off x="12650781" y="7569200"/>
            <a:ext cx="10516914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E039206A-A9A0-A075-6C34-E339D5464E2D}"/>
              </a:ext>
            </a:extLst>
          </p:cNvPr>
          <p:cNvCxnSpPr>
            <a:cxnSpLocks/>
          </p:cNvCxnSpPr>
          <p:nvPr userDrawn="1"/>
        </p:nvCxnSpPr>
        <p:spPr>
          <a:xfrm>
            <a:off x="12193588" y="2688491"/>
            <a:ext cx="0" cy="4459288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0" name="Текст 7">
            <a:extLst>
              <a:ext uri="{FF2B5EF4-FFF2-40B4-BE49-F238E27FC236}">
                <a16:creationId xmlns:a16="http://schemas.microsoft.com/office/drawing/2014/main" id="{B2769C97-467C-2B89-7D02-D0690418C4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23" name="Рисунок 21">
            <a:extLst>
              <a:ext uri="{FF2B5EF4-FFF2-40B4-BE49-F238E27FC236}">
                <a16:creationId xmlns:a16="http://schemas.microsoft.com/office/drawing/2014/main" id="{B09D8A1E-FD11-8B79-328E-1D90D9011F1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93950" y="8098695"/>
            <a:ext cx="10516914" cy="4398105"/>
          </a:xfrm>
          <a:prstGeom prst="roundRect">
            <a:avLst>
              <a:gd name="adj" fmla="val 9182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4" name="Рисунок 21">
            <a:extLst>
              <a:ext uri="{FF2B5EF4-FFF2-40B4-BE49-F238E27FC236}">
                <a16:creationId xmlns:a16="http://schemas.microsoft.com/office/drawing/2014/main" id="{35254E78-4150-D142-AF9A-F689CD9015E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650781" y="2688491"/>
            <a:ext cx="10516914" cy="4398105"/>
          </a:xfrm>
          <a:prstGeom prst="roundRect">
            <a:avLst>
              <a:gd name="adj" fmla="val 9182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5" name="Рисунок 21">
            <a:extLst>
              <a:ext uri="{FF2B5EF4-FFF2-40B4-BE49-F238E27FC236}">
                <a16:creationId xmlns:a16="http://schemas.microsoft.com/office/drawing/2014/main" id="{1678F33C-B7F5-5D61-80D6-E064973965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650781" y="8098695"/>
            <a:ext cx="10516914" cy="4398105"/>
          </a:xfrm>
          <a:prstGeom prst="roundRect">
            <a:avLst>
              <a:gd name="adj" fmla="val 9182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B9666571-9003-9498-D0C1-55B57E4648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2CB9FF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2CB9FF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10827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аблица 10">
            <a:extLst>
              <a:ext uri="{FF2B5EF4-FFF2-40B4-BE49-F238E27FC236}">
                <a16:creationId xmlns:a16="http://schemas.microsoft.com/office/drawing/2014/main" id="{9F4D12C6-8693-9BE7-8D91-6AF3DDDCE226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219200" y="3771899"/>
            <a:ext cx="21948496" cy="87391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  <p:pic>
        <p:nvPicPr>
          <p:cNvPr id="5" name="Image 44" descr=" ">
            <a:extLst>
              <a:ext uri="{FF2B5EF4-FFF2-40B4-BE49-F238E27FC236}">
                <a16:creationId xmlns:a16="http://schemas.microsoft.com/office/drawing/2014/main" id="{5136B03B-0166-AF97-2241-DBDCFD16DC1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7" name="Текст 14">
            <a:extLst>
              <a:ext uri="{FF2B5EF4-FFF2-40B4-BE49-F238E27FC236}">
                <a16:creationId xmlns:a16="http://schemas.microsoft.com/office/drawing/2014/main" id="{9E2AAEB7-4EAE-8501-1785-2B971F8776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588302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2" name="Текст 7">
            <a:extLst>
              <a:ext uri="{FF2B5EF4-FFF2-40B4-BE49-F238E27FC236}">
                <a16:creationId xmlns:a16="http://schemas.microsoft.com/office/drawing/2014/main" id="{86F9261B-EDE5-8C67-D9C7-5FAF7F21E9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B6BE907-9FF1-C844-0B1C-B2B8A42552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60645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с плашко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1498CE30-9583-56A7-9132-A327852D56EB}"/>
              </a:ext>
            </a:extLst>
          </p:cNvPr>
          <p:cNvSpPr/>
          <p:nvPr userDrawn="1"/>
        </p:nvSpPr>
        <p:spPr>
          <a:xfrm>
            <a:off x="13781348" y="0"/>
            <a:ext cx="10605826" cy="13716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1" name="Таблица 10">
            <a:extLst>
              <a:ext uri="{FF2B5EF4-FFF2-40B4-BE49-F238E27FC236}">
                <a16:creationId xmlns:a16="http://schemas.microsoft.com/office/drawing/2014/main" id="{9F4D12C6-8693-9BE7-8D91-6AF3DDDCE226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219200" y="3771899"/>
            <a:ext cx="10974387" cy="87391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  <p:pic>
        <p:nvPicPr>
          <p:cNvPr id="5" name="Image 44" descr=" ">
            <a:extLst>
              <a:ext uri="{FF2B5EF4-FFF2-40B4-BE49-F238E27FC236}">
                <a16:creationId xmlns:a16="http://schemas.microsoft.com/office/drawing/2014/main" id="{5136B03B-0166-AF97-2241-DBDCFD16DC1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F589FD74-8D4F-354C-0829-DB1ACF42511D}"/>
              </a:ext>
            </a:extLst>
          </p:cNvPr>
          <p:cNvSpPr/>
          <p:nvPr userDrawn="1"/>
        </p:nvSpPr>
        <p:spPr>
          <a:xfrm>
            <a:off x="1219352" y="817780"/>
            <a:ext cx="9081635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l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Заголовок</a:t>
            </a:r>
            <a:b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</a:br>
            <a: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на две строки</a:t>
            </a:r>
            <a:endParaRPr kumimoji="0" lang="en-US" sz="8000" b="1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Semibold" panose="020B0503030202060203" pitchFamily="34" charset="0"/>
              <a:ea typeface="+mn-ea"/>
              <a:cs typeface="+mn-cs"/>
            </a:endParaRPr>
          </a:p>
        </p:txBody>
      </p:sp>
      <p:sp>
        <p:nvSpPr>
          <p:cNvPr id="8" name="Текст 55">
            <a:extLst>
              <a:ext uri="{FF2B5EF4-FFF2-40B4-BE49-F238E27FC236}">
                <a16:creationId xmlns:a16="http://schemas.microsoft.com/office/drawing/2014/main" id="{AD96F554-5ADB-2CDD-FF5E-CAD2A0951B1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349964" y="3771899"/>
            <a:ext cx="8824362" cy="20076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</a:t>
            </a:r>
            <a:br>
              <a:rPr lang="ru-RU" dirty="0"/>
            </a:br>
            <a:r>
              <a:rPr lang="ru-RU" dirty="0"/>
              <a:t>или проверить чей-то готовый вывод 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7D7C3E54-B44D-7A91-C9F7-17C7F7EE0C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349964" y="8039099"/>
            <a:ext cx="8824362" cy="35464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Важно понимать, что бывает наоборот: имея расплывчатую задачу, нелокализованную проблему,  вы сначала построите модель текущего процесса, чтобы получить представление «изнутри», как улучшить процесс или где теория не соответствует практике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B4E9E25-A8A1-6A59-26F6-4A0041A74B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66350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линиями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7">
            <a:extLst>
              <a:ext uri="{FF2B5EF4-FFF2-40B4-BE49-F238E27FC236}">
                <a16:creationId xmlns:a16="http://schemas.microsoft.com/office/drawing/2014/main" id="{99939A9D-2E06-76E2-9344-5613898165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9208651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AC801BA2-5585-D54F-2B83-323361777A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19353" y="517741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pic>
        <p:nvPicPr>
          <p:cNvPr id="52" name="Image 17" descr=" ">
            <a:extLst>
              <a:ext uri="{FF2B5EF4-FFF2-40B4-BE49-F238E27FC236}">
                <a16:creationId xmlns:a16="http://schemas.microsoft.com/office/drawing/2014/main" id="{D18EAEB8-74DB-3BB2-6953-672A2C1604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cxnSp>
        <p:nvCxnSpPr>
          <p:cNvPr id="61" name="Прямая соединительная линия 60">
            <a:extLst>
              <a:ext uri="{FF2B5EF4-FFF2-40B4-BE49-F238E27FC236}">
                <a16:creationId xmlns:a16="http://schemas.microsoft.com/office/drawing/2014/main" id="{8F73394B-28B8-B13D-5E7A-C364B1E6A60A}"/>
              </a:ext>
            </a:extLst>
          </p:cNvPr>
          <p:cNvCxnSpPr/>
          <p:nvPr userDrawn="1"/>
        </p:nvCxnSpPr>
        <p:spPr>
          <a:xfrm>
            <a:off x="1212850" y="12125742"/>
            <a:ext cx="2202682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>
            <a:extLst>
              <a:ext uri="{FF2B5EF4-FFF2-40B4-BE49-F238E27FC236}">
                <a16:creationId xmlns:a16="http://schemas.microsoft.com/office/drawing/2014/main" id="{5E7F0C12-BB16-0BD8-99DE-B8613148C9DC}"/>
              </a:ext>
            </a:extLst>
          </p:cNvPr>
          <p:cNvCxnSpPr/>
          <p:nvPr userDrawn="1"/>
        </p:nvCxnSpPr>
        <p:spPr>
          <a:xfrm>
            <a:off x="1212850" y="10662702"/>
            <a:ext cx="2202682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>
            <a:extLst>
              <a:ext uri="{FF2B5EF4-FFF2-40B4-BE49-F238E27FC236}">
                <a16:creationId xmlns:a16="http://schemas.microsoft.com/office/drawing/2014/main" id="{3F9AFB2E-4149-1B97-4FB1-AC628F8372F7}"/>
              </a:ext>
            </a:extLst>
          </p:cNvPr>
          <p:cNvCxnSpPr/>
          <p:nvPr userDrawn="1"/>
        </p:nvCxnSpPr>
        <p:spPr>
          <a:xfrm>
            <a:off x="1212850" y="9199662"/>
            <a:ext cx="2202682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>
            <a:extLst>
              <a:ext uri="{FF2B5EF4-FFF2-40B4-BE49-F238E27FC236}">
                <a16:creationId xmlns:a16="http://schemas.microsoft.com/office/drawing/2014/main" id="{A1D9888B-6EDB-3C54-CC68-A0B5C81BB91B}"/>
              </a:ext>
            </a:extLst>
          </p:cNvPr>
          <p:cNvCxnSpPr/>
          <p:nvPr userDrawn="1"/>
        </p:nvCxnSpPr>
        <p:spPr>
          <a:xfrm>
            <a:off x="1212850" y="7736622"/>
            <a:ext cx="2202682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>
            <a:extLst>
              <a:ext uri="{FF2B5EF4-FFF2-40B4-BE49-F238E27FC236}">
                <a16:creationId xmlns:a16="http://schemas.microsoft.com/office/drawing/2014/main" id="{51E0409F-1F0E-0238-CF43-CD3896984C58}"/>
              </a:ext>
            </a:extLst>
          </p:cNvPr>
          <p:cNvCxnSpPr/>
          <p:nvPr userDrawn="1"/>
        </p:nvCxnSpPr>
        <p:spPr>
          <a:xfrm>
            <a:off x="1212850" y="6273582"/>
            <a:ext cx="2202682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>
            <a:extLst>
              <a:ext uri="{FF2B5EF4-FFF2-40B4-BE49-F238E27FC236}">
                <a16:creationId xmlns:a16="http://schemas.microsoft.com/office/drawing/2014/main" id="{CBB3DC8D-AB53-BC6F-20FD-CB66A6B2A88E}"/>
              </a:ext>
            </a:extLst>
          </p:cNvPr>
          <p:cNvCxnSpPr/>
          <p:nvPr userDrawn="1"/>
        </p:nvCxnSpPr>
        <p:spPr>
          <a:xfrm>
            <a:off x="1212850" y="4810542"/>
            <a:ext cx="2202682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Текст 55">
            <a:extLst>
              <a:ext uri="{FF2B5EF4-FFF2-40B4-BE49-F238E27FC236}">
                <a16:creationId xmlns:a16="http://schemas.microsoft.com/office/drawing/2014/main" id="{CAAD7F97-28E1-D40C-20C8-77B860639FA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219353" y="664045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68" name="Текст 55">
            <a:extLst>
              <a:ext uri="{FF2B5EF4-FFF2-40B4-BE49-F238E27FC236}">
                <a16:creationId xmlns:a16="http://schemas.microsoft.com/office/drawing/2014/main" id="{A7EA5E78-A928-D563-D297-71E25616AAE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219353" y="810349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69" name="Текст 55">
            <a:extLst>
              <a:ext uri="{FF2B5EF4-FFF2-40B4-BE49-F238E27FC236}">
                <a16:creationId xmlns:a16="http://schemas.microsoft.com/office/drawing/2014/main" id="{32654277-758A-498E-19ED-76383591684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219353" y="956653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0" name="Текст 55">
            <a:extLst>
              <a:ext uri="{FF2B5EF4-FFF2-40B4-BE49-F238E27FC236}">
                <a16:creationId xmlns:a16="http://schemas.microsoft.com/office/drawing/2014/main" id="{28CD4927-2C30-0121-7191-43A629B2084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219353" y="1102957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1" name="Текст 55">
            <a:extLst>
              <a:ext uri="{FF2B5EF4-FFF2-40B4-BE49-F238E27FC236}">
                <a16:creationId xmlns:a16="http://schemas.microsoft.com/office/drawing/2014/main" id="{A4A732DD-062A-EEBB-7FE8-0FB21026C82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795349" y="517741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2" name="Текст 55">
            <a:extLst>
              <a:ext uri="{FF2B5EF4-FFF2-40B4-BE49-F238E27FC236}">
                <a16:creationId xmlns:a16="http://schemas.microsoft.com/office/drawing/2014/main" id="{B4C173D9-7328-F343-6006-CB12F498E3E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795349" y="664045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3" name="Текст 55">
            <a:extLst>
              <a:ext uri="{FF2B5EF4-FFF2-40B4-BE49-F238E27FC236}">
                <a16:creationId xmlns:a16="http://schemas.microsoft.com/office/drawing/2014/main" id="{FE01325B-02A3-A444-1830-159717E1AD7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795349" y="810349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4" name="Текст 55">
            <a:extLst>
              <a:ext uri="{FF2B5EF4-FFF2-40B4-BE49-F238E27FC236}">
                <a16:creationId xmlns:a16="http://schemas.microsoft.com/office/drawing/2014/main" id="{620DB4B4-050B-AA1C-0476-F722E11F7A3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795349" y="956653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5" name="Текст 55">
            <a:extLst>
              <a:ext uri="{FF2B5EF4-FFF2-40B4-BE49-F238E27FC236}">
                <a16:creationId xmlns:a16="http://schemas.microsoft.com/office/drawing/2014/main" id="{91A3A899-B387-7F1C-A661-F602AFBBEB6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795349" y="1102957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6" name="Текст 55">
            <a:extLst>
              <a:ext uri="{FF2B5EF4-FFF2-40B4-BE49-F238E27FC236}">
                <a16:creationId xmlns:a16="http://schemas.microsoft.com/office/drawing/2014/main" id="{4C70CA63-3DEB-ECE4-07BD-C3CCEC92EC6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2371346" y="517741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7" name="Текст 55">
            <a:extLst>
              <a:ext uri="{FF2B5EF4-FFF2-40B4-BE49-F238E27FC236}">
                <a16:creationId xmlns:a16="http://schemas.microsoft.com/office/drawing/2014/main" id="{EFE03C2A-7F6C-5D7D-4E0C-B55029F5C56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2371346" y="664045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8" name="Текст 55">
            <a:extLst>
              <a:ext uri="{FF2B5EF4-FFF2-40B4-BE49-F238E27FC236}">
                <a16:creationId xmlns:a16="http://schemas.microsoft.com/office/drawing/2014/main" id="{2946D6EC-1AB9-5406-D100-C7A918942F2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2371346" y="810349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9" name="Текст 55">
            <a:extLst>
              <a:ext uri="{FF2B5EF4-FFF2-40B4-BE49-F238E27FC236}">
                <a16:creationId xmlns:a16="http://schemas.microsoft.com/office/drawing/2014/main" id="{9CBF20FB-17A8-68B2-B65B-89BFA81271F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2371346" y="956653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0" name="Текст 55">
            <a:extLst>
              <a:ext uri="{FF2B5EF4-FFF2-40B4-BE49-F238E27FC236}">
                <a16:creationId xmlns:a16="http://schemas.microsoft.com/office/drawing/2014/main" id="{C8A6F977-2880-BC22-5E21-384BDA0EB27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2371346" y="1102957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1" name="Текст 55">
            <a:extLst>
              <a:ext uri="{FF2B5EF4-FFF2-40B4-BE49-F238E27FC236}">
                <a16:creationId xmlns:a16="http://schemas.microsoft.com/office/drawing/2014/main" id="{8DEE18DD-AB8C-AD84-1BB1-75B43C3F456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7947343" y="517741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2" name="Текст 55">
            <a:extLst>
              <a:ext uri="{FF2B5EF4-FFF2-40B4-BE49-F238E27FC236}">
                <a16:creationId xmlns:a16="http://schemas.microsoft.com/office/drawing/2014/main" id="{6CBD1689-DFFD-586F-97BE-A5AE00473B4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947343" y="664045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3" name="Текст 55">
            <a:extLst>
              <a:ext uri="{FF2B5EF4-FFF2-40B4-BE49-F238E27FC236}">
                <a16:creationId xmlns:a16="http://schemas.microsoft.com/office/drawing/2014/main" id="{F85E2FEF-4530-519D-62A8-3E38467127D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7947343" y="810349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4" name="Текст 55">
            <a:extLst>
              <a:ext uri="{FF2B5EF4-FFF2-40B4-BE49-F238E27FC236}">
                <a16:creationId xmlns:a16="http://schemas.microsoft.com/office/drawing/2014/main" id="{D74AC71E-6062-4E0D-2F1D-A19CCF4F510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7947343" y="956653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5" name="Текст 55">
            <a:extLst>
              <a:ext uri="{FF2B5EF4-FFF2-40B4-BE49-F238E27FC236}">
                <a16:creationId xmlns:a16="http://schemas.microsoft.com/office/drawing/2014/main" id="{2D27BFCC-1953-00F9-EC1C-F0C9F9AE75F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7947343" y="1102957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9" name="Текст 88">
            <a:extLst>
              <a:ext uri="{FF2B5EF4-FFF2-40B4-BE49-F238E27FC236}">
                <a16:creationId xmlns:a16="http://schemas.microsoft.com/office/drawing/2014/main" id="{E3CF79BD-D08F-003F-6C76-6EFFAC7BC28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19353" y="4008836"/>
            <a:ext cx="4745030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 smtClean="0">
                <a:solidFill>
                  <a:schemeClr val="accent3"/>
                </a:solidFill>
                <a:latin typeface="Graphik LC Medium" panose="020B0503030202060203" pitchFamily="34" charset="0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ПРИЗНАК 1</a:t>
            </a:r>
          </a:p>
        </p:txBody>
      </p:sp>
      <p:sp>
        <p:nvSpPr>
          <p:cNvPr id="90" name="Текст 88">
            <a:extLst>
              <a:ext uri="{FF2B5EF4-FFF2-40B4-BE49-F238E27FC236}">
                <a16:creationId xmlns:a16="http://schemas.microsoft.com/office/drawing/2014/main" id="{E3149895-B7D4-653E-9FDB-48FFB0528268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795349" y="4008836"/>
            <a:ext cx="4745030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 smtClean="0">
                <a:solidFill>
                  <a:schemeClr val="accent3"/>
                </a:solidFill>
                <a:latin typeface="Graphik LC Medium" panose="020B0503030202060203" pitchFamily="34" charset="0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ПРИЗНАК 2</a:t>
            </a:r>
          </a:p>
        </p:txBody>
      </p:sp>
      <p:sp>
        <p:nvSpPr>
          <p:cNvPr id="91" name="Текст 88">
            <a:extLst>
              <a:ext uri="{FF2B5EF4-FFF2-40B4-BE49-F238E27FC236}">
                <a16:creationId xmlns:a16="http://schemas.microsoft.com/office/drawing/2014/main" id="{C13B7AAA-B05C-940C-7347-E5C6E6476BDE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2371346" y="4008836"/>
            <a:ext cx="4745030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 smtClean="0">
                <a:solidFill>
                  <a:schemeClr val="accent3"/>
                </a:solidFill>
                <a:latin typeface="Graphik LC Medium" panose="020B0503030202060203" pitchFamily="34" charset="0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ПРИЗНАК 3</a:t>
            </a:r>
          </a:p>
        </p:txBody>
      </p:sp>
      <p:sp>
        <p:nvSpPr>
          <p:cNvPr id="92" name="Текст 88">
            <a:extLst>
              <a:ext uri="{FF2B5EF4-FFF2-40B4-BE49-F238E27FC236}">
                <a16:creationId xmlns:a16="http://schemas.microsoft.com/office/drawing/2014/main" id="{84582982-093F-975A-F59D-3D2009C9D28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7947343" y="4008836"/>
            <a:ext cx="4745030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 smtClean="0">
                <a:solidFill>
                  <a:schemeClr val="accent3"/>
                </a:solidFill>
                <a:latin typeface="Graphik LC Medium" panose="020B0503030202060203" pitchFamily="34" charset="0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ПРИЗНАК 4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85BF249-39C2-8815-67F2-27EE848EAB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69440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д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7">
            <a:extLst>
              <a:ext uri="{FF2B5EF4-FFF2-40B4-BE49-F238E27FC236}">
                <a16:creationId xmlns:a16="http://schemas.microsoft.com/office/drawing/2014/main" id="{99939A9D-2E06-76E2-9344-5613898165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9208651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Минутка кода</a:t>
            </a:r>
          </a:p>
        </p:txBody>
      </p:sp>
      <p:pic>
        <p:nvPicPr>
          <p:cNvPr id="52" name="Image 17" descr=" ">
            <a:extLst>
              <a:ext uri="{FF2B5EF4-FFF2-40B4-BE49-F238E27FC236}">
                <a16:creationId xmlns:a16="http://schemas.microsoft.com/office/drawing/2014/main" id="{D18EAEB8-74DB-3BB2-6953-672A2C1604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45174731-CA54-BF19-50E6-906F69DF55CF}"/>
              </a:ext>
            </a:extLst>
          </p:cNvPr>
          <p:cNvGrpSpPr/>
          <p:nvPr userDrawn="1"/>
        </p:nvGrpSpPr>
        <p:grpSpPr>
          <a:xfrm>
            <a:off x="1219352" y="3759200"/>
            <a:ext cx="21948343" cy="8737600"/>
            <a:chOff x="1219352" y="3759200"/>
            <a:chExt cx="21948343" cy="8737600"/>
          </a:xfrm>
        </p:grpSpPr>
        <p:sp>
          <p:nvSpPr>
            <p:cNvPr id="3" name="Прямоугольник с двумя скругленными противолежащими углами 2">
              <a:extLst>
                <a:ext uri="{FF2B5EF4-FFF2-40B4-BE49-F238E27FC236}">
                  <a16:creationId xmlns:a16="http://schemas.microsoft.com/office/drawing/2014/main" id="{CFEFC578-38B7-093C-F8E5-F0621F401117}"/>
                </a:ext>
              </a:extLst>
            </p:cNvPr>
            <p:cNvSpPr/>
            <p:nvPr/>
          </p:nvSpPr>
          <p:spPr>
            <a:xfrm>
              <a:off x="1219352" y="3759200"/>
              <a:ext cx="21948343" cy="8737600"/>
            </a:xfrm>
            <a:prstGeom prst="round2DiagRect">
              <a:avLst>
                <a:gd name="adj1" fmla="val 3676"/>
                <a:gd name="adj2" fmla="val 0"/>
              </a:avLst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Shape 3">
              <a:extLst>
                <a:ext uri="{FF2B5EF4-FFF2-40B4-BE49-F238E27FC236}">
                  <a16:creationId xmlns:a16="http://schemas.microsoft.com/office/drawing/2014/main" id="{1579546A-04AF-BD59-F391-B1E1B1B8B4AD}"/>
                </a:ext>
              </a:extLst>
            </p:cNvPr>
            <p:cNvSpPr/>
            <p:nvPr/>
          </p:nvSpPr>
          <p:spPr>
            <a:xfrm>
              <a:off x="1574997" y="4076700"/>
              <a:ext cx="203225" cy="203200"/>
            </a:xfrm>
            <a:prstGeom prst="ellipse">
              <a:avLst/>
            </a:prstGeom>
            <a:solidFill>
              <a:srgbClr val="FAFAFA">
                <a:alpha val="100000"/>
              </a:srgbClr>
            </a:solidFill>
            <a:ln/>
          </p:spPr>
        </p:sp>
        <p:sp>
          <p:nvSpPr>
            <p:cNvPr id="5" name="Shape 4">
              <a:extLst>
                <a:ext uri="{FF2B5EF4-FFF2-40B4-BE49-F238E27FC236}">
                  <a16:creationId xmlns:a16="http://schemas.microsoft.com/office/drawing/2014/main" id="{4CC15782-ECB8-DA9D-DA76-822CDCF9C588}"/>
                </a:ext>
              </a:extLst>
            </p:cNvPr>
            <p:cNvSpPr/>
            <p:nvPr/>
          </p:nvSpPr>
          <p:spPr>
            <a:xfrm>
              <a:off x="1930641" y="4076700"/>
              <a:ext cx="203225" cy="203200"/>
            </a:xfrm>
            <a:prstGeom prst="ellipse">
              <a:avLst/>
            </a:prstGeom>
            <a:solidFill>
              <a:srgbClr val="FAFAFA">
                <a:alpha val="100000"/>
              </a:srgbClr>
            </a:solidFill>
            <a:ln/>
          </p:spPr>
        </p:sp>
        <p:sp>
          <p:nvSpPr>
            <p:cNvPr id="6" name="Shape 5">
              <a:extLst>
                <a:ext uri="{FF2B5EF4-FFF2-40B4-BE49-F238E27FC236}">
                  <a16:creationId xmlns:a16="http://schemas.microsoft.com/office/drawing/2014/main" id="{A6FF3A2C-85F3-2A1E-66C0-59F718D4D20D}"/>
                </a:ext>
              </a:extLst>
            </p:cNvPr>
            <p:cNvSpPr/>
            <p:nvPr/>
          </p:nvSpPr>
          <p:spPr>
            <a:xfrm>
              <a:off x="2286286" y="4076700"/>
              <a:ext cx="203225" cy="203200"/>
            </a:xfrm>
            <a:prstGeom prst="ellipse">
              <a:avLst/>
            </a:prstGeom>
            <a:solidFill>
              <a:srgbClr val="FAFAFA">
                <a:alpha val="100000"/>
              </a:srgbClr>
            </a:solidFill>
            <a:ln/>
          </p:spPr>
        </p:sp>
        <p:cxnSp>
          <p:nvCxnSpPr>
            <p:cNvPr id="7" name="Прямая соединительная линия 6">
              <a:extLst>
                <a:ext uri="{FF2B5EF4-FFF2-40B4-BE49-F238E27FC236}">
                  <a16:creationId xmlns:a16="http://schemas.microsoft.com/office/drawing/2014/main" id="{98069BA1-C4CB-5B50-C6CD-9D320631722C}"/>
                </a:ext>
              </a:extLst>
            </p:cNvPr>
            <p:cNvCxnSpPr>
              <a:cxnSpLocks/>
            </p:cNvCxnSpPr>
            <p:nvPr/>
          </p:nvCxnSpPr>
          <p:spPr>
            <a:xfrm>
              <a:off x="1219352" y="4570632"/>
              <a:ext cx="21948343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Текст 14">
            <a:extLst>
              <a:ext uri="{FF2B5EF4-FFF2-40B4-BE49-F238E27FC236}">
                <a16:creationId xmlns:a16="http://schemas.microsoft.com/office/drawing/2014/main" id="{802FB575-ADA4-D2DC-F233-DBA51DA2E7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0" name="Номер слайда 2">
            <a:extLst>
              <a:ext uri="{FF2B5EF4-FFF2-40B4-BE49-F238E27FC236}">
                <a16:creationId xmlns:a16="http://schemas.microsoft.com/office/drawing/2014/main" id="{A37BC936-8D6E-E9D6-3003-624D52E0B1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31558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д на всю страницу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Image 17" descr=" ">
            <a:extLst>
              <a:ext uri="{FF2B5EF4-FFF2-40B4-BE49-F238E27FC236}">
                <a16:creationId xmlns:a16="http://schemas.microsoft.com/office/drawing/2014/main" id="{D18EAEB8-74DB-3BB2-6953-672A2C1604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" name="Прямоугольник с двумя скругленными противолежащими углами 2">
            <a:extLst>
              <a:ext uri="{FF2B5EF4-FFF2-40B4-BE49-F238E27FC236}">
                <a16:creationId xmlns:a16="http://schemas.microsoft.com/office/drawing/2014/main" id="{CFEFC578-38B7-093C-F8E5-F0621F401117}"/>
              </a:ext>
            </a:extLst>
          </p:cNvPr>
          <p:cNvSpPr/>
          <p:nvPr/>
        </p:nvSpPr>
        <p:spPr>
          <a:xfrm>
            <a:off x="1219352" y="1850886"/>
            <a:ext cx="21948343" cy="10660201"/>
          </a:xfrm>
          <a:prstGeom prst="round2DiagRect">
            <a:avLst>
              <a:gd name="adj1" fmla="val 3013"/>
              <a:gd name="adj2" fmla="val 0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1579546A-04AF-BD59-F391-B1E1B1B8B4AD}"/>
              </a:ext>
            </a:extLst>
          </p:cNvPr>
          <p:cNvSpPr/>
          <p:nvPr/>
        </p:nvSpPr>
        <p:spPr>
          <a:xfrm>
            <a:off x="1574997" y="2168387"/>
            <a:ext cx="203225" cy="203200"/>
          </a:xfrm>
          <a:prstGeom prst="ellipse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4CC15782-ECB8-DA9D-DA76-822CDCF9C588}"/>
              </a:ext>
            </a:extLst>
          </p:cNvPr>
          <p:cNvSpPr/>
          <p:nvPr/>
        </p:nvSpPr>
        <p:spPr>
          <a:xfrm>
            <a:off x="1930641" y="2168387"/>
            <a:ext cx="203225" cy="203200"/>
          </a:xfrm>
          <a:prstGeom prst="ellipse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A6FF3A2C-85F3-2A1E-66C0-59F718D4D20D}"/>
              </a:ext>
            </a:extLst>
          </p:cNvPr>
          <p:cNvSpPr/>
          <p:nvPr/>
        </p:nvSpPr>
        <p:spPr>
          <a:xfrm>
            <a:off x="2286286" y="2168387"/>
            <a:ext cx="203225" cy="203200"/>
          </a:xfrm>
          <a:prstGeom prst="ellipse">
            <a:avLst/>
          </a:prstGeom>
          <a:solidFill>
            <a:srgbClr val="FAFAFA">
              <a:alpha val="100000"/>
            </a:srgbClr>
          </a:solidFill>
          <a:ln/>
        </p:spPr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98069BA1-C4CB-5B50-C6CD-9D320631722C}"/>
              </a:ext>
            </a:extLst>
          </p:cNvPr>
          <p:cNvCxnSpPr>
            <a:cxnSpLocks/>
          </p:cNvCxnSpPr>
          <p:nvPr/>
        </p:nvCxnSpPr>
        <p:spPr>
          <a:xfrm>
            <a:off x="1219352" y="2662319"/>
            <a:ext cx="21948343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D22959ED-E1C7-0A13-4143-EB2CB55B64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52470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д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C4F20AB8-4211-9BA5-B47E-A3829CCEA3F0}"/>
              </a:ext>
            </a:extLst>
          </p:cNvPr>
          <p:cNvGrpSpPr/>
          <p:nvPr userDrawn="1"/>
        </p:nvGrpSpPr>
        <p:grpSpPr>
          <a:xfrm>
            <a:off x="9385890" y="2981626"/>
            <a:ext cx="13788435" cy="8524574"/>
            <a:chOff x="9385890" y="2981626"/>
            <a:chExt cx="13788435" cy="8524574"/>
          </a:xfrm>
        </p:grpSpPr>
        <p:sp>
          <p:nvSpPr>
            <p:cNvPr id="3" name="Прямоугольник с двумя скругленными противолежащими углами 2">
              <a:extLst>
                <a:ext uri="{FF2B5EF4-FFF2-40B4-BE49-F238E27FC236}">
                  <a16:creationId xmlns:a16="http://schemas.microsoft.com/office/drawing/2014/main" id="{990733CA-C9D9-F696-0C4A-89B2E96C6AFB}"/>
                </a:ext>
              </a:extLst>
            </p:cNvPr>
            <p:cNvSpPr/>
            <p:nvPr/>
          </p:nvSpPr>
          <p:spPr>
            <a:xfrm>
              <a:off x="9385890" y="2981626"/>
              <a:ext cx="13788435" cy="8524574"/>
            </a:xfrm>
            <a:prstGeom prst="round2DiagRect">
              <a:avLst>
                <a:gd name="adj1" fmla="val 3768"/>
                <a:gd name="adj2" fmla="val 0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52ADC7BB-3FD1-4CD1-9C58-AFFA0A4F1EF1}"/>
                </a:ext>
              </a:extLst>
            </p:cNvPr>
            <p:cNvSpPr/>
            <p:nvPr/>
          </p:nvSpPr>
          <p:spPr>
            <a:xfrm>
              <a:off x="9741535" y="3299126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56B2B002-18AE-B0BC-02E8-B89EEF7BAFB0}"/>
                </a:ext>
              </a:extLst>
            </p:cNvPr>
            <p:cNvSpPr/>
            <p:nvPr/>
          </p:nvSpPr>
          <p:spPr>
            <a:xfrm>
              <a:off x="10097179" y="3299126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1354B431-A83B-5B45-E477-E4F75F45FC14}"/>
                </a:ext>
              </a:extLst>
            </p:cNvPr>
            <p:cNvSpPr/>
            <p:nvPr/>
          </p:nvSpPr>
          <p:spPr>
            <a:xfrm>
              <a:off x="10452824" y="3299126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cxnSp>
          <p:nvCxnSpPr>
            <p:cNvPr id="8" name="Прямая соединительная линия 7">
              <a:extLst>
                <a:ext uri="{FF2B5EF4-FFF2-40B4-BE49-F238E27FC236}">
                  <a16:creationId xmlns:a16="http://schemas.microsoft.com/office/drawing/2014/main" id="{B9760D07-BBDE-B2C2-CFCA-FF75C1912E4B}"/>
                </a:ext>
              </a:extLst>
            </p:cNvPr>
            <p:cNvCxnSpPr>
              <a:cxnSpLocks/>
            </p:cNvCxnSpPr>
            <p:nvPr/>
          </p:nvCxnSpPr>
          <p:spPr>
            <a:xfrm>
              <a:off x="9385890" y="3793058"/>
              <a:ext cx="13788435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Текст 14">
            <a:extLst>
              <a:ext uri="{FF2B5EF4-FFF2-40B4-BE49-F238E27FC236}">
                <a16:creationId xmlns:a16="http://schemas.microsoft.com/office/drawing/2014/main" id="{B8DBD79D-E0C7-5BD3-6C62-CCD5C70776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4823776"/>
            <a:ext cx="7467449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0" name="Текст 7">
            <a:extLst>
              <a:ext uri="{FF2B5EF4-FFF2-40B4-BE49-F238E27FC236}">
                <a16:creationId xmlns:a16="http://schemas.microsoft.com/office/drawing/2014/main" id="{A6AA7F9A-04ED-DF10-B8D0-A53015CFE8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3053254"/>
            <a:ext cx="7467449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Минутка кода</a:t>
            </a:r>
          </a:p>
        </p:txBody>
      </p:sp>
      <p:sp>
        <p:nvSpPr>
          <p:cNvPr id="12" name="Номер слайда 2">
            <a:extLst>
              <a:ext uri="{FF2B5EF4-FFF2-40B4-BE49-F238E27FC236}">
                <a16:creationId xmlns:a16="http://schemas.microsoft.com/office/drawing/2014/main" id="{44121E35-7CFD-E7B0-D5C8-EE5915C6F0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97550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д_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DAEF54D6-C4D4-F7EC-F6F5-0F5A6536EB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5" name="Прямоугольник с двумя скругленными противолежащими углами 4">
            <a:extLst>
              <a:ext uri="{FF2B5EF4-FFF2-40B4-BE49-F238E27FC236}">
                <a16:creationId xmlns:a16="http://schemas.microsoft.com/office/drawing/2014/main" id="{67E7FA8A-7C1D-9D1C-C8E3-E48344335758}"/>
              </a:ext>
            </a:extLst>
          </p:cNvPr>
          <p:cNvSpPr/>
          <p:nvPr/>
        </p:nvSpPr>
        <p:spPr>
          <a:xfrm>
            <a:off x="12014200" y="4139603"/>
            <a:ext cx="11160125" cy="8371485"/>
          </a:xfrm>
          <a:prstGeom prst="round2DiagRect">
            <a:avLst>
              <a:gd name="adj1" fmla="val 3837"/>
              <a:gd name="adj2" fmla="val 0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E7900AE2-6D7F-3A8B-CB35-9E4B528AABB6}"/>
              </a:ext>
            </a:extLst>
          </p:cNvPr>
          <p:cNvSpPr/>
          <p:nvPr/>
        </p:nvSpPr>
        <p:spPr>
          <a:xfrm>
            <a:off x="12369845" y="4457103"/>
            <a:ext cx="203225" cy="20320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4397A9A4-A9A1-D757-20B6-9D3A08D6091C}"/>
              </a:ext>
            </a:extLst>
          </p:cNvPr>
          <p:cNvSpPr/>
          <p:nvPr/>
        </p:nvSpPr>
        <p:spPr>
          <a:xfrm>
            <a:off x="12725489" y="4457103"/>
            <a:ext cx="203225" cy="20320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EA7EE9EB-B198-F9BE-68E9-D1AC30FB75D5}"/>
              </a:ext>
            </a:extLst>
          </p:cNvPr>
          <p:cNvSpPr/>
          <p:nvPr/>
        </p:nvSpPr>
        <p:spPr>
          <a:xfrm>
            <a:off x="13081134" y="4457103"/>
            <a:ext cx="203225" cy="203200"/>
          </a:xfrm>
          <a:prstGeom prst="ellipse">
            <a:avLst/>
          </a:prstGeom>
          <a:solidFill>
            <a:schemeClr val="bg1"/>
          </a:solidFill>
          <a:ln/>
        </p:spPr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E3E87C1-A9EF-6CEC-82E4-E1ABA1CE22E0}"/>
              </a:ext>
            </a:extLst>
          </p:cNvPr>
          <p:cNvCxnSpPr>
            <a:cxnSpLocks/>
          </p:cNvCxnSpPr>
          <p:nvPr/>
        </p:nvCxnSpPr>
        <p:spPr>
          <a:xfrm>
            <a:off x="12014200" y="4951035"/>
            <a:ext cx="11160125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hape 0">
            <a:extLst>
              <a:ext uri="{FF2B5EF4-FFF2-40B4-BE49-F238E27FC236}">
                <a16:creationId xmlns:a16="http://schemas.microsoft.com/office/drawing/2014/main" id="{3B903C9F-FB44-7C7B-C487-4DE1D8D69083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1" name="Текст 7">
            <a:extLst>
              <a:ext uri="{FF2B5EF4-FFF2-40B4-BE49-F238E27FC236}">
                <a16:creationId xmlns:a16="http://schemas.microsoft.com/office/drawing/2014/main" id="{881E9D9C-B6DD-D838-6EE4-D7303C89E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8CEAD1D2-656F-828B-6206-6C77A8CB18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92848" y="4139603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939BDB43-0876-D6E2-2015-32A3B73D9F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92848" y="4749203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B350CE25-128E-CFCA-F2C2-1A2A8AF65E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92848" y="7169415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EB27B958-1B23-B530-051A-EA5B3181B4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92848" y="7779015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9C53A9A6-35A5-6663-FFBF-70EBFD2957C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92848" y="10199227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E63511CA-F580-9C1D-688A-E392FCC8732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792848" y="10808827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6DE87401-FF9D-5865-6AAC-64D89C3450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0722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д_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249206B7-47E3-EB33-ADCF-B1C0A8F209EE}"/>
              </a:ext>
            </a:extLst>
          </p:cNvPr>
          <p:cNvSpPr/>
          <p:nvPr userDrawn="1"/>
        </p:nvSpPr>
        <p:spPr>
          <a:xfrm>
            <a:off x="0" y="0"/>
            <a:ext cx="10605600" cy="13716000"/>
          </a:xfrm>
          <a:prstGeom prst="rect">
            <a:avLst/>
          </a:prstGeom>
          <a:solidFill>
            <a:schemeClr val="tx1"/>
          </a:solidFill>
          <a:ln/>
        </p:spPr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01B6381B-3E83-34C3-B635-64CEE67A4933}"/>
              </a:ext>
            </a:extLst>
          </p:cNvPr>
          <p:cNvGrpSpPr/>
          <p:nvPr userDrawn="1"/>
        </p:nvGrpSpPr>
        <p:grpSpPr>
          <a:xfrm>
            <a:off x="12014200" y="2102563"/>
            <a:ext cx="11160125" cy="3695884"/>
            <a:chOff x="12014200" y="2102563"/>
            <a:chExt cx="11160125" cy="3695884"/>
          </a:xfrm>
        </p:grpSpPr>
        <p:sp>
          <p:nvSpPr>
            <p:cNvPr id="5" name="Прямоугольник с двумя скругленными противолежащими углами 4">
              <a:extLst>
                <a:ext uri="{FF2B5EF4-FFF2-40B4-BE49-F238E27FC236}">
                  <a16:creationId xmlns:a16="http://schemas.microsoft.com/office/drawing/2014/main" id="{5E50FF9B-45E5-9CB6-40E4-A999C62D2C90}"/>
                </a:ext>
              </a:extLst>
            </p:cNvPr>
            <p:cNvSpPr/>
            <p:nvPr/>
          </p:nvSpPr>
          <p:spPr>
            <a:xfrm>
              <a:off x="12014200" y="2102563"/>
              <a:ext cx="11160125" cy="3695884"/>
            </a:xfrm>
            <a:prstGeom prst="round2DiagRect">
              <a:avLst>
                <a:gd name="adj1" fmla="val 8692"/>
                <a:gd name="adj2" fmla="val 0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Shape 3">
              <a:extLst>
                <a:ext uri="{FF2B5EF4-FFF2-40B4-BE49-F238E27FC236}">
                  <a16:creationId xmlns:a16="http://schemas.microsoft.com/office/drawing/2014/main" id="{78D14C1C-37C7-6C41-A36A-7ABCBD7800F8}"/>
                </a:ext>
              </a:extLst>
            </p:cNvPr>
            <p:cNvSpPr/>
            <p:nvPr/>
          </p:nvSpPr>
          <p:spPr>
            <a:xfrm>
              <a:off x="12369845" y="2420062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7" name="Shape 4">
              <a:extLst>
                <a:ext uri="{FF2B5EF4-FFF2-40B4-BE49-F238E27FC236}">
                  <a16:creationId xmlns:a16="http://schemas.microsoft.com/office/drawing/2014/main" id="{E76F4DEC-933B-C077-E4A3-22B7ECDE3C10}"/>
                </a:ext>
              </a:extLst>
            </p:cNvPr>
            <p:cNvSpPr/>
            <p:nvPr/>
          </p:nvSpPr>
          <p:spPr>
            <a:xfrm>
              <a:off x="12725489" y="2420062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8" name="Shape 5">
              <a:extLst>
                <a:ext uri="{FF2B5EF4-FFF2-40B4-BE49-F238E27FC236}">
                  <a16:creationId xmlns:a16="http://schemas.microsoft.com/office/drawing/2014/main" id="{BC029ADB-623A-8435-8EB7-B2BB228808C0}"/>
                </a:ext>
              </a:extLst>
            </p:cNvPr>
            <p:cNvSpPr/>
            <p:nvPr/>
          </p:nvSpPr>
          <p:spPr>
            <a:xfrm>
              <a:off x="13081134" y="2420062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cxnSp>
          <p:nvCxnSpPr>
            <p:cNvPr id="9" name="Прямая соединительная линия 8">
              <a:extLst>
                <a:ext uri="{FF2B5EF4-FFF2-40B4-BE49-F238E27FC236}">
                  <a16:creationId xmlns:a16="http://schemas.microsoft.com/office/drawing/2014/main" id="{C9A5CE41-0028-C3DB-6974-F94E50FDFCCB}"/>
                </a:ext>
              </a:extLst>
            </p:cNvPr>
            <p:cNvCxnSpPr>
              <a:cxnSpLocks/>
            </p:cNvCxnSpPr>
            <p:nvPr/>
          </p:nvCxnSpPr>
          <p:spPr>
            <a:xfrm>
              <a:off x="12014200" y="2913994"/>
              <a:ext cx="11160125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Текст 7">
            <a:extLst>
              <a:ext uri="{FF2B5EF4-FFF2-40B4-BE49-F238E27FC236}">
                <a16:creationId xmlns:a16="http://schemas.microsoft.com/office/drawing/2014/main" id="{00FC25E2-77D9-B5E9-1B91-6CA8F70AE5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022D9126-F744-8936-C9FA-44B5B3C75E0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92848" y="4139603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AA752E31-D4DA-49AB-CD7F-27A7F785B03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92848" y="4749203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1A82788F-AD80-E54B-CFE9-E5096B4B1EC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92848" y="7169415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7641EED3-5800-0916-2A13-30E723F41E1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92848" y="7779015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247820E1-C48E-55A4-477D-32B67CA31A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92848" y="10199227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77A46C16-5C6C-3B94-2EC0-7B5715137E2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792848" y="10808827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8" name="Рисунок 17">
            <a:extLst>
              <a:ext uri="{FF2B5EF4-FFF2-40B4-BE49-F238E27FC236}">
                <a16:creationId xmlns:a16="http://schemas.microsoft.com/office/drawing/2014/main" id="{B964585A-FB4E-6FA1-8E7B-2DFEC4B8538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2014200" y="6662738"/>
            <a:ext cx="11160125" cy="5848350"/>
          </a:xfrm>
          <a:prstGeom prst="roundRect">
            <a:avLst>
              <a:gd name="adj" fmla="val 7286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9" name="Номер слайда 2">
            <a:extLst>
              <a:ext uri="{FF2B5EF4-FFF2-40B4-BE49-F238E27FC236}">
                <a16:creationId xmlns:a16="http://schemas.microsoft.com/office/drawing/2014/main" id="{272A605B-C9F3-6697-016D-0FA8BFCF23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50038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8" name="Shape 26">
            <a:extLst>
              <a:ext uri="{FF2B5EF4-FFF2-40B4-BE49-F238E27FC236}">
                <a16:creationId xmlns:a16="http://schemas.microsoft.com/office/drawing/2014/main" id="{33DF3666-9E3C-36D5-1C3E-F170AAAAE6E7}"/>
              </a:ext>
            </a:extLst>
          </p:cNvPr>
          <p:cNvSpPr/>
          <p:nvPr userDrawn="1"/>
        </p:nvSpPr>
        <p:spPr>
          <a:xfrm>
            <a:off x="1219352" y="4445000"/>
            <a:ext cx="5194949" cy="8051800"/>
          </a:xfrm>
          <a:prstGeom prst="roundRect">
            <a:avLst>
              <a:gd name="adj" fmla="val 5402"/>
            </a:avLst>
          </a:prstGeom>
          <a:solidFill>
            <a:srgbClr val="FFDD2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Рисунок 24">
            <a:extLst>
              <a:ext uri="{FF2B5EF4-FFF2-40B4-BE49-F238E27FC236}">
                <a16:creationId xmlns:a16="http://schemas.microsoft.com/office/drawing/2014/main" id="{9266F093-6293-7206-8307-BEE7D8FFFAF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27416" y="2898625"/>
            <a:ext cx="3186030" cy="3186030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tx1"/>
            </a:solidFill>
          </a:ln>
        </p:spPr>
        <p:txBody>
          <a:bodyPr/>
          <a:lstStyle/>
          <a:p>
            <a:endParaRPr lang="ru-RU" dirty="0"/>
          </a:p>
        </p:txBody>
      </p:sp>
      <p:sp>
        <p:nvSpPr>
          <p:cNvPr id="8" name="Shape 26">
            <a:extLst>
              <a:ext uri="{FF2B5EF4-FFF2-40B4-BE49-F238E27FC236}">
                <a16:creationId xmlns:a16="http://schemas.microsoft.com/office/drawing/2014/main" id="{E3A09CA7-9176-7ED5-7510-EF3BA517014F}"/>
              </a:ext>
            </a:extLst>
          </p:cNvPr>
          <p:cNvSpPr/>
          <p:nvPr userDrawn="1"/>
        </p:nvSpPr>
        <p:spPr>
          <a:xfrm>
            <a:off x="6805645" y="4445000"/>
            <a:ext cx="5194949" cy="8051800"/>
          </a:xfrm>
          <a:prstGeom prst="roundRect">
            <a:avLst>
              <a:gd name="adj" fmla="val 5402"/>
            </a:avLst>
          </a:prstGeom>
          <a:solidFill>
            <a:schemeClr val="accent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Рисунок 24">
            <a:extLst>
              <a:ext uri="{FF2B5EF4-FFF2-40B4-BE49-F238E27FC236}">
                <a16:creationId xmlns:a16="http://schemas.microsoft.com/office/drawing/2014/main" id="{1805F28A-21D8-4091-1A8F-44F8A5628AC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13709" y="2898625"/>
            <a:ext cx="3186030" cy="3186030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tx1"/>
            </a:solidFill>
          </a:ln>
        </p:spPr>
        <p:txBody>
          <a:bodyPr/>
          <a:lstStyle/>
          <a:p>
            <a:endParaRPr lang="ru-RU" dirty="0"/>
          </a:p>
        </p:txBody>
      </p:sp>
      <p:sp>
        <p:nvSpPr>
          <p:cNvPr id="13" name="Shape 26">
            <a:extLst>
              <a:ext uri="{FF2B5EF4-FFF2-40B4-BE49-F238E27FC236}">
                <a16:creationId xmlns:a16="http://schemas.microsoft.com/office/drawing/2014/main" id="{B7609D9C-D033-466D-8AB0-61F75F39272F}"/>
              </a:ext>
            </a:extLst>
          </p:cNvPr>
          <p:cNvSpPr/>
          <p:nvPr userDrawn="1"/>
        </p:nvSpPr>
        <p:spPr>
          <a:xfrm>
            <a:off x="12391938" y="4445000"/>
            <a:ext cx="5194949" cy="8051800"/>
          </a:xfrm>
          <a:prstGeom prst="roundRect">
            <a:avLst>
              <a:gd name="adj" fmla="val 5402"/>
            </a:avLst>
          </a:prstGeom>
          <a:solidFill>
            <a:schemeClr val="accent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Рисунок 24">
            <a:extLst>
              <a:ext uri="{FF2B5EF4-FFF2-40B4-BE49-F238E27FC236}">
                <a16:creationId xmlns:a16="http://schemas.microsoft.com/office/drawing/2014/main" id="{AE27DE0A-5C4D-116C-CB83-BB27C032DC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00001" y="2898625"/>
            <a:ext cx="3186030" cy="3186030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tx1"/>
            </a:solidFill>
          </a:ln>
        </p:spPr>
        <p:txBody>
          <a:bodyPr/>
          <a:lstStyle/>
          <a:p>
            <a:endParaRPr lang="ru-RU" dirty="0"/>
          </a:p>
        </p:txBody>
      </p:sp>
      <p:sp>
        <p:nvSpPr>
          <p:cNvPr id="2" name="Shape 26">
            <a:extLst>
              <a:ext uri="{FF2B5EF4-FFF2-40B4-BE49-F238E27FC236}">
                <a16:creationId xmlns:a16="http://schemas.microsoft.com/office/drawing/2014/main" id="{183D64BA-08FE-47C3-B0E8-A2B0F5C469BF}"/>
              </a:ext>
            </a:extLst>
          </p:cNvPr>
          <p:cNvSpPr/>
          <p:nvPr userDrawn="1"/>
        </p:nvSpPr>
        <p:spPr>
          <a:xfrm>
            <a:off x="17978230" y="4445000"/>
            <a:ext cx="5194949" cy="8051800"/>
          </a:xfrm>
          <a:prstGeom prst="roundRect">
            <a:avLst>
              <a:gd name="adj" fmla="val 5402"/>
            </a:avLst>
          </a:prstGeom>
          <a:solidFill>
            <a:schemeClr val="accent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Рисунок 24">
            <a:extLst>
              <a:ext uri="{FF2B5EF4-FFF2-40B4-BE49-F238E27FC236}">
                <a16:creationId xmlns:a16="http://schemas.microsoft.com/office/drawing/2014/main" id="{32166E3D-F0BF-8279-B1F0-CB747CE344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486293" y="2898625"/>
            <a:ext cx="3186030" cy="3186030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tx1"/>
            </a:solidFill>
          </a:ln>
        </p:spPr>
        <p:txBody>
          <a:bodyPr/>
          <a:lstStyle/>
          <a:p>
            <a:endParaRPr lang="ru-RU" dirty="0"/>
          </a:p>
        </p:txBody>
      </p:sp>
      <p:sp>
        <p:nvSpPr>
          <p:cNvPr id="23" name="Текст 7">
            <a:extLst>
              <a:ext uri="{FF2B5EF4-FFF2-40B4-BE49-F238E27FC236}">
                <a16:creationId xmlns:a16="http://schemas.microsoft.com/office/drawing/2014/main" id="{E205A360-AB4D-164D-E3EB-CDE5DF87C2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Команда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9D5580D7-7721-B8E4-59ED-7AE674A6019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8486294" y="7713969"/>
            <a:ext cx="3947666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713DE1FF-2690-3E10-70C7-D940E34EF9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8486294" y="8353018"/>
            <a:ext cx="3947666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9860B100-0228-FF34-94F6-6F103249FE5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727416" y="7713969"/>
            <a:ext cx="3947666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4F2880B9-F222-399A-C340-E768441BD3E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727416" y="8353018"/>
            <a:ext cx="3947666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0AF3167B-1F61-7866-D87D-9D4A6F97D3A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13709" y="7713969"/>
            <a:ext cx="3947666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64FFF8F9-75DD-C4DB-60DE-D5E3CF0631E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313709" y="8353018"/>
            <a:ext cx="3947666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E682F16B-DD55-6224-4E43-39BCEE86606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900002" y="7713969"/>
            <a:ext cx="3947666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8EF51423-7168-BC7B-9A0E-EE24263961A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900002" y="8353018"/>
            <a:ext cx="3947666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FA9ECBE6-2A61-95FD-EB8A-027C2FECDD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8486294" y="9353575"/>
            <a:ext cx="3947666" cy="25176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342900" indent="-342900">
              <a:buFont typeface="Arial" panose="020B0604020202020204" pitchFamily="34" charset="0"/>
              <a:buChar char="•"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1485991">
              <a:spcAft>
                <a:spcPts val="6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747EA3D1-1C14-23BA-33FA-AC66AD6C0CD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900002" y="9353575"/>
            <a:ext cx="3947666" cy="25176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342900" indent="-342900">
              <a:buFont typeface="Arial" panose="020B0604020202020204" pitchFamily="34" charset="0"/>
              <a:buChar char="•"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1485991">
              <a:spcAft>
                <a:spcPts val="6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1CBD69E0-8FC1-F07B-19DF-60C1B01359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3709" y="9353575"/>
            <a:ext cx="3947666" cy="25176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342900" indent="-342900">
              <a:buFont typeface="Arial" panose="020B0604020202020204" pitchFamily="34" charset="0"/>
              <a:buChar char="•"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1485991">
              <a:spcAft>
                <a:spcPts val="6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833A6316-D080-1DFD-AE68-BE417EAA98B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727416" y="9353575"/>
            <a:ext cx="3947666" cy="25176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342900" indent="-342900">
              <a:buFont typeface="Arial" panose="020B0604020202020204" pitchFamily="34" charset="0"/>
              <a:buChar char="•"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1485991">
              <a:spcAft>
                <a:spcPts val="6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8F6BFDA7-1A60-662A-B067-C6692A8FE7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08508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Рисунок 24">
            <a:extLst>
              <a:ext uri="{FF2B5EF4-FFF2-40B4-BE49-F238E27FC236}">
                <a16:creationId xmlns:a16="http://schemas.microsoft.com/office/drawing/2014/main" id="{07FA06DC-C478-FEF8-90CB-628DEAAC357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205226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0B227BCA-5864-6052-E997-0695D86D99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51194" y="4648200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5C5C9C68-E87B-6190-6DC5-138AF3B2F60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963895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7" name="Рисунок 24">
            <a:extLst>
              <a:ext uri="{FF2B5EF4-FFF2-40B4-BE49-F238E27FC236}">
                <a16:creationId xmlns:a16="http://schemas.microsoft.com/office/drawing/2014/main" id="{F0AF0037-ABE0-49F9-19AB-E967A11F99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05226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6E0C5B10-C0EE-65F4-DE19-BECD9A60434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951194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6E5A1B67-0676-8327-B7B4-D78B6D808DD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63895" y="1152288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6" name="Рисунок 24">
            <a:extLst>
              <a:ext uri="{FF2B5EF4-FFF2-40B4-BE49-F238E27FC236}">
                <a16:creationId xmlns:a16="http://schemas.microsoft.com/office/drawing/2014/main" id="{94DC2CC1-AC88-5A9C-BDD2-D0D3257DA67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9789073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5" name="Текст 55">
            <a:extLst>
              <a:ext uri="{FF2B5EF4-FFF2-40B4-BE49-F238E27FC236}">
                <a16:creationId xmlns:a16="http://schemas.microsoft.com/office/drawing/2014/main" id="{9CDCA46E-3B30-0BD4-5953-2D5DD05713A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535040" y="4655125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6C1A7EDE-CCE1-433F-7B87-34D3479EE31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9547742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0" name="Рисунок 24">
            <a:extLst>
              <a:ext uri="{FF2B5EF4-FFF2-40B4-BE49-F238E27FC236}">
                <a16:creationId xmlns:a16="http://schemas.microsoft.com/office/drawing/2014/main" id="{1531423D-21E1-5E34-87E9-D380554868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9789073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9C659216-88D0-2CB7-D969-59D170C809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535040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D2668CC7-01AF-BFCF-9BD4-6C07AB4488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9547742" y="115244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9" name="Рисунок 24">
            <a:extLst>
              <a:ext uri="{FF2B5EF4-FFF2-40B4-BE49-F238E27FC236}">
                <a16:creationId xmlns:a16="http://schemas.microsoft.com/office/drawing/2014/main" id="{2EFD22C4-C33E-2328-1110-27A1D3665EE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997149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8" name="Текст 55">
            <a:extLst>
              <a:ext uri="{FF2B5EF4-FFF2-40B4-BE49-F238E27FC236}">
                <a16:creationId xmlns:a16="http://schemas.microsoft.com/office/drawing/2014/main" id="{7BF43892-C371-9182-BD6B-D2E6156CDA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743116" y="4655125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7C79990F-6FF5-6469-66C0-29A1A06C18B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755818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1" name="Рисунок 24">
            <a:extLst>
              <a:ext uri="{FF2B5EF4-FFF2-40B4-BE49-F238E27FC236}">
                <a16:creationId xmlns:a16="http://schemas.microsoft.com/office/drawing/2014/main" id="{9EECB7A4-3528-371B-F474-A11D5503CEF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3997149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74A61040-593F-54D4-27BE-E4F078310DA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743116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18F4F742-22AB-E9B9-F0F2-8AAA91AC97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3755818" y="115244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pic>
        <p:nvPicPr>
          <p:cNvPr id="32" name="Image 7" descr=" ">
            <a:extLst>
              <a:ext uri="{FF2B5EF4-FFF2-40B4-BE49-F238E27FC236}">
                <a16:creationId xmlns:a16="http://schemas.microsoft.com/office/drawing/2014/main" id="{F7207F0D-340F-12A4-2838-2366F624C8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19352" y="876300"/>
            <a:ext cx="965321" cy="635000"/>
          </a:xfrm>
          <a:prstGeom prst="rect">
            <a:avLst/>
          </a:prstGeom>
        </p:spPr>
      </p:pic>
      <p:sp>
        <p:nvSpPr>
          <p:cNvPr id="59" name="Текст 7">
            <a:extLst>
              <a:ext uri="{FF2B5EF4-FFF2-40B4-BE49-F238E27FC236}">
                <a16:creationId xmlns:a16="http://schemas.microsoft.com/office/drawing/2014/main" id="{14016E4F-6AA2-316F-A383-2DAFD638D1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7878680"/>
            <a:ext cx="6140452" cy="205184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7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8000"/>
              </a:lnSpc>
              <a:spcBef>
                <a:spcPct val="0"/>
              </a:spcBef>
            </a:pPr>
            <a:r>
              <a:rPr lang="ru-RU" dirty="0"/>
              <a:t>Небольшой заголовок</a:t>
            </a:r>
          </a:p>
        </p:txBody>
      </p:sp>
      <p:sp>
        <p:nvSpPr>
          <p:cNvPr id="60" name="Текст 55">
            <a:extLst>
              <a:ext uri="{FF2B5EF4-FFF2-40B4-BE49-F238E27FC236}">
                <a16:creationId xmlns:a16="http://schemas.microsoft.com/office/drawing/2014/main" id="{FFA4B742-13A7-99AB-CDE4-C5048496C6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352" y="10218822"/>
            <a:ext cx="6140452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</a:t>
            </a:r>
            <a:br>
              <a:rPr lang="ru-RU" dirty="0"/>
            </a:br>
            <a:r>
              <a:rPr lang="ru-RU" dirty="0"/>
              <a:t>получить конкретный ответ </a:t>
            </a:r>
            <a:br>
              <a:rPr lang="ru-RU" dirty="0"/>
            </a:br>
            <a:r>
              <a:rPr lang="ru-RU" dirty="0"/>
              <a:t>или проверить чей-то готовый вывод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A9B3479-AD7E-3664-8DCC-3C57510BDC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98435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Рисунок 24">
            <a:extLst>
              <a:ext uri="{FF2B5EF4-FFF2-40B4-BE49-F238E27FC236}">
                <a16:creationId xmlns:a16="http://schemas.microsoft.com/office/drawing/2014/main" id="{07FA06DC-C478-FEF8-90CB-628DEAAC357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716198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0B227BCA-5864-6052-E997-0695D86D99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462166" y="4648200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5C5C9C68-E87B-6190-6DC5-138AF3B2F60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474867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7" name="Рисунок 24">
            <a:extLst>
              <a:ext uri="{FF2B5EF4-FFF2-40B4-BE49-F238E27FC236}">
                <a16:creationId xmlns:a16="http://schemas.microsoft.com/office/drawing/2014/main" id="{F0AF0037-ABE0-49F9-19AB-E967A11F99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16198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6E0C5B10-C0EE-65F4-DE19-BECD9A60434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62166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6E5A1B67-0676-8327-B7B4-D78B6D808DD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474867" y="1152288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6" name="Рисунок 24">
            <a:extLst>
              <a:ext uri="{FF2B5EF4-FFF2-40B4-BE49-F238E27FC236}">
                <a16:creationId xmlns:a16="http://schemas.microsoft.com/office/drawing/2014/main" id="{94DC2CC1-AC88-5A9C-BDD2-D0D3257DA67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9789073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5" name="Текст 55">
            <a:extLst>
              <a:ext uri="{FF2B5EF4-FFF2-40B4-BE49-F238E27FC236}">
                <a16:creationId xmlns:a16="http://schemas.microsoft.com/office/drawing/2014/main" id="{9CDCA46E-3B30-0BD4-5953-2D5DD05713A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535040" y="4655125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6C1A7EDE-CCE1-433F-7B87-34D3479EE31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9547742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0" name="Рисунок 24">
            <a:extLst>
              <a:ext uri="{FF2B5EF4-FFF2-40B4-BE49-F238E27FC236}">
                <a16:creationId xmlns:a16="http://schemas.microsoft.com/office/drawing/2014/main" id="{1531423D-21E1-5E34-87E9-D380554868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9789073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9C659216-88D0-2CB7-D969-59D170C809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535040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D2668CC7-01AF-BFCF-9BD4-6C07AB4488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9547742" y="115244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9" name="Рисунок 24">
            <a:extLst>
              <a:ext uri="{FF2B5EF4-FFF2-40B4-BE49-F238E27FC236}">
                <a16:creationId xmlns:a16="http://schemas.microsoft.com/office/drawing/2014/main" id="{2EFD22C4-C33E-2328-1110-27A1D3665EE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752065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8" name="Текст 55">
            <a:extLst>
              <a:ext uri="{FF2B5EF4-FFF2-40B4-BE49-F238E27FC236}">
                <a16:creationId xmlns:a16="http://schemas.microsoft.com/office/drawing/2014/main" id="{7BF43892-C371-9182-BD6B-D2E6156CDA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498032" y="4655125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7C79990F-6FF5-6469-66C0-29A1A06C18B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510734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1" name="Рисунок 24">
            <a:extLst>
              <a:ext uri="{FF2B5EF4-FFF2-40B4-BE49-F238E27FC236}">
                <a16:creationId xmlns:a16="http://schemas.microsoft.com/office/drawing/2014/main" id="{9EECB7A4-3528-371B-F474-A11D5503CEF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752065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74A61040-593F-54D4-27BE-E4F078310DA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498032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18F4F742-22AB-E9B9-F0F2-8AAA91AC97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4510734" y="115244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pic>
        <p:nvPicPr>
          <p:cNvPr id="32" name="Image 7" descr=" ">
            <a:extLst>
              <a:ext uri="{FF2B5EF4-FFF2-40B4-BE49-F238E27FC236}">
                <a16:creationId xmlns:a16="http://schemas.microsoft.com/office/drawing/2014/main" id="{F7207F0D-340F-12A4-2838-2366F624C8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19352" y="876300"/>
            <a:ext cx="965321" cy="635000"/>
          </a:xfrm>
          <a:prstGeom prst="rect">
            <a:avLst/>
          </a:prstGeom>
        </p:spPr>
      </p:pic>
      <p:sp>
        <p:nvSpPr>
          <p:cNvPr id="2" name="Рисунок 24">
            <a:extLst>
              <a:ext uri="{FF2B5EF4-FFF2-40B4-BE49-F238E27FC236}">
                <a16:creationId xmlns:a16="http://schemas.microsoft.com/office/drawing/2014/main" id="{37AD2AFD-88E7-D611-3913-0F84ABB38E7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666488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3" name="Текст 55">
            <a:extLst>
              <a:ext uri="{FF2B5EF4-FFF2-40B4-BE49-F238E27FC236}">
                <a16:creationId xmlns:a16="http://schemas.microsoft.com/office/drawing/2014/main" id="{8B13C8AF-7586-B2E2-7A34-2878A7A9AB3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12456" y="4648200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4" name="Текст 55">
            <a:extLst>
              <a:ext uri="{FF2B5EF4-FFF2-40B4-BE49-F238E27FC236}">
                <a16:creationId xmlns:a16="http://schemas.microsoft.com/office/drawing/2014/main" id="{96F78D43-B135-8249-5C4B-A6CABEEF1AC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5157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Рисунок 24">
            <a:extLst>
              <a:ext uri="{FF2B5EF4-FFF2-40B4-BE49-F238E27FC236}">
                <a16:creationId xmlns:a16="http://schemas.microsoft.com/office/drawing/2014/main" id="{6C80A511-DC45-5DCF-B9B9-031AECEC7A11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666488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6" name="Текст 55">
            <a:extLst>
              <a:ext uri="{FF2B5EF4-FFF2-40B4-BE49-F238E27FC236}">
                <a16:creationId xmlns:a16="http://schemas.microsoft.com/office/drawing/2014/main" id="{BDA73948-551E-7CC1-8466-7A2A9CC02B8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12456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7" name="Текст 55">
            <a:extLst>
              <a:ext uri="{FF2B5EF4-FFF2-40B4-BE49-F238E27FC236}">
                <a16:creationId xmlns:a16="http://schemas.microsoft.com/office/drawing/2014/main" id="{7308C4DB-797C-6AAA-9EE8-62D8285B51E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425157" y="1152288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7816D8BF-15E6-235C-D5CF-180550A6C4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-2729353" y="7682504"/>
            <a:ext cx="86675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3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КОМАНДА</a:t>
            </a:r>
          </a:p>
        </p:txBody>
      </p:sp>
      <p:sp>
        <p:nvSpPr>
          <p:cNvPr id="10" name="Номер слайда 2">
            <a:extLst>
              <a:ext uri="{FF2B5EF4-FFF2-40B4-BE49-F238E27FC236}">
                <a16:creationId xmlns:a16="http://schemas.microsoft.com/office/drawing/2014/main" id="{5D588FB6-36F3-6621-0A6D-14F19A1A55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9194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исок литературы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7AEF6155-D339-CDFB-2BAD-93CC730B9DDE}"/>
              </a:ext>
            </a:extLst>
          </p:cNvPr>
          <p:cNvSpPr/>
          <p:nvPr userDrawn="1"/>
        </p:nvSpPr>
        <p:spPr>
          <a:xfrm>
            <a:off x="0" y="0"/>
            <a:ext cx="10605600" cy="13716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6" name="Текст 7">
            <a:extLst>
              <a:ext uri="{FF2B5EF4-FFF2-40B4-BE49-F238E27FC236}">
                <a16:creationId xmlns:a16="http://schemas.microsoft.com/office/drawing/2014/main" id="{686A4666-49F7-83A6-D119-8927217D67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1817251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Список</a:t>
            </a:r>
            <a:br>
              <a:rPr lang="ru-RU" dirty="0"/>
            </a:br>
            <a:r>
              <a:rPr lang="ru-RU" dirty="0"/>
              <a:t>литературы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C1EEF921-4248-BDC1-3E11-AFB85BFF30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800411" y="2231410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Статья про ансамбли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91B8FF39-5C92-3D0D-71A6-EC573D0EB0E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800411" y="4755112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Статья про ансамбли</a:t>
            </a: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A59AA340-AED1-04A5-1481-C023B10DBC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800411" y="7264964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Статья про ансамбли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90EA1D3B-1886-D0F5-9F72-5A2C744ACAE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800411" y="9774817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Статья про ансамбли</a:t>
            </a:r>
          </a:p>
        </p:txBody>
      </p:sp>
      <p:sp>
        <p:nvSpPr>
          <p:cNvPr id="24" name="Номер слайда 2">
            <a:extLst>
              <a:ext uri="{FF2B5EF4-FFF2-40B4-BE49-F238E27FC236}">
                <a16:creationId xmlns:a16="http://schemas.microsoft.com/office/drawing/2014/main" id="{82D2497A-742E-4CAF-20AE-BCF27C3A76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  <p:sp>
        <p:nvSpPr>
          <p:cNvPr id="3" name="Текст 55">
            <a:extLst>
              <a:ext uri="{FF2B5EF4-FFF2-40B4-BE49-F238E27FC236}">
                <a16:creationId xmlns:a16="http://schemas.microsoft.com/office/drawing/2014/main" id="{78C6205A-F00F-3209-F25B-4CC51A15D4B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800411" y="2902587"/>
            <a:ext cx="9367285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" name="Текст 55">
            <a:extLst>
              <a:ext uri="{FF2B5EF4-FFF2-40B4-BE49-F238E27FC236}">
                <a16:creationId xmlns:a16="http://schemas.microsoft.com/office/drawing/2014/main" id="{F10DB5C1-28F0-B252-B55B-C7016BCA982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800411" y="5426289"/>
            <a:ext cx="9367285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6" name="Текст 55">
            <a:extLst>
              <a:ext uri="{FF2B5EF4-FFF2-40B4-BE49-F238E27FC236}">
                <a16:creationId xmlns:a16="http://schemas.microsoft.com/office/drawing/2014/main" id="{19796346-E457-D99C-285B-D8002F095DA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800411" y="7936141"/>
            <a:ext cx="9367285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7" name="Текст 55">
            <a:extLst>
              <a:ext uri="{FF2B5EF4-FFF2-40B4-BE49-F238E27FC236}">
                <a16:creationId xmlns:a16="http://schemas.microsoft.com/office/drawing/2014/main" id="{C68D3BC7-FEC3-15AD-B52C-F4DE297243E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3800411" y="10445994"/>
            <a:ext cx="9367285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</p:spTree>
    <p:extLst>
      <p:ext uri="{BB962C8B-B14F-4D97-AF65-F5344CB8AC3E}">
        <p14:creationId xmlns:p14="http://schemas.microsoft.com/office/powerpoint/2010/main" val="3978113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исок литературы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1" descr=" ">
            <a:extLst>
              <a:ext uri="{FF2B5EF4-FFF2-40B4-BE49-F238E27FC236}">
                <a16:creationId xmlns:a16="http://schemas.microsoft.com/office/drawing/2014/main" id="{81D64198-C4AB-7F7F-DE7F-AD83E118B1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0605826" cy="13716000"/>
          </a:xfrm>
          <a:prstGeom prst="rect">
            <a:avLst/>
          </a:prstGeom>
        </p:spPr>
      </p:pic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6" name="Текст 7">
            <a:extLst>
              <a:ext uri="{FF2B5EF4-FFF2-40B4-BE49-F238E27FC236}">
                <a16:creationId xmlns:a16="http://schemas.microsoft.com/office/drawing/2014/main" id="{686A4666-49F7-83A6-D119-8927217D67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2356936"/>
            <a:ext cx="732849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Литература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3544C411-FB9A-CCDD-2D25-660F9F08157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082622" y="2294632"/>
            <a:ext cx="10085073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9D406A85-4F09-5D56-ECE6-A1E6989097C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082622" y="3953934"/>
            <a:ext cx="10085073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B642DB10-C254-F4AE-5A47-0DF97952E1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082622" y="5613236"/>
            <a:ext cx="10085073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5" name="Текст 55">
            <a:extLst>
              <a:ext uri="{FF2B5EF4-FFF2-40B4-BE49-F238E27FC236}">
                <a16:creationId xmlns:a16="http://schemas.microsoft.com/office/drawing/2014/main" id="{F18217D3-3F69-CC50-68C4-9A6F7FE9D13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082622" y="7272538"/>
            <a:ext cx="10085073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E235104D-BEB1-4B90-8A9D-690DA4C558F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082622" y="8931840"/>
            <a:ext cx="10085073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7" name="Текст 55">
            <a:extLst>
              <a:ext uri="{FF2B5EF4-FFF2-40B4-BE49-F238E27FC236}">
                <a16:creationId xmlns:a16="http://schemas.microsoft.com/office/drawing/2014/main" id="{D270FF58-0DC4-254F-8FE7-E59535026A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082622" y="10591141"/>
            <a:ext cx="10085073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D407B7A-B798-2872-F59F-F48DF1478B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523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R-код_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4AFB5662-6BA2-958C-A346-6088C3EEDDB1}"/>
              </a:ext>
            </a:extLst>
          </p:cNvPr>
          <p:cNvGrpSpPr/>
          <p:nvPr userDrawn="1"/>
        </p:nvGrpSpPr>
        <p:grpSpPr>
          <a:xfrm>
            <a:off x="13940056" y="2914650"/>
            <a:ext cx="7887686" cy="7886700"/>
            <a:chOff x="13946343" y="2921000"/>
            <a:chExt cx="7887686" cy="7886700"/>
          </a:xfrm>
        </p:grpSpPr>
        <p:pic>
          <p:nvPicPr>
            <p:cNvPr id="6" name="Image 8" descr=" ">
              <a:extLst>
                <a:ext uri="{FF2B5EF4-FFF2-40B4-BE49-F238E27FC236}">
                  <a16:creationId xmlns:a16="http://schemas.microsoft.com/office/drawing/2014/main" id="{79F5D3F3-CF8A-957C-AEA0-B07CC66786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946343" y="2921000"/>
              <a:ext cx="1282860" cy="1282700"/>
            </a:xfrm>
            <a:prstGeom prst="rect">
              <a:avLst/>
            </a:prstGeom>
          </p:spPr>
        </p:pic>
        <p:pic>
          <p:nvPicPr>
            <p:cNvPr id="7" name="Image 9" descr=" ">
              <a:extLst>
                <a:ext uri="{FF2B5EF4-FFF2-40B4-BE49-F238E27FC236}">
                  <a16:creationId xmlns:a16="http://schemas.microsoft.com/office/drawing/2014/main" id="{21B3B8A3-1332-710B-11E5-888DDB101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551169" y="9525000"/>
              <a:ext cx="1282860" cy="1282700"/>
            </a:xfrm>
            <a:prstGeom prst="rect">
              <a:avLst/>
            </a:prstGeom>
          </p:spPr>
        </p:pic>
        <p:pic>
          <p:nvPicPr>
            <p:cNvPr id="8" name="Image 10" descr=" ">
              <a:extLst>
                <a:ext uri="{FF2B5EF4-FFF2-40B4-BE49-F238E27FC236}">
                  <a16:creationId xmlns:a16="http://schemas.microsoft.com/office/drawing/2014/main" id="{37ECDDE3-0BDB-A81E-09FD-95FF78E8D4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551169" y="2921000"/>
              <a:ext cx="1282860" cy="1282700"/>
            </a:xfrm>
            <a:prstGeom prst="rect">
              <a:avLst/>
            </a:prstGeom>
          </p:spPr>
        </p:pic>
        <p:pic>
          <p:nvPicPr>
            <p:cNvPr id="9" name="Image 11" descr=" ">
              <a:extLst>
                <a:ext uri="{FF2B5EF4-FFF2-40B4-BE49-F238E27FC236}">
                  <a16:creationId xmlns:a16="http://schemas.microsoft.com/office/drawing/2014/main" id="{4CE61514-9F09-311C-420D-6CBE6E2A5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946343" y="9525000"/>
              <a:ext cx="1282860" cy="1282700"/>
            </a:xfrm>
            <a:prstGeom prst="rect">
              <a:avLst/>
            </a:prstGeom>
          </p:spPr>
        </p:pic>
      </p:grpSp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907ED166-E1CE-4314-083A-291773CF28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847806" y="3821906"/>
            <a:ext cx="6072187" cy="6072188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5" name="Текст 7">
            <a:extLst>
              <a:ext uri="{FF2B5EF4-FFF2-40B4-BE49-F238E27FC236}">
                <a16:creationId xmlns:a16="http://schemas.microsoft.com/office/drawing/2014/main" id="{07FAA2DE-99C3-C436-0879-88B529901C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9434" y="672465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Минутка</a:t>
            </a:r>
            <a:br>
              <a:rPr lang="ru-RU" dirty="0"/>
            </a:br>
            <a:r>
              <a:rPr lang="ru-RU" dirty="0"/>
              <a:t>обратной связи</a:t>
            </a:r>
          </a:p>
        </p:txBody>
      </p:sp>
    </p:spTree>
    <p:extLst>
      <p:ext uri="{BB962C8B-B14F-4D97-AF65-F5344CB8AC3E}">
        <p14:creationId xmlns:p14="http://schemas.microsoft.com/office/powerpoint/2010/main" val="24750709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R-код_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907ED166-E1CE-4314-083A-291773CF28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847806" y="3821906"/>
            <a:ext cx="6072187" cy="6072188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5" name="Текст 7">
            <a:extLst>
              <a:ext uri="{FF2B5EF4-FFF2-40B4-BE49-F238E27FC236}">
                <a16:creationId xmlns:a16="http://schemas.microsoft.com/office/drawing/2014/main" id="{07FAA2DE-99C3-C436-0879-88B529901C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9434" y="672465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Минутка</a:t>
            </a:r>
            <a:br>
              <a:rPr lang="ru-RU" dirty="0"/>
            </a:br>
            <a:r>
              <a:rPr lang="ru-RU" dirty="0"/>
              <a:t>обратной связи</a:t>
            </a:r>
          </a:p>
        </p:txBody>
      </p:sp>
      <p:sp>
        <p:nvSpPr>
          <p:cNvPr id="2" name="Скругленный прямоугольник 8">
            <a:extLst>
              <a:ext uri="{FF2B5EF4-FFF2-40B4-BE49-F238E27FC236}">
                <a16:creationId xmlns:a16="http://schemas.microsoft.com/office/drawing/2014/main" id="{589056DF-4832-9ED5-D0DC-279FCD3482AC}"/>
              </a:ext>
            </a:extLst>
          </p:cNvPr>
          <p:cNvSpPr/>
          <p:nvPr userDrawn="1"/>
        </p:nvSpPr>
        <p:spPr>
          <a:xfrm>
            <a:off x="1206651" y="1206500"/>
            <a:ext cx="6755663" cy="6755663"/>
          </a:xfrm>
          <a:custGeom>
            <a:avLst/>
            <a:gdLst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699543 w 6699543"/>
              <a:gd name="connsiteY4" fmla="*/ 6325775 h 6699543"/>
              <a:gd name="connsiteX5" fmla="*/ 6325775 w 6699543"/>
              <a:gd name="connsiteY5" fmla="*/ 6699543 h 6699543"/>
              <a:gd name="connsiteX6" fmla="*/ 373768 w 6699543"/>
              <a:gd name="connsiteY6" fmla="*/ 6699543 h 6699543"/>
              <a:gd name="connsiteX7" fmla="*/ 0 w 6699543"/>
              <a:gd name="connsiteY7" fmla="*/ 6325775 h 6699543"/>
              <a:gd name="connsiteX8" fmla="*/ 0 w 6699543"/>
              <a:gd name="connsiteY8" fmla="*/ 373768 h 6699543"/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325775 w 6699543"/>
              <a:gd name="connsiteY4" fmla="*/ 6699543 h 6699543"/>
              <a:gd name="connsiteX5" fmla="*/ 373768 w 6699543"/>
              <a:gd name="connsiteY5" fmla="*/ 6699543 h 6699543"/>
              <a:gd name="connsiteX6" fmla="*/ 0 w 6699543"/>
              <a:gd name="connsiteY6" fmla="*/ 6325775 h 6699543"/>
              <a:gd name="connsiteX7" fmla="*/ 0 w 6699543"/>
              <a:gd name="connsiteY7" fmla="*/ 373768 h 6699543"/>
              <a:gd name="connsiteX0" fmla="*/ 6325775 w 6699543"/>
              <a:gd name="connsiteY0" fmla="*/ 6699543 h 6790983"/>
              <a:gd name="connsiteX1" fmla="*/ 373768 w 6699543"/>
              <a:gd name="connsiteY1" fmla="*/ 6699543 h 6790983"/>
              <a:gd name="connsiteX2" fmla="*/ 0 w 6699543"/>
              <a:gd name="connsiteY2" fmla="*/ 6325775 h 6790983"/>
              <a:gd name="connsiteX3" fmla="*/ 0 w 6699543"/>
              <a:gd name="connsiteY3" fmla="*/ 373768 h 6790983"/>
              <a:gd name="connsiteX4" fmla="*/ 373768 w 6699543"/>
              <a:gd name="connsiteY4" fmla="*/ 0 h 6790983"/>
              <a:gd name="connsiteX5" fmla="*/ 6325775 w 6699543"/>
              <a:gd name="connsiteY5" fmla="*/ 0 h 6790983"/>
              <a:gd name="connsiteX6" fmla="*/ 6699543 w 6699543"/>
              <a:gd name="connsiteY6" fmla="*/ 373768 h 6790983"/>
              <a:gd name="connsiteX7" fmla="*/ 6417215 w 6699543"/>
              <a:gd name="connsiteY7" fmla="*/ 6790983 h 6790983"/>
              <a:gd name="connsiteX0" fmla="*/ 6325775 w 6699543"/>
              <a:gd name="connsiteY0" fmla="*/ 6699543 h 6699543"/>
              <a:gd name="connsiteX1" fmla="*/ 373768 w 6699543"/>
              <a:gd name="connsiteY1" fmla="*/ 6699543 h 6699543"/>
              <a:gd name="connsiteX2" fmla="*/ 0 w 6699543"/>
              <a:gd name="connsiteY2" fmla="*/ 6325775 h 6699543"/>
              <a:gd name="connsiteX3" fmla="*/ 0 w 6699543"/>
              <a:gd name="connsiteY3" fmla="*/ 373768 h 6699543"/>
              <a:gd name="connsiteX4" fmla="*/ 373768 w 6699543"/>
              <a:gd name="connsiteY4" fmla="*/ 0 h 6699543"/>
              <a:gd name="connsiteX5" fmla="*/ 6325775 w 6699543"/>
              <a:gd name="connsiteY5" fmla="*/ 0 h 6699543"/>
              <a:gd name="connsiteX6" fmla="*/ 6699543 w 6699543"/>
              <a:gd name="connsiteY6" fmla="*/ 373768 h 6699543"/>
              <a:gd name="connsiteX0" fmla="*/ 6325775 w 6325775"/>
              <a:gd name="connsiteY0" fmla="*/ 6699543 h 6699543"/>
              <a:gd name="connsiteX1" fmla="*/ 373768 w 6325775"/>
              <a:gd name="connsiteY1" fmla="*/ 6699543 h 6699543"/>
              <a:gd name="connsiteX2" fmla="*/ 0 w 6325775"/>
              <a:gd name="connsiteY2" fmla="*/ 6325775 h 6699543"/>
              <a:gd name="connsiteX3" fmla="*/ 0 w 6325775"/>
              <a:gd name="connsiteY3" fmla="*/ 373768 h 6699543"/>
              <a:gd name="connsiteX4" fmla="*/ 373768 w 6325775"/>
              <a:gd name="connsiteY4" fmla="*/ 0 h 6699543"/>
              <a:gd name="connsiteX5" fmla="*/ 6325775 w 6325775"/>
              <a:gd name="connsiteY5" fmla="*/ 0 h 6699543"/>
              <a:gd name="connsiteX0" fmla="*/ 373768 w 6325775"/>
              <a:gd name="connsiteY0" fmla="*/ 6699543 h 6699543"/>
              <a:gd name="connsiteX1" fmla="*/ 0 w 6325775"/>
              <a:gd name="connsiteY1" fmla="*/ 6325775 h 6699543"/>
              <a:gd name="connsiteX2" fmla="*/ 0 w 6325775"/>
              <a:gd name="connsiteY2" fmla="*/ 373768 h 6699543"/>
              <a:gd name="connsiteX3" fmla="*/ 373768 w 6325775"/>
              <a:gd name="connsiteY3" fmla="*/ 0 h 6699543"/>
              <a:gd name="connsiteX4" fmla="*/ 6325775 w 6325775"/>
              <a:gd name="connsiteY4" fmla="*/ 0 h 6699543"/>
              <a:gd name="connsiteX0" fmla="*/ 0 w 6325775"/>
              <a:gd name="connsiteY0" fmla="*/ 6325775 h 6325775"/>
              <a:gd name="connsiteX1" fmla="*/ 0 w 6325775"/>
              <a:gd name="connsiteY1" fmla="*/ 373768 h 6325775"/>
              <a:gd name="connsiteX2" fmla="*/ 373768 w 6325775"/>
              <a:gd name="connsiteY2" fmla="*/ 0 h 6325775"/>
              <a:gd name="connsiteX3" fmla="*/ 6325775 w 6325775"/>
              <a:gd name="connsiteY3" fmla="*/ 0 h 632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25775" h="6325775">
                <a:moveTo>
                  <a:pt x="0" y="6325775"/>
                </a:moveTo>
                <a:lnTo>
                  <a:pt x="0" y="373768"/>
                </a:lnTo>
                <a:cubicBezTo>
                  <a:pt x="0" y="167342"/>
                  <a:pt x="167342" y="0"/>
                  <a:pt x="373768" y="0"/>
                </a:cubicBezTo>
                <a:lnTo>
                  <a:pt x="6325775" y="0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Прямоугольник 9">
            <a:extLst>
              <a:ext uri="{FF2B5EF4-FFF2-40B4-BE49-F238E27FC236}">
                <a16:creationId xmlns:a16="http://schemas.microsoft.com/office/drawing/2014/main" id="{5556023E-FADD-12A9-082D-5D9FE25D597F}"/>
              </a:ext>
            </a:extLst>
          </p:cNvPr>
          <p:cNvSpPr/>
          <p:nvPr userDrawn="1"/>
        </p:nvSpPr>
        <p:spPr>
          <a:xfrm>
            <a:off x="16424733" y="5753836"/>
            <a:ext cx="6755664" cy="6755664"/>
          </a:xfrm>
          <a:custGeom>
            <a:avLst/>
            <a:gdLst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0 w 6755664"/>
              <a:gd name="connsiteY4" fmla="*/ 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91440 w 6755664"/>
              <a:gd name="connsiteY4" fmla="*/ 9144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0" fmla="*/ 6755664 w 6755664"/>
              <a:gd name="connsiteY0" fmla="*/ 0 h 6755664"/>
              <a:gd name="connsiteX1" fmla="*/ 6755664 w 6755664"/>
              <a:gd name="connsiteY1" fmla="*/ 6755664 h 6755664"/>
              <a:gd name="connsiteX2" fmla="*/ 0 w 6755664"/>
              <a:gd name="connsiteY2" fmla="*/ 6755664 h 675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55664" h="6755664">
                <a:moveTo>
                  <a:pt x="6755664" y="0"/>
                </a:moveTo>
                <a:lnTo>
                  <a:pt x="6755664" y="6755664"/>
                </a:lnTo>
                <a:lnTo>
                  <a:pt x="0" y="6755664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70932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R-код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BE131CDC-1CE1-D98B-CB10-85DFF3003586}"/>
              </a:ext>
            </a:extLst>
          </p:cNvPr>
          <p:cNvSpPr/>
          <p:nvPr userDrawn="1"/>
        </p:nvSpPr>
        <p:spPr>
          <a:xfrm>
            <a:off x="13428617" y="2913017"/>
            <a:ext cx="7889966" cy="7889966"/>
          </a:xfrm>
          <a:prstGeom prst="roundRect">
            <a:avLst>
              <a:gd name="adj" fmla="val 6402"/>
            </a:avLst>
          </a:prstGeom>
          <a:solidFill>
            <a:srgbClr val="FFFFFF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907ED166-E1CE-4314-083A-291773CF28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337507" y="3821906"/>
            <a:ext cx="6072187" cy="6072188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5" name="Текст 7">
            <a:extLst>
              <a:ext uri="{FF2B5EF4-FFF2-40B4-BE49-F238E27FC236}">
                <a16:creationId xmlns:a16="http://schemas.microsoft.com/office/drawing/2014/main" id="{07FAA2DE-99C3-C436-0879-88B529901C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5174" y="2847703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Минутка</a:t>
            </a:r>
            <a:br>
              <a:rPr lang="ru-RU" dirty="0"/>
            </a:br>
            <a:r>
              <a:rPr lang="ru-RU" dirty="0"/>
              <a:t>обратной связи</a:t>
            </a:r>
          </a:p>
        </p:txBody>
      </p:sp>
    </p:spTree>
    <p:extLst>
      <p:ext uri="{BB962C8B-B14F-4D97-AF65-F5344CB8AC3E}">
        <p14:creationId xmlns:p14="http://schemas.microsoft.com/office/powerpoint/2010/main" val="25612375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рывающий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EB588E6D-0783-B92E-0ADC-7F45A08360CB}"/>
              </a:ext>
            </a:extLst>
          </p:cNvPr>
          <p:cNvCxnSpPr>
            <a:cxnSpLocks/>
          </p:cNvCxnSpPr>
          <p:nvPr userDrawn="1"/>
        </p:nvCxnSpPr>
        <p:spPr>
          <a:xfrm>
            <a:off x="1212850" y="3094224"/>
            <a:ext cx="8819275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9C5002C-8729-8D13-2C58-0FA71DF39B51}"/>
              </a:ext>
            </a:extLst>
          </p:cNvPr>
          <p:cNvCxnSpPr>
            <a:cxnSpLocks/>
          </p:cNvCxnSpPr>
          <p:nvPr userDrawn="1"/>
        </p:nvCxnSpPr>
        <p:spPr>
          <a:xfrm>
            <a:off x="10611821" y="3746500"/>
            <a:ext cx="0" cy="8764588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A5A13F21-7172-10C0-7CDD-AA93153C38D5}"/>
              </a:ext>
            </a:extLst>
          </p:cNvPr>
          <p:cNvCxnSpPr>
            <a:cxnSpLocks/>
          </p:cNvCxnSpPr>
          <p:nvPr userDrawn="1"/>
        </p:nvCxnSpPr>
        <p:spPr>
          <a:xfrm>
            <a:off x="10611821" y="1219200"/>
            <a:ext cx="0" cy="13208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4" descr=" ">
            <a:extLst>
              <a:ext uri="{FF2B5EF4-FFF2-40B4-BE49-F238E27FC236}">
                <a16:creationId xmlns:a16="http://schemas.microsoft.com/office/drawing/2014/main" id="{2653F152-4122-DC51-E804-EEA9626795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19352" y="1219200"/>
            <a:ext cx="6960470" cy="1222970"/>
          </a:xfrm>
          <a:prstGeom prst="rect">
            <a:avLst/>
          </a:prstGeom>
        </p:spPr>
      </p:pic>
      <p:sp>
        <p:nvSpPr>
          <p:cNvPr id="10" name="Текст 34">
            <a:extLst>
              <a:ext uri="{FF2B5EF4-FFF2-40B4-BE49-F238E27FC236}">
                <a16:creationId xmlns:a16="http://schemas.microsoft.com/office/drawing/2014/main" id="{2D064D82-A5DF-E42F-D572-6AC0F18161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3" y="3688655"/>
            <a:ext cx="8819276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11" name="Текст 36">
            <a:extLst>
              <a:ext uri="{FF2B5EF4-FFF2-40B4-BE49-F238E27FC236}">
                <a16:creationId xmlns:a16="http://schemas.microsoft.com/office/drawing/2014/main" id="{DD1DDB08-61AD-EEAA-F4E4-B8EA0B7B7A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9352" y="12207829"/>
            <a:ext cx="5344409" cy="3718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</p:spTree>
    <p:extLst>
      <p:ext uri="{BB962C8B-B14F-4D97-AF65-F5344CB8AC3E}">
        <p14:creationId xmlns:p14="http://schemas.microsoft.com/office/powerpoint/2010/main" val="8582364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рывающий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EB588E6D-0783-B92E-0ADC-7F45A08360CB}"/>
              </a:ext>
            </a:extLst>
          </p:cNvPr>
          <p:cNvCxnSpPr>
            <a:cxnSpLocks/>
          </p:cNvCxnSpPr>
          <p:nvPr userDrawn="1"/>
        </p:nvCxnSpPr>
        <p:spPr>
          <a:xfrm>
            <a:off x="1212850" y="3094224"/>
            <a:ext cx="8819275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9C5002C-8729-8D13-2C58-0FA71DF39B51}"/>
              </a:ext>
            </a:extLst>
          </p:cNvPr>
          <p:cNvCxnSpPr>
            <a:cxnSpLocks/>
          </p:cNvCxnSpPr>
          <p:nvPr userDrawn="1"/>
        </p:nvCxnSpPr>
        <p:spPr>
          <a:xfrm>
            <a:off x="10611821" y="3746500"/>
            <a:ext cx="0" cy="8764588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A5A13F21-7172-10C0-7CDD-AA93153C38D5}"/>
              </a:ext>
            </a:extLst>
          </p:cNvPr>
          <p:cNvCxnSpPr>
            <a:cxnSpLocks/>
          </p:cNvCxnSpPr>
          <p:nvPr userDrawn="1"/>
        </p:nvCxnSpPr>
        <p:spPr>
          <a:xfrm>
            <a:off x="10611821" y="1219200"/>
            <a:ext cx="0" cy="13208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4" descr=" ">
            <a:extLst>
              <a:ext uri="{FF2B5EF4-FFF2-40B4-BE49-F238E27FC236}">
                <a16:creationId xmlns:a16="http://schemas.microsoft.com/office/drawing/2014/main" id="{2653F152-4122-DC51-E804-EEA9626795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19352" y="1219200"/>
            <a:ext cx="6960470" cy="1222970"/>
          </a:xfrm>
          <a:prstGeom prst="rect">
            <a:avLst/>
          </a:prstGeom>
        </p:spPr>
      </p:pic>
      <p:sp>
        <p:nvSpPr>
          <p:cNvPr id="10" name="Текст 34">
            <a:extLst>
              <a:ext uri="{FF2B5EF4-FFF2-40B4-BE49-F238E27FC236}">
                <a16:creationId xmlns:a16="http://schemas.microsoft.com/office/drawing/2014/main" id="{2D064D82-A5DF-E42F-D572-6AC0F18161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3" y="3688655"/>
            <a:ext cx="8819276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11" name="Текст 36">
            <a:extLst>
              <a:ext uri="{FF2B5EF4-FFF2-40B4-BE49-F238E27FC236}">
                <a16:creationId xmlns:a16="http://schemas.microsoft.com/office/drawing/2014/main" id="{DD1DDB08-61AD-EEAA-F4E4-B8EA0B7B7A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9352" y="12207829"/>
            <a:ext cx="5344409" cy="3718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1564F771-26A7-3597-5251-0D25DA1A993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1835834" y="1219200"/>
            <a:ext cx="11320824" cy="11309555"/>
          </a:xfrm>
          <a:prstGeom prst="round2DiagRect">
            <a:avLst>
              <a:gd name="adj1" fmla="val 6473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80071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рывающий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EB588E6D-0783-B92E-0ADC-7F45A08360CB}"/>
              </a:ext>
            </a:extLst>
          </p:cNvPr>
          <p:cNvCxnSpPr>
            <a:cxnSpLocks/>
          </p:cNvCxnSpPr>
          <p:nvPr userDrawn="1"/>
        </p:nvCxnSpPr>
        <p:spPr>
          <a:xfrm>
            <a:off x="1212850" y="3094224"/>
            <a:ext cx="8819275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9C5002C-8729-8D13-2C58-0FA71DF39B51}"/>
              </a:ext>
            </a:extLst>
          </p:cNvPr>
          <p:cNvCxnSpPr>
            <a:cxnSpLocks/>
          </p:cNvCxnSpPr>
          <p:nvPr userDrawn="1"/>
        </p:nvCxnSpPr>
        <p:spPr>
          <a:xfrm>
            <a:off x="10611821" y="3746500"/>
            <a:ext cx="0" cy="8764588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A5A13F21-7172-10C0-7CDD-AA93153C38D5}"/>
              </a:ext>
            </a:extLst>
          </p:cNvPr>
          <p:cNvCxnSpPr>
            <a:cxnSpLocks/>
          </p:cNvCxnSpPr>
          <p:nvPr userDrawn="1"/>
        </p:nvCxnSpPr>
        <p:spPr>
          <a:xfrm>
            <a:off x="10611821" y="1219200"/>
            <a:ext cx="0" cy="13208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4" descr=" ">
            <a:extLst>
              <a:ext uri="{FF2B5EF4-FFF2-40B4-BE49-F238E27FC236}">
                <a16:creationId xmlns:a16="http://schemas.microsoft.com/office/drawing/2014/main" id="{2653F152-4122-DC51-E804-EEA9626795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19352" y="1219200"/>
            <a:ext cx="6960470" cy="1222970"/>
          </a:xfrm>
          <a:prstGeom prst="rect">
            <a:avLst/>
          </a:prstGeom>
        </p:spPr>
      </p:pic>
      <p:sp>
        <p:nvSpPr>
          <p:cNvPr id="10" name="Текст 34">
            <a:extLst>
              <a:ext uri="{FF2B5EF4-FFF2-40B4-BE49-F238E27FC236}">
                <a16:creationId xmlns:a16="http://schemas.microsoft.com/office/drawing/2014/main" id="{2D064D82-A5DF-E42F-D572-6AC0F18161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3" y="3688655"/>
            <a:ext cx="8819276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11" name="Текст 36">
            <a:extLst>
              <a:ext uri="{FF2B5EF4-FFF2-40B4-BE49-F238E27FC236}">
                <a16:creationId xmlns:a16="http://schemas.microsoft.com/office/drawing/2014/main" id="{DD1DDB08-61AD-EEAA-F4E4-B8EA0B7B7A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9352" y="12207829"/>
            <a:ext cx="5344409" cy="3718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</p:spTree>
    <p:extLst>
      <p:ext uri="{BB962C8B-B14F-4D97-AF65-F5344CB8AC3E}">
        <p14:creationId xmlns:p14="http://schemas.microsoft.com/office/powerpoint/2010/main" val="18532222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крывающий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D46507F0-A8FD-59A1-2E3A-EFC4F32D8315}"/>
              </a:ext>
            </a:extLst>
          </p:cNvPr>
          <p:cNvSpPr/>
          <p:nvPr userDrawn="1"/>
        </p:nvSpPr>
        <p:spPr>
          <a:xfrm>
            <a:off x="1219352" y="817780"/>
            <a:ext cx="16624511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l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Как использовать шаблон</a:t>
            </a:r>
            <a:endParaRPr kumimoji="0" lang="en-US" sz="8000" b="1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Semibold" panose="020B0503030202060203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9EB83F-17D9-C957-ECA3-5172A461631A}"/>
              </a:ext>
            </a:extLst>
          </p:cNvPr>
          <p:cNvSpPr txBox="1"/>
          <p:nvPr userDrawn="1"/>
        </p:nvSpPr>
        <p:spPr>
          <a:xfrm>
            <a:off x="1654781" y="3798470"/>
            <a:ext cx="6438895" cy="34233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скачай и установи шрифт на устройство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6A4B90-F9B3-069B-C4AD-9BB020F446EF}"/>
              </a:ext>
            </a:extLst>
          </p:cNvPr>
          <p:cNvSpPr txBox="1"/>
          <p:nvPr userDrawn="1"/>
        </p:nvSpPr>
        <p:spPr>
          <a:xfrm>
            <a:off x="16490281" y="7194384"/>
            <a:ext cx="6140104" cy="200054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effectLst/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342900" marR="0" lvl="0" indent="-342900" algn="l" defTabSz="148810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Если удобнее работать с </a:t>
            </a:r>
            <a:r>
              <a:rPr kumimoji="0" lang="ru-RU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фигмой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– шаблон презентаций лежит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00A651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здесь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00A651"/>
              </a:solidFill>
              <a:effectLst/>
              <a:uLnTx/>
              <a:uFillTx/>
              <a:latin typeface="Graphik LC Regular" panose="020B0503030202060203" pitchFamily="34" charset="0"/>
              <a:ea typeface="+mj-ea"/>
              <a:cs typeface="+mj-cs"/>
            </a:endParaRPr>
          </a:p>
          <a:p>
            <a:pPr marL="342900" marR="0" lvl="0" indent="-342900" algn="l" defTabSz="148810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Для сохранения макета в </a:t>
            </a:r>
            <a:r>
              <a:rPr kumimoji="0" lang="ru-RU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p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df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выбираем вкладку «файл» –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&gt;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«экспорт» –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&gt;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формат </a:t>
            </a:r>
            <a:r>
              <a:rPr kumimoji="0" lang="ru-RU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p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df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 panose="020B0503030202060203" pitchFamily="34" charset="0"/>
              <a:ea typeface="+mj-ea"/>
              <a:cs typeface="+mj-cs"/>
            </a:endParaRPr>
          </a:p>
          <a:p>
            <a:pPr marL="342900" marR="0" lvl="0" indent="-342900" algn="l" defTabSz="148810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Вопросы по шаблону можно задать в тайм – </a:t>
            </a:r>
            <a:r>
              <a:rPr kumimoji="0" lang="e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p.s.filimonova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06D49680-B855-70F6-2743-CB44894EA1FD}"/>
              </a:ext>
            </a:extLst>
          </p:cNvPr>
          <p:cNvSpPr>
            <a:spLocks/>
          </p:cNvSpPr>
          <p:nvPr userDrawn="1"/>
        </p:nvSpPr>
        <p:spPr>
          <a:xfrm>
            <a:off x="1212850" y="2674946"/>
            <a:ext cx="7151159" cy="9836142"/>
          </a:xfrm>
          <a:prstGeom prst="roundRect">
            <a:avLst>
              <a:gd name="adj" fmla="val 3512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053B0A-C60A-8ABB-4D17-0927B29EA266}"/>
              </a:ext>
            </a:extLst>
          </p:cNvPr>
          <p:cNvSpPr txBox="1"/>
          <p:nvPr userDrawn="1"/>
        </p:nvSpPr>
        <p:spPr>
          <a:xfrm>
            <a:off x="1654781" y="3165309"/>
            <a:ext cx="6140104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3000" b="0" i="0" u="none" strike="noStrike" kern="1200" cap="none" spc="20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Medium" panose="020B0503030202060203" pitchFamily="34" charset="0"/>
                <a:ea typeface="+mj-ea"/>
                <a:cs typeface="+mj-cs"/>
              </a:rPr>
              <a:t>ОБЯЗАТЕЛЬНО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2F1377-6774-066D-DFF4-8E4AFD73F860}"/>
              </a:ext>
            </a:extLst>
          </p:cNvPr>
          <p:cNvSpPr txBox="1"/>
          <p:nvPr userDrawn="1"/>
        </p:nvSpPr>
        <p:spPr>
          <a:xfrm>
            <a:off x="4906356" y="6754261"/>
            <a:ext cx="2068185" cy="72930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корректный 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шрифт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729CF4-EDB3-EC62-EEB0-7F8B236FC9B7}"/>
              </a:ext>
            </a:extLst>
          </p:cNvPr>
          <p:cNvSpPr txBox="1"/>
          <p:nvPr userDrawn="1"/>
        </p:nvSpPr>
        <p:spPr>
          <a:xfrm>
            <a:off x="4906356" y="10044795"/>
            <a:ext cx="2498491" cy="72930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некорректный 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шрифт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8114DF-C02A-F6D5-4B64-8260AAADEC10}"/>
              </a:ext>
            </a:extLst>
          </p:cNvPr>
          <p:cNvSpPr txBox="1"/>
          <p:nvPr userDrawn="1"/>
        </p:nvSpPr>
        <p:spPr>
          <a:xfrm>
            <a:off x="1654781" y="11741200"/>
            <a:ext cx="6438895" cy="34233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  <a:hlinkClick r:id="rId3"/>
              </a:rPr>
              <a:t>Скачать шрифт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 panose="020B0503030202060203" pitchFamily="34" charset="0"/>
              <a:ea typeface="+mj-ea"/>
              <a:cs typeface="+mj-cs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590AC18-4802-411A-4891-92D108527E4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54780" y="7843502"/>
            <a:ext cx="2688619" cy="2930595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A7343269-E715-856C-52FF-27C3F4E579E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654780" y="4552968"/>
            <a:ext cx="2688619" cy="2930595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60D3134A-5F58-2ECC-64E9-A72836471DB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053850" y="8186567"/>
            <a:ext cx="566567" cy="56656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B579CF1-4002-5478-7503-0A9640AC243D}"/>
              </a:ext>
            </a:extLst>
          </p:cNvPr>
          <p:cNvSpPr txBox="1"/>
          <p:nvPr userDrawn="1"/>
        </p:nvSpPr>
        <p:spPr>
          <a:xfrm>
            <a:off x="16490281" y="3798470"/>
            <a:ext cx="6438895" cy="215443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на следующих слайдах подробно описано, 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как пользоваться шаблоном:</a:t>
            </a:r>
          </a:p>
          <a:p>
            <a:pPr marL="342900" marR="0" lvl="0" indent="-342900" algn="l" defTabSz="148810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логотип</a:t>
            </a:r>
          </a:p>
          <a:p>
            <a:pPr marL="342900" marR="0" lvl="0" indent="-342900" algn="l" defTabSz="148810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палитра</a:t>
            </a:r>
          </a:p>
          <a:p>
            <a:pPr marL="342900" marR="0" lvl="0" indent="-342900" algn="l" defTabSz="148810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типографика</a:t>
            </a:r>
          </a:p>
          <a:p>
            <a:pPr marL="342900" marR="0" lvl="0" indent="-342900" algn="l" defTabSz="148810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сетка</a:t>
            </a:r>
          </a:p>
        </p:txBody>
      </p:sp>
      <p:sp>
        <p:nvSpPr>
          <p:cNvPr id="20" name="Скругленный прямоугольник 19">
            <a:extLst>
              <a:ext uri="{FF2B5EF4-FFF2-40B4-BE49-F238E27FC236}">
                <a16:creationId xmlns:a16="http://schemas.microsoft.com/office/drawing/2014/main" id="{2EAF6CA4-4B50-2D9A-16FA-246A6C0A30D9}"/>
              </a:ext>
            </a:extLst>
          </p:cNvPr>
          <p:cNvSpPr>
            <a:spLocks/>
          </p:cNvSpPr>
          <p:nvPr userDrawn="1"/>
        </p:nvSpPr>
        <p:spPr>
          <a:xfrm>
            <a:off x="16048350" y="2674946"/>
            <a:ext cx="7151159" cy="3668704"/>
          </a:xfrm>
          <a:prstGeom prst="roundRect">
            <a:avLst>
              <a:gd name="adj" fmla="val 6650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86AF3B-C689-2BB5-EB7B-492933A2CA2B}"/>
              </a:ext>
            </a:extLst>
          </p:cNvPr>
          <p:cNvSpPr txBox="1"/>
          <p:nvPr userDrawn="1"/>
        </p:nvSpPr>
        <p:spPr>
          <a:xfrm>
            <a:off x="16490281" y="3165309"/>
            <a:ext cx="6140104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3000" b="0" i="0" u="none" strike="noStrike" kern="1200" cap="none" spc="20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Medium" panose="020B0503030202060203" pitchFamily="34" charset="0"/>
                <a:ea typeface="+mj-ea"/>
                <a:cs typeface="+mj-cs"/>
              </a:rPr>
              <a:t>ГАЙД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83A6BA-5686-CE92-CE49-8C0EBC00AFAF}"/>
              </a:ext>
            </a:extLst>
          </p:cNvPr>
          <p:cNvSpPr txBox="1"/>
          <p:nvPr userDrawn="1"/>
        </p:nvSpPr>
        <p:spPr>
          <a:xfrm>
            <a:off x="9059939" y="3798470"/>
            <a:ext cx="6438895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Границы рабочей зоны на слайдах выделены направляющими, контент не должен выходить 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за них</a:t>
            </a: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89EF3BC4-D2FF-E771-11FC-349FE16C53A3}"/>
              </a:ext>
            </a:extLst>
          </p:cNvPr>
          <p:cNvSpPr>
            <a:spLocks/>
          </p:cNvSpPr>
          <p:nvPr userDrawn="1"/>
        </p:nvSpPr>
        <p:spPr>
          <a:xfrm>
            <a:off x="8618008" y="2674946"/>
            <a:ext cx="7151159" cy="6078188"/>
          </a:xfrm>
          <a:prstGeom prst="roundRect">
            <a:avLst>
              <a:gd name="adj" fmla="val 4014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8F13EA-3965-20EC-1203-70A92439A414}"/>
              </a:ext>
            </a:extLst>
          </p:cNvPr>
          <p:cNvSpPr txBox="1"/>
          <p:nvPr userDrawn="1"/>
        </p:nvSpPr>
        <p:spPr>
          <a:xfrm>
            <a:off x="9059939" y="3165309"/>
            <a:ext cx="6140104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3000" b="0" i="0" u="none" strike="noStrike" kern="1200" cap="none" spc="20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Medium" panose="020B0503030202060203" pitchFamily="34" charset="0"/>
                <a:ea typeface="+mj-ea"/>
                <a:cs typeface="+mj-cs"/>
              </a:rPr>
              <a:t>НАПРАВЛЯЮЩИЕ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FEEE8D2F-9B8B-8959-A924-8197A962EBCE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059938" y="4893296"/>
            <a:ext cx="6301981" cy="3627482"/>
          </a:xfrm>
          <a:prstGeom prst="roundRect">
            <a:avLst>
              <a:gd name="adj" fmla="val 3243"/>
            </a:avLst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E67F59E-CAA8-513A-7854-4516BCAB6E6F}"/>
              </a:ext>
            </a:extLst>
          </p:cNvPr>
          <p:cNvSpPr txBox="1"/>
          <p:nvPr userDrawn="1"/>
        </p:nvSpPr>
        <p:spPr>
          <a:xfrm>
            <a:off x="9059939" y="10262332"/>
            <a:ext cx="6438895" cy="123110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Для сохранения правильных настроек 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не копируй, а дублируй слайды (или отдельные элементы на слайде) сочетанием клавиш </a:t>
            </a:r>
            <a:r>
              <a:rPr kumimoji="0" lang="e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command+D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(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или </a:t>
            </a:r>
            <a:r>
              <a:rPr kumimoji="0" lang="e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Ctrl+D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)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 panose="020B0503030202060203" pitchFamily="34" charset="0"/>
              <a:ea typeface="+mj-ea"/>
              <a:cs typeface="+mj-cs"/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043FB620-F14E-1D82-8E9D-D15BC226F788}"/>
              </a:ext>
            </a:extLst>
          </p:cNvPr>
          <p:cNvSpPr>
            <a:spLocks/>
          </p:cNvSpPr>
          <p:nvPr userDrawn="1"/>
        </p:nvSpPr>
        <p:spPr>
          <a:xfrm>
            <a:off x="8618008" y="9138808"/>
            <a:ext cx="7151159" cy="3372280"/>
          </a:xfrm>
          <a:prstGeom prst="roundRect">
            <a:avLst>
              <a:gd name="adj" fmla="val 7234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47E541-2B30-C33F-6609-B020CE57B855}"/>
              </a:ext>
            </a:extLst>
          </p:cNvPr>
          <p:cNvSpPr txBox="1"/>
          <p:nvPr userDrawn="1"/>
        </p:nvSpPr>
        <p:spPr>
          <a:xfrm>
            <a:off x="9059939" y="9629171"/>
            <a:ext cx="6140104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3000" b="0" i="0" u="none" strike="noStrike" kern="1200" cap="none" spc="20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Medium" panose="020B0503030202060203" pitchFamily="34" charset="0"/>
                <a:ea typeface="+mj-ea"/>
                <a:cs typeface="+mj-cs"/>
              </a:rPr>
              <a:t>ДУБЛИРОВАНИЕ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5A86BC0-1CC7-5807-F58C-B19807656E35}"/>
              </a:ext>
            </a:extLst>
          </p:cNvPr>
          <p:cNvSpPr txBox="1"/>
          <p:nvPr userDrawn="1"/>
        </p:nvSpPr>
        <p:spPr>
          <a:xfrm>
            <a:off x="19171182" y="4490967"/>
            <a:ext cx="3757994" cy="146193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342900" marR="0" lvl="0" indent="-342900" algn="l" defTabSz="148810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библиотека иконок</a:t>
            </a:r>
          </a:p>
          <a:p>
            <a:pPr marL="342900" marR="0" lvl="0" indent="-342900" algn="l" defTabSz="148810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библиотека иллюстраций</a:t>
            </a:r>
          </a:p>
          <a:p>
            <a:pPr marL="342900" marR="0" lvl="0" indent="-342900" algn="l" defTabSz="148810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библиотека фото</a:t>
            </a:r>
          </a:p>
          <a:p>
            <a:pPr marL="342900" marR="0" lvl="0" indent="-342900" algn="l" defTabSz="148810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библиотека 3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d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 panose="020B0503030202060203" pitchFamily="34" charset="0"/>
              <a:ea typeface="+mj-ea"/>
              <a:cs typeface="+mj-cs"/>
            </a:endParaRPr>
          </a:p>
        </p:txBody>
      </p:sp>
      <p:sp>
        <p:nvSpPr>
          <p:cNvPr id="30" name="Скругленный прямоугольник 29">
            <a:extLst>
              <a:ext uri="{FF2B5EF4-FFF2-40B4-BE49-F238E27FC236}">
                <a16:creationId xmlns:a16="http://schemas.microsoft.com/office/drawing/2014/main" id="{C266EC2C-86E1-DD7C-21E9-47F88531A01E}"/>
              </a:ext>
            </a:extLst>
          </p:cNvPr>
          <p:cNvSpPr>
            <a:spLocks/>
          </p:cNvSpPr>
          <p:nvPr userDrawn="1"/>
        </p:nvSpPr>
        <p:spPr>
          <a:xfrm>
            <a:off x="16048350" y="6704020"/>
            <a:ext cx="7151159" cy="5807067"/>
          </a:xfrm>
          <a:prstGeom prst="roundRect">
            <a:avLst>
              <a:gd name="adj" fmla="val 4201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24528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крывающий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B7CDAE7-B475-5154-AB28-7288A20DF8EA}"/>
              </a:ext>
            </a:extLst>
          </p:cNvPr>
          <p:cNvSpPr/>
          <p:nvPr userDrawn="1"/>
        </p:nvSpPr>
        <p:spPr>
          <a:xfrm>
            <a:off x="1219352" y="817780"/>
            <a:ext cx="10395999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l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Образец слайдов</a:t>
            </a:r>
            <a:endParaRPr kumimoji="0" lang="en-US" sz="8000" b="1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Semibold" panose="020B0503030202060203" pitchFamily="34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549F12-8FD9-10E4-D082-5179030F622F}"/>
              </a:ext>
            </a:extLst>
          </p:cNvPr>
          <p:cNvSpPr txBox="1"/>
          <p:nvPr userDrawn="1"/>
        </p:nvSpPr>
        <p:spPr>
          <a:xfrm>
            <a:off x="1570987" y="3152794"/>
            <a:ext cx="6430013" cy="357623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342900" marR="0" lvl="0" indent="-34290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В презентации используются фиксированные элементы (например: логотип, сокращенный логотип, перекрестие) – их размер и положение не должны изменяться</a:t>
            </a:r>
          </a:p>
          <a:p>
            <a:pPr marL="342900" marR="0" lvl="0" indent="-34290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Подходящий шаблон для слайда выбирается через вкладку «главная» –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&gt;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«слайды»</a:t>
            </a:r>
          </a:p>
          <a:p>
            <a:pPr marL="342900" marR="0" lvl="0" indent="-34290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Для самостоятельной вёрстки можно выбрать шаблон «темный слайд с лого» или «светлый слайд с лого»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E51CBB-6CF4-6909-6701-7707FB3D6EF4}"/>
              </a:ext>
            </a:extLst>
          </p:cNvPr>
          <p:cNvSpPr txBox="1"/>
          <p:nvPr userDrawn="1"/>
        </p:nvSpPr>
        <p:spPr>
          <a:xfrm>
            <a:off x="1570987" y="8169021"/>
            <a:ext cx="6430013" cy="342234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342900" marR="0" lvl="0" indent="-34290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В шаблонах слайдов могут находиться фиксированные элементы, которые 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в зависимости от контента можно менять 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по размеру или цвету, для изменения таких элементов выбираем вкладку «вид» –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&gt; 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«образец слайдов» –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&gt;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находим подходящий шаблон и нажимаем правой кнопкой «дублировать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с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лайд» –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&gt;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в созданном дубликате меняем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размер/цвет необходимых элементов</a:t>
            </a: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A542F6C1-F2E3-8187-5AF7-232D45D23CFE}"/>
              </a:ext>
            </a:extLst>
          </p:cNvPr>
          <p:cNvSpPr>
            <a:spLocks/>
          </p:cNvSpPr>
          <p:nvPr userDrawn="1"/>
        </p:nvSpPr>
        <p:spPr>
          <a:xfrm>
            <a:off x="1212850" y="2674946"/>
            <a:ext cx="7151159" cy="4791071"/>
          </a:xfrm>
          <a:prstGeom prst="roundRect">
            <a:avLst>
              <a:gd name="adj" fmla="val 4940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Скругленный прямоугольник 30">
            <a:extLst>
              <a:ext uri="{FF2B5EF4-FFF2-40B4-BE49-F238E27FC236}">
                <a16:creationId xmlns:a16="http://schemas.microsoft.com/office/drawing/2014/main" id="{FCBD142F-C326-B089-0E00-E62A2DDE63D3}"/>
              </a:ext>
            </a:extLst>
          </p:cNvPr>
          <p:cNvSpPr>
            <a:spLocks/>
          </p:cNvSpPr>
          <p:nvPr userDrawn="1"/>
        </p:nvSpPr>
        <p:spPr>
          <a:xfrm>
            <a:off x="1212850" y="7720017"/>
            <a:ext cx="7151159" cy="4791071"/>
          </a:xfrm>
          <a:prstGeom prst="roundRect">
            <a:avLst>
              <a:gd name="adj" fmla="val 4940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Скругленный прямоугольник 31">
            <a:extLst>
              <a:ext uri="{FF2B5EF4-FFF2-40B4-BE49-F238E27FC236}">
                <a16:creationId xmlns:a16="http://schemas.microsoft.com/office/drawing/2014/main" id="{8867109A-6356-F0B7-B5F6-A6E782E95593}"/>
              </a:ext>
            </a:extLst>
          </p:cNvPr>
          <p:cNvSpPr>
            <a:spLocks/>
          </p:cNvSpPr>
          <p:nvPr userDrawn="1"/>
        </p:nvSpPr>
        <p:spPr>
          <a:xfrm>
            <a:off x="8655049" y="2674946"/>
            <a:ext cx="14519275" cy="9836141"/>
          </a:xfrm>
          <a:prstGeom prst="roundRect">
            <a:avLst>
              <a:gd name="adj" fmla="val 2406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5FB9E6E-7C09-DBAF-1D0C-A685056F2E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55086" y="2975102"/>
            <a:ext cx="10115319" cy="5193919"/>
          </a:xfrm>
          <a:prstGeom prst="roundRect">
            <a:avLst>
              <a:gd name="adj" fmla="val 3589"/>
            </a:avLst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BBC3A4F-F3B0-C4FC-3653-0E44D360181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153796" y="8459984"/>
            <a:ext cx="6793021" cy="3841955"/>
          </a:xfrm>
          <a:prstGeom prst="roundRect">
            <a:avLst>
              <a:gd name="adj" fmla="val 3886"/>
            </a:avLst>
          </a:prstGeom>
          <a:ln w="25400">
            <a:noFill/>
          </a:ln>
        </p:spPr>
      </p:pic>
    </p:spTree>
    <p:extLst>
      <p:ext uri="{BB962C8B-B14F-4D97-AF65-F5344CB8AC3E}">
        <p14:creationId xmlns:p14="http://schemas.microsoft.com/office/powerpoint/2010/main" val="26811380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крывающий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5BB139CB-272E-778F-2A55-1389CF6F2150}"/>
              </a:ext>
            </a:extLst>
          </p:cNvPr>
          <p:cNvSpPr/>
          <p:nvPr userDrawn="1"/>
        </p:nvSpPr>
        <p:spPr>
          <a:xfrm>
            <a:off x="1219352" y="817780"/>
            <a:ext cx="6753011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l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Логотип</a:t>
            </a:r>
            <a:endParaRPr kumimoji="0" lang="en-US" sz="8000" b="1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Semibold" panose="020B0503030202060203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7ACA7C-492C-B252-77F3-C7894F5FE2C7}"/>
              </a:ext>
            </a:extLst>
          </p:cNvPr>
          <p:cNvSpPr txBox="1"/>
          <p:nvPr userDrawn="1"/>
        </p:nvSpPr>
        <p:spPr>
          <a:xfrm>
            <a:off x="1570987" y="3152794"/>
            <a:ext cx="6401376" cy="365318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342900" marR="0" lvl="0" indent="-34290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В презентациях используется полная версия логотипа на кириллице</a:t>
            </a:r>
          </a:p>
          <a:p>
            <a:pPr marL="342900" marR="0" lvl="0" indent="-34290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Логотип используется на титульном слайде, закрывающем слайде и разделителях 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(для разделов)</a:t>
            </a:r>
          </a:p>
          <a:p>
            <a:pPr marL="342900" marR="0" lvl="0" indent="-34290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Размер логотипа подобран под размер слайдов и не изменяется</a:t>
            </a:r>
          </a:p>
          <a:p>
            <a:pPr marL="342900" marR="0" lvl="0" indent="-34290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В зависимости от темы слайда выбирается темное или светлое лого</a:t>
            </a: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E29BC0F5-8D5C-2D7A-68D6-4EF3C236A30E}"/>
              </a:ext>
            </a:extLst>
          </p:cNvPr>
          <p:cNvGrpSpPr/>
          <p:nvPr userDrawn="1"/>
        </p:nvGrpSpPr>
        <p:grpSpPr>
          <a:xfrm>
            <a:off x="1684433" y="7591507"/>
            <a:ext cx="6287930" cy="1642797"/>
            <a:chOff x="1684433" y="7591507"/>
            <a:chExt cx="6287930" cy="1642797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AE6A15CF-11C3-F50F-C602-ABD6A4AA1332}"/>
                </a:ext>
              </a:extLst>
            </p:cNvPr>
            <p:cNvSpPr/>
            <p:nvPr/>
          </p:nvSpPr>
          <p:spPr>
            <a:xfrm>
              <a:off x="1684433" y="7591507"/>
              <a:ext cx="6287930" cy="164279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2" name="Image 4" descr=" ">
              <a:extLst>
                <a:ext uri="{FF2B5EF4-FFF2-40B4-BE49-F238E27FC236}">
                  <a16:creationId xmlns:a16="http://schemas.microsoft.com/office/drawing/2014/main" id="{9DDC68C9-20AE-2C06-7ECD-AE9A777C6D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27383" y="7973472"/>
              <a:ext cx="5002030" cy="878868"/>
            </a:xfrm>
            <a:prstGeom prst="rect">
              <a:avLst/>
            </a:prstGeom>
          </p:spPr>
        </p:pic>
      </p:grpSp>
      <p:pic>
        <p:nvPicPr>
          <p:cNvPr id="13" name="Image 4" descr=" ">
            <a:extLst>
              <a:ext uri="{FF2B5EF4-FFF2-40B4-BE49-F238E27FC236}">
                <a16:creationId xmlns:a16="http://schemas.microsoft.com/office/drawing/2014/main" id="{91FEEA9E-C52E-A795-8474-828172EFFF9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27383" y="10470423"/>
            <a:ext cx="5002030" cy="87886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5E27D78-3AAA-CE4A-8465-ABD1FFFF371D}"/>
              </a:ext>
            </a:extLst>
          </p:cNvPr>
          <p:cNvSpPr txBox="1"/>
          <p:nvPr userDrawn="1"/>
        </p:nvSpPr>
        <p:spPr>
          <a:xfrm>
            <a:off x="9229352" y="3152794"/>
            <a:ext cx="12199434" cy="80624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342900" marR="0" lvl="0" indent="-34290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Для партнерства и </a:t>
            </a:r>
            <a:r>
              <a:rPr kumimoji="0" lang="ru-RU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кобрендинга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используется знак умножения</a:t>
            </a:r>
          </a:p>
          <a:p>
            <a:pPr marL="342900" marR="0" lvl="0" indent="-34290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Визуальные веса логотипов должны быть одинаковыми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65581C-2B55-2958-23FE-DBA4570A555C}"/>
              </a:ext>
            </a:extLst>
          </p:cNvPr>
          <p:cNvSpPr txBox="1"/>
          <p:nvPr userDrawn="1"/>
        </p:nvSpPr>
        <p:spPr>
          <a:xfrm>
            <a:off x="9229352" y="8177155"/>
            <a:ext cx="6239248" cy="403790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342900" marR="0" lvl="0" indent="-34290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На всех контентных слайдах используется сокращенная версия логотипа</a:t>
            </a:r>
          </a:p>
          <a:p>
            <a:pPr marL="342900" marR="0" lvl="0" indent="-34290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По умолчанию размещается в верхнем 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правом углу слайда </a:t>
            </a:r>
          </a:p>
          <a:p>
            <a:pPr marL="342900" marR="0" lvl="0" indent="-34290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В зависимости от верстки и контента 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на слайде, может быть перемещена 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в верхний левый, нижний правый или нижний левый углы</a:t>
            </a:r>
          </a:p>
          <a:p>
            <a:pPr marL="342900" marR="0" lvl="0" indent="-34290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Для сложного фона (например, фотографии) используем подложку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CFDE207-32F7-8E51-3DAA-806979EAC7F7}"/>
              </a:ext>
            </a:extLst>
          </p:cNvPr>
          <p:cNvSpPr/>
          <p:nvPr userDrawn="1"/>
        </p:nvSpPr>
        <p:spPr>
          <a:xfrm>
            <a:off x="17425987" y="9085987"/>
            <a:ext cx="2483316" cy="20037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Image 44" descr=" ">
            <a:extLst>
              <a:ext uri="{FF2B5EF4-FFF2-40B4-BE49-F238E27FC236}">
                <a16:creationId xmlns:a16="http://schemas.microsoft.com/office/drawing/2014/main" id="{91CB8D11-A218-DD18-5471-4B72B301AFD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8184985" y="9825635"/>
            <a:ext cx="965321" cy="635000"/>
          </a:xfrm>
          <a:prstGeom prst="rect">
            <a:avLst/>
          </a:prstGeom>
        </p:spPr>
      </p:pic>
      <p:pic>
        <p:nvPicPr>
          <p:cNvPr id="18" name="Image 44" descr=" ">
            <a:extLst>
              <a:ext uri="{FF2B5EF4-FFF2-40B4-BE49-F238E27FC236}">
                <a16:creationId xmlns:a16="http://schemas.microsoft.com/office/drawing/2014/main" id="{9B5FCFC1-9CE4-FAE2-BEEC-5A8B9424F1A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0835585" y="9825635"/>
            <a:ext cx="965321" cy="63500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23C86CC-0E57-A4F5-87D2-CD40C60F4C5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8541809" y="4597234"/>
            <a:ext cx="14016787" cy="2749055"/>
          </a:xfrm>
          <a:prstGeom prst="rect">
            <a:avLst/>
          </a:prstGeom>
        </p:spPr>
      </p:pic>
      <p:sp>
        <p:nvSpPr>
          <p:cNvPr id="20" name="Скругленный прямоугольник 19">
            <a:extLst>
              <a:ext uri="{FF2B5EF4-FFF2-40B4-BE49-F238E27FC236}">
                <a16:creationId xmlns:a16="http://schemas.microsoft.com/office/drawing/2014/main" id="{D94B8DC4-A601-ABEE-B384-1635E50A27CB}"/>
              </a:ext>
            </a:extLst>
          </p:cNvPr>
          <p:cNvSpPr>
            <a:spLocks/>
          </p:cNvSpPr>
          <p:nvPr userDrawn="1"/>
        </p:nvSpPr>
        <p:spPr>
          <a:xfrm>
            <a:off x="1212850" y="2674946"/>
            <a:ext cx="7151159" cy="9836142"/>
          </a:xfrm>
          <a:prstGeom prst="roundRect">
            <a:avLst>
              <a:gd name="adj" fmla="val 3512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CB7E3430-9D2F-CCE2-EA11-9D28ADF44168}"/>
              </a:ext>
            </a:extLst>
          </p:cNvPr>
          <p:cNvSpPr>
            <a:spLocks/>
          </p:cNvSpPr>
          <p:nvPr userDrawn="1"/>
        </p:nvSpPr>
        <p:spPr>
          <a:xfrm>
            <a:off x="8618008" y="2674945"/>
            <a:ext cx="14556318" cy="4772609"/>
          </a:xfrm>
          <a:prstGeom prst="roundRect">
            <a:avLst>
              <a:gd name="adj" fmla="val 4886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Скругленный прямоугольник 21">
            <a:extLst>
              <a:ext uri="{FF2B5EF4-FFF2-40B4-BE49-F238E27FC236}">
                <a16:creationId xmlns:a16="http://schemas.microsoft.com/office/drawing/2014/main" id="{7FD68CA4-8057-2430-C068-2A010A2510DF}"/>
              </a:ext>
            </a:extLst>
          </p:cNvPr>
          <p:cNvSpPr>
            <a:spLocks/>
          </p:cNvSpPr>
          <p:nvPr userDrawn="1"/>
        </p:nvSpPr>
        <p:spPr>
          <a:xfrm>
            <a:off x="8618008" y="7701554"/>
            <a:ext cx="14556318" cy="4772609"/>
          </a:xfrm>
          <a:prstGeom prst="roundRect">
            <a:avLst>
              <a:gd name="adj" fmla="val 4886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67656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закрывающий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4">
            <a:extLst>
              <a:ext uri="{FF2B5EF4-FFF2-40B4-BE49-F238E27FC236}">
                <a16:creationId xmlns:a16="http://schemas.microsoft.com/office/drawing/2014/main" id="{7986F343-A46C-D96B-AD90-CBF98E382C9D}"/>
              </a:ext>
            </a:extLst>
          </p:cNvPr>
          <p:cNvSpPr/>
          <p:nvPr userDrawn="1"/>
        </p:nvSpPr>
        <p:spPr>
          <a:xfrm>
            <a:off x="7848054" y="1219200"/>
            <a:ext cx="15356219" cy="6708475"/>
          </a:xfrm>
          <a:prstGeom prst="roundRect">
            <a:avLst>
              <a:gd name="adj" fmla="val 2665"/>
            </a:avLst>
          </a:prstGeom>
          <a:solidFill>
            <a:schemeClr val="tx1"/>
          </a:solidFill>
          <a:ln/>
        </p:spPr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8262F898-C00E-11C6-3C4D-A84F20851F79}"/>
              </a:ext>
            </a:extLst>
          </p:cNvPr>
          <p:cNvSpPr/>
          <p:nvPr userDrawn="1"/>
        </p:nvSpPr>
        <p:spPr>
          <a:xfrm>
            <a:off x="7848054" y="8229601"/>
            <a:ext cx="15356219" cy="2249424"/>
          </a:xfrm>
          <a:prstGeom prst="roundRect">
            <a:avLst>
              <a:gd name="adj" fmla="val 7948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793E5CD0-0257-9AF7-54BA-60580E0089A3}"/>
              </a:ext>
            </a:extLst>
          </p:cNvPr>
          <p:cNvSpPr>
            <a:spLocks/>
          </p:cNvSpPr>
          <p:nvPr userDrawn="1"/>
        </p:nvSpPr>
        <p:spPr>
          <a:xfrm>
            <a:off x="7848054" y="10761072"/>
            <a:ext cx="946786" cy="1735727"/>
          </a:xfrm>
          <a:prstGeom prst="roundRect">
            <a:avLst>
              <a:gd name="adj" fmla="val 16994"/>
            </a:avLst>
          </a:prstGeom>
          <a:solidFill>
            <a:srgbClr val="FFFFFF"/>
          </a:solidFill>
          <a:ln/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ADDAE8B-1828-DABE-CFE4-634CA0448D96}"/>
              </a:ext>
            </a:extLst>
          </p:cNvPr>
          <p:cNvSpPr>
            <a:spLocks/>
          </p:cNvSpPr>
          <p:nvPr userDrawn="1"/>
        </p:nvSpPr>
        <p:spPr>
          <a:xfrm>
            <a:off x="9048840" y="10761072"/>
            <a:ext cx="946786" cy="1735727"/>
          </a:xfrm>
          <a:prstGeom prst="roundRect">
            <a:avLst>
              <a:gd name="adj" fmla="val 16994"/>
            </a:avLst>
          </a:prstGeom>
          <a:solidFill>
            <a:srgbClr val="F6F6F6"/>
          </a:solidFill>
          <a:ln/>
        </p:spPr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FAF048EE-8BD5-2CCE-CF09-95B9A0FA1310}"/>
              </a:ext>
            </a:extLst>
          </p:cNvPr>
          <p:cNvSpPr>
            <a:spLocks/>
          </p:cNvSpPr>
          <p:nvPr userDrawn="1"/>
        </p:nvSpPr>
        <p:spPr>
          <a:xfrm>
            <a:off x="10249626" y="10761072"/>
            <a:ext cx="946786" cy="1735727"/>
          </a:xfrm>
          <a:prstGeom prst="roundRect">
            <a:avLst>
              <a:gd name="adj" fmla="val 16994"/>
            </a:avLst>
          </a:prstGeom>
          <a:solidFill>
            <a:srgbClr val="E6E6E6"/>
          </a:solidFill>
          <a:ln w="12700">
            <a:solidFill>
              <a:schemeClr val="tx1"/>
            </a:solidFill>
          </a:ln>
        </p:spPr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0BD49F94-FA96-E40E-BBA3-22E7EAFBF8E0}"/>
              </a:ext>
            </a:extLst>
          </p:cNvPr>
          <p:cNvSpPr>
            <a:spLocks/>
          </p:cNvSpPr>
          <p:nvPr userDrawn="1"/>
        </p:nvSpPr>
        <p:spPr>
          <a:xfrm>
            <a:off x="11450413" y="10761072"/>
            <a:ext cx="946786" cy="1735727"/>
          </a:xfrm>
          <a:prstGeom prst="roundRect">
            <a:avLst>
              <a:gd name="adj" fmla="val 16994"/>
            </a:avLst>
          </a:prstGeom>
          <a:solidFill>
            <a:srgbClr val="D1D1D1"/>
          </a:solidFill>
          <a:ln/>
        </p:spPr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5FEBF27D-9DCF-4D5A-E698-257FE9A14690}"/>
              </a:ext>
            </a:extLst>
          </p:cNvPr>
          <p:cNvSpPr>
            <a:spLocks/>
          </p:cNvSpPr>
          <p:nvPr userDrawn="1"/>
        </p:nvSpPr>
        <p:spPr>
          <a:xfrm>
            <a:off x="12651198" y="10761072"/>
            <a:ext cx="946786" cy="1735727"/>
          </a:xfrm>
          <a:prstGeom prst="roundRect">
            <a:avLst>
              <a:gd name="adj" fmla="val 16994"/>
            </a:avLst>
          </a:prstGeom>
          <a:solidFill>
            <a:srgbClr val="B0B0B0"/>
          </a:solidFill>
          <a:ln/>
        </p:spPr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886ED343-23B2-8A08-7B4E-7D09B5748107}"/>
              </a:ext>
            </a:extLst>
          </p:cNvPr>
          <p:cNvSpPr>
            <a:spLocks/>
          </p:cNvSpPr>
          <p:nvPr userDrawn="1"/>
        </p:nvSpPr>
        <p:spPr>
          <a:xfrm>
            <a:off x="13851984" y="10761072"/>
            <a:ext cx="946786" cy="1735727"/>
          </a:xfrm>
          <a:prstGeom prst="roundRect">
            <a:avLst>
              <a:gd name="adj" fmla="val 16994"/>
            </a:avLst>
          </a:prstGeom>
          <a:solidFill>
            <a:srgbClr val="888888"/>
          </a:solidFill>
          <a:ln/>
        </p:spPr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2B7AC550-E920-53C8-FBA1-42CB7C12F393}"/>
              </a:ext>
            </a:extLst>
          </p:cNvPr>
          <p:cNvSpPr>
            <a:spLocks/>
          </p:cNvSpPr>
          <p:nvPr userDrawn="1"/>
        </p:nvSpPr>
        <p:spPr>
          <a:xfrm>
            <a:off x="15052771" y="10761072"/>
            <a:ext cx="946786" cy="1735727"/>
          </a:xfrm>
          <a:prstGeom prst="roundRect">
            <a:avLst>
              <a:gd name="adj" fmla="val 16994"/>
            </a:avLst>
          </a:prstGeom>
          <a:solidFill>
            <a:srgbClr val="6D6D6D"/>
          </a:solidFill>
          <a:ln/>
        </p:spPr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C70DA98D-1D18-B006-8FB0-41AA6C37D61F}"/>
              </a:ext>
            </a:extLst>
          </p:cNvPr>
          <p:cNvSpPr>
            <a:spLocks/>
          </p:cNvSpPr>
          <p:nvPr userDrawn="1"/>
        </p:nvSpPr>
        <p:spPr>
          <a:xfrm>
            <a:off x="16253557" y="10761072"/>
            <a:ext cx="946786" cy="1735727"/>
          </a:xfrm>
          <a:prstGeom prst="roundRect">
            <a:avLst>
              <a:gd name="adj" fmla="val 16994"/>
            </a:avLst>
          </a:prstGeom>
          <a:solidFill>
            <a:srgbClr val="5D5D5D"/>
          </a:solidFill>
          <a:ln/>
        </p:spPr>
      </p:sp>
      <p:sp>
        <p:nvSpPr>
          <p:cNvPr id="27" name="Shape 4">
            <a:extLst>
              <a:ext uri="{FF2B5EF4-FFF2-40B4-BE49-F238E27FC236}">
                <a16:creationId xmlns:a16="http://schemas.microsoft.com/office/drawing/2014/main" id="{ACFFF24D-EFAA-EA10-FA01-D70988DAD5DF}"/>
              </a:ext>
            </a:extLst>
          </p:cNvPr>
          <p:cNvSpPr>
            <a:spLocks/>
          </p:cNvSpPr>
          <p:nvPr userDrawn="1"/>
        </p:nvSpPr>
        <p:spPr>
          <a:xfrm>
            <a:off x="17454342" y="10761072"/>
            <a:ext cx="946786" cy="1735727"/>
          </a:xfrm>
          <a:prstGeom prst="roundRect">
            <a:avLst>
              <a:gd name="adj" fmla="val 16994"/>
            </a:avLst>
          </a:prstGeom>
          <a:solidFill>
            <a:srgbClr val="4F4F4F"/>
          </a:solidFill>
          <a:ln/>
        </p:spPr>
      </p:sp>
      <p:sp>
        <p:nvSpPr>
          <p:cNvPr id="28" name="Shape 4">
            <a:extLst>
              <a:ext uri="{FF2B5EF4-FFF2-40B4-BE49-F238E27FC236}">
                <a16:creationId xmlns:a16="http://schemas.microsoft.com/office/drawing/2014/main" id="{9B6D38D8-97CC-8A81-A5D2-2A10FAE38CE5}"/>
              </a:ext>
            </a:extLst>
          </p:cNvPr>
          <p:cNvSpPr>
            <a:spLocks/>
          </p:cNvSpPr>
          <p:nvPr userDrawn="1"/>
        </p:nvSpPr>
        <p:spPr>
          <a:xfrm>
            <a:off x="18655128" y="10761072"/>
            <a:ext cx="946786" cy="1735727"/>
          </a:xfrm>
          <a:prstGeom prst="roundRect">
            <a:avLst>
              <a:gd name="adj" fmla="val 16994"/>
            </a:avLst>
          </a:prstGeom>
          <a:solidFill>
            <a:srgbClr val="454545"/>
          </a:solidFill>
          <a:ln/>
        </p:spPr>
      </p:sp>
      <p:sp>
        <p:nvSpPr>
          <p:cNvPr id="29" name="Shape 4">
            <a:extLst>
              <a:ext uri="{FF2B5EF4-FFF2-40B4-BE49-F238E27FC236}">
                <a16:creationId xmlns:a16="http://schemas.microsoft.com/office/drawing/2014/main" id="{C0D224C8-E79C-3D30-EC8E-33401E583C71}"/>
              </a:ext>
            </a:extLst>
          </p:cNvPr>
          <p:cNvSpPr>
            <a:spLocks/>
          </p:cNvSpPr>
          <p:nvPr userDrawn="1"/>
        </p:nvSpPr>
        <p:spPr>
          <a:xfrm>
            <a:off x="19855914" y="10761072"/>
            <a:ext cx="946786" cy="1735727"/>
          </a:xfrm>
          <a:prstGeom prst="roundRect">
            <a:avLst>
              <a:gd name="adj" fmla="val 16994"/>
            </a:avLst>
          </a:prstGeom>
          <a:solidFill>
            <a:srgbClr val="3D3D3D"/>
          </a:solidFill>
          <a:ln/>
        </p:spPr>
      </p:sp>
      <p:sp>
        <p:nvSpPr>
          <p:cNvPr id="30" name="Shape 4">
            <a:extLst>
              <a:ext uri="{FF2B5EF4-FFF2-40B4-BE49-F238E27FC236}">
                <a16:creationId xmlns:a16="http://schemas.microsoft.com/office/drawing/2014/main" id="{B0DCBDDF-3975-5478-90DA-DF3ADE2FAB16}"/>
              </a:ext>
            </a:extLst>
          </p:cNvPr>
          <p:cNvSpPr>
            <a:spLocks/>
          </p:cNvSpPr>
          <p:nvPr userDrawn="1"/>
        </p:nvSpPr>
        <p:spPr>
          <a:xfrm>
            <a:off x="21056699" y="10761072"/>
            <a:ext cx="946786" cy="1735727"/>
          </a:xfrm>
          <a:prstGeom prst="roundRect">
            <a:avLst>
              <a:gd name="adj" fmla="val 16994"/>
            </a:avLst>
          </a:prstGeom>
          <a:solidFill>
            <a:schemeClr val="tx1"/>
          </a:solidFill>
          <a:ln/>
        </p:spPr>
      </p:sp>
      <p:sp>
        <p:nvSpPr>
          <p:cNvPr id="31" name="Shape 4">
            <a:extLst>
              <a:ext uri="{FF2B5EF4-FFF2-40B4-BE49-F238E27FC236}">
                <a16:creationId xmlns:a16="http://schemas.microsoft.com/office/drawing/2014/main" id="{E57CB240-D9AE-8A29-E665-C5D377EC94A3}"/>
              </a:ext>
            </a:extLst>
          </p:cNvPr>
          <p:cNvSpPr>
            <a:spLocks/>
          </p:cNvSpPr>
          <p:nvPr userDrawn="1"/>
        </p:nvSpPr>
        <p:spPr>
          <a:xfrm>
            <a:off x="22257485" y="10761072"/>
            <a:ext cx="946786" cy="1735727"/>
          </a:xfrm>
          <a:prstGeom prst="roundRect">
            <a:avLst>
              <a:gd name="adj" fmla="val 16994"/>
            </a:avLst>
          </a:prstGeom>
          <a:solidFill>
            <a:srgbClr val="000000"/>
          </a:solidFill>
          <a:ln/>
        </p:spPr>
      </p:sp>
      <p:sp>
        <p:nvSpPr>
          <p:cNvPr id="32" name="Text 0">
            <a:extLst>
              <a:ext uri="{FF2B5EF4-FFF2-40B4-BE49-F238E27FC236}">
                <a16:creationId xmlns:a16="http://schemas.microsoft.com/office/drawing/2014/main" id="{156B8320-7005-B2A8-42A5-E82DE6B887FD}"/>
              </a:ext>
            </a:extLst>
          </p:cNvPr>
          <p:cNvSpPr/>
          <p:nvPr userDrawn="1"/>
        </p:nvSpPr>
        <p:spPr>
          <a:xfrm>
            <a:off x="1219352" y="817780"/>
            <a:ext cx="6084061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l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Основная </a:t>
            </a:r>
            <a:b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</a:br>
            <a: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палитра</a:t>
            </a:r>
            <a:endParaRPr kumimoji="0" lang="en-US" sz="8000" b="1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Semibold" panose="020B0503030202060203" pitchFamily="34" charset="0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EA727D7-B2A6-F305-ADF8-97AB4C4CE1EB}"/>
              </a:ext>
            </a:extLst>
          </p:cNvPr>
          <p:cNvSpPr txBox="1"/>
          <p:nvPr userDrawn="1"/>
        </p:nvSpPr>
        <p:spPr>
          <a:xfrm>
            <a:off x="1219352" y="3651558"/>
            <a:ext cx="6401376" cy="349929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342900" marR="0" lvl="0" indent="-34290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" sz="24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Medium" panose="020B0503030202060203" pitchFamily="34" charset="0"/>
                <a:ea typeface="+mj-ea"/>
                <a:cs typeface="+mj-cs"/>
              </a:rPr>
              <a:t>Base black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Используется как основной фоновый 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и акцентный цвет Центрального университета 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в коммуникациях.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 panose="020B0503030202060203" pitchFamily="34" charset="0"/>
              <a:ea typeface="+mj-ea"/>
              <a:cs typeface="+mj-cs"/>
            </a:endParaRPr>
          </a:p>
          <a:p>
            <a:pPr marL="342900" marR="0" lvl="0" indent="-34290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" sz="24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Medium" panose="020B0503030202060203" pitchFamily="34" charset="0"/>
                <a:ea typeface="+mj-ea"/>
                <a:cs typeface="+mj-cs"/>
              </a:rPr>
              <a:t>Base grey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Используется как основной фоновый 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и акцентный цвет Центрального университета 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в коммуникациях. </a:t>
            </a:r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8F1EB858-4FBD-850F-714B-6EC13C3CA9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64657" y="7676303"/>
            <a:ext cx="2669017" cy="4834785"/>
          </a:xfrm>
          <a:prstGeom prst="roundRect">
            <a:avLst>
              <a:gd name="adj" fmla="val 3444"/>
            </a:avLst>
          </a:prstGeom>
          <a:ln w="12700">
            <a:solidFill>
              <a:schemeClr val="tx1"/>
            </a:solidFill>
          </a:ln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A5D9E401-9FC4-0F05-05F3-84AC1C9BB086}"/>
              </a:ext>
            </a:extLst>
          </p:cNvPr>
          <p:cNvSpPr txBox="1"/>
          <p:nvPr userDrawn="1"/>
        </p:nvSpPr>
        <p:spPr>
          <a:xfrm>
            <a:off x="1219352" y="7652395"/>
            <a:ext cx="3235417" cy="111402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Фирменная палитра 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закреплена в данном 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шаблоне презентаций</a:t>
            </a:r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4DABABCE-DD08-EFA9-5E52-D32E480D1F2A}"/>
              </a:ext>
            </a:extLst>
          </p:cNvPr>
          <p:cNvSpPr/>
          <p:nvPr userDrawn="1"/>
        </p:nvSpPr>
        <p:spPr>
          <a:xfrm>
            <a:off x="8319540" y="1337597"/>
            <a:ext cx="14340092" cy="762000"/>
          </a:xfrm>
          <a:prstGeom prst="rect">
            <a:avLst/>
          </a:prstGeom>
          <a:noFill/>
          <a:ln/>
        </p:spPr>
      </p:sp>
      <p:sp>
        <p:nvSpPr>
          <p:cNvPr id="37" name="Text 5">
            <a:extLst>
              <a:ext uri="{FF2B5EF4-FFF2-40B4-BE49-F238E27FC236}">
                <a16:creationId xmlns:a16="http://schemas.microsoft.com/office/drawing/2014/main" id="{71FCB125-F04B-1C14-8366-E078D96F30D2}"/>
              </a:ext>
            </a:extLst>
          </p:cNvPr>
          <p:cNvSpPr/>
          <p:nvPr userDrawn="1"/>
        </p:nvSpPr>
        <p:spPr>
          <a:xfrm>
            <a:off x="8319540" y="1520477"/>
            <a:ext cx="3810476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Base Black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83C739C4-0174-C1DE-9EA8-D28D08A3B343}"/>
              </a:ext>
            </a:extLst>
          </p:cNvPr>
          <p:cNvSpPr/>
          <p:nvPr userDrawn="1"/>
        </p:nvSpPr>
        <p:spPr>
          <a:xfrm>
            <a:off x="8319540" y="2028477"/>
            <a:ext cx="378507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#141414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F35086F2-D6AA-39DF-4D8A-18A80F0170E5}"/>
              </a:ext>
            </a:extLst>
          </p:cNvPr>
          <p:cNvSpPr/>
          <p:nvPr userDrawn="1"/>
        </p:nvSpPr>
        <p:spPr>
          <a:xfrm>
            <a:off x="8319540" y="8436897"/>
            <a:ext cx="14340092" cy="762000"/>
          </a:xfrm>
          <a:prstGeom prst="rect">
            <a:avLst/>
          </a:prstGeom>
          <a:noFill/>
          <a:ln/>
        </p:spPr>
      </p:sp>
      <p:sp>
        <p:nvSpPr>
          <p:cNvPr id="40" name="Text 9">
            <a:extLst>
              <a:ext uri="{FF2B5EF4-FFF2-40B4-BE49-F238E27FC236}">
                <a16:creationId xmlns:a16="http://schemas.microsoft.com/office/drawing/2014/main" id="{CF9B8D04-9918-A79F-EA30-DB4FA281CA4A}"/>
              </a:ext>
            </a:extLst>
          </p:cNvPr>
          <p:cNvSpPr/>
          <p:nvPr userDrawn="1"/>
        </p:nvSpPr>
        <p:spPr>
          <a:xfrm>
            <a:off x="8319540" y="8436897"/>
            <a:ext cx="3810476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Base Grey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DE8B4A21-B416-DC6A-D52D-FE815A388BF0}"/>
              </a:ext>
            </a:extLst>
          </p:cNvPr>
          <p:cNvSpPr/>
          <p:nvPr userDrawn="1"/>
        </p:nvSpPr>
        <p:spPr>
          <a:xfrm>
            <a:off x="8319540" y="8944897"/>
            <a:ext cx="378507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#E6E6E6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ED38EBDE-7076-450E-B02C-AAB461A18E81}"/>
              </a:ext>
            </a:extLst>
          </p:cNvPr>
          <p:cNvSpPr/>
          <p:nvPr userDrawn="1"/>
        </p:nvSpPr>
        <p:spPr>
          <a:xfrm>
            <a:off x="8010614" y="10926097"/>
            <a:ext cx="524999" cy="32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00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#FFFFFF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12">
            <a:extLst>
              <a:ext uri="{FF2B5EF4-FFF2-40B4-BE49-F238E27FC236}">
                <a16:creationId xmlns:a16="http://schemas.microsoft.com/office/drawing/2014/main" id="{B58C1321-00F2-C751-A62A-00035998C6B9}"/>
              </a:ext>
            </a:extLst>
          </p:cNvPr>
          <p:cNvSpPr/>
          <p:nvPr userDrawn="1"/>
        </p:nvSpPr>
        <p:spPr>
          <a:xfrm>
            <a:off x="9211400" y="10926097"/>
            <a:ext cx="550402" cy="32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50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#F6F6F6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13">
            <a:extLst>
              <a:ext uri="{FF2B5EF4-FFF2-40B4-BE49-F238E27FC236}">
                <a16:creationId xmlns:a16="http://schemas.microsoft.com/office/drawing/2014/main" id="{5266907E-0650-54D0-2EE6-691C71A6739A}"/>
              </a:ext>
            </a:extLst>
          </p:cNvPr>
          <p:cNvSpPr/>
          <p:nvPr userDrawn="1"/>
        </p:nvSpPr>
        <p:spPr>
          <a:xfrm>
            <a:off x="10412186" y="10926097"/>
            <a:ext cx="588507" cy="1439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100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#E6E6E6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base  grey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14">
            <a:extLst>
              <a:ext uri="{FF2B5EF4-FFF2-40B4-BE49-F238E27FC236}">
                <a16:creationId xmlns:a16="http://schemas.microsoft.com/office/drawing/2014/main" id="{7CCEF170-E150-8B50-97E6-462D74141C1F}"/>
              </a:ext>
            </a:extLst>
          </p:cNvPr>
          <p:cNvSpPr/>
          <p:nvPr userDrawn="1"/>
        </p:nvSpPr>
        <p:spPr>
          <a:xfrm>
            <a:off x="11612973" y="10926097"/>
            <a:ext cx="524999" cy="32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200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#D1D1D1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15">
            <a:extLst>
              <a:ext uri="{FF2B5EF4-FFF2-40B4-BE49-F238E27FC236}">
                <a16:creationId xmlns:a16="http://schemas.microsoft.com/office/drawing/2014/main" id="{9DAF85B8-F563-8F83-0D8F-C5A03B96271E}"/>
              </a:ext>
            </a:extLst>
          </p:cNvPr>
          <p:cNvSpPr/>
          <p:nvPr userDrawn="1"/>
        </p:nvSpPr>
        <p:spPr>
          <a:xfrm>
            <a:off x="12813758" y="10926097"/>
            <a:ext cx="613910" cy="32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300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#B0B0B0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16">
            <a:extLst>
              <a:ext uri="{FF2B5EF4-FFF2-40B4-BE49-F238E27FC236}">
                <a16:creationId xmlns:a16="http://schemas.microsoft.com/office/drawing/2014/main" id="{4EA8441E-2A58-F7EA-5543-C9DB25C0381D}"/>
              </a:ext>
            </a:extLst>
          </p:cNvPr>
          <p:cNvSpPr/>
          <p:nvPr userDrawn="1"/>
        </p:nvSpPr>
        <p:spPr>
          <a:xfrm>
            <a:off x="14014544" y="10926097"/>
            <a:ext cx="563104" cy="32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400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#888888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17">
            <a:extLst>
              <a:ext uri="{FF2B5EF4-FFF2-40B4-BE49-F238E27FC236}">
                <a16:creationId xmlns:a16="http://schemas.microsoft.com/office/drawing/2014/main" id="{2C20BFD5-0D3F-2735-E112-E5BE461F459D}"/>
              </a:ext>
            </a:extLst>
          </p:cNvPr>
          <p:cNvSpPr/>
          <p:nvPr userDrawn="1"/>
        </p:nvSpPr>
        <p:spPr>
          <a:xfrm>
            <a:off x="15215331" y="10926097"/>
            <a:ext cx="613910" cy="32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500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#6D6D6D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18">
            <a:extLst>
              <a:ext uri="{FF2B5EF4-FFF2-40B4-BE49-F238E27FC236}">
                <a16:creationId xmlns:a16="http://schemas.microsoft.com/office/drawing/2014/main" id="{7CE66338-CB58-CBDB-EAB1-94033C2A8CBD}"/>
              </a:ext>
            </a:extLst>
          </p:cNvPr>
          <p:cNvSpPr/>
          <p:nvPr userDrawn="1"/>
        </p:nvSpPr>
        <p:spPr>
          <a:xfrm>
            <a:off x="16416117" y="10926097"/>
            <a:ext cx="601208" cy="32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600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#5D5D5D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19">
            <a:extLst>
              <a:ext uri="{FF2B5EF4-FFF2-40B4-BE49-F238E27FC236}">
                <a16:creationId xmlns:a16="http://schemas.microsoft.com/office/drawing/2014/main" id="{89D00A81-57D2-4399-F18B-FC83A4D197A2}"/>
              </a:ext>
            </a:extLst>
          </p:cNvPr>
          <p:cNvSpPr/>
          <p:nvPr userDrawn="1"/>
        </p:nvSpPr>
        <p:spPr>
          <a:xfrm>
            <a:off x="17616902" y="10926097"/>
            <a:ext cx="550402" cy="32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700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#4F4F4F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20">
            <a:extLst>
              <a:ext uri="{FF2B5EF4-FFF2-40B4-BE49-F238E27FC236}">
                <a16:creationId xmlns:a16="http://schemas.microsoft.com/office/drawing/2014/main" id="{B177338D-809F-8B52-F422-FD4EB209A822}"/>
              </a:ext>
            </a:extLst>
          </p:cNvPr>
          <p:cNvSpPr/>
          <p:nvPr userDrawn="1"/>
        </p:nvSpPr>
        <p:spPr>
          <a:xfrm>
            <a:off x="18817688" y="10926097"/>
            <a:ext cx="563104" cy="32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800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#454545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21">
            <a:extLst>
              <a:ext uri="{FF2B5EF4-FFF2-40B4-BE49-F238E27FC236}">
                <a16:creationId xmlns:a16="http://schemas.microsoft.com/office/drawing/2014/main" id="{20ED6393-F8AA-F990-BF31-46E47E1BC4C0}"/>
              </a:ext>
            </a:extLst>
          </p:cNvPr>
          <p:cNvSpPr/>
          <p:nvPr userDrawn="1"/>
        </p:nvSpPr>
        <p:spPr>
          <a:xfrm>
            <a:off x="20018474" y="10926097"/>
            <a:ext cx="613910" cy="32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900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#3D3D3D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22">
            <a:extLst>
              <a:ext uri="{FF2B5EF4-FFF2-40B4-BE49-F238E27FC236}">
                <a16:creationId xmlns:a16="http://schemas.microsoft.com/office/drawing/2014/main" id="{6B07A622-C44A-2914-D1FD-B3C46EC9E006}"/>
              </a:ext>
            </a:extLst>
          </p:cNvPr>
          <p:cNvSpPr/>
          <p:nvPr userDrawn="1"/>
        </p:nvSpPr>
        <p:spPr>
          <a:xfrm>
            <a:off x="21219259" y="10926097"/>
            <a:ext cx="512297" cy="1439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950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#141414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base  black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23">
            <a:extLst>
              <a:ext uri="{FF2B5EF4-FFF2-40B4-BE49-F238E27FC236}">
                <a16:creationId xmlns:a16="http://schemas.microsoft.com/office/drawing/2014/main" id="{588A0A92-DCCE-9695-3147-86B34E53D3B4}"/>
              </a:ext>
            </a:extLst>
          </p:cNvPr>
          <p:cNvSpPr/>
          <p:nvPr userDrawn="1"/>
        </p:nvSpPr>
        <p:spPr>
          <a:xfrm>
            <a:off x="22420045" y="10926097"/>
            <a:ext cx="626612" cy="32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1000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#000000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85156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закрывающий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9F016BF-E8ED-1000-5B46-D46CD32B59C8}"/>
              </a:ext>
            </a:extLst>
          </p:cNvPr>
          <p:cNvSpPr/>
          <p:nvPr userDrawn="1"/>
        </p:nvSpPr>
        <p:spPr>
          <a:xfrm>
            <a:off x="1219352" y="817780"/>
            <a:ext cx="7159162" cy="346248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l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Дополни-</a:t>
            </a:r>
            <a:b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</a:br>
            <a: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тельная</a:t>
            </a:r>
            <a:b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</a:br>
            <a: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палитра</a:t>
            </a:r>
            <a:endParaRPr kumimoji="0" lang="en-US" sz="8000" b="1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 Semibold" panose="020B0503030202060203" pitchFamily="34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CCEA4A-E0B9-77DE-77A8-BBA64DCFAEB0}"/>
              </a:ext>
            </a:extLst>
          </p:cNvPr>
          <p:cNvSpPr txBox="1"/>
          <p:nvPr userDrawn="1"/>
        </p:nvSpPr>
        <p:spPr>
          <a:xfrm>
            <a:off x="1219352" y="4798716"/>
            <a:ext cx="6401376" cy="642316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Количество дополнительных цветов, которые могут применяться на макете зависит от уровня яркости данного макета</a:t>
            </a:r>
          </a:p>
          <a:p>
            <a:pPr marL="342900" marR="0" lvl="0" indent="-34290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Для учебных презентаций рекомендуется использовать первый уровень яркости –  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1-2 </a:t>
            </a:r>
            <a:r>
              <a:rPr kumimoji="0" lang="ru-RU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доп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цвета</a:t>
            </a:r>
          </a:p>
          <a:p>
            <a:pPr marL="342900" marR="0" lvl="0" indent="-34290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В презентациях для выступлений рекомендуется использовать второй уровень яркости – 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2-3 </a:t>
            </a:r>
            <a:r>
              <a:rPr kumimoji="0" lang="ru-RU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доп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цвета</a:t>
            </a:r>
          </a:p>
          <a:p>
            <a:pPr marL="0" marR="0" lvl="0" indent="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24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Все дополнительные цвета используются 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в равной степени как акцидентные.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 Regular" panose="020B0503030202060203" pitchFamily="34" charset="0"/>
              <a:ea typeface="+mj-ea"/>
              <a:cs typeface="+mj-cs"/>
            </a:endParaRPr>
          </a:p>
          <a:p>
            <a:pPr marL="0" marR="0" lvl="0" indent="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Обратите внимание на то, какого цвета текст 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на цветных плашках, — это рекомендации по цвету текста и логотипов, которые вы захотите разместить на этом фоне.</a:t>
            </a: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308E6440-514E-2EE7-EB02-1AA76F5EEFAB}"/>
              </a:ext>
            </a:extLst>
          </p:cNvPr>
          <p:cNvSpPr/>
          <p:nvPr userDrawn="1"/>
        </p:nvSpPr>
        <p:spPr>
          <a:xfrm>
            <a:off x="9409631" y="1219200"/>
            <a:ext cx="13794642" cy="2066576"/>
          </a:xfrm>
          <a:prstGeom prst="rect">
            <a:avLst/>
          </a:prstGeom>
          <a:noFill/>
          <a:ln/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55E5073-558F-B9C1-2FBB-0EF639A333FF}"/>
              </a:ext>
            </a:extLst>
          </p:cNvPr>
          <p:cNvSpPr/>
          <p:nvPr userDrawn="1"/>
        </p:nvSpPr>
        <p:spPr>
          <a:xfrm>
            <a:off x="9409631" y="1219200"/>
            <a:ext cx="13794642" cy="1322609"/>
          </a:xfrm>
          <a:prstGeom prst="roundRect">
            <a:avLst>
              <a:gd name="adj" fmla="val 8988"/>
            </a:avLst>
          </a:prstGeom>
          <a:solidFill>
            <a:srgbClr val="FFDD2D"/>
          </a:solidFill>
          <a:ln/>
        </p:spPr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412D8999-C78E-A87F-59AE-973012F39996}"/>
              </a:ext>
            </a:extLst>
          </p:cNvPr>
          <p:cNvSpPr/>
          <p:nvPr userDrawn="1"/>
        </p:nvSpPr>
        <p:spPr>
          <a:xfrm>
            <a:off x="9622222" y="1431762"/>
            <a:ext cx="13369466" cy="897484"/>
          </a:xfrm>
          <a:prstGeom prst="rect">
            <a:avLst/>
          </a:prstGeom>
          <a:noFill/>
          <a:ln/>
        </p:spPr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BE059CE8-CC0C-B95A-49B7-22A854A627BD}"/>
              </a:ext>
            </a:extLst>
          </p:cNvPr>
          <p:cNvSpPr/>
          <p:nvPr userDrawn="1"/>
        </p:nvSpPr>
        <p:spPr>
          <a:xfrm>
            <a:off x="9622222" y="1431762"/>
            <a:ext cx="3543144" cy="41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4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3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Optimistic T-Yellow</a:t>
            </a:r>
            <a:endParaRPr kumimoji="0" lang="en-US" sz="223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20DE5FCF-24DD-942D-3A95-D8C577546642}"/>
              </a:ext>
            </a:extLst>
          </p:cNvPr>
          <p:cNvSpPr/>
          <p:nvPr userDrawn="1"/>
        </p:nvSpPr>
        <p:spPr>
          <a:xfrm>
            <a:off x="9622222" y="1867352"/>
            <a:ext cx="3511650" cy="26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88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#FFDD2D</a:t>
            </a:r>
            <a:endParaRPr kumimoji="0" lang="en-US" sz="1488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140E412D-9E9C-AC0C-D214-FAC437CD97FE}"/>
              </a:ext>
            </a:extLst>
          </p:cNvPr>
          <p:cNvSpPr/>
          <p:nvPr userDrawn="1"/>
        </p:nvSpPr>
        <p:spPr>
          <a:xfrm>
            <a:off x="9622221" y="2117788"/>
            <a:ext cx="1534589" cy="26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88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RGB: 255 221 45 </a:t>
            </a:r>
            <a:endParaRPr kumimoji="0" lang="en-US" sz="1488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34">
            <a:extLst>
              <a:ext uri="{FF2B5EF4-FFF2-40B4-BE49-F238E27FC236}">
                <a16:creationId xmlns:a16="http://schemas.microsoft.com/office/drawing/2014/main" id="{AB45AF9D-A419-68E1-DE37-701BCF8B43F9}"/>
              </a:ext>
            </a:extLst>
          </p:cNvPr>
          <p:cNvSpPr/>
          <p:nvPr userDrawn="1"/>
        </p:nvSpPr>
        <p:spPr>
          <a:xfrm>
            <a:off x="9409631" y="3521956"/>
            <a:ext cx="6779216" cy="2066576"/>
          </a:xfrm>
          <a:prstGeom prst="roundRect">
            <a:avLst>
              <a:gd name="adj" fmla="val 5752"/>
            </a:avLst>
          </a:prstGeom>
          <a:noFill/>
          <a:ln/>
        </p:spPr>
      </p:sp>
      <p:sp>
        <p:nvSpPr>
          <p:cNvPr id="26" name="Shape 35">
            <a:extLst>
              <a:ext uri="{FF2B5EF4-FFF2-40B4-BE49-F238E27FC236}">
                <a16:creationId xmlns:a16="http://schemas.microsoft.com/office/drawing/2014/main" id="{356B3DCC-EF4B-AFD9-2187-F8C1EC5FB25A}"/>
              </a:ext>
            </a:extLst>
          </p:cNvPr>
          <p:cNvSpPr/>
          <p:nvPr userDrawn="1"/>
        </p:nvSpPr>
        <p:spPr>
          <a:xfrm>
            <a:off x="9409631" y="3521956"/>
            <a:ext cx="6779216" cy="1322609"/>
          </a:xfrm>
          <a:prstGeom prst="roundRect">
            <a:avLst>
              <a:gd name="adj" fmla="val 8988"/>
            </a:avLst>
          </a:prstGeom>
          <a:solidFill>
            <a:schemeClr val="accent2"/>
          </a:solidFill>
          <a:ln/>
        </p:spPr>
      </p:sp>
      <p:sp>
        <p:nvSpPr>
          <p:cNvPr id="27" name="Text 37">
            <a:extLst>
              <a:ext uri="{FF2B5EF4-FFF2-40B4-BE49-F238E27FC236}">
                <a16:creationId xmlns:a16="http://schemas.microsoft.com/office/drawing/2014/main" id="{712DF23E-6707-8C30-C2B9-6BE6EB9E67A7}"/>
              </a:ext>
            </a:extLst>
          </p:cNvPr>
          <p:cNvSpPr/>
          <p:nvPr userDrawn="1"/>
        </p:nvSpPr>
        <p:spPr>
          <a:xfrm>
            <a:off x="9645841" y="3734518"/>
            <a:ext cx="1656779" cy="41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4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32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Expert Blue</a:t>
            </a:r>
            <a:endParaRPr kumimoji="0" lang="en-US" sz="223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39">
            <a:extLst>
              <a:ext uri="{FF2B5EF4-FFF2-40B4-BE49-F238E27FC236}">
                <a16:creationId xmlns:a16="http://schemas.microsoft.com/office/drawing/2014/main" id="{D25C80E7-DE75-760B-8615-6EA94DB4FD7B}"/>
              </a:ext>
            </a:extLst>
          </p:cNvPr>
          <p:cNvSpPr/>
          <p:nvPr userDrawn="1"/>
        </p:nvSpPr>
        <p:spPr>
          <a:xfrm>
            <a:off x="9645841" y="4170108"/>
            <a:ext cx="812383" cy="26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88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#775AFF</a:t>
            </a:r>
            <a:endParaRPr kumimoji="0" lang="en-US" sz="1488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40">
            <a:extLst>
              <a:ext uri="{FF2B5EF4-FFF2-40B4-BE49-F238E27FC236}">
                <a16:creationId xmlns:a16="http://schemas.microsoft.com/office/drawing/2014/main" id="{B2383A33-1360-8168-D435-B364AF53837D}"/>
              </a:ext>
            </a:extLst>
          </p:cNvPr>
          <p:cNvSpPr/>
          <p:nvPr userDrawn="1"/>
        </p:nvSpPr>
        <p:spPr>
          <a:xfrm>
            <a:off x="9645841" y="4420544"/>
            <a:ext cx="1485567" cy="26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88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RGB: 119 90 255 </a:t>
            </a:r>
            <a:endParaRPr kumimoji="0" lang="en-US" sz="1488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6A879BD2-FEEA-8CB1-AA1A-EFA0A868AAD2}"/>
              </a:ext>
            </a:extLst>
          </p:cNvPr>
          <p:cNvGrpSpPr/>
          <p:nvPr userDrawn="1"/>
        </p:nvGrpSpPr>
        <p:grpSpPr>
          <a:xfrm>
            <a:off x="9409631" y="4962654"/>
            <a:ext cx="1606226" cy="625877"/>
            <a:chOff x="9409631" y="4962654"/>
            <a:chExt cx="1606226" cy="625877"/>
          </a:xfrm>
        </p:grpSpPr>
        <p:sp>
          <p:nvSpPr>
            <p:cNvPr id="31" name="Shape 42">
              <a:extLst>
                <a:ext uri="{FF2B5EF4-FFF2-40B4-BE49-F238E27FC236}">
                  <a16:creationId xmlns:a16="http://schemas.microsoft.com/office/drawing/2014/main" id="{8781A8B1-F269-B42E-5BC6-A5463BEC8E39}"/>
                </a:ext>
              </a:extLst>
            </p:cNvPr>
            <p:cNvSpPr/>
            <p:nvPr/>
          </p:nvSpPr>
          <p:spPr>
            <a:xfrm>
              <a:off x="9409631" y="4962654"/>
              <a:ext cx="1606226" cy="625877"/>
            </a:xfrm>
            <a:prstGeom prst="roundRect">
              <a:avLst>
                <a:gd name="adj" fmla="val 18993"/>
              </a:avLst>
            </a:prstGeom>
            <a:solidFill>
              <a:srgbClr val="D5D4FF">
                <a:alpha val="100000"/>
              </a:srgbClr>
            </a:solidFill>
            <a:ln/>
          </p:spPr>
        </p:sp>
        <p:sp>
          <p:nvSpPr>
            <p:cNvPr id="32" name="Text 43">
              <a:extLst>
                <a:ext uri="{FF2B5EF4-FFF2-40B4-BE49-F238E27FC236}">
                  <a16:creationId xmlns:a16="http://schemas.microsoft.com/office/drawing/2014/main" id="{086FE670-AC2E-B6AF-3164-34EB8F46C224}"/>
                </a:ext>
              </a:extLst>
            </p:cNvPr>
            <p:cNvSpPr/>
            <p:nvPr/>
          </p:nvSpPr>
          <p:spPr>
            <a:xfrm>
              <a:off x="9574978" y="5072393"/>
              <a:ext cx="753703" cy="4615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ts val="1562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2" b="0" i="0" u="none" strike="noStrike" kern="1200" cap="none" spc="0" normalizeH="0" baseline="0" noProof="0" dirty="0">
                  <a:ln>
                    <a:noFill/>
                  </a:ln>
                  <a:solidFill>
                    <a:srgbClr val="141414">
                      <a:alpha val="100000"/>
                    </a:srgbClr>
                  </a:solidFill>
                  <a:effectLst/>
                  <a:uLnTx/>
                  <a:uFillTx/>
                  <a:latin typeface="Graphik LC Regular" pitchFamily="34" charset="0"/>
                  <a:ea typeface="Graphik LC Regular" pitchFamily="34" charset="-122"/>
                  <a:cs typeface="Graphik LC Regular" pitchFamily="34" charset="-120"/>
                </a:rPr>
                <a:t>200</a:t>
              </a:r>
              <a:endPara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ts val="1562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2" b="0" i="0" u="none" strike="noStrike" kern="1200" cap="none" spc="0" normalizeH="0" baseline="0" noProof="0" dirty="0">
                  <a:ln>
                    <a:noFill/>
                  </a:ln>
                  <a:solidFill>
                    <a:srgbClr val="141414">
                      <a:alpha val="100000"/>
                    </a:srgbClr>
                  </a:solidFill>
                  <a:effectLst/>
                  <a:uLnTx/>
                  <a:uFillTx/>
                  <a:latin typeface="Graphik LC Regular" pitchFamily="34" charset="0"/>
                  <a:ea typeface="Graphik LC Regular" pitchFamily="34" charset="-122"/>
                  <a:cs typeface="Graphik LC Regular" pitchFamily="34" charset="-120"/>
                </a:rPr>
                <a:t>#D5D4FF</a:t>
              </a:r>
              <a:endPara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3" name="Shape 44">
            <a:extLst>
              <a:ext uri="{FF2B5EF4-FFF2-40B4-BE49-F238E27FC236}">
                <a16:creationId xmlns:a16="http://schemas.microsoft.com/office/drawing/2014/main" id="{AF18CF20-5D97-1EB1-CAD7-0E20DC946836}"/>
              </a:ext>
            </a:extLst>
          </p:cNvPr>
          <p:cNvSpPr/>
          <p:nvPr userDrawn="1"/>
        </p:nvSpPr>
        <p:spPr>
          <a:xfrm>
            <a:off x="11133962" y="4962654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B8B1FF">
              <a:alpha val="100000"/>
            </a:srgbClr>
          </a:solidFill>
          <a:ln/>
        </p:spPr>
      </p:sp>
      <p:sp>
        <p:nvSpPr>
          <p:cNvPr id="34" name="Text 45">
            <a:extLst>
              <a:ext uri="{FF2B5EF4-FFF2-40B4-BE49-F238E27FC236}">
                <a16:creationId xmlns:a16="http://schemas.microsoft.com/office/drawing/2014/main" id="{9E7923D3-6BC2-CECD-7189-DC4C3B6743D9}"/>
              </a:ext>
            </a:extLst>
          </p:cNvPr>
          <p:cNvSpPr/>
          <p:nvPr userDrawn="1"/>
        </p:nvSpPr>
        <p:spPr>
          <a:xfrm>
            <a:off x="11299309" y="5072393"/>
            <a:ext cx="702897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#B8B1FF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46">
            <a:extLst>
              <a:ext uri="{FF2B5EF4-FFF2-40B4-BE49-F238E27FC236}">
                <a16:creationId xmlns:a16="http://schemas.microsoft.com/office/drawing/2014/main" id="{4A9CE066-FE33-5F01-EF09-E3AEB8DC9616}"/>
              </a:ext>
            </a:extLst>
          </p:cNvPr>
          <p:cNvSpPr/>
          <p:nvPr userDrawn="1"/>
        </p:nvSpPr>
        <p:spPr>
          <a:xfrm>
            <a:off x="12858292" y="4962654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9485FF">
              <a:alpha val="100000"/>
            </a:srgbClr>
          </a:solidFill>
          <a:ln/>
        </p:spPr>
      </p:sp>
      <p:sp>
        <p:nvSpPr>
          <p:cNvPr id="36" name="Text 47">
            <a:extLst>
              <a:ext uri="{FF2B5EF4-FFF2-40B4-BE49-F238E27FC236}">
                <a16:creationId xmlns:a16="http://schemas.microsoft.com/office/drawing/2014/main" id="{43397095-EBE0-8A5A-4379-32BE73E0B703}"/>
              </a:ext>
            </a:extLst>
          </p:cNvPr>
          <p:cNvSpPr/>
          <p:nvPr userDrawn="1"/>
        </p:nvSpPr>
        <p:spPr>
          <a:xfrm>
            <a:off x="13023639" y="5072393"/>
            <a:ext cx="728300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#9485FF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48">
            <a:extLst>
              <a:ext uri="{FF2B5EF4-FFF2-40B4-BE49-F238E27FC236}">
                <a16:creationId xmlns:a16="http://schemas.microsoft.com/office/drawing/2014/main" id="{CD69128C-DDDC-494A-A0FD-D5F58C6EA385}"/>
              </a:ext>
            </a:extLst>
          </p:cNvPr>
          <p:cNvSpPr/>
          <p:nvPr userDrawn="1"/>
        </p:nvSpPr>
        <p:spPr>
          <a:xfrm>
            <a:off x="14582623" y="4962654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775AFF">
              <a:alpha val="100000"/>
            </a:srgbClr>
          </a:solidFill>
          <a:ln/>
        </p:spPr>
      </p:sp>
      <p:sp>
        <p:nvSpPr>
          <p:cNvPr id="38" name="Text 49">
            <a:extLst>
              <a:ext uri="{FF2B5EF4-FFF2-40B4-BE49-F238E27FC236}">
                <a16:creationId xmlns:a16="http://schemas.microsoft.com/office/drawing/2014/main" id="{EF144CE8-812B-E3CC-6721-717019F0694A}"/>
              </a:ext>
            </a:extLst>
          </p:cNvPr>
          <p:cNvSpPr/>
          <p:nvPr userDrawn="1"/>
        </p:nvSpPr>
        <p:spPr>
          <a:xfrm>
            <a:off x="14747970" y="5072393"/>
            <a:ext cx="702897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500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#775AFF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50">
            <a:extLst>
              <a:ext uri="{FF2B5EF4-FFF2-40B4-BE49-F238E27FC236}">
                <a16:creationId xmlns:a16="http://schemas.microsoft.com/office/drawing/2014/main" id="{B8946E9F-AB48-36DC-129F-47A2FF970FC4}"/>
              </a:ext>
            </a:extLst>
          </p:cNvPr>
          <p:cNvSpPr/>
          <p:nvPr userDrawn="1"/>
        </p:nvSpPr>
        <p:spPr>
          <a:xfrm>
            <a:off x="16425057" y="3521956"/>
            <a:ext cx="6779216" cy="2066576"/>
          </a:xfrm>
          <a:prstGeom prst="roundRect">
            <a:avLst>
              <a:gd name="adj" fmla="val 5752"/>
            </a:avLst>
          </a:prstGeom>
          <a:noFill/>
          <a:ln/>
        </p:spPr>
      </p:sp>
      <p:sp>
        <p:nvSpPr>
          <p:cNvPr id="40" name="Shape 51">
            <a:extLst>
              <a:ext uri="{FF2B5EF4-FFF2-40B4-BE49-F238E27FC236}">
                <a16:creationId xmlns:a16="http://schemas.microsoft.com/office/drawing/2014/main" id="{3267FAC5-92AD-993A-7BE1-ABF7E6BBFEC4}"/>
              </a:ext>
            </a:extLst>
          </p:cNvPr>
          <p:cNvSpPr/>
          <p:nvPr userDrawn="1"/>
        </p:nvSpPr>
        <p:spPr>
          <a:xfrm>
            <a:off x="16425057" y="3521956"/>
            <a:ext cx="6779216" cy="1322609"/>
          </a:xfrm>
          <a:prstGeom prst="roundRect">
            <a:avLst>
              <a:gd name="adj" fmla="val 8988"/>
            </a:avLst>
          </a:prstGeom>
          <a:solidFill>
            <a:schemeClr val="accent3"/>
          </a:solidFill>
          <a:ln/>
        </p:spPr>
      </p:sp>
      <p:sp>
        <p:nvSpPr>
          <p:cNvPr id="41" name="Text 53">
            <a:extLst>
              <a:ext uri="{FF2B5EF4-FFF2-40B4-BE49-F238E27FC236}">
                <a16:creationId xmlns:a16="http://schemas.microsoft.com/office/drawing/2014/main" id="{145B8216-388C-79FD-8E54-A60CBB7F1629}"/>
              </a:ext>
            </a:extLst>
          </p:cNvPr>
          <p:cNvSpPr/>
          <p:nvPr userDrawn="1"/>
        </p:nvSpPr>
        <p:spPr>
          <a:xfrm>
            <a:off x="16661266" y="3758136"/>
            <a:ext cx="2063230" cy="41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4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32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Expert Orange</a:t>
            </a:r>
            <a:endParaRPr kumimoji="0" lang="en-US" sz="223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55">
            <a:extLst>
              <a:ext uri="{FF2B5EF4-FFF2-40B4-BE49-F238E27FC236}">
                <a16:creationId xmlns:a16="http://schemas.microsoft.com/office/drawing/2014/main" id="{98D46F5D-62D9-0215-6B34-1ABA14A33C7C}"/>
              </a:ext>
            </a:extLst>
          </p:cNvPr>
          <p:cNvSpPr/>
          <p:nvPr userDrawn="1"/>
        </p:nvSpPr>
        <p:spPr>
          <a:xfrm>
            <a:off x="16661266" y="4193727"/>
            <a:ext cx="850488" cy="26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88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#FF662C</a:t>
            </a:r>
            <a:endParaRPr kumimoji="0" lang="en-US" sz="1488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56">
            <a:extLst>
              <a:ext uri="{FF2B5EF4-FFF2-40B4-BE49-F238E27FC236}">
                <a16:creationId xmlns:a16="http://schemas.microsoft.com/office/drawing/2014/main" id="{B4188FD8-7711-8181-7C01-6B636E30A449}"/>
              </a:ext>
            </a:extLst>
          </p:cNvPr>
          <p:cNvSpPr/>
          <p:nvPr userDrawn="1"/>
        </p:nvSpPr>
        <p:spPr>
          <a:xfrm>
            <a:off x="16661266" y="4444163"/>
            <a:ext cx="1523672" cy="26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88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RGB: 255 102 44 </a:t>
            </a:r>
            <a:endParaRPr kumimoji="0" lang="en-US" sz="1488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58">
            <a:extLst>
              <a:ext uri="{FF2B5EF4-FFF2-40B4-BE49-F238E27FC236}">
                <a16:creationId xmlns:a16="http://schemas.microsoft.com/office/drawing/2014/main" id="{93C72E71-C6E8-492E-BCC6-5724EF32DE9C}"/>
              </a:ext>
            </a:extLst>
          </p:cNvPr>
          <p:cNvSpPr/>
          <p:nvPr userDrawn="1"/>
        </p:nvSpPr>
        <p:spPr>
          <a:xfrm>
            <a:off x="16425057" y="4962655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FFE5D4">
              <a:alpha val="100000"/>
            </a:srgbClr>
          </a:solidFill>
          <a:ln/>
        </p:spPr>
      </p:sp>
      <p:sp>
        <p:nvSpPr>
          <p:cNvPr id="45" name="Text 59">
            <a:extLst>
              <a:ext uri="{FF2B5EF4-FFF2-40B4-BE49-F238E27FC236}">
                <a16:creationId xmlns:a16="http://schemas.microsoft.com/office/drawing/2014/main" id="{F369D562-AF21-3A01-1994-B02D8E1AF43F}"/>
              </a:ext>
            </a:extLst>
          </p:cNvPr>
          <p:cNvSpPr/>
          <p:nvPr userDrawn="1"/>
        </p:nvSpPr>
        <p:spPr>
          <a:xfrm>
            <a:off x="16590404" y="5072394"/>
            <a:ext cx="728300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100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#FFE5D4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60">
            <a:extLst>
              <a:ext uri="{FF2B5EF4-FFF2-40B4-BE49-F238E27FC236}">
                <a16:creationId xmlns:a16="http://schemas.microsoft.com/office/drawing/2014/main" id="{0E473260-3F60-DD3C-DBEB-F812FBBD4668}"/>
              </a:ext>
            </a:extLst>
          </p:cNvPr>
          <p:cNvSpPr/>
          <p:nvPr userDrawn="1"/>
        </p:nvSpPr>
        <p:spPr>
          <a:xfrm>
            <a:off x="18149387" y="4962655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FFC8A8">
              <a:alpha val="100000"/>
            </a:srgbClr>
          </a:solidFill>
          <a:ln/>
        </p:spPr>
      </p:sp>
      <p:sp>
        <p:nvSpPr>
          <p:cNvPr id="47" name="Text 61">
            <a:extLst>
              <a:ext uri="{FF2B5EF4-FFF2-40B4-BE49-F238E27FC236}">
                <a16:creationId xmlns:a16="http://schemas.microsoft.com/office/drawing/2014/main" id="{E8029DE1-2226-0032-12EC-BD8A3BA2D539}"/>
              </a:ext>
            </a:extLst>
          </p:cNvPr>
          <p:cNvSpPr/>
          <p:nvPr userDrawn="1"/>
        </p:nvSpPr>
        <p:spPr>
          <a:xfrm>
            <a:off x="18314734" y="5072394"/>
            <a:ext cx="753703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#FFC8A8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62">
            <a:extLst>
              <a:ext uri="{FF2B5EF4-FFF2-40B4-BE49-F238E27FC236}">
                <a16:creationId xmlns:a16="http://schemas.microsoft.com/office/drawing/2014/main" id="{AA931E6B-7740-3F12-FCAF-A3BE80AC8482}"/>
              </a:ext>
            </a:extLst>
          </p:cNvPr>
          <p:cNvSpPr/>
          <p:nvPr userDrawn="1"/>
        </p:nvSpPr>
        <p:spPr>
          <a:xfrm>
            <a:off x="19873718" y="4962655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FFA171">
              <a:alpha val="100000"/>
            </a:srgbClr>
          </a:solidFill>
          <a:ln/>
        </p:spPr>
      </p:sp>
      <p:sp>
        <p:nvSpPr>
          <p:cNvPr id="49" name="Text 63">
            <a:extLst>
              <a:ext uri="{FF2B5EF4-FFF2-40B4-BE49-F238E27FC236}">
                <a16:creationId xmlns:a16="http://schemas.microsoft.com/office/drawing/2014/main" id="{C3FCDCCA-6280-119A-ADB4-85081EB04623}"/>
              </a:ext>
            </a:extLst>
          </p:cNvPr>
          <p:cNvSpPr/>
          <p:nvPr userDrawn="1"/>
        </p:nvSpPr>
        <p:spPr>
          <a:xfrm>
            <a:off x="20039065" y="5072394"/>
            <a:ext cx="652090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#FFA171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Shape 64">
            <a:extLst>
              <a:ext uri="{FF2B5EF4-FFF2-40B4-BE49-F238E27FC236}">
                <a16:creationId xmlns:a16="http://schemas.microsoft.com/office/drawing/2014/main" id="{BCC84D5F-1579-B21C-5062-1E1912F6411A}"/>
              </a:ext>
            </a:extLst>
          </p:cNvPr>
          <p:cNvSpPr/>
          <p:nvPr userDrawn="1"/>
        </p:nvSpPr>
        <p:spPr>
          <a:xfrm>
            <a:off x="21598048" y="4962655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FF662C">
              <a:alpha val="100000"/>
            </a:srgbClr>
          </a:solidFill>
          <a:ln/>
        </p:spPr>
      </p:sp>
      <p:sp>
        <p:nvSpPr>
          <p:cNvPr id="51" name="Text 65">
            <a:extLst>
              <a:ext uri="{FF2B5EF4-FFF2-40B4-BE49-F238E27FC236}">
                <a16:creationId xmlns:a16="http://schemas.microsoft.com/office/drawing/2014/main" id="{1A219760-A147-3100-CAB3-B0B5ABF1C96D}"/>
              </a:ext>
            </a:extLst>
          </p:cNvPr>
          <p:cNvSpPr/>
          <p:nvPr userDrawn="1"/>
        </p:nvSpPr>
        <p:spPr>
          <a:xfrm>
            <a:off x="21763395" y="5072394"/>
            <a:ext cx="741001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#FF662C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82">
            <a:extLst>
              <a:ext uri="{FF2B5EF4-FFF2-40B4-BE49-F238E27FC236}">
                <a16:creationId xmlns:a16="http://schemas.microsoft.com/office/drawing/2014/main" id="{ECDA37F5-F572-DC98-8C6A-847265C7A639}"/>
              </a:ext>
            </a:extLst>
          </p:cNvPr>
          <p:cNvSpPr/>
          <p:nvPr userDrawn="1"/>
        </p:nvSpPr>
        <p:spPr>
          <a:xfrm>
            <a:off x="9409632" y="5824712"/>
            <a:ext cx="6779216" cy="2066576"/>
          </a:xfrm>
          <a:prstGeom prst="roundRect">
            <a:avLst>
              <a:gd name="adj" fmla="val 5752"/>
            </a:avLst>
          </a:prstGeom>
          <a:noFill/>
          <a:ln/>
        </p:spPr>
      </p:sp>
      <p:sp>
        <p:nvSpPr>
          <p:cNvPr id="53" name="Shape 83">
            <a:extLst>
              <a:ext uri="{FF2B5EF4-FFF2-40B4-BE49-F238E27FC236}">
                <a16:creationId xmlns:a16="http://schemas.microsoft.com/office/drawing/2014/main" id="{1AEF5601-0AD4-FB94-3AFC-695F9A4A899B}"/>
              </a:ext>
            </a:extLst>
          </p:cNvPr>
          <p:cNvSpPr/>
          <p:nvPr userDrawn="1"/>
        </p:nvSpPr>
        <p:spPr>
          <a:xfrm>
            <a:off x="9409632" y="5824712"/>
            <a:ext cx="6779216" cy="1322609"/>
          </a:xfrm>
          <a:prstGeom prst="roundRect">
            <a:avLst>
              <a:gd name="adj" fmla="val 8988"/>
            </a:avLst>
          </a:prstGeom>
          <a:solidFill>
            <a:schemeClr val="accent1"/>
          </a:solidFill>
          <a:ln/>
        </p:spPr>
      </p:sp>
      <p:sp>
        <p:nvSpPr>
          <p:cNvPr id="54" name="Text 85">
            <a:extLst>
              <a:ext uri="{FF2B5EF4-FFF2-40B4-BE49-F238E27FC236}">
                <a16:creationId xmlns:a16="http://schemas.microsoft.com/office/drawing/2014/main" id="{525CC3B2-29E6-3834-F9C5-9248374FB1AA}"/>
              </a:ext>
            </a:extLst>
          </p:cNvPr>
          <p:cNvSpPr/>
          <p:nvPr userDrawn="1"/>
        </p:nvSpPr>
        <p:spPr>
          <a:xfrm>
            <a:off x="9645841" y="6037274"/>
            <a:ext cx="2672906" cy="41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4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32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Education Green</a:t>
            </a:r>
            <a:endParaRPr kumimoji="0" lang="en-US" sz="2232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4" name="Text 87">
            <a:extLst>
              <a:ext uri="{FF2B5EF4-FFF2-40B4-BE49-F238E27FC236}">
                <a16:creationId xmlns:a16="http://schemas.microsoft.com/office/drawing/2014/main" id="{96A97684-31C5-4F63-979E-6BEA78239BA7}"/>
              </a:ext>
            </a:extLst>
          </p:cNvPr>
          <p:cNvSpPr/>
          <p:nvPr userDrawn="1"/>
        </p:nvSpPr>
        <p:spPr>
          <a:xfrm>
            <a:off x="9645841" y="6472864"/>
            <a:ext cx="875891" cy="26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88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#00A651</a:t>
            </a:r>
            <a:endParaRPr kumimoji="0" lang="en-US" sz="1488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5" name="Text 88">
            <a:extLst>
              <a:ext uri="{FF2B5EF4-FFF2-40B4-BE49-F238E27FC236}">
                <a16:creationId xmlns:a16="http://schemas.microsoft.com/office/drawing/2014/main" id="{0E72458F-4101-3B9E-F41F-4CD334A00325}"/>
              </a:ext>
            </a:extLst>
          </p:cNvPr>
          <p:cNvSpPr/>
          <p:nvPr userDrawn="1"/>
        </p:nvSpPr>
        <p:spPr>
          <a:xfrm>
            <a:off x="9645841" y="6723301"/>
            <a:ext cx="1485567" cy="26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88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RGB: 0 166 81 </a:t>
            </a:r>
            <a:endParaRPr kumimoji="0" lang="en-US" sz="1488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6" name="Shape 90">
            <a:extLst>
              <a:ext uri="{FF2B5EF4-FFF2-40B4-BE49-F238E27FC236}">
                <a16:creationId xmlns:a16="http://schemas.microsoft.com/office/drawing/2014/main" id="{A1761B51-2DE5-E6C0-510C-31F97ABCFCFF}"/>
              </a:ext>
            </a:extLst>
          </p:cNvPr>
          <p:cNvSpPr/>
          <p:nvPr userDrawn="1"/>
        </p:nvSpPr>
        <p:spPr>
          <a:xfrm>
            <a:off x="9409632" y="7265411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AFFFD5"/>
          </a:solidFill>
          <a:ln/>
        </p:spPr>
      </p:sp>
      <p:sp>
        <p:nvSpPr>
          <p:cNvPr id="177" name="Text 91">
            <a:extLst>
              <a:ext uri="{FF2B5EF4-FFF2-40B4-BE49-F238E27FC236}">
                <a16:creationId xmlns:a16="http://schemas.microsoft.com/office/drawing/2014/main" id="{67E1CE00-98F0-C104-D4B2-F0702332B40D}"/>
              </a:ext>
            </a:extLst>
          </p:cNvPr>
          <p:cNvSpPr/>
          <p:nvPr userDrawn="1"/>
        </p:nvSpPr>
        <p:spPr>
          <a:xfrm>
            <a:off x="9574979" y="7375150"/>
            <a:ext cx="728300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</a:t>
            </a: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#AFFFD5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8" name="Shape 92">
            <a:extLst>
              <a:ext uri="{FF2B5EF4-FFF2-40B4-BE49-F238E27FC236}">
                <a16:creationId xmlns:a16="http://schemas.microsoft.com/office/drawing/2014/main" id="{D89B918E-753A-33B8-9076-EB8086A1326F}"/>
              </a:ext>
            </a:extLst>
          </p:cNvPr>
          <p:cNvSpPr/>
          <p:nvPr userDrawn="1"/>
        </p:nvSpPr>
        <p:spPr>
          <a:xfrm>
            <a:off x="11133962" y="7265411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2DFB90"/>
          </a:solidFill>
          <a:ln/>
        </p:spPr>
      </p:sp>
      <p:sp>
        <p:nvSpPr>
          <p:cNvPr id="179" name="Text 93">
            <a:extLst>
              <a:ext uri="{FF2B5EF4-FFF2-40B4-BE49-F238E27FC236}">
                <a16:creationId xmlns:a16="http://schemas.microsoft.com/office/drawing/2014/main" id="{37DD3E5A-3985-B721-8B92-5F20E8708DB9}"/>
              </a:ext>
            </a:extLst>
          </p:cNvPr>
          <p:cNvSpPr/>
          <p:nvPr userDrawn="1"/>
        </p:nvSpPr>
        <p:spPr>
          <a:xfrm>
            <a:off x="11299309" y="7375150"/>
            <a:ext cx="1019438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</a:t>
            </a: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#2DFB90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0" name="Shape 94">
            <a:extLst>
              <a:ext uri="{FF2B5EF4-FFF2-40B4-BE49-F238E27FC236}">
                <a16:creationId xmlns:a16="http://schemas.microsoft.com/office/drawing/2014/main" id="{4C35984E-E795-4483-191E-D9105D98A373}"/>
              </a:ext>
            </a:extLst>
          </p:cNvPr>
          <p:cNvSpPr/>
          <p:nvPr userDrawn="1"/>
        </p:nvSpPr>
        <p:spPr>
          <a:xfrm>
            <a:off x="12858293" y="7265411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02E570"/>
          </a:solidFill>
          <a:ln/>
        </p:spPr>
      </p:sp>
      <p:sp>
        <p:nvSpPr>
          <p:cNvPr id="181" name="Text 95">
            <a:extLst>
              <a:ext uri="{FF2B5EF4-FFF2-40B4-BE49-F238E27FC236}">
                <a16:creationId xmlns:a16="http://schemas.microsoft.com/office/drawing/2014/main" id="{BE024669-9B6B-ED23-D736-8396FE2A076B}"/>
              </a:ext>
            </a:extLst>
          </p:cNvPr>
          <p:cNvSpPr/>
          <p:nvPr userDrawn="1"/>
        </p:nvSpPr>
        <p:spPr>
          <a:xfrm>
            <a:off x="13023640" y="7375150"/>
            <a:ext cx="766404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5</a:t>
            </a: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#02E570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2" name="Shape 96">
            <a:extLst>
              <a:ext uri="{FF2B5EF4-FFF2-40B4-BE49-F238E27FC236}">
                <a16:creationId xmlns:a16="http://schemas.microsoft.com/office/drawing/2014/main" id="{BF6B256A-0F91-B41B-30FD-5DFB35E1D57C}"/>
              </a:ext>
            </a:extLst>
          </p:cNvPr>
          <p:cNvSpPr/>
          <p:nvPr userDrawn="1"/>
        </p:nvSpPr>
        <p:spPr>
          <a:xfrm>
            <a:off x="14582623" y="7265411"/>
            <a:ext cx="1606226" cy="625877"/>
          </a:xfrm>
          <a:prstGeom prst="roundRect">
            <a:avLst>
              <a:gd name="adj" fmla="val 18993"/>
            </a:avLst>
          </a:prstGeom>
          <a:solidFill>
            <a:schemeClr val="accent1"/>
          </a:solidFill>
          <a:ln/>
        </p:spPr>
      </p:sp>
      <p:sp>
        <p:nvSpPr>
          <p:cNvPr id="183" name="Text 97">
            <a:extLst>
              <a:ext uri="{FF2B5EF4-FFF2-40B4-BE49-F238E27FC236}">
                <a16:creationId xmlns:a16="http://schemas.microsoft.com/office/drawing/2014/main" id="{94217484-9C5B-CFDD-345D-DA2C69D70A1C}"/>
              </a:ext>
            </a:extLst>
          </p:cNvPr>
          <p:cNvSpPr/>
          <p:nvPr userDrawn="1"/>
        </p:nvSpPr>
        <p:spPr>
          <a:xfrm>
            <a:off x="14747970" y="7375150"/>
            <a:ext cx="741001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302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7</a:t>
            </a: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#00A651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4" name="Shape 66">
            <a:extLst>
              <a:ext uri="{FF2B5EF4-FFF2-40B4-BE49-F238E27FC236}">
                <a16:creationId xmlns:a16="http://schemas.microsoft.com/office/drawing/2014/main" id="{DDF44B0D-4F34-3950-587C-034973EBD0C8}"/>
              </a:ext>
            </a:extLst>
          </p:cNvPr>
          <p:cNvSpPr/>
          <p:nvPr userDrawn="1"/>
        </p:nvSpPr>
        <p:spPr>
          <a:xfrm>
            <a:off x="16425056" y="5824712"/>
            <a:ext cx="6779216" cy="2066576"/>
          </a:xfrm>
          <a:prstGeom prst="roundRect">
            <a:avLst>
              <a:gd name="adj" fmla="val 5752"/>
            </a:avLst>
          </a:prstGeom>
          <a:noFill/>
          <a:ln/>
        </p:spPr>
      </p:sp>
      <p:sp>
        <p:nvSpPr>
          <p:cNvPr id="185" name="Shape 67">
            <a:extLst>
              <a:ext uri="{FF2B5EF4-FFF2-40B4-BE49-F238E27FC236}">
                <a16:creationId xmlns:a16="http://schemas.microsoft.com/office/drawing/2014/main" id="{E4D99BE2-F575-469E-9F32-807D546DE757}"/>
              </a:ext>
            </a:extLst>
          </p:cNvPr>
          <p:cNvSpPr/>
          <p:nvPr userDrawn="1"/>
        </p:nvSpPr>
        <p:spPr>
          <a:xfrm>
            <a:off x="16425056" y="5824712"/>
            <a:ext cx="6779216" cy="1322609"/>
          </a:xfrm>
          <a:prstGeom prst="roundRect">
            <a:avLst>
              <a:gd name="adj" fmla="val 8988"/>
            </a:avLst>
          </a:prstGeom>
          <a:solidFill>
            <a:schemeClr val="accent4"/>
          </a:solidFill>
          <a:ln/>
        </p:spPr>
      </p:sp>
      <p:sp>
        <p:nvSpPr>
          <p:cNvPr id="186" name="Text 69">
            <a:extLst>
              <a:ext uri="{FF2B5EF4-FFF2-40B4-BE49-F238E27FC236}">
                <a16:creationId xmlns:a16="http://schemas.microsoft.com/office/drawing/2014/main" id="{9E6DFBFE-5915-1ABB-36E7-BB4BAEC20B2C}"/>
              </a:ext>
            </a:extLst>
          </p:cNvPr>
          <p:cNvSpPr/>
          <p:nvPr userDrawn="1"/>
        </p:nvSpPr>
        <p:spPr>
          <a:xfrm>
            <a:off x="16661266" y="6037274"/>
            <a:ext cx="2241052" cy="41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4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3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Optimistic Lime</a:t>
            </a:r>
            <a:endParaRPr kumimoji="0" lang="en-US" sz="223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7" name="Text 71">
            <a:extLst>
              <a:ext uri="{FF2B5EF4-FFF2-40B4-BE49-F238E27FC236}">
                <a16:creationId xmlns:a16="http://schemas.microsoft.com/office/drawing/2014/main" id="{CFDD8C51-CC92-5BD3-1F14-98A7A3940B87}"/>
              </a:ext>
            </a:extLst>
          </p:cNvPr>
          <p:cNvSpPr/>
          <p:nvPr userDrawn="1"/>
        </p:nvSpPr>
        <p:spPr>
          <a:xfrm>
            <a:off x="16661266" y="6472864"/>
            <a:ext cx="825084" cy="26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88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#E3FF7C</a:t>
            </a:r>
            <a:endParaRPr kumimoji="0" lang="en-US" sz="1488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8" name="Text 72">
            <a:extLst>
              <a:ext uri="{FF2B5EF4-FFF2-40B4-BE49-F238E27FC236}">
                <a16:creationId xmlns:a16="http://schemas.microsoft.com/office/drawing/2014/main" id="{4D971B42-17BD-47A8-230D-AD9F76D19E3D}"/>
              </a:ext>
            </a:extLst>
          </p:cNvPr>
          <p:cNvSpPr/>
          <p:nvPr userDrawn="1"/>
        </p:nvSpPr>
        <p:spPr>
          <a:xfrm>
            <a:off x="16661266" y="6723301"/>
            <a:ext cx="1574478" cy="26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88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RGB: 227 255 124 </a:t>
            </a:r>
            <a:endParaRPr kumimoji="0" lang="en-US" sz="1488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9" name="Shape 74">
            <a:extLst>
              <a:ext uri="{FF2B5EF4-FFF2-40B4-BE49-F238E27FC236}">
                <a16:creationId xmlns:a16="http://schemas.microsoft.com/office/drawing/2014/main" id="{B330D9B4-ADC8-446E-65F6-D2EE7377031F}"/>
              </a:ext>
            </a:extLst>
          </p:cNvPr>
          <p:cNvSpPr/>
          <p:nvPr userDrawn="1"/>
        </p:nvSpPr>
        <p:spPr>
          <a:xfrm>
            <a:off x="16425056" y="7265411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F4FFC8">
              <a:alpha val="100000"/>
            </a:srgbClr>
          </a:solidFill>
          <a:ln/>
        </p:spPr>
      </p:sp>
      <p:sp>
        <p:nvSpPr>
          <p:cNvPr id="190" name="Text 75">
            <a:extLst>
              <a:ext uri="{FF2B5EF4-FFF2-40B4-BE49-F238E27FC236}">
                <a16:creationId xmlns:a16="http://schemas.microsoft.com/office/drawing/2014/main" id="{29907659-458F-2904-0E8B-07992974E3EF}"/>
              </a:ext>
            </a:extLst>
          </p:cNvPr>
          <p:cNvSpPr/>
          <p:nvPr userDrawn="1"/>
        </p:nvSpPr>
        <p:spPr>
          <a:xfrm>
            <a:off x="16590403" y="7375150"/>
            <a:ext cx="741001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100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#F4FFC8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1" name="Shape 76">
            <a:extLst>
              <a:ext uri="{FF2B5EF4-FFF2-40B4-BE49-F238E27FC236}">
                <a16:creationId xmlns:a16="http://schemas.microsoft.com/office/drawing/2014/main" id="{F15349DF-E29D-A5F5-5866-4B7DED77648F}"/>
              </a:ext>
            </a:extLst>
          </p:cNvPr>
          <p:cNvSpPr/>
          <p:nvPr userDrawn="1"/>
        </p:nvSpPr>
        <p:spPr>
          <a:xfrm>
            <a:off x="18149387" y="7265411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E3FF7C">
              <a:alpha val="100000"/>
            </a:srgbClr>
          </a:solidFill>
          <a:ln/>
        </p:spPr>
      </p:sp>
      <p:sp>
        <p:nvSpPr>
          <p:cNvPr id="192" name="Text 77">
            <a:extLst>
              <a:ext uri="{FF2B5EF4-FFF2-40B4-BE49-F238E27FC236}">
                <a16:creationId xmlns:a16="http://schemas.microsoft.com/office/drawing/2014/main" id="{5E687788-29CF-82FC-32D1-DCECDAD65E3C}"/>
              </a:ext>
            </a:extLst>
          </p:cNvPr>
          <p:cNvSpPr/>
          <p:nvPr userDrawn="1"/>
        </p:nvSpPr>
        <p:spPr>
          <a:xfrm>
            <a:off x="18314734" y="7375150"/>
            <a:ext cx="728300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#E3FF7C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3" name="Shape 78">
            <a:extLst>
              <a:ext uri="{FF2B5EF4-FFF2-40B4-BE49-F238E27FC236}">
                <a16:creationId xmlns:a16="http://schemas.microsoft.com/office/drawing/2014/main" id="{9CD6D82E-FAC9-211E-3177-D9E2D05653B2}"/>
              </a:ext>
            </a:extLst>
          </p:cNvPr>
          <p:cNvSpPr/>
          <p:nvPr userDrawn="1"/>
        </p:nvSpPr>
        <p:spPr>
          <a:xfrm>
            <a:off x="19873717" y="7265411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D5FB5B">
              <a:alpha val="100000"/>
            </a:srgbClr>
          </a:solidFill>
          <a:ln/>
        </p:spPr>
      </p:sp>
      <p:sp>
        <p:nvSpPr>
          <p:cNvPr id="194" name="Text 79">
            <a:extLst>
              <a:ext uri="{FF2B5EF4-FFF2-40B4-BE49-F238E27FC236}">
                <a16:creationId xmlns:a16="http://schemas.microsoft.com/office/drawing/2014/main" id="{32B8E9A3-1721-6017-A60B-3EF8E0702976}"/>
              </a:ext>
            </a:extLst>
          </p:cNvPr>
          <p:cNvSpPr/>
          <p:nvPr userDrawn="1"/>
        </p:nvSpPr>
        <p:spPr>
          <a:xfrm>
            <a:off x="20039064" y="7375150"/>
            <a:ext cx="753703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#D5FB5B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5" name="Shape 80">
            <a:extLst>
              <a:ext uri="{FF2B5EF4-FFF2-40B4-BE49-F238E27FC236}">
                <a16:creationId xmlns:a16="http://schemas.microsoft.com/office/drawing/2014/main" id="{1F44890E-1E9A-F601-3BC4-57C408DF889B}"/>
              </a:ext>
            </a:extLst>
          </p:cNvPr>
          <p:cNvSpPr/>
          <p:nvPr userDrawn="1"/>
        </p:nvSpPr>
        <p:spPr>
          <a:xfrm>
            <a:off x="21598048" y="7265411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C1F229">
              <a:alpha val="100000"/>
            </a:srgbClr>
          </a:solidFill>
          <a:ln/>
        </p:spPr>
      </p:sp>
      <p:sp>
        <p:nvSpPr>
          <p:cNvPr id="196" name="Text 81">
            <a:extLst>
              <a:ext uri="{FF2B5EF4-FFF2-40B4-BE49-F238E27FC236}">
                <a16:creationId xmlns:a16="http://schemas.microsoft.com/office/drawing/2014/main" id="{894351BF-03D9-EC36-744B-6F5FEBF0BA31}"/>
              </a:ext>
            </a:extLst>
          </p:cNvPr>
          <p:cNvSpPr/>
          <p:nvPr userDrawn="1"/>
        </p:nvSpPr>
        <p:spPr>
          <a:xfrm>
            <a:off x="21763395" y="7375150"/>
            <a:ext cx="702897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#C1F229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7" name="Shape 98">
            <a:extLst>
              <a:ext uri="{FF2B5EF4-FFF2-40B4-BE49-F238E27FC236}">
                <a16:creationId xmlns:a16="http://schemas.microsoft.com/office/drawing/2014/main" id="{4BBED6F6-39D4-C82B-9BA3-56B5E7FE45C1}"/>
              </a:ext>
            </a:extLst>
          </p:cNvPr>
          <p:cNvSpPr/>
          <p:nvPr userDrawn="1"/>
        </p:nvSpPr>
        <p:spPr>
          <a:xfrm>
            <a:off x="9409631" y="8127468"/>
            <a:ext cx="6779216" cy="2066576"/>
          </a:xfrm>
          <a:prstGeom prst="roundRect">
            <a:avLst>
              <a:gd name="adj" fmla="val 5752"/>
            </a:avLst>
          </a:prstGeom>
          <a:noFill/>
          <a:ln/>
        </p:spPr>
      </p:sp>
      <p:sp>
        <p:nvSpPr>
          <p:cNvPr id="198" name="Shape 99">
            <a:extLst>
              <a:ext uri="{FF2B5EF4-FFF2-40B4-BE49-F238E27FC236}">
                <a16:creationId xmlns:a16="http://schemas.microsoft.com/office/drawing/2014/main" id="{FB194FD9-2516-6FBA-69CF-2E41BEC904D4}"/>
              </a:ext>
            </a:extLst>
          </p:cNvPr>
          <p:cNvSpPr/>
          <p:nvPr userDrawn="1"/>
        </p:nvSpPr>
        <p:spPr>
          <a:xfrm>
            <a:off x="9409631" y="8127468"/>
            <a:ext cx="6779216" cy="1322609"/>
          </a:xfrm>
          <a:prstGeom prst="roundRect">
            <a:avLst>
              <a:gd name="adj" fmla="val 8988"/>
            </a:avLst>
          </a:prstGeom>
          <a:solidFill>
            <a:schemeClr val="accent6"/>
          </a:solidFill>
          <a:ln/>
        </p:spPr>
      </p:sp>
      <p:sp>
        <p:nvSpPr>
          <p:cNvPr id="199" name="Text 101">
            <a:extLst>
              <a:ext uri="{FF2B5EF4-FFF2-40B4-BE49-F238E27FC236}">
                <a16:creationId xmlns:a16="http://schemas.microsoft.com/office/drawing/2014/main" id="{9623C231-26D9-7FAF-2299-E04F3DBFB4A4}"/>
              </a:ext>
            </a:extLst>
          </p:cNvPr>
          <p:cNvSpPr/>
          <p:nvPr userDrawn="1"/>
        </p:nvSpPr>
        <p:spPr>
          <a:xfrm>
            <a:off x="9645841" y="8340030"/>
            <a:ext cx="1390046" cy="41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4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3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Sure Blue</a:t>
            </a:r>
            <a:endParaRPr kumimoji="0" lang="en-US" sz="223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0" name="Text 103">
            <a:extLst>
              <a:ext uri="{FF2B5EF4-FFF2-40B4-BE49-F238E27FC236}">
                <a16:creationId xmlns:a16="http://schemas.microsoft.com/office/drawing/2014/main" id="{D3DD7E1F-AFEB-DE5D-BA4E-DDE17060CFFC}"/>
              </a:ext>
            </a:extLst>
          </p:cNvPr>
          <p:cNvSpPr/>
          <p:nvPr userDrawn="1"/>
        </p:nvSpPr>
        <p:spPr>
          <a:xfrm>
            <a:off x="9645841" y="8775621"/>
            <a:ext cx="850488" cy="26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88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#2CB9FF</a:t>
            </a:r>
            <a:endParaRPr kumimoji="0" lang="en-US" sz="1488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1" name="Text 104">
            <a:extLst>
              <a:ext uri="{FF2B5EF4-FFF2-40B4-BE49-F238E27FC236}">
                <a16:creationId xmlns:a16="http://schemas.microsoft.com/office/drawing/2014/main" id="{C7D28793-DAB9-ACDC-AF03-699A8BDAA66E}"/>
              </a:ext>
            </a:extLst>
          </p:cNvPr>
          <p:cNvSpPr/>
          <p:nvPr userDrawn="1"/>
        </p:nvSpPr>
        <p:spPr>
          <a:xfrm>
            <a:off x="9645841" y="9026057"/>
            <a:ext cx="1510970" cy="26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88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RGB: 44 185 255 </a:t>
            </a:r>
            <a:endParaRPr kumimoji="0" lang="en-US" sz="1488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2" name="Shape 106">
            <a:extLst>
              <a:ext uri="{FF2B5EF4-FFF2-40B4-BE49-F238E27FC236}">
                <a16:creationId xmlns:a16="http://schemas.microsoft.com/office/drawing/2014/main" id="{669F4C9A-5206-632C-E62E-CEFC4E79D151}"/>
              </a:ext>
            </a:extLst>
          </p:cNvPr>
          <p:cNvSpPr/>
          <p:nvPr userDrawn="1"/>
        </p:nvSpPr>
        <p:spPr>
          <a:xfrm>
            <a:off x="9409631" y="9568167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DEF1FF">
              <a:alpha val="100000"/>
            </a:srgbClr>
          </a:solidFill>
          <a:ln/>
        </p:spPr>
      </p:sp>
      <p:sp>
        <p:nvSpPr>
          <p:cNvPr id="203" name="Text 107">
            <a:extLst>
              <a:ext uri="{FF2B5EF4-FFF2-40B4-BE49-F238E27FC236}">
                <a16:creationId xmlns:a16="http://schemas.microsoft.com/office/drawing/2014/main" id="{FA86938F-EB08-80D3-1AE7-0887EE2451F0}"/>
              </a:ext>
            </a:extLst>
          </p:cNvPr>
          <p:cNvSpPr/>
          <p:nvPr userDrawn="1"/>
        </p:nvSpPr>
        <p:spPr>
          <a:xfrm>
            <a:off x="9574978" y="9677906"/>
            <a:ext cx="690195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100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#DEF1FF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4" name="Shape 108">
            <a:extLst>
              <a:ext uri="{FF2B5EF4-FFF2-40B4-BE49-F238E27FC236}">
                <a16:creationId xmlns:a16="http://schemas.microsoft.com/office/drawing/2014/main" id="{054C5BF2-0551-3F54-C925-381F96DDC753}"/>
              </a:ext>
            </a:extLst>
          </p:cNvPr>
          <p:cNvSpPr/>
          <p:nvPr userDrawn="1"/>
        </p:nvSpPr>
        <p:spPr>
          <a:xfrm>
            <a:off x="11133962" y="9568167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B6E4FF">
              <a:alpha val="100000"/>
            </a:srgbClr>
          </a:solidFill>
          <a:ln/>
        </p:spPr>
      </p:sp>
      <p:sp>
        <p:nvSpPr>
          <p:cNvPr id="205" name="Text 109">
            <a:extLst>
              <a:ext uri="{FF2B5EF4-FFF2-40B4-BE49-F238E27FC236}">
                <a16:creationId xmlns:a16="http://schemas.microsoft.com/office/drawing/2014/main" id="{9219ABC4-3AB6-8B96-39D1-E87E9801ED3D}"/>
              </a:ext>
            </a:extLst>
          </p:cNvPr>
          <p:cNvSpPr/>
          <p:nvPr userDrawn="1"/>
        </p:nvSpPr>
        <p:spPr>
          <a:xfrm>
            <a:off x="11299309" y="9677906"/>
            <a:ext cx="728300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#B6E4FF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6" name="Shape 110">
            <a:extLst>
              <a:ext uri="{FF2B5EF4-FFF2-40B4-BE49-F238E27FC236}">
                <a16:creationId xmlns:a16="http://schemas.microsoft.com/office/drawing/2014/main" id="{4F0F21BE-DA5C-5D24-CDA7-E5673786A189}"/>
              </a:ext>
            </a:extLst>
          </p:cNvPr>
          <p:cNvSpPr/>
          <p:nvPr userDrawn="1"/>
        </p:nvSpPr>
        <p:spPr>
          <a:xfrm>
            <a:off x="12858292" y="9568167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75D0FF">
              <a:alpha val="100000"/>
            </a:srgbClr>
          </a:solidFill>
          <a:ln/>
        </p:spPr>
      </p:sp>
      <p:sp>
        <p:nvSpPr>
          <p:cNvPr id="207" name="Text 111">
            <a:extLst>
              <a:ext uri="{FF2B5EF4-FFF2-40B4-BE49-F238E27FC236}">
                <a16:creationId xmlns:a16="http://schemas.microsoft.com/office/drawing/2014/main" id="{51627691-EF37-098C-5F29-D6BAE4E4A426}"/>
              </a:ext>
            </a:extLst>
          </p:cNvPr>
          <p:cNvSpPr/>
          <p:nvPr userDrawn="1"/>
        </p:nvSpPr>
        <p:spPr>
          <a:xfrm>
            <a:off x="13023639" y="9677906"/>
            <a:ext cx="741001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#75D0FF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8" name="Shape 112">
            <a:extLst>
              <a:ext uri="{FF2B5EF4-FFF2-40B4-BE49-F238E27FC236}">
                <a16:creationId xmlns:a16="http://schemas.microsoft.com/office/drawing/2014/main" id="{DD83EB38-926A-7C15-CC11-1288E72B4A24}"/>
              </a:ext>
            </a:extLst>
          </p:cNvPr>
          <p:cNvSpPr/>
          <p:nvPr userDrawn="1"/>
        </p:nvSpPr>
        <p:spPr>
          <a:xfrm>
            <a:off x="14582623" y="9568167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2CB9FF">
              <a:alpha val="100000"/>
            </a:srgbClr>
          </a:solidFill>
          <a:ln/>
        </p:spPr>
      </p:sp>
      <p:sp>
        <p:nvSpPr>
          <p:cNvPr id="209" name="Text 113">
            <a:extLst>
              <a:ext uri="{FF2B5EF4-FFF2-40B4-BE49-F238E27FC236}">
                <a16:creationId xmlns:a16="http://schemas.microsoft.com/office/drawing/2014/main" id="{CDE129DD-94BB-93AC-6A1A-D6EED7EB4D79}"/>
              </a:ext>
            </a:extLst>
          </p:cNvPr>
          <p:cNvSpPr/>
          <p:nvPr userDrawn="1"/>
        </p:nvSpPr>
        <p:spPr>
          <a:xfrm>
            <a:off x="14747970" y="9677906"/>
            <a:ext cx="741001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#2CB9FF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0" name="Shape 114">
            <a:extLst>
              <a:ext uri="{FF2B5EF4-FFF2-40B4-BE49-F238E27FC236}">
                <a16:creationId xmlns:a16="http://schemas.microsoft.com/office/drawing/2014/main" id="{638C7867-ADD1-B679-95EA-998AA0F2652B}"/>
              </a:ext>
            </a:extLst>
          </p:cNvPr>
          <p:cNvSpPr/>
          <p:nvPr userDrawn="1"/>
        </p:nvSpPr>
        <p:spPr>
          <a:xfrm>
            <a:off x="16425057" y="8127468"/>
            <a:ext cx="6779216" cy="2066576"/>
          </a:xfrm>
          <a:prstGeom prst="roundRect">
            <a:avLst>
              <a:gd name="adj" fmla="val 5752"/>
            </a:avLst>
          </a:prstGeom>
          <a:noFill/>
          <a:ln/>
        </p:spPr>
      </p:sp>
      <p:sp>
        <p:nvSpPr>
          <p:cNvPr id="211" name="Shape 115">
            <a:extLst>
              <a:ext uri="{FF2B5EF4-FFF2-40B4-BE49-F238E27FC236}">
                <a16:creationId xmlns:a16="http://schemas.microsoft.com/office/drawing/2014/main" id="{5ABC2701-64E1-DC40-1082-B69FAB5F2A9C}"/>
              </a:ext>
            </a:extLst>
          </p:cNvPr>
          <p:cNvSpPr/>
          <p:nvPr userDrawn="1"/>
        </p:nvSpPr>
        <p:spPr>
          <a:xfrm>
            <a:off x="16425057" y="8127468"/>
            <a:ext cx="6779216" cy="1322609"/>
          </a:xfrm>
          <a:prstGeom prst="roundRect">
            <a:avLst>
              <a:gd name="adj" fmla="val 8988"/>
            </a:avLst>
          </a:prstGeom>
          <a:solidFill>
            <a:schemeClr val="accent5"/>
          </a:solidFill>
          <a:ln/>
        </p:spPr>
      </p:sp>
      <p:sp>
        <p:nvSpPr>
          <p:cNvPr id="212" name="Text 117">
            <a:extLst>
              <a:ext uri="{FF2B5EF4-FFF2-40B4-BE49-F238E27FC236}">
                <a16:creationId xmlns:a16="http://schemas.microsoft.com/office/drawing/2014/main" id="{551261C8-8631-31B6-9A1F-ABB68FFEDFA7}"/>
              </a:ext>
            </a:extLst>
          </p:cNvPr>
          <p:cNvSpPr/>
          <p:nvPr userDrawn="1"/>
        </p:nvSpPr>
        <p:spPr>
          <a:xfrm>
            <a:off x="16661266" y="8340030"/>
            <a:ext cx="1364643" cy="41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4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3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Sure Pink</a:t>
            </a:r>
            <a:endParaRPr kumimoji="0" lang="en-US" sz="223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3" name="Text 119">
            <a:extLst>
              <a:ext uri="{FF2B5EF4-FFF2-40B4-BE49-F238E27FC236}">
                <a16:creationId xmlns:a16="http://schemas.microsoft.com/office/drawing/2014/main" id="{35CB1B02-A256-0945-5828-175F4A40C622}"/>
              </a:ext>
            </a:extLst>
          </p:cNvPr>
          <p:cNvSpPr/>
          <p:nvPr userDrawn="1"/>
        </p:nvSpPr>
        <p:spPr>
          <a:xfrm>
            <a:off x="16661266" y="8775621"/>
            <a:ext cx="837786" cy="26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88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#FE68B9</a:t>
            </a:r>
            <a:endParaRPr kumimoji="0" lang="en-US" sz="1488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4" name="Text 120">
            <a:extLst>
              <a:ext uri="{FF2B5EF4-FFF2-40B4-BE49-F238E27FC236}">
                <a16:creationId xmlns:a16="http://schemas.microsoft.com/office/drawing/2014/main" id="{D38B41F4-E390-42EF-5E39-FC0AB8736FC8}"/>
              </a:ext>
            </a:extLst>
          </p:cNvPr>
          <p:cNvSpPr/>
          <p:nvPr userDrawn="1"/>
        </p:nvSpPr>
        <p:spPr>
          <a:xfrm>
            <a:off x="16661266" y="9026057"/>
            <a:ext cx="1599881" cy="26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88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RGB: 254 104 185 </a:t>
            </a:r>
            <a:endParaRPr kumimoji="0" lang="en-US" sz="1488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5" name="Shape 122">
            <a:extLst>
              <a:ext uri="{FF2B5EF4-FFF2-40B4-BE49-F238E27FC236}">
                <a16:creationId xmlns:a16="http://schemas.microsoft.com/office/drawing/2014/main" id="{562E7324-FD7C-E907-78A5-769537ED9CE2}"/>
              </a:ext>
            </a:extLst>
          </p:cNvPr>
          <p:cNvSpPr/>
          <p:nvPr userDrawn="1"/>
        </p:nvSpPr>
        <p:spPr>
          <a:xfrm>
            <a:off x="16425057" y="9568167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FEE5F4">
              <a:alpha val="100000"/>
            </a:srgbClr>
          </a:solidFill>
          <a:ln/>
        </p:spPr>
      </p:sp>
      <p:sp>
        <p:nvSpPr>
          <p:cNvPr id="216" name="Text 123">
            <a:extLst>
              <a:ext uri="{FF2B5EF4-FFF2-40B4-BE49-F238E27FC236}">
                <a16:creationId xmlns:a16="http://schemas.microsoft.com/office/drawing/2014/main" id="{0ACCA897-8D4C-F70E-5D60-8B89F4B25AFE}"/>
              </a:ext>
            </a:extLst>
          </p:cNvPr>
          <p:cNvSpPr/>
          <p:nvPr userDrawn="1"/>
        </p:nvSpPr>
        <p:spPr>
          <a:xfrm>
            <a:off x="16590404" y="9677906"/>
            <a:ext cx="715598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100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#FEE5F4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7" name="Shape 124">
            <a:extLst>
              <a:ext uri="{FF2B5EF4-FFF2-40B4-BE49-F238E27FC236}">
                <a16:creationId xmlns:a16="http://schemas.microsoft.com/office/drawing/2014/main" id="{736B8365-6411-D0E1-351F-2CA2660C715E}"/>
              </a:ext>
            </a:extLst>
          </p:cNvPr>
          <p:cNvSpPr/>
          <p:nvPr userDrawn="1"/>
        </p:nvSpPr>
        <p:spPr>
          <a:xfrm>
            <a:off x="18149387" y="9568167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FECCE9">
              <a:alpha val="100000"/>
            </a:srgbClr>
          </a:solidFill>
          <a:ln/>
        </p:spPr>
      </p:sp>
      <p:sp>
        <p:nvSpPr>
          <p:cNvPr id="218" name="Text 125">
            <a:extLst>
              <a:ext uri="{FF2B5EF4-FFF2-40B4-BE49-F238E27FC236}">
                <a16:creationId xmlns:a16="http://schemas.microsoft.com/office/drawing/2014/main" id="{6D7FC82C-E7B9-3B13-8D46-01022E4D7074}"/>
              </a:ext>
            </a:extLst>
          </p:cNvPr>
          <p:cNvSpPr/>
          <p:nvPr userDrawn="1"/>
        </p:nvSpPr>
        <p:spPr>
          <a:xfrm>
            <a:off x="18314734" y="9677906"/>
            <a:ext cx="766404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#FECCE9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9" name="Shape 126">
            <a:extLst>
              <a:ext uri="{FF2B5EF4-FFF2-40B4-BE49-F238E27FC236}">
                <a16:creationId xmlns:a16="http://schemas.microsoft.com/office/drawing/2014/main" id="{531BECE5-06A4-F423-5E8D-E1F96845BA1B}"/>
              </a:ext>
            </a:extLst>
          </p:cNvPr>
          <p:cNvSpPr/>
          <p:nvPr userDrawn="1"/>
        </p:nvSpPr>
        <p:spPr>
          <a:xfrm>
            <a:off x="19873718" y="9568167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FFA3D7">
              <a:alpha val="100000"/>
            </a:srgbClr>
          </a:solidFill>
          <a:ln/>
        </p:spPr>
      </p:sp>
      <p:sp>
        <p:nvSpPr>
          <p:cNvPr id="220" name="Text 127">
            <a:extLst>
              <a:ext uri="{FF2B5EF4-FFF2-40B4-BE49-F238E27FC236}">
                <a16:creationId xmlns:a16="http://schemas.microsoft.com/office/drawing/2014/main" id="{A144587C-617B-EF45-F831-122B3D963FA5}"/>
              </a:ext>
            </a:extLst>
          </p:cNvPr>
          <p:cNvSpPr/>
          <p:nvPr userDrawn="1"/>
        </p:nvSpPr>
        <p:spPr>
          <a:xfrm>
            <a:off x="20039065" y="9677906"/>
            <a:ext cx="728300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#FFA3D7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1" name="Shape 128">
            <a:extLst>
              <a:ext uri="{FF2B5EF4-FFF2-40B4-BE49-F238E27FC236}">
                <a16:creationId xmlns:a16="http://schemas.microsoft.com/office/drawing/2014/main" id="{0EA7E4DB-32F0-67B2-F935-6884D00E6AE6}"/>
              </a:ext>
            </a:extLst>
          </p:cNvPr>
          <p:cNvSpPr/>
          <p:nvPr userDrawn="1"/>
        </p:nvSpPr>
        <p:spPr>
          <a:xfrm>
            <a:off x="21598048" y="9568167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FE68B9">
              <a:alpha val="100000"/>
            </a:srgbClr>
          </a:solidFill>
          <a:ln/>
        </p:spPr>
      </p:sp>
      <p:sp>
        <p:nvSpPr>
          <p:cNvPr id="222" name="Text 129">
            <a:extLst>
              <a:ext uri="{FF2B5EF4-FFF2-40B4-BE49-F238E27FC236}">
                <a16:creationId xmlns:a16="http://schemas.microsoft.com/office/drawing/2014/main" id="{0E90E6C3-6F40-C9BD-A992-BEDB0A5B4FA5}"/>
              </a:ext>
            </a:extLst>
          </p:cNvPr>
          <p:cNvSpPr/>
          <p:nvPr userDrawn="1"/>
        </p:nvSpPr>
        <p:spPr>
          <a:xfrm>
            <a:off x="21763395" y="9677906"/>
            <a:ext cx="741001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#FE68B9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3" name="Shape 130">
            <a:extLst>
              <a:ext uri="{FF2B5EF4-FFF2-40B4-BE49-F238E27FC236}">
                <a16:creationId xmlns:a16="http://schemas.microsoft.com/office/drawing/2014/main" id="{9A7743F7-E1EF-764B-64E2-AAC5506F9221}"/>
              </a:ext>
            </a:extLst>
          </p:cNvPr>
          <p:cNvSpPr/>
          <p:nvPr userDrawn="1"/>
        </p:nvSpPr>
        <p:spPr>
          <a:xfrm>
            <a:off x="9409631" y="10430225"/>
            <a:ext cx="6779216" cy="2066576"/>
          </a:xfrm>
          <a:prstGeom prst="roundRect">
            <a:avLst>
              <a:gd name="adj" fmla="val 5752"/>
            </a:avLst>
          </a:prstGeom>
          <a:noFill/>
          <a:ln/>
        </p:spPr>
      </p:sp>
      <p:sp>
        <p:nvSpPr>
          <p:cNvPr id="224" name="Shape 131">
            <a:extLst>
              <a:ext uri="{FF2B5EF4-FFF2-40B4-BE49-F238E27FC236}">
                <a16:creationId xmlns:a16="http://schemas.microsoft.com/office/drawing/2014/main" id="{93F8943F-52D0-8A4B-9B71-2F6DCD50FB32}"/>
              </a:ext>
            </a:extLst>
          </p:cNvPr>
          <p:cNvSpPr/>
          <p:nvPr userDrawn="1"/>
        </p:nvSpPr>
        <p:spPr>
          <a:xfrm>
            <a:off x="9409631" y="10430225"/>
            <a:ext cx="6779216" cy="1322609"/>
          </a:xfrm>
          <a:prstGeom prst="roundRect">
            <a:avLst>
              <a:gd name="adj" fmla="val 8988"/>
            </a:avLst>
          </a:prstGeom>
          <a:solidFill>
            <a:srgbClr val="71C3CB">
              <a:alpha val="100000"/>
            </a:srgbClr>
          </a:solidFill>
          <a:ln/>
        </p:spPr>
      </p:sp>
      <p:sp>
        <p:nvSpPr>
          <p:cNvPr id="225" name="Text 133">
            <a:extLst>
              <a:ext uri="{FF2B5EF4-FFF2-40B4-BE49-F238E27FC236}">
                <a16:creationId xmlns:a16="http://schemas.microsoft.com/office/drawing/2014/main" id="{33BD7C37-C41B-67B7-1434-F9D6264BC342}"/>
              </a:ext>
            </a:extLst>
          </p:cNvPr>
          <p:cNvSpPr/>
          <p:nvPr userDrawn="1"/>
        </p:nvSpPr>
        <p:spPr>
          <a:xfrm>
            <a:off x="9645841" y="10642787"/>
            <a:ext cx="1377344" cy="41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4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3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Care Tiny</a:t>
            </a:r>
            <a:endParaRPr kumimoji="0" lang="en-US" sz="223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6" name="Text 135">
            <a:extLst>
              <a:ext uri="{FF2B5EF4-FFF2-40B4-BE49-F238E27FC236}">
                <a16:creationId xmlns:a16="http://schemas.microsoft.com/office/drawing/2014/main" id="{500637E8-198E-C901-826E-D5E6BDED3A31}"/>
              </a:ext>
            </a:extLst>
          </p:cNvPr>
          <p:cNvSpPr/>
          <p:nvPr userDrawn="1"/>
        </p:nvSpPr>
        <p:spPr>
          <a:xfrm>
            <a:off x="9645841" y="11078377"/>
            <a:ext cx="850488" cy="26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88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#71C3CB</a:t>
            </a:r>
            <a:endParaRPr kumimoji="0" lang="en-US" sz="1488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7" name="Text 136">
            <a:extLst>
              <a:ext uri="{FF2B5EF4-FFF2-40B4-BE49-F238E27FC236}">
                <a16:creationId xmlns:a16="http://schemas.microsoft.com/office/drawing/2014/main" id="{C999C6BF-E025-4808-7372-E4398E3362D1}"/>
              </a:ext>
            </a:extLst>
          </p:cNvPr>
          <p:cNvSpPr/>
          <p:nvPr userDrawn="1"/>
        </p:nvSpPr>
        <p:spPr>
          <a:xfrm>
            <a:off x="9645841" y="11328813"/>
            <a:ext cx="1485567" cy="26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88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RGB: 119 90 255 </a:t>
            </a:r>
            <a:endParaRPr kumimoji="0" lang="en-US" sz="1488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8" name="Shape 138">
            <a:extLst>
              <a:ext uri="{FF2B5EF4-FFF2-40B4-BE49-F238E27FC236}">
                <a16:creationId xmlns:a16="http://schemas.microsoft.com/office/drawing/2014/main" id="{C9E86B21-7A7A-F33F-962F-1FD1E9EDA178}"/>
              </a:ext>
            </a:extLst>
          </p:cNvPr>
          <p:cNvSpPr/>
          <p:nvPr userDrawn="1"/>
        </p:nvSpPr>
        <p:spPr>
          <a:xfrm>
            <a:off x="9409631" y="11870923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DBF1F2">
              <a:alpha val="100000"/>
            </a:srgbClr>
          </a:solidFill>
          <a:ln/>
        </p:spPr>
      </p:sp>
      <p:sp>
        <p:nvSpPr>
          <p:cNvPr id="229" name="Text 139">
            <a:extLst>
              <a:ext uri="{FF2B5EF4-FFF2-40B4-BE49-F238E27FC236}">
                <a16:creationId xmlns:a16="http://schemas.microsoft.com/office/drawing/2014/main" id="{89DCDE86-3D16-D957-AC15-8C2610C17886}"/>
              </a:ext>
            </a:extLst>
          </p:cNvPr>
          <p:cNvSpPr/>
          <p:nvPr userDrawn="1"/>
        </p:nvSpPr>
        <p:spPr>
          <a:xfrm>
            <a:off x="9574978" y="11980662"/>
            <a:ext cx="702897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100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#DBF1F2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0" name="Shape 140">
            <a:extLst>
              <a:ext uri="{FF2B5EF4-FFF2-40B4-BE49-F238E27FC236}">
                <a16:creationId xmlns:a16="http://schemas.microsoft.com/office/drawing/2014/main" id="{5D271469-32C5-34BC-1CFA-E4F4A52F6AD5}"/>
              </a:ext>
            </a:extLst>
          </p:cNvPr>
          <p:cNvSpPr/>
          <p:nvPr userDrawn="1"/>
        </p:nvSpPr>
        <p:spPr>
          <a:xfrm>
            <a:off x="11133962" y="11870923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BBE3E6">
              <a:alpha val="100000"/>
            </a:srgbClr>
          </a:solidFill>
          <a:ln/>
        </p:spPr>
      </p:sp>
      <p:sp>
        <p:nvSpPr>
          <p:cNvPr id="231" name="Text 141">
            <a:extLst>
              <a:ext uri="{FF2B5EF4-FFF2-40B4-BE49-F238E27FC236}">
                <a16:creationId xmlns:a16="http://schemas.microsoft.com/office/drawing/2014/main" id="{FE706231-7613-1148-6FD6-5AA313BE8D96}"/>
              </a:ext>
            </a:extLst>
          </p:cNvPr>
          <p:cNvSpPr/>
          <p:nvPr userDrawn="1"/>
        </p:nvSpPr>
        <p:spPr>
          <a:xfrm>
            <a:off x="11299309" y="11980662"/>
            <a:ext cx="741001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#BBE3E6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2" name="Shape 142">
            <a:extLst>
              <a:ext uri="{FF2B5EF4-FFF2-40B4-BE49-F238E27FC236}">
                <a16:creationId xmlns:a16="http://schemas.microsoft.com/office/drawing/2014/main" id="{B61F009A-8742-2036-85EB-0FA199F3C410}"/>
              </a:ext>
            </a:extLst>
          </p:cNvPr>
          <p:cNvSpPr/>
          <p:nvPr userDrawn="1"/>
        </p:nvSpPr>
        <p:spPr>
          <a:xfrm>
            <a:off x="12858292" y="11870923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71C3CB">
              <a:alpha val="100000"/>
            </a:srgbClr>
          </a:solidFill>
          <a:ln/>
        </p:spPr>
      </p:sp>
      <p:sp>
        <p:nvSpPr>
          <p:cNvPr id="233" name="Text 143">
            <a:extLst>
              <a:ext uri="{FF2B5EF4-FFF2-40B4-BE49-F238E27FC236}">
                <a16:creationId xmlns:a16="http://schemas.microsoft.com/office/drawing/2014/main" id="{6418BFD4-3457-414F-473F-4A0DA79CC64F}"/>
              </a:ext>
            </a:extLst>
          </p:cNvPr>
          <p:cNvSpPr/>
          <p:nvPr userDrawn="1"/>
        </p:nvSpPr>
        <p:spPr>
          <a:xfrm>
            <a:off x="13023639" y="11980662"/>
            <a:ext cx="741001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#71C3CB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4" name="Shape 144">
            <a:extLst>
              <a:ext uri="{FF2B5EF4-FFF2-40B4-BE49-F238E27FC236}">
                <a16:creationId xmlns:a16="http://schemas.microsoft.com/office/drawing/2014/main" id="{6D803B7D-17C9-8955-2615-EB9A5116C3CD}"/>
              </a:ext>
            </a:extLst>
          </p:cNvPr>
          <p:cNvSpPr/>
          <p:nvPr userDrawn="1"/>
        </p:nvSpPr>
        <p:spPr>
          <a:xfrm>
            <a:off x="14582623" y="11870923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55B1BB">
              <a:alpha val="100000"/>
            </a:srgbClr>
          </a:solidFill>
          <a:ln/>
        </p:spPr>
      </p:sp>
      <p:sp>
        <p:nvSpPr>
          <p:cNvPr id="235" name="Text 145">
            <a:extLst>
              <a:ext uri="{FF2B5EF4-FFF2-40B4-BE49-F238E27FC236}">
                <a16:creationId xmlns:a16="http://schemas.microsoft.com/office/drawing/2014/main" id="{DE36BFB4-7E73-B0E8-D7E4-46F64761814B}"/>
              </a:ext>
            </a:extLst>
          </p:cNvPr>
          <p:cNvSpPr/>
          <p:nvPr userDrawn="1"/>
        </p:nvSpPr>
        <p:spPr>
          <a:xfrm>
            <a:off x="14747970" y="11980662"/>
            <a:ext cx="715598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#55B1BB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6" name="Shape 146">
            <a:extLst>
              <a:ext uri="{FF2B5EF4-FFF2-40B4-BE49-F238E27FC236}">
                <a16:creationId xmlns:a16="http://schemas.microsoft.com/office/drawing/2014/main" id="{1C3934A6-6F0B-C309-425C-650460A1E0DC}"/>
              </a:ext>
            </a:extLst>
          </p:cNvPr>
          <p:cNvSpPr/>
          <p:nvPr userDrawn="1"/>
        </p:nvSpPr>
        <p:spPr>
          <a:xfrm>
            <a:off x="16425057" y="10430225"/>
            <a:ext cx="6779216" cy="2066576"/>
          </a:xfrm>
          <a:prstGeom prst="roundRect">
            <a:avLst>
              <a:gd name="adj" fmla="val 5752"/>
            </a:avLst>
          </a:prstGeom>
          <a:noFill/>
          <a:ln/>
        </p:spPr>
      </p:sp>
      <p:sp>
        <p:nvSpPr>
          <p:cNvPr id="237" name="Shape 147">
            <a:extLst>
              <a:ext uri="{FF2B5EF4-FFF2-40B4-BE49-F238E27FC236}">
                <a16:creationId xmlns:a16="http://schemas.microsoft.com/office/drawing/2014/main" id="{F3908C4A-7C2F-6011-FC1B-97FA6F3BA03B}"/>
              </a:ext>
            </a:extLst>
          </p:cNvPr>
          <p:cNvSpPr/>
          <p:nvPr userDrawn="1"/>
        </p:nvSpPr>
        <p:spPr>
          <a:xfrm>
            <a:off x="16425057" y="10430225"/>
            <a:ext cx="6779216" cy="1322609"/>
          </a:xfrm>
          <a:prstGeom prst="roundRect">
            <a:avLst>
              <a:gd name="adj" fmla="val 8988"/>
            </a:avLst>
          </a:prstGeom>
          <a:solidFill>
            <a:srgbClr val="D9B8FE">
              <a:alpha val="100000"/>
            </a:srgbClr>
          </a:solidFill>
          <a:ln/>
        </p:spPr>
      </p:sp>
      <p:sp>
        <p:nvSpPr>
          <p:cNvPr id="238" name="Text 149">
            <a:extLst>
              <a:ext uri="{FF2B5EF4-FFF2-40B4-BE49-F238E27FC236}">
                <a16:creationId xmlns:a16="http://schemas.microsoft.com/office/drawing/2014/main" id="{918EBD93-DC67-0D91-15E0-44E52B1C0CC5}"/>
              </a:ext>
            </a:extLst>
          </p:cNvPr>
          <p:cNvSpPr/>
          <p:nvPr userDrawn="1"/>
        </p:nvSpPr>
        <p:spPr>
          <a:xfrm>
            <a:off x="16661266" y="10642787"/>
            <a:ext cx="1593271" cy="41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4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3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Care Violet</a:t>
            </a:r>
            <a:endParaRPr kumimoji="0" lang="en-US" sz="223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9" name="Text 151">
            <a:extLst>
              <a:ext uri="{FF2B5EF4-FFF2-40B4-BE49-F238E27FC236}">
                <a16:creationId xmlns:a16="http://schemas.microsoft.com/office/drawing/2014/main" id="{BEDA72B5-47B6-FD19-A33A-C761749A71A3}"/>
              </a:ext>
            </a:extLst>
          </p:cNvPr>
          <p:cNvSpPr/>
          <p:nvPr userDrawn="1"/>
        </p:nvSpPr>
        <p:spPr>
          <a:xfrm>
            <a:off x="16661266" y="11078377"/>
            <a:ext cx="850488" cy="26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88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#D9B8FE</a:t>
            </a:r>
            <a:endParaRPr kumimoji="0" lang="en-US" sz="1488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0" name="Text 152">
            <a:extLst>
              <a:ext uri="{FF2B5EF4-FFF2-40B4-BE49-F238E27FC236}">
                <a16:creationId xmlns:a16="http://schemas.microsoft.com/office/drawing/2014/main" id="{26D6A6C5-1315-E003-27DA-07644F4F8923}"/>
              </a:ext>
            </a:extLst>
          </p:cNvPr>
          <p:cNvSpPr/>
          <p:nvPr userDrawn="1"/>
        </p:nvSpPr>
        <p:spPr>
          <a:xfrm>
            <a:off x="16661266" y="11328813"/>
            <a:ext cx="1561777" cy="26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88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RGB: 217 184 254</a:t>
            </a:r>
            <a:endParaRPr kumimoji="0" lang="en-US" sz="1488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1" name="Shape 154">
            <a:extLst>
              <a:ext uri="{FF2B5EF4-FFF2-40B4-BE49-F238E27FC236}">
                <a16:creationId xmlns:a16="http://schemas.microsoft.com/office/drawing/2014/main" id="{E4E0A9BD-A066-FF4D-BDC7-5B0C3D724AAA}"/>
              </a:ext>
            </a:extLst>
          </p:cNvPr>
          <p:cNvSpPr/>
          <p:nvPr userDrawn="1"/>
        </p:nvSpPr>
        <p:spPr>
          <a:xfrm>
            <a:off x="16425057" y="11870923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F3E8FF">
              <a:alpha val="100000"/>
            </a:srgbClr>
          </a:solidFill>
          <a:ln/>
        </p:spPr>
      </p:sp>
      <p:sp>
        <p:nvSpPr>
          <p:cNvPr id="242" name="Text 155">
            <a:extLst>
              <a:ext uri="{FF2B5EF4-FFF2-40B4-BE49-F238E27FC236}">
                <a16:creationId xmlns:a16="http://schemas.microsoft.com/office/drawing/2014/main" id="{E568030B-3F88-BA0D-A181-26B3ECB8EE70}"/>
              </a:ext>
            </a:extLst>
          </p:cNvPr>
          <p:cNvSpPr/>
          <p:nvPr userDrawn="1"/>
        </p:nvSpPr>
        <p:spPr>
          <a:xfrm>
            <a:off x="16590404" y="11980662"/>
            <a:ext cx="715598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100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#F3E8FF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3" name="Shape 156">
            <a:extLst>
              <a:ext uri="{FF2B5EF4-FFF2-40B4-BE49-F238E27FC236}">
                <a16:creationId xmlns:a16="http://schemas.microsoft.com/office/drawing/2014/main" id="{A8C3F7B6-6A8B-9BB5-C9C6-402078C8CD2F}"/>
              </a:ext>
            </a:extLst>
          </p:cNvPr>
          <p:cNvSpPr/>
          <p:nvPr userDrawn="1"/>
        </p:nvSpPr>
        <p:spPr>
          <a:xfrm>
            <a:off x="18149387" y="11870923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E8D5FF">
              <a:alpha val="100000"/>
            </a:srgbClr>
          </a:solidFill>
          <a:ln/>
        </p:spPr>
      </p:sp>
      <p:sp>
        <p:nvSpPr>
          <p:cNvPr id="244" name="Text 157">
            <a:extLst>
              <a:ext uri="{FF2B5EF4-FFF2-40B4-BE49-F238E27FC236}">
                <a16:creationId xmlns:a16="http://schemas.microsoft.com/office/drawing/2014/main" id="{9D36AFB1-BEF2-1F40-0417-65D5110464F1}"/>
              </a:ext>
            </a:extLst>
          </p:cNvPr>
          <p:cNvSpPr/>
          <p:nvPr userDrawn="1"/>
        </p:nvSpPr>
        <p:spPr>
          <a:xfrm>
            <a:off x="18314734" y="11980662"/>
            <a:ext cx="728300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#E8D5FF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5" name="Shape 158">
            <a:extLst>
              <a:ext uri="{FF2B5EF4-FFF2-40B4-BE49-F238E27FC236}">
                <a16:creationId xmlns:a16="http://schemas.microsoft.com/office/drawing/2014/main" id="{B24D6C86-4099-6B62-71F9-6D4132FF173D}"/>
              </a:ext>
            </a:extLst>
          </p:cNvPr>
          <p:cNvSpPr/>
          <p:nvPr userDrawn="1"/>
        </p:nvSpPr>
        <p:spPr>
          <a:xfrm>
            <a:off x="19873718" y="11870923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D9B8FE">
              <a:alpha val="100000"/>
            </a:srgbClr>
          </a:solidFill>
          <a:ln/>
        </p:spPr>
      </p:sp>
      <p:sp>
        <p:nvSpPr>
          <p:cNvPr id="246" name="Text 159">
            <a:extLst>
              <a:ext uri="{FF2B5EF4-FFF2-40B4-BE49-F238E27FC236}">
                <a16:creationId xmlns:a16="http://schemas.microsoft.com/office/drawing/2014/main" id="{A20585E5-3C73-9CDA-7CE7-5151F5ECD07C}"/>
              </a:ext>
            </a:extLst>
          </p:cNvPr>
          <p:cNvSpPr/>
          <p:nvPr userDrawn="1"/>
        </p:nvSpPr>
        <p:spPr>
          <a:xfrm>
            <a:off x="20039065" y="11980662"/>
            <a:ext cx="753703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#D9B8FE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7" name="Shape 160">
            <a:extLst>
              <a:ext uri="{FF2B5EF4-FFF2-40B4-BE49-F238E27FC236}">
                <a16:creationId xmlns:a16="http://schemas.microsoft.com/office/drawing/2014/main" id="{CAFE25F9-D5B3-AAC4-11FC-36EE5429B4EF}"/>
              </a:ext>
            </a:extLst>
          </p:cNvPr>
          <p:cNvSpPr/>
          <p:nvPr userDrawn="1"/>
        </p:nvSpPr>
        <p:spPr>
          <a:xfrm>
            <a:off x="21598048" y="11870923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BE84FC">
              <a:alpha val="100000"/>
            </a:srgbClr>
          </a:solidFill>
          <a:ln/>
        </p:spPr>
      </p:sp>
      <p:sp>
        <p:nvSpPr>
          <p:cNvPr id="248" name="Text 161">
            <a:extLst>
              <a:ext uri="{FF2B5EF4-FFF2-40B4-BE49-F238E27FC236}">
                <a16:creationId xmlns:a16="http://schemas.microsoft.com/office/drawing/2014/main" id="{5CAC2179-6C6D-5741-875C-D34C24D77482}"/>
              </a:ext>
            </a:extLst>
          </p:cNvPr>
          <p:cNvSpPr/>
          <p:nvPr userDrawn="1"/>
        </p:nvSpPr>
        <p:spPr>
          <a:xfrm>
            <a:off x="21763395" y="11980662"/>
            <a:ext cx="753703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#BE84FC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9" name="Shape 42">
            <a:extLst>
              <a:ext uri="{FF2B5EF4-FFF2-40B4-BE49-F238E27FC236}">
                <a16:creationId xmlns:a16="http://schemas.microsoft.com/office/drawing/2014/main" id="{FCCEBBC8-1370-0F6C-2300-47B6B844E34C}"/>
              </a:ext>
            </a:extLst>
          </p:cNvPr>
          <p:cNvSpPr/>
          <p:nvPr userDrawn="1"/>
        </p:nvSpPr>
        <p:spPr>
          <a:xfrm>
            <a:off x="9409630" y="2659899"/>
            <a:ext cx="3330557" cy="625877"/>
          </a:xfrm>
          <a:prstGeom prst="roundRect">
            <a:avLst>
              <a:gd name="adj" fmla="val 18993"/>
            </a:avLst>
          </a:prstGeom>
          <a:solidFill>
            <a:srgbClr val="FFFAC2"/>
          </a:solidFill>
          <a:ln/>
        </p:spPr>
      </p:sp>
      <p:sp>
        <p:nvSpPr>
          <p:cNvPr id="250" name="Text 43">
            <a:extLst>
              <a:ext uri="{FF2B5EF4-FFF2-40B4-BE49-F238E27FC236}">
                <a16:creationId xmlns:a16="http://schemas.microsoft.com/office/drawing/2014/main" id="{FB58AD74-EABB-4B5E-5B5B-CB93C0CAEE97}"/>
              </a:ext>
            </a:extLst>
          </p:cNvPr>
          <p:cNvSpPr/>
          <p:nvPr userDrawn="1"/>
        </p:nvSpPr>
        <p:spPr>
          <a:xfrm>
            <a:off x="9574978" y="2769638"/>
            <a:ext cx="753703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1</a:t>
            </a: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#FFFAC2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1" name="Shape 42">
            <a:extLst>
              <a:ext uri="{FF2B5EF4-FFF2-40B4-BE49-F238E27FC236}">
                <a16:creationId xmlns:a16="http://schemas.microsoft.com/office/drawing/2014/main" id="{3D87F681-9FA5-B3AB-9286-B796561C3B4F}"/>
              </a:ext>
            </a:extLst>
          </p:cNvPr>
          <p:cNvSpPr/>
          <p:nvPr userDrawn="1"/>
        </p:nvSpPr>
        <p:spPr>
          <a:xfrm>
            <a:off x="12858291" y="2659899"/>
            <a:ext cx="3330557" cy="625877"/>
          </a:xfrm>
          <a:prstGeom prst="roundRect">
            <a:avLst>
              <a:gd name="adj" fmla="val 18993"/>
            </a:avLst>
          </a:prstGeom>
          <a:solidFill>
            <a:srgbClr val="FFF189"/>
          </a:solidFill>
          <a:ln/>
        </p:spPr>
      </p:sp>
      <p:sp>
        <p:nvSpPr>
          <p:cNvPr id="252" name="Text 43">
            <a:extLst>
              <a:ext uri="{FF2B5EF4-FFF2-40B4-BE49-F238E27FC236}">
                <a16:creationId xmlns:a16="http://schemas.microsoft.com/office/drawing/2014/main" id="{25ED90B5-A672-949A-FD0C-EC89550A6883}"/>
              </a:ext>
            </a:extLst>
          </p:cNvPr>
          <p:cNvSpPr/>
          <p:nvPr userDrawn="1"/>
        </p:nvSpPr>
        <p:spPr>
          <a:xfrm>
            <a:off x="13023639" y="2769638"/>
            <a:ext cx="753703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</a:t>
            </a: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#FFF189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3" name="Shape 42">
            <a:extLst>
              <a:ext uri="{FF2B5EF4-FFF2-40B4-BE49-F238E27FC236}">
                <a16:creationId xmlns:a16="http://schemas.microsoft.com/office/drawing/2014/main" id="{EDD6E8E4-F298-3A57-2673-03441D607199}"/>
              </a:ext>
            </a:extLst>
          </p:cNvPr>
          <p:cNvSpPr/>
          <p:nvPr userDrawn="1"/>
        </p:nvSpPr>
        <p:spPr>
          <a:xfrm>
            <a:off x="16425056" y="2659899"/>
            <a:ext cx="3330557" cy="625877"/>
          </a:xfrm>
          <a:prstGeom prst="roundRect">
            <a:avLst>
              <a:gd name="adj" fmla="val 18993"/>
            </a:avLst>
          </a:prstGeom>
          <a:solidFill>
            <a:srgbClr val="FFDD2D"/>
          </a:solidFill>
          <a:ln/>
        </p:spPr>
      </p:sp>
      <p:sp>
        <p:nvSpPr>
          <p:cNvPr id="254" name="Text 43">
            <a:extLst>
              <a:ext uri="{FF2B5EF4-FFF2-40B4-BE49-F238E27FC236}">
                <a16:creationId xmlns:a16="http://schemas.microsoft.com/office/drawing/2014/main" id="{0FABA982-3EBA-5DD8-1C78-7B97E2ADAC2B}"/>
              </a:ext>
            </a:extLst>
          </p:cNvPr>
          <p:cNvSpPr/>
          <p:nvPr userDrawn="1"/>
        </p:nvSpPr>
        <p:spPr>
          <a:xfrm>
            <a:off x="16590404" y="2769638"/>
            <a:ext cx="753703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</a:t>
            </a: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#FFDD2D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5" name="Shape 42">
            <a:extLst>
              <a:ext uri="{FF2B5EF4-FFF2-40B4-BE49-F238E27FC236}">
                <a16:creationId xmlns:a16="http://schemas.microsoft.com/office/drawing/2014/main" id="{2C9CA3D0-21C2-CCDE-2DCC-C68CF1DB2FE1}"/>
              </a:ext>
            </a:extLst>
          </p:cNvPr>
          <p:cNvSpPr/>
          <p:nvPr userDrawn="1"/>
        </p:nvSpPr>
        <p:spPr>
          <a:xfrm>
            <a:off x="19873717" y="2659899"/>
            <a:ext cx="3330557" cy="625877"/>
          </a:xfrm>
          <a:prstGeom prst="roundRect">
            <a:avLst>
              <a:gd name="adj" fmla="val 18993"/>
            </a:avLst>
          </a:prstGeom>
          <a:solidFill>
            <a:srgbClr val="FDCD12"/>
          </a:solidFill>
          <a:ln/>
        </p:spPr>
      </p:sp>
      <p:sp>
        <p:nvSpPr>
          <p:cNvPr id="256" name="Text 43">
            <a:extLst>
              <a:ext uri="{FF2B5EF4-FFF2-40B4-BE49-F238E27FC236}">
                <a16:creationId xmlns:a16="http://schemas.microsoft.com/office/drawing/2014/main" id="{5D40CCA9-C9B8-2421-B0FF-B7E723FE6B19}"/>
              </a:ext>
            </a:extLst>
          </p:cNvPr>
          <p:cNvSpPr/>
          <p:nvPr userDrawn="1"/>
        </p:nvSpPr>
        <p:spPr>
          <a:xfrm>
            <a:off x="20039065" y="2769638"/>
            <a:ext cx="753703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</a:t>
            </a: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#FDCD12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04491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закрывающий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3162348-1E0A-BC84-C558-C8C650F997C9}"/>
              </a:ext>
            </a:extLst>
          </p:cNvPr>
          <p:cNvSpPr/>
          <p:nvPr userDrawn="1"/>
        </p:nvSpPr>
        <p:spPr>
          <a:xfrm>
            <a:off x="1219352" y="817780"/>
            <a:ext cx="938768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l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Типографика</a:t>
            </a:r>
            <a:endParaRPr kumimoji="0" lang="en-US" sz="8000" b="1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Semibold" panose="020B0503030202060203" pitchFamily="34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46924B-C804-6BF0-9D05-224C1C7685B0}"/>
              </a:ext>
            </a:extLst>
          </p:cNvPr>
          <p:cNvSpPr txBox="1"/>
          <p:nvPr userDrawn="1"/>
        </p:nvSpPr>
        <p:spPr>
          <a:xfrm>
            <a:off x="1219352" y="2510198"/>
            <a:ext cx="17068648" cy="1513235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defTabSz="1488104">
              <a:lnSpc>
                <a:spcPts val="11800"/>
              </a:lnSpc>
              <a:spcBef>
                <a:spcPct val="0"/>
              </a:spcBef>
              <a:defRPr sz="10800" b="1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118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800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j-ea"/>
                <a:cs typeface="+mj-cs"/>
              </a:rPr>
              <a:t>Заголовок презентации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16C5D6-EB06-3485-7137-950175E79897}"/>
              </a:ext>
            </a:extLst>
          </p:cNvPr>
          <p:cNvSpPr txBox="1"/>
          <p:nvPr userDrawn="1"/>
        </p:nvSpPr>
        <p:spPr>
          <a:xfrm>
            <a:off x="1219352" y="4591334"/>
            <a:ext cx="17068648" cy="74385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defTabSz="1488104">
              <a:lnSpc>
                <a:spcPct val="110000"/>
              </a:lnSpc>
              <a:spcBef>
                <a:spcPct val="0"/>
              </a:spcBef>
              <a:defRPr sz="480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8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Medium" panose="020B0503030202060203" pitchFamily="34" charset="0"/>
                <a:ea typeface="+mj-ea"/>
                <a:cs typeface="+mj-cs"/>
              </a:rPr>
              <a:t>Подзаголовок презентации</a:t>
            </a: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4426900D-34E2-BCCF-F8F8-F5A2B7A40987}"/>
              </a:ext>
            </a:extLst>
          </p:cNvPr>
          <p:cNvSpPr/>
          <p:nvPr userDrawn="1"/>
        </p:nvSpPr>
        <p:spPr>
          <a:xfrm>
            <a:off x="1219352" y="5861685"/>
            <a:ext cx="938768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l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Заголовок слайда</a:t>
            </a:r>
            <a:endParaRPr kumimoji="0" lang="en-US" sz="8000" b="1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Semibold" panose="020B0503030202060203" pitchFamily="34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788A57-C3B1-A035-0A26-8A924A98B158}"/>
              </a:ext>
            </a:extLst>
          </p:cNvPr>
          <p:cNvSpPr txBox="1"/>
          <p:nvPr userDrawn="1"/>
        </p:nvSpPr>
        <p:spPr>
          <a:xfrm>
            <a:off x="1219352" y="8925437"/>
            <a:ext cx="567674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defTabSz="1485991">
              <a:lnSpc>
                <a:spcPts val="4600"/>
              </a:lnSpc>
              <a:defRPr sz="3600">
                <a:latin typeface="Graphik LC Medium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Подзаголовок слайда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04F175-D976-E073-61EB-17F939DFD660}"/>
              </a:ext>
            </a:extLst>
          </p:cNvPr>
          <p:cNvSpPr txBox="1"/>
          <p:nvPr userDrawn="1"/>
        </p:nvSpPr>
        <p:spPr>
          <a:xfrm>
            <a:off x="1219352" y="10288307"/>
            <a:ext cx="5676748" cy="4687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4000"/>
              </a:lnSpc>
              <a:spcBef>
                <a:spcPct val="0"/>
              </a:spcBef>
              <a:defRPr sz="300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4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Наборный текст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323D9D-2B9A-37DF-72F5-392581FC5AC9}"/>
              </a:ext>
            </a:extLst>
          </p:cNvPr>
          <p:cNvSpPr txBox="1"/>
          <p:nvPr userDrawn="1"/>
        </p:nvSpPr>
        <p:spPr>
          <a:xfrm>
            <a:off x="1219352" y="11675990"/>
            <a:ext cx="5676748" cy="344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4000"/>
              </a:lnSpc>
              <a:spcBef>
                <a:spcPct val="0"/>
              </a:spcBef>
              <a:defRPr sz="300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Ссылка/сноска</a:t>
            </a:r>
          </a:p>
        </p:txBody>
      </p: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1B6BB9FE-40E7-6C3B-D234-458AF817A18C}"/>
              </a:ext>
            </a:extLst>
          </p:cNvPr>
          <p:cNvGrpSpPr/>
          <p:nvPr userDrawn="1"/>
        </p:nvGrpSpPr>
        <p:grpSpPr>
          <a:xfrm>
            <a:off x="12715120" y="11429181"/>
            <a:ext cx="2862791" cy="838200"/>
            <a:chOff x="1430871" y="9337422"/>
            <a:chExt cx="2862791" cy="838200"/>
          </a:xfrm>
        </p:grpSpPr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5D16A36F-AF7F-1763-EADA-B8BBF6F7E956}"/>
                </a:ext>
              </a:extLst>
            </p:cNvPr>
            <p:cNvSpPr/>
            <p:nvPr/>
          </p:nvSpPr>
          <p:spPr>
            <a:xfrm>
              <a:off x="1430871" y="9337422"/>
              <a:ext cx="2862791" cy="838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Text 4">
              <a:extLst>
                <a:ext uri="{FF2B5EF4-FFF2-40B4-BE49-F238E27FC236}">
                  <a16:creationId xmlns:a16="http://schemas.microsoft.com/office/drawing/2014/main" id="{C25A2A18-6D3F-FCEF-54EF-F1D5797ED087}"/>
                </a:ext>
              </a:extLst>
            </p:cNvPr>
            <p:cNvSpPr/>
            <p:nvPr/>
          </p:nvSpPr>
          <p:spPr>
            <a:xfrm>
              <a:off x="1723926" y="9524087"/>
              <a:ext cx="2276680" cy="464871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/>
            <a:p>
              <a:pPr marL="0" marR="0" lvl="0" indent="0" algn="ctr" defTabSz="1488104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000" b="1" i="0" u="none" strike="noStrike" kern="1200" cap="none" spc="300" normalizeH="0" baseline="0" noProof="0" dirty="0">
                  <a:ln>
                    <a:noFill/>
                  </a:ln>
                  <a:solidFill>
                    <a:srgbClr val="E6E6E6"/>
                  </a:solidFill>
                  <a:effectLst/>
                  <a:uLnTx/>
                  <a:uFillTx/>
                  <a:latin typeface="Graphik LC Semibold" panose="020B0503030202060203" pitchFamily="34" charset="0"/>
                  <a:ea typeface="+mn-ea"/>
                  <a:cs typeface="+mn-cs"/>
                </a:rPr>
                <a:t>ТЕГ</a:t>
              </a:r>
              <a:endParaRPr kumimoji="0" lang="en-US" sz="3000" b="1" i="0" u="none" strike="noStrike" kern="1200" cap="none" spc="30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0E9B4A5C-D113-56EC-3FE7-BDB5FAD7DCA6}"/>
              </a:ext>
            </a:extLst>
          </p:cNvPr>
          <p:cNvSpPr txBox="1"/>
          <p:nvPr userDrawn="1"/>
        </p:nvSpPr>
        <p:spPr>
          <a:xfrm>
            <a:off x="19852575" y="2805150"/>
            <a:ext cx="3321750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Graphik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kumimoji="0" lang="e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Semibold</a:t>
            </a:r>
            <a:b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Размер: 108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Интерлиньяж: кегль + 10 </a:t>
            </a:r>
            <a:r>
              <a:rPr kumimoji="0" lang="ru-RU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пт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 panose="020B0503030202060203" pitchFamily="34" charset="0"/>
              <a:ea typeface="+mj-ea"/>
              <a:cs typeface="+mj-cs"/>
            </a:endParaRPr>
          </a:p>
        </p:txBody>
      </p: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D70E188F-C5F1-271B-AE5B-1E2C129D91CE}"/>
              </a:ext>
            </a:extLst>
          </p:cNvPr>
          <p:cNvCxnSpPr>
            <a:cxnSpLocks/>
          </p:cNvCxnSpPr>
          <p:nvPr userDrawn="1"/>
        </p:nvCxnSpPr>
        <p:spPr>
          <a:xfrm>
            <a:off x="1219352" y="4202915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8FC7C7E9-0BCD-CB50-FBC4-23EFB0918888}"/>
              </a:ext>
            </a:extLst>
          </p:cNvPr>
          <p:cNvCxnSpPr>
            <a:cxnSpLocks/>
          </p:cNvCxnSpPr>
          <p:nvPr userDrawn="1"/>
        </p:nvCxnSpPr>
        <p:spPr>
          <a:xfrm>
            <a:off x="1219352" y="5723611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75EB302B-9424-3CF6-F08C-B1E2CD40FB18}"/>
              </a:ext>
            </a:extLst>
          </p:cNvPr>
          <p:cNvCxnSpPr>
            <a:cxnSpLocks/>
          </p:cNvCxnSpPr>
          <p:nvPr userDrawn="1"/>
        </p:nvCxnSpPr>
        <p:spPr>
          <a:xfrm>
            <a:off x="1219352" y="8534242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87E7E745-4FFF-E5F0-C1C9-481308C55322}"/>
              </a:ext>
            </a:extLst>
          </p:cNvPr>
          <p:cNvCxnSpPr>
            <a:cxnSpLocks/>
          </p:cNvCxnSpPr>
          <p:nvPr userDrawn="1"/>
        </p:nvCxnSpPr>
        <p:spPr>
          <a:xfrm>
            <a:off x="1219352" y="9859858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58BFACCC-6875-F12A-69CD-B8A15C6DBB51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1185474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FD0E3626-1DC7-7D37-5596-0C9C14376C4D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511088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B67295F-3EE6-E679-BCF9-224A59A44E8F}"/>
              </a:ext>
            </a:extLst>
          </p:cNvPr>
          <p:cNvSpPr txBox="1"/>
          <p:nvPr userDrawn="1"/>
        </p:nvSpPr>
        <p:spPr>
          <a:xfrm>
            <a:off x="19852575" y="4501598"/>
            <a:ext cx="3321750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Graphik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Medium</a:t>
            </a:r>
            <a:b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Размер: 48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Интерлиньяж: кегль + 10 </a:t>
            </a:r>
            <a:r>
              <a:rPr kumimoji="0" lang="ru-RU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пт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 panose="020B0503030202060203" pitchFamily="34" charset="0"/>
              <a:ea typeface="+mj-ea"/>
              <a:cs typeface="+mj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57AE480-682C-6575-AC67-5BEE736495E7}"/>
              </a:ext>
            </a:extLst>
          </p:cNvPr>
          <p:cNvSpPr txBox="1"/>
          <p:nvPr userDrawn="1"/>
        </p:nvSpPr>
        <p:spPr>
          <a:xfrm>
            <a:off x="19852575" y="5977101"/>
            <a:ext cx="3321750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Graphik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kumimoji="0" lang="e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Semibold</a:t>
            </a:r>
            <a:b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Размер: 80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-70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Интерлиньяж: кегль + 10 </a:t>
            </a:r>
            <a:r>
              <a:rPr kumimoji="0" lang="ru-RU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пт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 panose="020B0503030202060203" pitchFamily="34" charset="0"/>
              <a:ea typeface="+mj-ea"/>
              <a:cs typeface="+mj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6D553D9-A959-D5B7-77A7-3E0C8FB66C63}"/>
              </a:ext>
            </a:extLst>
          </p:cNvPr>
          <p:cNvSpPr txBox="1"/>
          <p:nvPr userDrawn="1"/>
        </p:nvSpPr>
        <p:spPr>
          <a:xfrm>
            <a:off x="8468295" y="8735385"/>
            <a:ext cx="3321750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Graphik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Medium</a:t>
            </a:r>
            <a:b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Размер: 4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0-36-30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Интерлиньяж: кегль + 10 </a:t>
            </a:r>
            <a:r>
              <a:rPr kumimoji="0" lang="ru-RU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пт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 panose="020B0503030202060203" pitchFamily="34" charset="0"/>
              <a:ea typeface="+mj-ea"/>
              <a:cs typeface="+mj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32C280A-56B3-3344-B096-246B6C19616E}"/>
              </a:ext>
            </a:extLst>
          </p:cNvPr>
          <p:cNvSpPr txBox="1"/>
          <p:nvPr userDrawn="1"/>
        </p:nvSpPr>
        <p:spPr>
          <a:xfrm>
            <a:off x="8468295" y="10061001"/>
            <a:ext cx="3321750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Graphik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Regular</a:t>
            </a:r>
            <a:b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Размер: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30-24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Интерлиньяж: кегль + 10 </a:t>
            </a:r>
            <a:r>
              <a:rPr kumimoji="0" lang="ru-RU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пт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 panose="020B0503030202060203" pitchFamily="34" charset="0"/>
              <a:ea typeface="+mj-ea"/>
              <a:cs typeface="+mj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F5F571D-1F22-400E-D5CC-502415B806C1}"/>
              </a:ext>
            </a:extLst>
          </p:cNvPr>
          <p:cNvSpPr txBox="1"/>
          <p:nvPr userDrawn="1"/>
        </p:nvSpPr>
        <p:spPr>
          <a:xfrm>
            <a:off x="8468295" y="11386617"/>
            <a:ext cx="3321750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Graphik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Regular</a:t>
            </a:r>
            <a:b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Размер: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20-18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Интерлиньяж: кегль +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5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kumimoji="0" lang="ru-RU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пт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 panose="020B0503030202060203" pitchFamily="34" charset="0"/>
              <a:ea typeface="+mj-ea"/>
              <a:cs typeface="+mj-cs"/>
            </a:endParaRPr>
          </a:p>
        </p:txBody>
      </p: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7CA4FF76-4CF2-3280-8E0A-CDADB0F5E320}"/>
              </a:ext>
            </a:extLst>
          </p:cNvPr>
          <p:cNvCxnSpPr>
            <a:cxnSpLocks/>
          </p:cNvCxnSpPr>
          <p:nvPr userDrawn="1"/>
        </p:nvCxnSpPr>
        <p:spPr>
          <a:xfrm>
            <a:off x="12193588" y="8534242"/>
            <a:ext cx="0" cy="397684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5965058C-CC87-F907-55D3-D7AF72B4540C}"/>
              </a:ext>
            </a:extLst>
          </p:cNvPr>
          <p:cNvSpPr txBox="1"/>
          <p:nvPr userDrawn="1"/>
        </p:nvSpPr>
        <p:spPr>
          <a:xfrm>
            <a:off x="12715120" y="10338000"/>
            <a:ext cx="6500529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indent="0">
              <a:lnSpc>
                <a:spcPts val="3120"/>
              </a:lnSpc>
              <a:spcAft>
                <a:spcPts val="800"/>
              </a:spcAft>
              <a:buNone/>
              <a:defRPr sz="260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312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ea typeface="STIX Two Math Regular" pitchFamily="34" charset="-122"/>
              </a:rPr>
              <a:t>Математический шрифт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B070350-52EA-74C3-A9C3-7BDFBEB6E495}"/>
              </a:ext>
            </a:extLst>
          </p:cNvPr>
          <p:cNvSpPr txBox="1"/>
          <p:nvPr userDrawn="1"/>
        </p:nvSpPr>
        <p:spPr>
          <a:xfrm>
            <a:off x="19852575" y="10061001"/>
            <a:ext cx="3321750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STIX Two Math</a:t>
            </a:r>
            <a:b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Размер: 26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Интерлиньяж: кегль + 5 </a:t>
            </a:r>
            <a:r>
              <a:rPr kumimoji="0" lang="ru-RU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пт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 panose="020B0503030202060203" pitchFamily="34" charset="0"/>
              <a:ea typeface="+mj-ea"/>
              <a:cs typeface="+mj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E0FF324-C145-786B-7B3B-63AED0F7AA14}"/>
              </a:ext>
            </a:extLst>
          </p:cNvPr>
          <p:cNvSpPr txBox="1"/>
          <p:nvPr userDrawn="1"/>
        </p:nvSpPr>
        <p:spPr>
          <a:xfrm>
            <a:off x="12715120" y="9012384"/>
            <a:ext cx="6500529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indent="0">
              <a:lnSpc>
                <a:spcPts val="3120"/>
              </a:lnSpc>
              <a:spcAft>
                <a:spcPts val="800"/>
              </a:spcAft>
              <a:buNone/>
              <a:defRPr sz="260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312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1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STIX Two Math Regular" pitchFamily="34" charset="-122"/>
                <a:cs typeface="Courier New" panose="02070309020205020404" pitchFamily="49" charset="0"/>
              </a:rPr>
              <a:t>Код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AE6FB85-8A6F-C2FE-9CAB-431A5BA66857}"/>
              </a:ext>
            </a:extLst>
          </p:cNvPr>
          <p:cNvSpPr txBox="1"/>
          <p:nvPr userDrawn="1"/>
        </p:nvSpPr>
        <p:spPr>
          <a:xfrm>
            <a:off x="19852575" y="8735385"/>
            <a:ext cx="3321750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Courier New</a:t>
            </a:r>
            <a:b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Размер: 26-20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Интерлиньяж: кегль + 5 </a:t>
            </a:r>
            <a:r>
              <a:rPr kumimoji="0" lang="ru-RU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пт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 panose="020B0503030202060203" pitchFamily="34" charset="0"/>
              <a:ea typeface="+mj-ea"/>
              <a:cs typeface="+mj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8E861CA-F283-EF50-C5DE-FB067A82EEB5}"/>
              </a:ext>
            </a:extLst>
          </p:cNvPr>
          <p:cNvSpPr txBox="1"/>
          <p:nvPr userDrawn="1"/>
        </p:nvSpPr>
        <p:spPr>
          <a:xfrm>
            <a:off x="19852575" y="11386617"/>
            <a:ext cx="3321750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Graphik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kumimoji="0" lang="e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Semibold</a:t>
            </a:r>
            <a:b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Размер: 30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Интерлиньяж: кегль + 10 </a:t>
            </a:r>
            <a:r>
              <a:rPr kumimoji="0" lang="ru-RU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пт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 panose="020B0503030202060203" pitchFamily="34" charset="0"/>
              <a:ea typeface="+mj-ea"/>
              <a:cs typeface="+mj-cs"/>
            </a:endParaRPr>
          </a:p>
        </p:txBody>
      </p: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id="{DA887BCB-9CE5-17F7-AAFC-6050B165B5AB}"/>
              </a:ext>
            </a:extLst>
          </p:cNvPr>
          <p:cNvCxnSpPr>
            <a:cxnSpLocks/>
          </p:cNvCxnSpPr>
          <p:nvPr userDrawn="1"/>
        </p:nvCxnSpPr>
        <p:spPr>
          <a:xfrm>
            <a:off x="1219352" y="2330716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единительная линия 45">
            <a:extLst>
              <a:ext uri="{FF2B5EF4-FFF2-40B4-BE49-F238E27FC236}">
                <a16:creationId xmlns:a16="http://schemas.microsoft.com/office/drawing/2014/main" id="{0AEB5071-310C-765E-28A1-79C8BC7E4A61}"/>
              </a:ext>
            </a:extLst>
          </p:cNvPr>
          <p:cNvCxnSpPr>
            <a:cxnSpLocks/>
          </p:cNvCxnSpPr>
          <p:nvPr userDrawn="1"/>
        </p:nvCxnSpPr>
        <p:spPr>
          <a:xfrm>
            <a:off x="1219352" y="7153921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787EEFC3-48D8-92C8-8469-6A8E74B6F210}"/>
              </a:ext>
            </a:extLst>
          </p:cNvPr>
          <p:cNvSpPr txBox="1"/>
          <p:nvPr userDrawn="1"/>
        </p:nvSpPr>
        <p:spPr>
          <a:xfrm>
            <a:off x="18288000" y="7382417"/>
            <a:ext cx="4886325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OFFORM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акцидентный шрифт для больших </a:t>
            </a:r>
            <a:r>
              <a:rPr kumimoji="0" lang="ru-RU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цирф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и крупных заголовков в одно слово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7D25B00-DF08-7427-38D3-06E2E67C0A5A}"/>
              </a:ext>
            </a:extLst>
          </p:cNvPr>
          <p:cNvSpPr txBox="1"/>
          <p:nvPr userDrawn="1"/>
        </p:nvSpPr>
        <p:spPr>
          <a:xfrm>
            <a:off x="1219352" y="7027423"/>
            <a:ext cx="2895448" cy="15388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Ofform" pitchFamily="2" charset="0"/>
                <a:ea typeface="+mn-ea"/>
                <a:cs typeface="+mn-cs"/>
              </a:rPr>
              <a:t>00</a:t>
            </a:r>
            <a:endParaRPr kumimoji="0" lang="ru-RU" sz="10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65153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закрывающий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1DBDF12B-BD63-C522-912D-6F1AFEFDF11B}"/>
              </a:ext>
            </a:extLst>
          </p:cNvPr>
          <p:cNvSpPr/>
          <p:nvPr userDrawn="1"/>
        </p:nvSpPr>
        <p:spPr>
          <a:xfrm>
            <a:off x="1219352" y="817780"/>
            <a:ext cx="1272524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l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Тёмная/светлая версия</a:t>
            </a:r>
            <a:endParaRPr kumimoji="0" lang="en-US" sz="8000" b="1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Semibold" panose="020B0503030202060203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C220FD-3350-F4C6-66D1-E0B65D6D2948}"/>
              </a:ext>
            </a:extLst>
          </p:cNvPr>
          <p:cNvSpPr txBox="1"/>
          <p:nvPr userDrawn="1"/>
        </p:nvSpPr>
        <p:spPr>
          <a:xfrm>
            <a:off x="1219352" y="2332607"/>
            <a:ext cx="12192000" cy="249901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342900" marR="0" lvl="0" indent="-34290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Темные и светлые слайды существуют в презентациях вместе, нет отдельных версий</a:t>
            </a:r>
          </a:p>
          <a:p>
            <a:pPr marL="342900" marR="0" lvl="0" indent="-34290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Открывающий и закрывающий слайды – всегда темные</a:t>
            </a:r>
          </a:p>
          <a:p>
            <a:pPr marL="342900" marR="0" lvl="0" indent="-34290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Фон слайдов внутри презентации зависит от материала. Для учебных презентаций чаще используются светлый и белый фон. В презентациях для выступлений/мероприятий количество темных и светлых слайдов примерно равно.</a:t>
            </a:r>
          </a:p>
          <a:p>
            <a:pPr marL="342900" marR="0" lvl="0" indent="-34290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Перебивочные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слайды могут быть темными, светлыми или акцентными. </a:t>
            </a:r>
          </a:p>
        </p:txBody>
      </p:sp>
    </p:spTree>
    <p:extLst>
      <p:ext uri="{BB962C8B-B14F-4D97-AF65-F5344CB8AC3E}">
        <p14:creationId xmlns:p14="http://schemas.microsoft.com/office/powerpoint/2010/main" val="41317773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закрывающий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DC32FCC-FFA9-1201-2AAF-22649BBC1FEF}"/>
              </a:ext>
            </a:extLst>
          </p:cNvPr>
          <p:cNvSpPr/>
          <p:nvPr userDrawn="1"/>
        </p:nvSpPr>
        <p:spPr>
          <a:xfrm>
            <a:off x="1219352" y="817780"/>
            <a:ext cx="1272524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l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Иконки</a:t>
            </a:r>
            <a:endParaRPr kumimoji="0" lang="en-US" sz="8000" b="1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Semibold" panose="020B0503030202060203" pitchFamily="34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2B107F-4F37-A678-BCA0-8194A61487F4}"/>
              </a:ext>
            </a:extLst>
          </p:cNvPr>
          <p:cNvSpPr txBox="1"/>
          <p:nvPr userDrawn="1"/>
        </p:nvSpPr>
        <p:spPr>
          <a:xfrm>
            <a:off x="1219352" y="2332607"/>
            <a:ext cx="8074439" cy="12679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342900" marR="0" lvl="0" indent="-34290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Иконки используются в круге – размер 2,5 см</a:t>
            </a:r>
          </a:p>
          <a:p>
            <a:pPr marL="342900" marR="0" lvl="0" indent="-34290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Для больших карточек может использоваться размер 3 см</a:t>
            </a:r>
          </a:p>
          <a:p>
            <a:pPr marL="342900" marR="0" lvl="0" indent="-34290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Толщина линии – 2 </a:t>
            </a:r>
            <a:r>
              <a:rPr kumimoji="0" lang="ru-RU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пт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 panose="020B0503030202060203" pitchFamily="34" charset="0"/>
              <a:ea typeface="+mj-ea"/>
              <a:cs typeface="+mj-cs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EE11623E-1582-7DA9-DCD7-AFE7A689A499}"/>
              </a:ext>
            </a:extLst>
          </p:cNvPr>
          <p:cNvGrpSpPr/>
          <p:nvPr userDrawn="1"/>
        </p:nvGrpSpPr>
        <p:grpSpPr>
          <a:xfrm>
            <a:off x="6453760" y="4557941"/>
            <a:ext cx="900000" cy="900000"/>
            <a:chOff x="7810351" y="6891770"/>
            <a:chExt cx="1440000" cy="1440000"/>
          </a:xfrm>
        </p:grpSpPr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00624EAC-D5FC-A53C-B5C4-4E86D15F41B7}"/>
                </a:ext>
              </a:extLst>
            </p:cNvPr>
            <p:cNvSpPr/>
            <p:nvPr/>
          </p:nvSpPr>
          <p:spPr>
            <a:xfrm>
              <a:off x="7810351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C2AE46D0-1A77-30A9-1D7C-B633BA54AB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61325" y="7305340"/>
              <a:ext cx="938052" cy="612861"/>
            </a:xfrm>
            <a:prstGeom prst="rect">
              <a:avLst/>
            </a:prstGeom>
          </p:spPr>
        </p:pic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1512695C-F97D-7D48-4C31-430F6A1FD775}"/>
              </a:ext>
            </a:extLst>
          </p:cNvPr>
          <p:cNvGrpSpPr/>
          <p:nvPr userDrawn="1"/>
        </p:nvGrpSpPr>
        <p:grpSpPr>
          <a:xfrm>
            <a:off x="6453760" y="5963958"/>
            <a:ext cx="900000" cy="900000"/>
            <a:chOff x="7828984" y="8625567"/>
            <a:chExt cx="1440000" cy="1440000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9799D145-7D46-8765-3F9B-023396CB05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15354" y="8819016"/>
              <a:ext cx="867260" cy="1053102"/>
            </a:xfrm>
            <a:prstGeom prst="rect">
              <a:avLst/>
            </a:prstGeom>
          </p:spPr>
        </p:pic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1CAE97E5-35CE-05DD-1381-13DA3ECF6D87}"/>
                </a:ext>
              </a:extLst>
            </p:cNvPr>
            <p:cNvSpPr/>
            <p:nvPr/>
          </p:nvSpPr>
          <p:spPr>
            <a:xfrm>
              <a:off x="7828984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906E86DD-E5C0-C65E-3A60-E1B4DE35CC5F}"/>
              </a:ext>
            </a:extLst>
          </p:cNvPr>
          <p:cNvGrpSpPr/>
          <p:nvPr userDrawn="1"/>
        </p:nvGrpSpPr>
        <p:grpSpPr>
          <a:xfrm>
            <a:off x="6453760" y="7369975"/>
            <a:ext cx="900000" cy="900000"/>
            <a:chOff x="10133872" y="6891770"/>
            <a:chExt cx="1440000" cy="1440000"/>
          </a:xfrm>
        </p:grpSpPr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988244FB-62FB-BFAC-7938-96292543D9C1}"/>
                </a:ext>
              </a:extLst>
            </p:cNvPr>
            <p:cNvSpPr/>
            <p:nvPr/>
          </p:nvSpPr>
          <p:spPr>
            <a:xfrm>
              <a:off x="10133872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1D1D424C-091D-0CBC-2AFF-DCCE7081F7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420338" y="7203738"/>
              <a:ext cx="867069" cy="816065"/>
            </a:xfrm>
            <a:prstGeom prst="rect">
              <a:avLst/>
            </a:prstGeom>
          </p:spPr>
        </p:pic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EA84E6A7-6B74-B9D3-BB49-86E1F2AFE54E}"/>
              </a:ext>
            </a:extLst>
          </p:cNvPr>
          <p:cNvGrpSpPr/>
          <p:nvPr userDrawn="1"/>
        </p:nvGrpSpPr>
        <p:grpSpPr>
          <a:xfrm>
            <a:off x="6453760" y="8775992"/>
            <a:ext cx="900000" cy="900000"/>
            <a:chOff x="9729345" y="8625567"/>
            <a:chExt cx="1440000" cy="1440000"/>
          </a:xfrm>
        </p:grpSpPr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37D57351-98A2-AE6E-8B0E-42BD441D5D4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22067" y="8973371"/>
              <a:ext cx="1054557" cy="744392"/>
            </a:xfrm>
            <a:prstGeom prst="rect">
              <a:avLst/>
            </a:prstGeom>
          </p:spPr>
        </p:pic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7CE4971A-8BEA-3FC9-E846-FC37449FDB60}"/>
                </a:ext>
              </a:extLst>
            </p:cNvPr>
            <p:cNvSpPr/>
            <p:nvPr/>
          </p:nvSpPr>
          <p:spPr>
            <a:xfrm>
              <a:off x="9729345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65BE94BB-A54E-1E13-9EAB-C7D7605ACD98}"/>
              </a:ext>
            </a:extLst>
          </p:cNvPr>
          <p:cNvGrpSpPr/>
          <p:nvPr userDrawn="1"/>
        </p:nvGrpSpPr>
        <p:grpSpPr>
          <a:xfrm>
            <a:off x="6453760" y="10182009"/>
            <a:ext cx="900000" cy="900000"/>
            <a:chOff x="9527999" y="5789636"/>
            <a:chExt cx="818181" cy="818181"/>
          </a:xfrm>
        </p:grpSpPr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1DC4D6F0-6278-997C-87BF-6BEBD5DD64B8}"/>
                </a:ext>
              </a:extLst>
            </p:cNvPr>
            <p:cNvSpPr/>
            <p:nvPr/>
          </p:nvSpPr>
          <p:spPr>
            <a:xfrm>
              <a:off x="9527999" y="5789636"/>
              <a:ext cx="818181" cy="818181"/>
            </a:xfrm>
            <a:custGeom>
              <a:avLst/>
              <a:gdLst>
                <a:gd name="connsiteX0" fmla="*/ 818182 w 818181"/>
                <a:gd name="connsiteY0" fmla="*/ 409091 h 818181"/>
                <a:gd name="connsiteX1" fmla="*/ 409091 w 818181"/>
                <a:gd name="connsiteY1" fmla="*/ 818182 h 818181"/>
                <a:gd name="connsiteX2" fmla="*/ 0 w 818181"/>
                <a:gd name="connsiteY2" fmla="*/ 409091 h 818181"/>
                <a:gd name="connsiteX3" fmla="*/ 409091 w 818181"/>
                <a:gd name="connsiteY3" fmla="*/ 0 h 818181"/>
                <a:gd name="connsiteX4" fmla="*/ 818182 w 818181"/>
                <a:gd name="connsiteY4" fmla="*/ 409091 h 81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8181" h="818181">
                  <a:moveTo>
                    <a:pt x="818182" y="409091"/>
                  </a:moveTo>
                  <a:cubicBezTo>
                    <a:pt x="818182" y="635026"/>
                    <a:pt x="635026" y="818182"/>
                    <a:pt x="409091" y="818182"/>
                  </a:cubicBezTo>
                  <a:cubicBezTo>
                    <a:pt x="183156" y="818182"/>
                    <a:pt x="0" y="635026"/>
                    <a:pt x="0" y="409091"/>
                  </a:cubicBezTo>
                  <a:cubicBezTo>
                    <a:pt x="0" y="183156"/>
                    <a:pt x="183156" y="0"/>
                    <a:pt x="409091" y="0"/>
                  </a:cubicBezTo>
                  <a:cubicBezTo>
                    <a:pt x="635026" y="0"/>
                    <a:pt x="818182" y="183156"/>
                    <a:pt x="818182" y="409091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0BBC5605-71DC-7446-DE15-48FAC8F7432C}"/>
                </a:ext>
              </a:extLst>
            </p:cNvPr>
            <p:cNvSpPr/>
            <p:nvPr/>
          </p:nvSpPr>
          <p:spPr>
            <a:xfrm>
              <a:off x="9916635" y="5973727"/>
              <a:ext cx="163636" cy="327272"/>
            </a:xfrm>
            <a:custGeom>
              <a:avLst/>
              <a:gdLst>
                <a:gd name="connsiteX0" fmla="*/ 0 w 163636"/>
                <a:gd name="connsiteY0" fmla="*/ 0 h 327272"/>
                <a:gd name="connsiteX1" fmla="*/ 0 w 163636"/>
                <a:gd name="connsiteY1" fmla="*/ 225000 h 327272"/>
                <a:gd name="connsiteX2" fmla="*/ 163636 w 163636"/>
                <a:gd name="connsiteY2" fmla="*/ 327273 h 327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3636" h="327272">
                  <a:moveTo>
                    <a:pt x="0" y="0"/>
                  </a:moveTo>
                  <a:lnTo>
                    <a:pt x="0" y="225000"/>
                  </a:lnTo>
                  <a:lnTo>
                    <a:pt x="163636" y="327273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84C90BB9-5F2B-834C-D8B9-EA5BC884E609}"/>
              </a:ext>
            </a:extLst>
          </p:cNvPr>
          <p:cNvGrpSpPr/>
          <p:nvPr userDrawn="1"/>
        </p:nvGrpSpPr>
        <p:grpSpPr>
          <a:xfrm>
            <a:off x="6453760" y="11588024"/>
            <a:ext cx="900000" cy="900000"/>
            <a:chOff x="12138591" y="8625567"/>
            <a:chExt cx="1440000" cy="1440000"/>
          </a:xfrm>
        </p:grpSpPr>
        <p:pic>
          <p:nvPicPr>
            <p:cNvPr id="22" name="Рисунок 21">
              <a:extLst>
                <a:ext uri="{FF2B5EF4-FFF2-40B4-BE49-F238E27FC236}">
                  <a16:creationId xmlns:a16="http://schemas.microsoft.com/office/drawing/2014/main" id="{55CC8A4B-9CA8-F283-8320-32E00011E73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485354" y="8879020"/>
              <a:ext cx="746475" cy="933094"/>
            </a:xfrm>
            <a:prstGeom prst="rect">
              <a:avLst/>
            </a:prstGeom>
          </p:spPr>
        </p:pic>
        <p:sp>
          <p:nvSpPr>
            <p:cNvPr id="23" name="Овал 22">
              <a:extLst>
                <a:ext uri="{FF2B5EF4-FFF2-40B4-BE49-F238E27FC236}">
                  <a16:creationId xmlns:a16="http://schemas.microsoft.com/office/drawing/2014/main" id="{5CC6C43E-4036-AE21-7F41-FF30AE8523DB}"/>
                </a:ext>
              </a:extLst>
            </p:cNvPr>
            <p:cNvSpPr/>
            <p:nvPr/>
          </p:nvSpPr>
          <p:spPr>
            <a:xfrm>
              <a:off x="12138591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FCCC2719-6355-79D7-0853-3F30F0F1DB0B}"/>
              </a:ext>
            </a:extLst>
          </p:cNvPr>
          <p:cNvGrpSpPr/>
          <p:nvPr userDrawn="1"/>
        </p:nvGrpSpPr>
        <p:grpSpPr>
          <a:xfrm>
            <a:off x="5056227" y="10182009"/>
            <a:ext cx="900000" cy="900000"/>
            <a:chOff x="13050442" y="8871148"/>
            <a:chExt cx="946509" cy="946509"/>
          </a:xfrm>
        </p:grpSpPr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75943874-EAEE-DDCC-9F65-6A0DB5379629}"/>
                </a:ext>
              </a:extLst>
            </p:cNvPr>
            <p:cNvSpPr/>
            <p:nvPr/>
          </p:nvSpPr>
          <p:spPr>
            <a:xfrm>
              <a:off x="13050442" y="8871148"/>
              <a:ext cx="946509" cy="946509"/>
            </a:xfrm>
            <a:custGeom>
              <a:avLst/>
              <a:gdLst>
                <a:gd name="connsiteX0" fmla="*/ 946509 w 946509"/>
                <a:gd name="connsiteY0" fmla="*/ 473255 h 946509"/>
                <a:gd name="connsiteX1" fmla="*/ 473255 w 946509"/>
                <a:gd name="connsiteY1" fmla="*/ 946509 h 946509"/>
                <a:gd name="connsiteX2" fmla="*/ 0 w 946509"/>
                <a:gd name="connsiteY2" fmla="*/ 473255 h 946509"/>
                <a:gd name="connsiteX3" fmla="*/ 473255 w 946509"/>
                <a:gd name="connsiteY3" fmla="*/ 0 h 946509"/>
                <a:gd name="connsiteX4" fmla="*/ 946509 w 946509"/>
                <a:gd name="connsiteY4" fmla="*/ 473255 h 946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6509" h="946509">
                  <a:moveTo>
                    <a:pt x="946509" y="473255"/>
                  </a:moveTo>
                  <a:cubicBezTo>
                    <a:pt x="946509" y="734626"/>
                    <a:pt x="734626" y="946509"/>
                    <a:pt x="473255" y="946509"/>
                  </a:cubicBezTo>
                  <a:cubicBezTo>
                    <a:pt x="211883" y="946509"/>
                    <a:pt x="0" y="734626"/>
                    <a:pt x="0" y="473255"/>
                  </a:cubicBezTo>
                  <a:cubicBezTo>
                    <a:pt x="0" y="211883"/>
                    <a:pt x="211883" y="0"/>
                    <a:pt x="473255" y="0"/>
                  </a:cubicBezTo>
                  <a:cubicBezTo>
                    <a:pt x="734626" y="0"/>
                    <a:pt x="946509" y="211883"/>
                    <a:pt x="946509" y="473255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Полилиния 25">
              <a:extLst>
                <a:ext uri="{FF2B5EF4-FFF2-40B4-BE49-F238E27FC236}">
                  <a16:creationId xmlns:a16="http://schemas.microsoft.com/office/drawing/2014/main" id="{89FB73D2-B686-4102-4F6F-32F2A7439A1B}"/>
                </a:ext>
              </a:extLst>
            </p:cNvPr>
            <p:cNvSpPr/>
            <p:nvPr/>
          </p:nvSpPr>
          <p:spPr>
            <a:xfrm>
              <a:off x="13358057" y="9226089"/>
              <a:ext cx="47325" cy="47325"/>
            </a:xfrm>
            <a:custGeom>
              <a:avLst/>
              <a:gdLst>
                <a:gd name="connsiteX0" fmla="*/ 47325 w 47325"/>
                <a:gd name="connsiteY0" fmla="*/ 23663 h 47325"/>
                <a:gd name="connsiteX1" fmla="*/ 23663 w 47325"/>
                <a:gd name="connsiteY1" fmla="*/ 47325 h 47325"/>
                <a:gd name="connsiteX2" fmla="*/ 0 w 47325"/>
                <a:gd name="connsiteY2" fmla="*/ 23663 h 47325"/>
                <a:gd name="connsiteX3" fmla="*/ 23663 w 47325"/>
                <a:gd name="connsiteY3" fmla="*/ 0 h 47325"/>
                <a:gd name="connsiteX4" fmla="*/ 47325 w 47325"/>
                <a:gd name="connsiteY4" fmla="*/ 23663 h 4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325" h="47325">
                  <a:moveTo>
                    <a:pt x="47325" y="23663"/>
                  </a:moveTo>
                  <a:cubicBezTo>
                    <a:pt x="47325" y="36731"/>
                    <a:pt x="36731" y="47325"/>
                    <a:pt x="23663" y="47325"/>
                  </a:cubicBezTo>
                  <a:cubicBezTo>
                    <a:pt x="10594" y="47325"/>
                    <a:pt x="0" y="36731"/>
                    <a:pt x="0" y="23663"/>
                  </a:cubicBezTo>
                  <a:cubicBezTo>
                    <a:pt x="0" y="10594"/>
                    <a:pt x="10594" y="0"/>
                    <a:pt x="23663" y="0"/>
                  </a:cubicBezTo>
                  <a:cubicBezTo>
                    <a:pt x="36731" y="0"/>
                    <a:pt x="47325" y="10594"/>
                    <a:pt x="47325" y="23663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Полилиния 26">
              <a:extLst>
                <a:ext uri="{FF2B5EF4-FFF2-40B4-BE49-F238E27FC236}">
                  <a16:creationId xmlns:a16="http://schemas.microsoft.com/office/drawing/2014/main" id="{9DF9DC05-5161-3541-D055-2D7F694F39B4}"/>
                </a:ext>
              </a:extLst>
            </p:cNvPr>
            <p:cNvSpPr/>
            <p:nvPr/>
          </p:nvSpPr>
          <p:spPr>
            <a:xfrm>
              <a:off x="13642010" y="9226089"/>
              <a:ext cx="47325" cy="47325"/>
            </a:xfrm>
            <a:custGeom>
              <a:avLst/>
              <a:gdLst>
                <a:gd name="connsiteX0" fmla="*/ 47325 w 47325"/>
                <a:gd name="connsiteY0" fmla="*/ 23663 h 47325"/>
                <a:gd name="connsiteX1" fmla="*/ 23663 w 47325"/>
                <a:gd name="connsiteY1" fmla="*/ 47325 h 47325"/>
                <a:gd name="connsiteX2" fmla="*/ 0 w 47325"/>
                <a:gd name="connsiteY2" fmla="*/ 23663 h 47325"/>
                <a:gd name="connsiteX3" fmla="*/ 23663 w 47325"/>
                <a:gd name="connsiteY3" fmla="*/ 0 h 47325"/>
                <a:gd name="connsiteX4" fmla="*/ 47325 w 47325"/>
                <a:gd name="connsiteY4" fmla="*/ 23663 h 4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325" h="47325">
                  <a:moveTo>
                    <a:pt x="47325" y="23663"/>
                  </a:moveTo>
                  <a:cubicBezTo>
                    <a:pt x="47325" y="36731"/>
                    <a:pt x="36731" y="47325"/>
                    <a:pt x="23663" y="47325"/>
                  </a:cubicBezTo>
                  <a:cubicBezTo>
                    <a:pt x="10594" y="47325"/>
                    <a:pt x="0" y="36731"/>
                    <a:pt x="0" y="23663"/>
                  </a:cubicBezTo>
                  <a:cubicBezTo>
                    <a:pt x="0" y="10594"/>
                    <a:pt x="10594" y="0"/>
                    <a:pt x="23663" y="0"/>
                  </a:cubicBezTo>
                  <a:cubicBezTo>
                    <a:pt x="36731" y="0"/>
                    <a:pt x="47325" y="10594"/>
                    <a:pt x="47325" y="23663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Полилиния 27">
              <a:extLst>
                <a:ext uri="{FF2B5EF4-FFF2-40B4-BE49-F238E27FC236}">
                  <a16:creationId xmlns:a16="http://schemas.microsoft.com/office/drawing/2014/main" id="{531456AC-1ABA-3276-FFA9-2AD27E3D0973}"/>
                </a:ext>
              </a:extLst>
            </p:cNvPr>
            <p:cNvSpPr/>
            <p:nvPr/>
          </p:nvSpPr>
          <p:spPr>
            <a:xfrm>
              <a:off x="13405383" y="9443638"/>
              <a:ext cx="236627" cy="46142"/>
            </a:xfrm>
            <a:custGeom>
              <a:avLst/>
              <a:gdLst>
                <a:gd name="connsiteX0" fmla="*/ 0 w 236627"/>
                <a:gd name="connsiteY0" fmla="*/ 0 h 46142"/>
                <a:gd name="connsiteX1" fmla="*/ 236627 w 236627"/>
                <a:gd name="connsiteY1" fmla="*/ 0 h 46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6627" h="46142">
                  <a:moveTo>
                    <a:pt x="0" y="0"/>
                  </a:moveTo>
                  <a:cubicBezTo>
                    <a:pt x="47325" y="61523"/>
                    <a:pt x="189302" y="61523"/>
                    <a:pt x="236627" y="0"/>
                  </a:cubicBezTo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B4A41DCB-77D5-1F01-9ED6-A6632413254B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5213086" y="4816422"/>
            <a:ext cx="586283" cy="383038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C793C111-3676-AA78-05DD-3FC1EFC37084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5235208" y="6084864"/>
            <a:ext cx="542038" cy="658189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86B69189-C7C7-5EB5-C46D-E91524380E1A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5235268" y="7564955"/>
            <a:ext cx="541918" cy="510041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2D1C0DEF-C455-6EF5-9141-DF2BB9FA427E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5176678" y="8993370"/>
            <a:ext cx="659098" cy="465245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A222BCD0-7AAF-389F-1E77-C68FF40ED37E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5272954" y="11746432"/>
            <a:ext cx="466547" cy="583184"/>
          </a:xfrm>
          <a:prstGeom prst="rect">
            <a:avLst/>
          </a:prstGeom>
        </p:spPr>
      </p:pic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28E157D5-A94C-AF2F-459F-A919984BF601}"/>
              </a:ext>
            </a:extLst>
          </p:cNvPr>
          <p:cNvGrpSpPr/>
          <p:nvPr userDrawn="1"/>
        </p:nvGrpSpPr>
        <p:grpSpPr>
          <a:xfrm>
            <a:off x="10416324" y="7369975"/>
            <a:ext cx="900000" cy="900000"/>
            <a:chOff x="17104435" y="6891770"/>
            <a:chExt cx="1440000" cy="1440000"/>
          </a:xfrm>
        </p:grpSpPr>
        <p:sp>
          <p:nvSpPr>
            <p:cNvPr id="35" name="Овал 34">
              <a:extLst>
                <a:ext uri="{FF2B5EF4-FFF2-40B4-BE49-F238E27FC236}">
                  <a16:creationId xmlns:a16="http://schemas.microsoft.com/office/drawing/2014/main" id="{28DE680F-B793-B156-5980-F8BB69D1CD16}"/>
                </a:ext>
              </a:extLst>
            </p:cNvPr>
            <p:cNvSpPr/>
            <p:nvPr/>
          </p:nvSpPr>
          <p:spPr>
            <a:xfrm>
              <a:off x="17104435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6" name="Рисунок 35">
              <a:extLst>
                <a:ext uri="{FF2B5EF4-FFF2-40B4-BE49-F238E27FC236}">
                  <a16:creationId xmlns:a16="http://schemas.microsoft.com/office/drawing/2014/main" id="{6579DF66-2553-F88A-915C-F7DAB0DECA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7486927" y="7152956"/>
              <a:ext cx="836321" cy="917629"/>
            </a:xfrm>
            <a:prstGeom prst="rect">
              <a:avLst/>
            </a:prstGeom>
          </p:spPr>
        </p:pic>
      </p:grp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F0B0E09A-55E4-B13E-AB4C-032100920B98}"/>
              </a:ext>
            </a:extLst>
          </p:cNvPr>
          <p:cNvGrpSpPr/>
          <p:nvPr userDrawn="1"/>
        </p:nvGrpSpPr>
        <p:grpSpPr>
          <a:xfrm>
            <a:off x="10416324" y="4557941"/>
            <a:ext cx="900000" cy="900000"/>
            <a:chOff x="14780914" y="6891770"/>
            <a:chExt cx="1440000" cy="1440000"/>
          </a:xfrm>
        </p:grpSpPr>
        <p:sp>
          <p:nvSpPr>
            <p:cNvPr id="38" name="Овал 37">
              <a:extLst>
                <a:ext uri="{FF2B5EF4-FFF2-40B4-BE49-F238E27FC236}">
                  <a16:creationId xmlns:a16="http://schemas.microsoft.com/office/drawing/2014/main" id="{0F5696C4-A7FB-1ACF-C5D7-FBC00898899F}"/>
                </a:ext>
              </a:extLst>
            </p:cNvPr>
            <p:cNvSpPr/>
            <p:nvPr/>
          </p:nvSpPr>
          <p:spPr>
            <a:xfrm>
              <a:off x="14780914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9" name="Рисунок 38">
              <a:extLst>
                <a:ext uri="{FF2B5EF4-FFF2-40B4-BE49-F238E27FC236}">
                  <a16:creationId xmlns:a16="http://schemas.microsoft.com/office/drawing/2014/main" id="{D4647BF6-18B6-DDA1-23DF-E8D5C7A35C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5056281" y="7138451"/>
              <a:ext cx="889267" cy="946639"/>
            </a:xfrm>
            <a:prstGeom prst="rect">
              <a:avLst/>
            </a:prstGeom>
          </p:spPr>
        </p:pic>
      </p:grp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F82A36AA-65B2-477A-8DA6-82DD4692EF72}"/>
              </a:ext>
            </a:extLst>
          </p:cNvPr>
          <p:cNvGrpSpPr/>
          <p:nvPr userDrawn="1"/>
        </p:nvGrpSpPr>
        <p:grpSpPr>
          <a:xfrm>
            <a:off x="10416324" y="5963958"/>
            <a:ext cx="900000" cy="900000"/>
            <a:chOff x="14030453" y="8625567"/>
            <a:chExt cx="1440000" cy="1440000"/>
          </a:xfrm>
        </p:grpSpPr>
        <p:pic>
          <p:nvPicPr>
            <p:cNvPr id="41" name="Рисунок 40">
              <a:extLst>
                <a:ext uri="{FF2B5EF4-FFF2-40B4-BE49-F238E27FC236}">
                  <a16:creationId xmlns:a16="http://schemas.microsoft.com/office/drawing/2014/main" id="{0CC0BE5C-DD14-D257-30F5-74D6C186621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4326052" y="8944744"/>
              <a:ext cx="848803" cy="801647"/>
            </a:xfrm>
            <a:prstGeom prst="rect">
              <a:avLst/>
            </a:prstGeom>
          </p:spPr>
        </p:pic>
        <p:sp>
          <p:nvSpPr>
            <p:cNvPr id="42" name="Овал 41">
              <a:extLst>
                <a:ext uri="{FF2B5EF4-FFF2-40B4-BE49-F238E27FC236}">
                  <a16:creationId xmlns:a16="http://schemas.microsoft.com/office/drawing/2014/main" id="{7CDB9DD1-7B0C-8F04-3742-35B55BADB436}"/>
                </a:ext>
              </a:extLst>
            </p:cNvPr>
            <p:cNvSpPr/>
            <p:nvPr/>
          </p:nvSpPr>
          <p:spPr>
            <a:xfrm>
              <a:off x="14030453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AADE869F-338C-D669-F9CF-F9671374B03C}"/>
              </a:ext>
            </a:extLst>
          </p:cNvPr>
          <p:cNvGrpSpPr/>
          <p:nvPr userDrawn="1"/>
        </p:nvGrpSpPr>
        <p:grpSpPr>
          <a:xfrm>
            <a:off x="10416324" y="8775992"/>
            <a:ext cx="900000" cy="900000"/>
            <a:chOff x="16032673" y="8625567"/>
            <a:chExt cx="1440000" cy="1440000"/>
          </a:xfrm>
        </p:grpSpPr>
        <p:pic>
          <p:nvPicPr>
            <p:cNvPr id="44" name="Рисунок 43">
              <a:extLst>
                <a:ext uri="{FF2B5EF4-FFF2-40B4-BE49-F238E27FC236}">
                  <a16:creationId xmlns:a16="http://schemas.microsoft.com/office/drawing/2014/main" id="{A63500FA-6259-55A8-45BC-6CE0CBD68F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6282750" y="9006508"/>
              <a:ext cx="939847" cy="678118"/>
            </a:xfrm>
            <a:prstGeom prst="rect">
              <a:avLst/>
            </a:prstGeom>
          </p:spPr>
        </p:pic>
        <p:sp>
          <p:nvSpPr>
            <p:cNvPr id="45" name="Овал 44">
              <a:extLst>
                <a:ext uri="{FF2B5EF4-FFF2-40B4-BE49-F238E27FC236}">
                  <a16:creationId xmlns:a16="http://schemas.microsoft.com/office/drawing/2014/main" id="{7497AE55-0401-D2B0-82F8-5F44C66DC320}"/>
                </a:ext>
              </a:extLst>
            </p:cNvPr>
            <p:cNvSpPr/>
            <p:nvPr/>
          </p:nvSpPr>
          <p:spPr>
            <a:xfrm>
              <a:off x="16032673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id="{8ABA1EEF-F181-0DA1-6EFB-933746679297}"/>
              </a:ext>
            </a:extLst>
          </p:cNvPr>
          <p:cNvGrpSpPr/>
          <p:nvPr userDrawn="1"/>
        </p:nvGrpSpPr>
        <p:grpSpPr>
          <a:xfrm>
            <a:off x="10416324" y="11588024"/>
            <a:ext cx="900000" cy="900000"/>
            <a:chOff x="14720471" y="7311893"/>
            <a:chExt cx="810000" cy="810000"/>
          </a:xfrm>
        </p:grpSpPr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C1F9177B-C0A2-5C4A-AD60-BD6FCBA7F242}"/>
                </a:ext>
              </a:extLst>
            </p:cNvPr>
            <p:cNvSpPr/>
            <p:nvPr/>
          </p:nvSpPr>
          <p:spPr>
            <a:xfrm>
              <a:off x="14720471" y="7311893"/>
              <a:ext cx="810000" cy="810000"/>
            </a:xfrm>
            <a:custGeom>
              <a:avLst/>
              <a:gdLst>
                <a:gd name="connsiteX0" fmla="*/ 810000 w 810000"/>
                <a:gd name="connsiteY0" fmla="*/ 405000 h 810000"/>
                <a:gd name="connsiteX1" fmla="*/ 405000 w 810000"/>
                <a:gd name="connsiteY1" fmla="*/ 810000 h 810000"/>
                <a:gd name="connsiteX2" fmla="*/ 0 w 810000"/>
                <a:gd name="connsiteY2" fmla="*/ 405000 h 810000"/>
                <a:gd name="connsiteX3" fmla="*/ 405000 w 810000"/>
                <a:gd name="connsiteY3" fmla="*/ 0 h 810000"/>
                <a:gd name="connsiteX4" fmla="*/ 810000 w 810000"/>
                <a:gd name="connsiteY4" fmla="*/ 405000 h 8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0000" h="810000">
                  <a:moveTo>
                    <a:pt x="810000" y="405000"/>
                  </a:moveTo>
                  <a:cubicBezTo>
                    <a:pt x="810000" y="628675"/>
                    <a:pt x="628675" y="810000"/>
                    <a:pt x="405000" y="810000"/>
                  </a:cubicBezTo>
                  <a:cubicBezTo>
                    <a:pt x="181325" y="810000"/>
                    <a:pt x="0" y="628675"/>
                    <a:pt x="0" y="405000"/>
                  </a:cubicBezTo>
                  <a:cubicBezTo>
                    <a:pt x="0" y="181325"/>
                    <a:pt x="181325" y="0"/>
                    <a:pt x="405000" y="0"/>
                  </a:cubicBezTo>
                  <a:cubicBezTo>
                    <a:pt x="628675" y="0"/>
                    <a:pt x="810000" y="181325"/>
                    <a:pt x="810000" y="405000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CD7E7B97-72C5-BC23-CC1F-6AD6FAEDC582}"/>
                </a:ext>
              </a:extLst>
            </p:cNvPr>
            <p:cNvSpPr/>
            <p:nvPr/>
          </p:nvSpPr>
          <p:spPr>
            <a:xfrm>
              <a:off x="1492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61FBC8ED-DFD4-D8BD-61BC-57FFE87D39E7}"/>
                </a:ext>
              </a:extLst>
            </p:cNvPr>
            <p:cNvSpPr/>
            <p:nvPr/>
          </p:nvSpPr>
          <p:spPr>
            <a:xfrm>
              <a:off x="1510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DF960113-7306-5F5E-E537-BB8A9CCD0A2D}"/>
                </a:ext>
              </a:extLst>
            </p:cNvPr>
            <p:cNvSpPr/>
            <p:nvPr/>
          </p:nvSpPr>
          <p:spPr>
            <a:xfrm>
              <a:off x="1528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1" name="Группа 50">
            <a:extLst>
              <a:ext uri="{FF2B5EF4-FFF2-40B4-BE49-F238E27FC236}">
                <a16:creationId xmlns:a16="http://schemas.microsoft.com/office/drawing/2014/main" id="{338CBC22-F525-2902-5BC9-5076EA367AAE}"/>
              </a:ext>
            </a:extLst>
          </p:cNvPr>
          <p:cNvGrpSpPr/>
          <p:nvPr userDrawn="1"/>
        </p:nvGrpSpPr>
        <p:grpSpPr>
          <a:xfrm>
            <a:off x="10416324" y="10182009"/>
            <a:ext cx="900000" cy="900000"/>
            <a:chOff x="14693106" y="6504339"/>
            <a:chExt cx="900000" cy="900000"/>
          </a:xfrm>
        </p:grpSpPr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360C70BE-6149-AFCE-79D8-E3050A31E946}"/>
                </a:ext>
              </a:extLst>
            </p:cNvPr>
            <p:cNvSpPr/>
            <p:nvPr userDrawn="1"/>
          </p:nvSpPr>
          <p:spPr>
            <a:xfrm>
              <a:off x="14693106" y="6504339"/>
              <a:ext cx="900000" cy="900000"/>
            </a:xfrm>
            <a:custGeom>
              <a:avLst/>
              <a:gdLst>
                <a:gd name="connsiteX0" fmla="*/ 475923 w 475922"/>
                <a:gd name="connsiteY0" fmla="*/ 237961 h 475922"/>
                <a:gd name="connsiteX1" fmla="*/ 237961 w 475922"/>
                <a:gd name="connsiteY1" fmla="*/ 475923 h 475922"/>
                <a:gd name="connsiteX2" fmla="*/ 0 w 475922"/>
                <a:gd name="connsiteY2" fmla="*/ 237961 h 475922"/>
                <a:gd name="connsiteX3" fmla="*/ 237961 w 475922"/>
                <a:gd name="connsiteY3" fmla="*/ 0 h 475922"/>
                <a:gd name="connsiteX4" fmla="*/ 475923 w 475922"/>
                <a:gd name="connsiteY4" fmla="*/ 237961 h 475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922" h="475922">
                  <a:moveTo>
                    <a:pt x="475923" y="237961"/>
                  </a:moveTo>
                  <a:cubicBezTo>
                    <a:pt x="475923" y="369384"/>
                    <a:pt x="369384" y="475923"/>
                    <a:pt x="237961" y="475923"/>
                  </a:cubicBezTo>
                  <a:cubicBezTo>
                    <a:pt x="106539" y="475923"/>
                    <a:pt x="0" y="369384"/>
                    <a:pt x="0" y="237961"/>
                  </a:cubicBezTo>
                  <a:cubicBezTo>
                    <a:pt x="0" y="106539"/>
                    <a:pt x="106539" y="0"/>
                    <a:pt x="237961" y="0"/>
                  </a:cubicBezTo>
                  <a:cubicBezTo>
                    <a:pt x="369384" y="0"/>
                    <a:pt x="475923" y="106539"/>
                    <a:pt x="475923" y="237961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3" name="Группа 52">
              <a:extLst>
                <a:ext uri="{FF2B5EF4-FFF2-40B4-BE49-F238E27FC236}">
                  <a16:creationId xmlns:a16="http://schemas.microsoft.com/office/drawing/2014/main" id="{1DF96AD2-6741-9443-EA76-06A010733F6A}"/>
                </a:ext>
              </a:extLst>
            </p:cNvPr>
            <p:cNvGrpSpPr/>
            <p:nvPr userDrawn="1"/>
          </p:nvGrpSpPr>
          <p:grpSpPr>
            <a:xfrm>
              <a:off x="14870687" y="6646481"/>
              <a:ext cx="544839" cy="615717"/>
              <a:chOff x="14857167" y="2618468"/>
              <a:chExt cx="859616" cy="971444"/>
            </a:xfrm>
          </p:grpSpPr>
          <p:sp>
            <p:nvSpPr>
              <p:cNvPr id="54" name="Полилиния 53">
                <a:extLst>
                  <a:ext uri="{FF2B5EF4-FFF2-40B4-BE49-F238E27FC236}">
                    <a16:creationId xmlns:a16="http://schemas.microsoft.com/office/drawing/2014/main" id="{DA561872-8F5D-4531-12AE-6A8C21FDCA82}"/>
                  </a:ext>
                </a:extLst>
              </p:cNvPr>
              <p:cNvSpPr/>
              <p:nvPr/>
            </p:nvSpPr>
            <p:spPr>
              <a:xfrm>
                <a:off x="14857167" y="2618468"/>
                <a:ext cx="859616" cy="813912"/>
              </a:xfrm>
              <a:custGeom>
                <a:avLst/>
                <a:gdLst>
                  <a:gd name="connsiteX0" fmla="*/ 859616 w 859616"/>
                  <a:gd name="connsiteY0" fmla="*/ 813913 h 813912"/>
                  <a:gd name="connsiteX1" fmla="*/ 0 w 859616"/>
                  <a:gd name="connsiteY1" fmla="*/ 813913 h 813912"/>
                  <a:gd name="connsiteX2" fmla="*/ 49553 w 859616"/>
                  <a:gd name="connsiteY2" fmla="*/ 731576 h 813912"/>
                  <a:gd name="connsiteX3" fmla="*/ 126414 w 859616"/>
                  <a:gd name="connsiteY3" fmla="*/ 453273 h 813912"/>
                  <a:gd name="connsiteX4" fmla="*/ 126414 w 859616"/>
                  <a:gd name="connsiteY4" fmla="*/ 315063 h 813912"/>
                  <a:gd name="connsiteX5" fmla="*/ 429808 w 859616"/>
                  <a:gd name="connsiteY5" fmla="*/ 0 h 813912"/>
                  <a:gd name="connsiteX6" fmla="*/ 733202 w 859616"/>
                  <a:gd name="connsiteY6" fmla="*/ 315063 h 813912"/>
                  <a:gd name="connsiteX7" fmla="*/ 733202 w 859616"/>
                  <a:gd name="connsiteY7" fmla="*/ 453273 h 813912"/>
                  <a:gd name="connsiteX8" fmla="*/ 810062 w 859616"/>
                  <a:gd name="connsiteY8" fmla="*/ 731576 h 813912"/>
                  <a:gd name="connsiteX9" fmla="*/ 859616 w 859616"/>
                  <a:gd name="connsiteY9" fmla="*/ 813913 h 813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59616" h="813912">
                    <a:moveTo>
                      <a:pt x="859616" y="813913"/>
                    </a:moveTo>
                    <a:lnTo>
                      <a:pt x="0" y="813913"/>
                    </a:lnTo>
                    <a:lnTo>
                      <a:pt x="49553" y="731576"/>
                    </a:lnTo>
                    <a:cubicBezTo>
                      <a:pt x="99782" y="648121"/>
                      <a:pt x="126414" y="551686"/>
                      <a:pt x="126414" y="453273"/>
                    </a:cubicBezTo>
                    <a:lnTo>
                      <a:pt x="126414" y="315063"/>
                    </a:lnTo>
                    <a:cubicBezTo>
                      <a:pt x="126414" y="141058"/>
                      <a:pt x="262248" y="0"/>
                      <a:pt x="429808" y="0"/>
                    </a:cubicBezTo>
                    <a:cubicBezTo>
                      <a:pt x="597368" y="0"/>
                      <a:pt x="733202" y="141058"/>
                      <a:pt x="733202" y="315063"/>
                    </a:cubicBezTo>
                    <a:lnTo>
                      <a:pt x="733202" y="453273"/>
                    </a:lnTo>
                    <a:cubicBezTo>
                      <a:pt x="733202" y="551686"/>
                      <a:pt x="759835" y="648121"/>
                      <a:pt x="810062" y="731576"/>
                    </a:cubicBezTo>
                    <a:lnTo>
                      <a:pt x="859616" y="813913"/>
                    </a:lnTo>
                    <a:close/>
                  </a:path>
                </a:pathLst>
              </a:custGeom>
              <a:noFill/>
              <a:ln w="254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" name="Полилиния 54">
                <a:extLst>
                  <a:ext uri="{FF2B5EF4-FFF2-40B4-BE49-F238E27FC236}">
                    <a16:creationId xmlns:a16="http://schemas.microsoft.com/office/drawing/2014/main" id="{677C0FB4-384A-54C7-CB09-ACC64837A7A1}"/>
                  </a:ext>
                </a:extLst>
              </p:cNvPr>
              <p:cNvSpPr/>
              <p:nvPr/>
            </p:nvSpPr>
            <p:spPr>
              <a:xfrm>
                <a:off x="15135279" y="3432381"/>
                <a:ext cx="303394" cy="157531"/>
              </a:xfrm>
              <a:custGeom>
                <a:avLst/>
                <a:gdLst>
                  <a:gd name="connsiteX0" fmla="*/ 303394 w 303394"/>
                  <a:gd name="connsiteY0" fmla="*/ 0 h 157531"/>
                  <a:gd name="connsiteX1" fmla="*/ 151593 w 303394"/>
                  <a:gd name="connsiteY1" fmla="*/ 157532 h 157531"/>
                  <a:gd name="connsiteX2" fmla="*/ 0 w 303394"/>
                  <a:gd name="connsiteY2" fmla="*/ 0 h 157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03394" h="157531">
                    <a:moveTo>
                      <a:pt x="303394" y="0"/>
                    </a:moveTo>
                    <a:cubicBezTo>
                      <a:pt x="303394" y="86942"/>
                      <a:pt x="235373" y="157532"/>
                      <a:pt x="151593" y="157532"/>
                    </a:cubicBezTo>
                    <a:cubicBezTo>
                      <a:pt x="67813" y="157532"/>
                      <a:pt x="0" y="86942"/>
                      <a:pt x="0" y="0"/>
                    </a:cubicBezTo>
                  </a:path>
                </a:pathLst>
              </a:custGeom>
              <a:noFill/>
              <a:ln w="254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AD15E6D3-690C-8D43-9012-26FE56C95647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9257849" y="7533216"/>
            <a:ext cx="522701" cy="573518"/>
          </a:xfrm>
          <a:prstGeom prst="rect">
            <a:avLst/>
          </a:prstGeom>
        </p:spPr>
      </p:pic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C59743DE-E9B3-B903-53FD-814177C782B2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9190895" y="4712117"/>
            <a:ext cx="555792" cy="591649"/>
          </a:xfrm>
          <a:prstGeom prst="rect">
            <a:avLst/>
          </a:prstGeom>
        </p:spPr>
      </p:pic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C2417B80-1DAA-70C2-4FE8-B5F65A4B2C27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203540" y="6163444"/>
            <a:ext cx="530502" cy="501029"/>
          </a:xfrm>
          <a:prstGeom prst="rect">
            <a:avLst/>
          </a:prstGeom>
        </p:spPr>
      </p:pic>
      <p:pic>
        <p:nvPicPr>
          <p:cNvPr id="59" name="Рисунок 58">
            <a:extLst>
              <a:ext uri="{FF2B5EF4-FFF2-40B4-BE49-F238E27FC236}">
                <a16:creationId xmlns:a16="http://schemas.microsoft.com/office/drawing/2014/main" id="{1831956D-3939-B0C2-EE55-55C2576C0B9A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9175089" y="9014080"/>
            <a:ext cx="587404" cy="423824"/>
          </a:xfrm>
          <a:prstGeom prst="rect">
            <a:avLst/>
          </a:prstGeom>
        </p:spPr>
      </p:pic>
      <p:grpSp>
        <p:nvGrpSpPr>
          <p:cNvPr id="60" name="Группа 59">
            <a:extLst>
              <a:ext uri="{FF2B5EF4-FFF2-40B4-BE49-F238E27FC236}">
                <a16:creationId xmlns:a16="http://schemas.microsoft.com/office/drawing/2014/main" id="{FE3374C6-3662-746F-A4B7-AEA827B2B58A}"/>
              </a:ext>
            </a:extLst>
          </p:cNvPr>
          <p:cNvGrpSpPr/>
          <p:nvPr userDrawn="1"/>
        </p:nvGrpSpPr>
        <p:grpSpPr>
          <a:xfrm>
            <a:off x="9243791" y="12013024"/>
            <a:ext cx="450000" cy="50000"/>
            <a:chOff x="14922971" y="7694393"/>
            <a:chExt cx="405000" cy="45000"/>
          </a:xfrm>
        </p:grpSpPr>
        <p:sp>
          <p:nvSpPr>
            <p:cNvPr id="61" name="Полилиния 60">
              <a:extLst>
                <a:ext uri="{FF2B5EF4-FFF2-40B4-BE49-F238E27FC236}">
                  <a16:creationId xmlns:a16="http://schemas.microsoft.com/office/drawing/2014/main" id="{50215B43-A76F-7B7E-CA09-915D992B3C39}"/>
                </a:ext>
              </a:extLst>
            </p:cNvPr>
            <p:cNvSpPr/>
            <p:nvPr/>
          </p:nvSpPr>
          <p:spPr>
            <a:xfrm>
              <a:off x="1492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Полилиния 61">
              <a:extLst>
                <a:ext uri="{FF2B5EF4-FFF2-40B4-BE49-F238E27FC236}">
                  <a16:creationId xmlns:a16="http://schemas.microsoft.com/office/drawing/2014/main" id="{887C640F-3305-7D79-AE66-7D2B545BD508}"/>
                </a:ext>
              </a:extLst>
            </p:cNvPr>
            <p:cNvSpPr/>
            <p:nvPr/>
          </p:nvSpPr>
          <p:spPr>
            <a:xfrm>
              <a:off x="1510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Полилиния 62">
              <a:extLst>
                <a:ext uri="{FF2B5EF4-FFF2-40B4-BE49-F238E27FC236}">
                  <a16:creationId xmlns:a16="http://schemas.microsoft.com/office/drawing/2014/main" id="{4188A412-1740-0F93-2C20-D631337DBC52}"/>
                </a:ext>
              </a:extLst>
            </p:cNvPr>
            <p:cNvSpPr/>
            <p:nvPr/>
          </p:nvSpPr>
          <p:spPr>
            <a:xfrm>
              <a:off x="1528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4" name="Группа 63">
            <a:extLst>
              <a:ext uri="{FF2B5EF4-FFF2-40B4-BE49-F238E27FC236}">
                <a16:creationId xmlns:a16="http://schemas.microsoft.com/office/drawing/2014/main" id="{66C026D5-9A42-0EC3-BED3-FA784BF9A947}"/>
              </a:ext>
            </a:extLst>
          </p:cNvPr>
          <p:cNvGrpSpPr/>
          <p:nvPr userDrawn="1"/>
        </p:nvGrpSpPr>
        <p:grpSpPr>
          <a:xfrm>
            <a:off x="9196372" y="10324151"/>
            <a:ext cx="544839" cy="615717"/>
            <a:chOff x="14857167" y="2618468"/>
            <a:chExt cx="859616" cy="971444"/>
          </a:xfrm>
        </p:grpSpPr>
        <p:sp>
          <p:nvSpPr>
            <p:cNvPr id="65" name="Полилиния 64">
              <a:extLst>
                <a:ext uri="{FF2B5EF4-FFF2-40B4-BE49-F238E27FC236}">
                  <a16:creationId xmlns:a16="http://schemas.microsoft.com/office/drawing/2014/main" id="{DE6FEA24-3DA9-255D-7643-4A71AA46A1C6}"/>
                </a:ext>
              </a:extLst>
            </p:cNvPr>
            <p:cNvSpPr/>
            <p:nvPr/>
          </p:nvSpPr>
          <p:spPr>
            <a:xfrm>
              <a:off x="14857167" y="2618468"/>
              <a:ext cx="859616" cy="813912"/>
            </a:xfrm>
            <a:custGeom>
              <a:avLst/>
              <a:gdLst>
                <a:gd name="connsiteX0" fmla="*/ 859616 w 859616"/>
                <a:gd name="connsiteY0" fmla="*/ 813913 h 813912"/>
                <a:gd name="connsiteX1" fmla="*/ 0 w 859616"/>
                <a:gd name="connsiteY1" fmla="*/ 813913 h 813912"/>
                <a:gd name="connsiteX2" fmla="*/ 49553 w 859616"/>
                <a:gd name="connsiteY2" fmla="*/ 731576 h 813912"/>
                <a:gd name="connsiteX3" fmla="*/ 126414 w 859616"/>
                <a:gd name="connsiteY3" fmla="*/ 453273 h 813912"/>
                <a:gd name="connsiteX4" fmla="*/ 126414 w 859616"/>
                <a:gd name="connsiteY4" fmla="*/ 315063 h 813912"/>
                <a:gd name="connsiteX5" fmla="*/ 429808 w 859616"/>
                <a:gd name="connsiteY5" fmla="*/ 0 h 813912"/>
                <a:gd name="connsiteX6" fmla="*/ 733202 w 859616"/>
                <a:gd name="connsiteY6" fmla="*/ 315063 h 813912"/>
                <a:gd name="connsiteX7" fmla="*/ 733202 w 859616"/>
                <a:gd name="connsiteY7" fmla="*/ 453273 h 813912"/>
                <a:gd name="connsiteX8" fmla="*/ 810062 w 859616"/>
                <a:gd name="connsiteY8" fmla="*/ 731576 h 813912"/>
                <a:gd name="connsiteX9" fmla="*/ 859616 w 859616"/>
                <a:gd name="connsiteY9" fmla="*/ 813913 h 813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59616" h="813912">
                  <a:moveTo>
                    <a:pt x="859616" y="813913"/>
                  </a:moveTo>
                  <a:lnTo>
                    <a:pt x="0" y="813913"/>
                  </a:lnTo>
                  <a:lnTo>
                    <a:pt x="49553" y="731576"/>
                  </a:lnTo>
                  <a:cubicBezTo>
                    <a:pt x="99782" y="648121"/>
                    <a:pt x="126414" y="551686"/>
                    <a:pt x="126414" y="453273"/>
                  </a:cubicBezTo>
                  <a:lnTo>
                    <a:pt x="126414" y="315063"/>
                  </a:lnTo>
                  <a:cubicBezTo>
                    <a:pt x="126414" y="141058"/>
                    <a:pt x="262248" y="0"/>
                    <a:pt x="429808" y="0"/>
                  </a:cubicBezTo>
                  <a:cubicBezTo>
                    <a:pt x="597368" y="0"/>
                    <a:pt x="733202" y="141058"/>
                    <a:pt x="733202" y="315063"/>
                  </a:cubicBezTo>
                  <a:lnTo>
                    <a:pt x="733202" y="453273"/>
                  </a:lnTo>
                  <a:cubicBezTo>
                    <a:pt x="733202" y="551686"/>
                    <a:pt x="759835" y="648121"/>
                    <a:pt x="810062" y="731576"/>
                  </a:cubicBezTo>
                  <a:lnTo>
                    <a:pt x="859616" y="813913"/>
                  </a:ln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Полилиния 65">
              <a:extLst>
                <a:ext uri="{FF2B5EF4-FFF2-40B4-BE49-F238E27FC236}">
                  <a16:creationId xmlns:a16="http://schemas.microsoft.com/office/drawing/2014/main" id="{0B44088A-AC9A-A23A-72E9-11D7D6F8646A}"/>
                </a:ext>
              </a:extLst>
            </p:cNvPr>
            <p:cNvSpPr/>
            <p:nvPr/>
          </p:nvSpPr>
          <p:spPr>
            <a:xfrm>
              <a:off x="15135279" y="3432381"/>
              <a:ext cx="303394" cy="157531"/>
            </a:xfrm>
            <a:custGeom>
              <a:avLst/>
              <a:gdLst>
                <a:gd name="connsiteX0" fmla="*/ 303394 w 303394"/>
                <a:gd name="connsiteY0" fmla="*/ 0 h 157531"/>
                <a:gd name="connsiteX1" fmla="*/ 151593 w 303394"/>
                <a:gd name="connsiteY1" fmla="*/ 157532 h 157531"/>
                <a:gd name="connsiteX2" fmla="*/ 0 w 303394"/>
                <a:gd name="connsiteY2" fmla="*/ 0 h 157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3394" h="157531">
                  <a:moveTo>
                    <a:pt x="303394" y="0"/>
                  </a:moveTo>
                  <a:cubicBezTo>
                    <a:pt x="303394" y="86942"/>
                    <a:pt x="235373" y="157532"/>
                    <a:pt x="151593" y="157532"/>
                  </a:cubicBezTo>
                  <a:cubicBezTo>
                    <a:pt x="67813" y="157532"/>
                    <a:pt x="0" y="86942"/>
                    <a:pt x="0" y="0"/>
                  </a:cubicBezTo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7" name="Группа 66">
            <a:extLst>
              <a:ext uri="{FF2B5EF4-FFF2-40B4-BE49-F238E27FC236}">
                <a16:creationId xmlns:a16="http://schemas.microsoft.com/office/drawing/2014/main" id="{8EBB2C5B-FDC3-3B75-8BF3-E3052E77A6A6}"/>
              </a:ext>
            </a:extLst>
          </p:cNvPr>
          <p:cNvGrpSpPr/>
          <p:nvPr userDrawn="1"/>
        </p:nvGrpSpPr>
        <p:grpSpPr>
          <a:xfrm>
            <a:off x="2491196" y="4557941"/>
            <a:ext cx="900000" cy="900000"/>
            <a:chOff x="2237196" y="2392685"/>
            <a:chExt cx="900000" cy="900000"/>
          </a:xfrm>
        </p:grpSpPr>
        <p:sp>
          <p:nvSpPr>
            <p:cNvPr id="68" name="Овал 67">
              <a:extLst>
                <a:ext uri="{FF2B5EF4-FFF2-40B4-BE49-F238E27FC236}">
                  <a16:creationId xmlns:a16="http://schemas.microsoft.com/office/drawing/2014/main" id="{4E1B69BB-E538-0751-8CDF-521DAE4DCBC7}"/>
                </a:ext>
              </a:extLst>
            </p:cNvPr>
            <p:cNvSpPr/>
            <p:nvPr/>
          </p:nvSpPr>
          <p:spPr>
            <a:xfrm>
              <a:off x="2237196" y="2392685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69" name="Рисунок 68">
              <a:extLst>
                <a:ext uri="{FF2B5EF4-FFF2-40B4-BE49-F238E27FC236}">
                  <a16:creationId xmlns:a16="http://schemas.microsoft.com/office/drawing/2014/main" id="{DE630A3B-56AC-2FEE-F60A-710F28AC6C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355987" y="2599798"/>
              <a:ext cx="662419" cy="485774"/>
            </a:xfrm>
            <a:prstGeom prst="rect">
              <a:avLst/>
            </a:prstGeom>
          </p:spPr>
        </p:pic>
      </p:grpSp>
      <p:grpSp>
        <p:nvGrpSpPr>
          <p:cNvPr id="70" name="Группа 69">
            <a:extLst>
              <a:ext uri="{FF2B5EF4-FFF2-40B4-BE49-F238E27FC236}">
                <a16:creationId xmlns:a16="http://schemas.microsoft.com/office/drawing/2014/main" id="{156AE014-B5B3-4071-1FE0-1E8BD871578B}"/>
              </a:ext>
            </a:extLst>
          </p:cNvPr>
          <p:cNvGrpSpPr/>
          <p:nvPr userDrawn="1"/>
        </p:nvGrpSpPr>
        <p:grpSpPr>
          <a:xfrm>
            <a:off x="2491196" y="5963958"/>
            <a:ext cx="900000" cy="900000"/>
            <a:chOff x="2771013" y="3798702"/>
            <a:chExt cx="900000" cy="900000"/>
          </a:xfrm>
        </p:grpSpPr>
        <p:pic>
          <p:nvPicPr>
            <p:cNvPr id="71" name="Рисунок 70">
              <a:extLst>
                <a:ext uri="{FF2B5EF4-FFF2-40B4-BE49-F238E27FC236}">
                  <a16:creationId xmlns:a16="http://schemas.microsoft.com/office/drawing/2014/main" id="{318ECD5C-369C-1380-D044-148FB0C979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020556" y="3952467"/>
              <a:ext cx="400914" cy="623644"/>
            </a:xfrm>
            <a:prstGeom prst="rect">
              <a:avLst/>
            </a:prstGeom>
          </p:spPr>
        </p:pic>
        <p:sp>
          <p:nvSpPr>
            <p:cNvPr id="72" name="Овал 71">
              <a:extLst>
                <a:ext uri="{FF2B5EF4-FFF2-40B4-BE49-F238E27FC236}">
                  <a16:creationId xmlns:a16="http://schemas.microsoft.com/office/drawing/2014/main" id="{26C51DFB-3DC3-3711-B4E9-5BD4B7B2F15C}"/>
                </a:ext>
              </a:extLst>
            </p:cNvPr>
            <p:cNvSpPr/>
            <p:nvPr/>
          </p:nvSpPr>
          <p:spPr>
            <a:xfrm>
              <a:off x="2771013" y="3798702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3" name="Группа 72">
            <a:extLst>
              <a:ext uri="{FF2B5EF4-FFF2-40B4-BE49-F238E27FC236}">
                <a16:creationId xmlns:a16="http://schemas.microsoft.com/office/drawing/2014/main" id="{600BC511-3319-2FB8-4267-63013AB7D7CE}"/>
              </a:ext>
            </a:extLst>
          </p:cNvPr>
          <p:cNvGrpSpPr/>
          <p:nvPr userDrawn="1"/>
        </p:nvGrpSpPr>
        <p:grpSpPr>
          <a:xfrm>
            <a:off x="2491196" y="7369975"/>
            <a:ext cx="900000" cy="900000"/>
            <a:chOff x="2771013" y="5204719"/>
            <a:chExt cx="900000" cy="900000"/>
          </a:xfrm>
        </p:grpSpPr>
        <p:sp>
          <p:nvSpPr>
            <p:cNvPr id="74" name="Овал 73">
              <a:extLst>
                <a:ext uri="{FF2B5EF4-FFF2-40B4-BE49-F238E27FC236}">
                  <a16:creationId xmlns:a16="http://schemas.microsoft.com/office/drawing/2014/main" id="{70EA65C0-5922-D232-EC77-01E3035C61D9}"/>
                </a:ext>
              </a:extLst>
            </p:cNvPr>
            <p:cNvSpPr/>
            <p:nvPr/>
          </p:nvSpPr>
          <p:spPr>
            <a:xfrm>
              <a:off x="2771013" y="5204719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75" name="Рисунок 74">
              <a:extLst>
                <a:ext uri="{FF2B5EF4-FFF2-40B4-BE49-F238E27FC236}">
                  <a16:creationId xmlns:a16="http://schemas.microsoft.com/office/drawing/2014/main" id="{BB843AA5-00C4-8B9A-1A7E-CE39BCBEF0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081778" y="5339266"/>
              <a:ext cx="436705" cy="641689"/>
            </a:xfrm>
            <a:prstGeom prst="rect">
              <a:avLst/>
            </a:prstGeom>
          </p:spPr>
        </p:pic>
      </p:grpSp>
      <p:grpSp>
        <p:nvGrpSpPr>
          <p:cNvPr id="76" name="Группа 75">
            <a:extLst>
              <a:ext uri="{FF2B5EF4-FFF2-40B4-BE49-F238E27FC236}">
                <a16:creationId xmlns:a16="http://schemas.microsoft.com/office/drawing/2014/main" id="{1752CC45-2D16-26A7-072D-EA14A2878F04}"/>
              </a:ext>
            </a:extLst>
          </p:cNvPr>
          <p:cNvGrpSpPr/>
          <p:nvPr userDrawn="1"/>
        </p:nvGrpSpPr>
        <p:grpSpPr>
          <a:xfrm>
            <a:off x="2491196" y="8775992"/>
            <a:ext cx="900000" cy="900000"/>
            <a:chOff x="2771013" y="6610736"/>
            <a:chExt cx="900000" cy="900000"/>
          </a:xfrm>
        </p:grpSpPr>
        <p:pic>
          <p:nvPicPr>
            <p:cNvPr id="77" name="Рисунок 76">
              <a:extLst>
                <a:ext uri="{FF2B5EF4-FFF2-40B4-BE49-F238E27FC236}">
                  <a16:creationId xmlns:a16="http://schemas.microsoft.com/office/drawing/2014/main" id="{70E9075E-0B68-F82C-53C2-1DB9386CC8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2892880" y="6737525"/>
              <a:ext cx="656266" cy="615249"/>
            </a:xfrm>
            <a:prstGeom prst="rect">
              <a:avLst/>
            </a:prstGeom>
          </p:spPr>
        </p:pic>
        <p:sp>
          <p:nvSpPr>
            <p:cNvPr id="78" name="Овал 77">
              <a:extLst>
                <a:ext uri="{FF2B5EF4-FFF2-40B4-BE49-F238E27FC236}">
                  <a16:creationId xmlns:a16="http://schemas.microsoft.com/office/drawing/2014/main" id="{811EE2B6-D658-F0F1-46DD-EEB63DCBF32D}"/>
                </a:ext>
              </a:extLst>
            </p:cNvPr>
            <p:cNvSpPr/>
            <p:nvPr/>
          </p:nvSpPr>
          <p:spPr>
            <a:xfrm>
              <a:off x="2771013" y="6610736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9" name="Группа 78">
            <a:extLst>
              <a:ext uri="{FF2B5EF4-FFF2-40B4-BE49-F238E27FC236}">
                <a16:creationId xmlns:a16="http://schemas.microsoft.com/office/drawing/2014/main" id="{D0DF8E09-6FA0-2165-98ED-C5406CCD8E82}"/>
              </a:ext>
            </a:extLst>
          </p:cNvPr>
          <p:cNvGrpSpPr/>
          <p:nvPr userDrawn="1"/>
        </p:nvGrpSpPr>
        <p:grpSpPr>
          <a:xfrm>
            <a:off x="2491196" y="10182009"/>
            <a:ext cx="900000" cy="900000"/>
            <a:chOff x="2771013" y="8016753"/>
            <a:chExt cx="900000" cy="900000"/>
          </a:xfrm>
        </p:grpSpPr>
        <p:sp>
          <p:nvSpPr>
            <p:cNvPr id="80" name="Овал 79">
              <a:extLst>
                <a:ext uri="{FF2B5EF4-FFF2-40B4-BE49-F238E27FC236}">
                  <a16:creationId xmlns:a16="http://schemas.microsoft.com/office/drawing/2014/main" id="{C6786371-E03B-7D55-FE1C-E945AF694FD4}"/>
                </a:ext>
              </a:extLst>
            </p:cNvPr>
            <p:cNvSpPr/>
            <p:nvPr/>
          </p:nvSpPr>
          <p:spPr>
            <a:xfrm>
              <a:off x="2771013" y="8016753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81" name="Рисунок 80">
              <a:extLst>
                <a:ext uri="{FF2B5EF4-FFF2-40B4-BE49-F238E27FC236}">
                  <a16:creationId xmlns:a16="http://schemas.microsoft.com/office/drawing/2014/main" id="{2EE51893-8766-E2DA-1C29-7CD6074355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2953795" y="8241992"/>
              <a:ext cx="534437" cy="470305"/>
            </a:xfrm>
            <a:prstGeom prst="rect">
              <a:avLst/>
            </a:prstGeom>
          </p:spPr>
        </p:pic>
      </p:grpSp>
      <p:grpSp>
        <p:nvGrpSpPr>
          <p:cNvPr id="82" name="Группа 81">
            <a:extLst>
              <a:ext uri="{FF2B5EF4-FFF2-40B4-BE49-F238E27FC236}">
                <a16:creationId xmlns:a16="http://schemas.microsoft.com/office/drawing/2014/main" id="{307A3A2A-D656-8E7E-A8DB-A3D64E507AC8}"/>
              </a:ext>
            </a:extLst>
          </p:cNvPr>
          <p:cNvGrpSpPr/>
          <p:nvPr userDrawn="1"/>
        </p:nvGrpSpPr>
        <p:grpSpPr>
          <a:xfrm>
            <a:off x="2491196" y="11588024"/>
            <a:ext cx="900000" cy="900000"/>
            <a:chOff x="2771013" y="9422768"/>
            <a:chExt cx="900000" cy="900000"/>
          </a:xfrm>
        </p:grpSpPr>
        <p:pic>
          <p:nvPicPr>
            <p:cNvPr id="83" name="Рисунок 82">
              <a:extLst>
                <a:ext uri="{FF2B5EF4-FFF2-40B4-BE49-F238E27FC236}">
                  <a16:creationId xmlns:a16="http://schemas.microsoft.com/office/drawing/2014/main" id="{53EDE976-F05E-19C1-4092-E2050054A3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2888212" y="9626054"/>
              <a:ext cx="665603" cy="576856"/>
            </a:xfrm>
            <a:prstGeom prst="rect">
              <a:avLst/>
            </a:prstGeom>
          </p:spPr>
        </p:pic>
        <p:sp>
          <p:nvSpPr>
            <p:cNvPr id="84" name="Овал 83">
              <a:extLst>
                <a:ext uri="{FF2B5EF4-FFF2-40B4-BE49-F238E27FC236}">
                  <a16:creationId xmlns:a16="http://schemas.microsoft.com/office/drawing/2014/main" id="{9BB030BD-6E4C-87E0-648C-12FF53F21914}"/>
                </a:ext>
              </a:extLst>
            </p:cNvPr>
            <p:cNvSpPr/>
            <p:nvPr/>
          </p:nvSpPr>
          <p:spPr>
            <a:xfrm>
              <a:off x="2771013" y="9422768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85" name="Рисунок 84">
            <a:extLst>
              <a:ext uri="{FF2B5EF4-FFF2-40B4-BE49-F238E27FC236}">
                <a16:creationId xmlns:a16="http://schemas.microsoft.com/office/drawing/2014/main" id="{0396ED1D-CE51-2A69-8587-E512F8C879DC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217032" y="4765054"/>
            <a:ext cx="662419" cy="485774"/>
          </a:xfrm>
          <a:prstGeom prst="rect">
            <a:avLst/>
          </a:prstGeom>
        </p:spPr>
      </p:pic>
      <p:pic>
        <p:nvPicPr>
          <p:cNvPr id="86" name="Рисунок 85">
            <a:extLst>
              <a:ext uri="{FF2B5EF4-FFF2-40B4-BE49-F238E27FC236}">
                <a16:creationId xmlns:a16="http://schemas.microsoft.com/office/drawing/2014/main" id="{4DE84F8E-856A-6BB5-D8E8-BE286BAF5E6D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347784" y="6117723"/>
            <a:ext cx="400914" cy="623644"/>
          </a:xfrm>
          <a:prstGeom prst="rect">
            <a:avLst/>
          </a:prstGeom>
        </p:spPr>
      </p:pic>
      <p:pic>
        <p:nvPicPr>
          <p:cNvPr id="87" name="Рисунок 86">
            <a:extLst>
              <a:ext uri="{FF2B5EF4-FFF2-40B4-BE49-F238E27FC236}">
                <a16:creationId xmlns:a16="http://schemas.microsoft.com/office/drawing/2014/main" id="{B40CAFC1-FCF5-18C2-BB71-5948ADF96666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409006" y="7504522"/>
            <a:ext cx="436705" cy="641689"/>
          </a:xfrm>
          <a:prstGeom prst="rect">
            <a:avLst/>
          </a:prstGeom>
        </p:spPr>
      </p:pic>
      <p:pic>
        <p:nvPicPr>
          <p:cNvPr id="88" name="Рисунок 87">
            <a:extLst>
              <a:ext uri="{FF2B5EF4-FFF2-40B4-BE49-F238E27FC236}">
                <a16:creationId xmlns:a16="http://schemas.microsoft.com/office/drawing/2014/main" id="{D15842C0-3E62-2A03-AB37-00EDA9DCCD0C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220108" y="8902781"/>
            <a:ext cx="656266" cy="615249"/>
          </a:xfrm>
          <a:prstGeom prst="rect">
            <a:avLst/>
          </a:prstGeom>
        </p:spPr>
      </p:pic>
      <p:pic>
        <p:nvPicPr>
          <p:cNvPr id="89" name="Рисунок 88">
            <a:extLst>
              <a:ext uri="{FF2B5EF4-FFF2-40B4-BE49-F238E27FC236}">
                <a16:creationId xmlns:a16="http://schemas.microsoft.com/office/drawing/2014/main" id="{969C243E-499D-96A4-7540-6D9EF1F5AE99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281023" y="10407248"/>
            <a:ext cx="534437" cy="470305"/>
          </a:xfrm>
          <a:prstGeom prst="rect">
            <a:avLst/>
          </a:prstGeom>
        </p:spPr>
      </p:pic>
      <p:pic>
        <p:nvPicPr>
          <p:cNvPr id="90" name="Рисунок 89">
            <a:extLst>
              <a:ext uri="{FF2B5EF4-FFF2-40B4-BE49-F238E27FC236}">
                <a16:creationId xmlns:a16="http://schemas.microsoft.com/office/drawing/2014/main" id="{9B459ED4-9E5F-7C6A-25DA-E6DC95327419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1215440" y="11791310"/>
            <a:ext cx="665603" cy="576856"/>
          </a:xfrm>
          <a:prstGeom prst="rect">
            <a:avLst/>
          </a:prstGeom>
        </p:spPr>
      </p:pic>
      <p:grpSp>
        <p:nvGrpSpPr>
          <p:cNvPr id="91" name="Группа 90">
            <a:extLst>
              <a:ext uri="{FF2B5EF4-FFF2-40B4-BE49-F238E27FC236}">
                <a16:creationId xmlns:a16="http://schemas.microsoft.com/office/drawing/2014/main" id="{8E7CF205-373F-A6C4-3FA1-18DB708CB89A}"/>
              </a:ext>
            </a:extLst>
          </p:cNvPr>
          <p:cNvGrpSpPr/>
          <p:nvPr userDrawn="1"/>
        </p:nvGrpSpPr>
        <p:grpSpPr>
          <a:xfrm>
            <a:off x="12981355" y="4557941"/>
            <a:ext cx="900000" cy="900000"/>
            <a:chOff x="12727355" y="2392685"/>
            <a:chExt cx="900000" cy="900000"/>
          </a:xfrm>
        </p:grpSpPr>
        <p:sp>
          <p:nvSpPr>
            <p:cNvPr id="92" name="Полилиния 91">
              <a:extLst>
                <a:ext uri="{FF2B5EF4-FFF2-40B4-BE49-F238E27FC236}">
                  <a16:creationId xmlns:a16="http://schemas.microsoft.com/office/drawing/2014/main" id="{90E32522-7B31-D8D0-32E5-94F5809C7719}"/>
                </a:ext>
              </a:extLst>
            </p:cNvPr>
            <p:cNvSpPr/>
            <p:nvPr/>
          </p:nvSpPr>
          <p:spPr>
            <a:xfrm>
              <a:off x="12727355" y="2392685"/>
              <a:ext cx="900000" cy="900000"/>
            </a:xfrm>
            <a:custGeom>
              <a:avLst/>
              <a:gdLst>
                <a:gd name="connsiteX0" fmla="*/ 645743 w 645742"/>
                <a:gd name="connsiteY0" fmla="*/ 322871 h 645742"/>
                <a:gd name="connsiteX1" fmla="*/ 322871 w 645742"/>
                <a:gd name="connsiteY1" fmla="*/ 645743 h 645742"/>
                <a:gd name="connsiteX2" fmla="*/ 0 w 645742"/>
                <a:gd name="connsiteY2" fmla="*/ 322871 h 645742"/>
                <a:gd name="connsiteX3" fmla="*/ 322871 w 645742"/>
                <a:gd name="connsiteY3" fmla="*/ 0 h 645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5742" h="645742">
                  <a:moveTo>
                    <a:pt x="645743" y="322871"/>
                  </a:moveTo>
                  <a:cubicBezTo>
                    <a:pt x="645743" y="501096"/>
                    <a:pt x="501096" y="645743"/>
                    <a:pt x="322871" y="645743"/>
                  </a:cubicBezTo>
                  <a:cubicBezTo>
                    <a:pt x="144646" y="645743"/>
                    <a:pt x="0" y="501096"/>
                    <a:pt x="0" y="322871"/>
                  </a:cubicBezTo>
                  <a:cubicBezTo>
                    <a:pt x="0" y="144646"/>
                    <a:pt x="144646" y="0"/>
                    <a:pt x="322871" y="0"/>
                  </a:cubicBezTo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3" name="Полилиния 92">
              <a:extLst>
                <a:ext uri="{FF2B5EF4-FFF2-40B4-BE49-F238E27FC236}">
                  <a16:creationId xmlns:a16="http://schemas.microsoft.com/office/drawing/2014/main" id="{F5C70A84-A935-FF8E-C4A3-53E061966D38}"/>
                </a:ext>
              </a:extLst>
            </p:cNvPr>
            <p:cNvSpPr/>
            <p:nvPr/>
          </p:nvSpPr>
          <p:spPr>
            <a:xfrm>
              <a:off x="13296327" y="2408597"/>
              <a:ext cx="316309" cy="319554"/>
            </a:xfrm>
            <a:custGeom>
              <a:avLst/>
              <a:gdLst>
                <a:gd name="connsiteX0" fmla="*/ 0 w 226949"/>
                <a:gd name="connsiteY0" fmla="*/ 0 h 229277"/>
                <a:gd name="connsiteX1" fmla="*/ 226950 w 226949"/>
                <a:gd name="connsiteY1" fmla="*/ 229277 h 22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6949" h="229277">
                  <a:moveTo>
                    <a:pt x="0" y="0"/>
                  </a:moveTo>
                  <a:cubicBezTo>
                    <a:pt x="110713" y="30306"/>
                    <a:pt x="197744" y="118114"/>
                    <a:pt x="226950" y="229277"/>
                  </a:cubicBezTo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4" name="Группа 93">
            <a:extLst>
              <a:ext uri="{FF2B5EF4-FFF2-40B4-BE49-F238E27FC236}">
                <a16:creationId xmlns:a16="http://schemas.microsoft.com/office/drawing/2014/main" id="{634BE71F-DFB2-0BF7-41E2-491A29CD6006}"/>
              </a:ext>
            </a:extLst>
          </p:cNvPr>
          <p:cNvGrpSpPr/>
          <p:nvPr userDrawn="1"/>
        </p:nvGrpSpPr>
        <p:grpSpPr>
          <a:xfrm>
            <a:off x="14378888" y="4557941"/>
            <a:ext cx="900000" cy="900000"/>
            <a:chOff x="14693106" y="4815321"/>
            <a:chExt cx="900000" cy="900000"/>
          </a:xfrm>
        </p:grpSpPr>
        <p:sp>
          <p:nvSpPr>
            <p:cNvPr id="95" name="Полилиния 94">
              <a:extLst>
                <a:ext uri="{FF2B5EF4-FFF2-40B4-BE49-F238E27FC236}">
                  <a16:creationId xmlns:a16="http://schemas.microsoft.com/office/drawing/2014/main" id="{DF81037F-616A-3411-6926-F8085FF4F696}"/>
                </a:ext>
              </a:extLst>
            </p:cNvPr>
            <p:cNvSpPr/>
            <p:nvPr/>
          </p:nvSpPr>
          <p:spPr>
            <a:xfrm>
              <a:off x="14693106" y="4815321"/>
              <a:ext cx="900000" cy="900000"/>
            </a:xfrm>
            <a:custGeom>
              <a:avLst/>
              <a:gdLst>
                <a:gd name="connsiteX0" fmla="*/ 475923 w 475922"/>
                <a:gd name="connsiteY0" fmla="*/ 237961 h 475922"/>
                <a:gd name="connsiteX1" fmla="*/ 237961 w 475922"/>
                <a:gd name="connsiteY1" fmla="*/ 475923 h 475922"/>
                <a:gd name="connsiteX2" fmla="*/ 0 w 475922"/>
                <a:gd name="connsiteY2" fmla="*/ 237961 h 475922"/>
                <a:gd name="connsiteX3" fmla="*/ 237961 w 475922"/>
                <a:gd name="connsiteY3" fmla="*/ 0 h 475922"/>
                <a:gd name="connsiteX4" fmla="*/ 475923 w 475922"/>
                <a:gd name="connsiteY4" fmla="*/ 237961 h 475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922" h="475922">
                  <a:moveTo>
                    <a:pt x="475923" y="237961"/>
                  </a:moveTo>
                  <a:cubicBezTo>
                    <a:pt x="475923" y="369384"/>
                    <a:pt x="369384" y="475923"/>
                    <a:pt x="237961" y="475923"/>
                  </a:cubicBezTo>
                  <a:cubicBezTo>
                    <a:pt x="106539" y="475923"/>
                    <a:pt x="0" y="369384"/>
                    <a:pt x="0" y="237961"/>
                  </a:cubicBezTo>
                  <a:cubicBezTo>
                    <a:pt x="0" y="106539"/>
                    <a:pt x="106539" y="0"/>
                    <a:pt x="237961" y="0"/>
                  </a:cubicBezTo>
                  <a:cubicBezTo>
                    <a:pt x="369384" y="0"/>
                    <a:pt x="475923" y="106539"/>
                    <a:pt x="475923" y="237961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6" name="Полилиния 95">
              <a:extLst>
                <a:ext uri="{FF2B5EF4-FFF2-40B4-BE49-F238E27FC236}">
                  <a16:creationId xmlns:a16="http://schemas.microsoft.com/office/drawing/2014/main" id="{443F9CAE-C525-EAD0-B162-0937EE6C4C83}"/>
                </a:ext>
              </a:extLst>
            </p:cNvPr>
            <p:cNvSpPr/>
            <p:nvPr/>
          </p:nvSpPr>
          <p:spPr>
            <a:xfrm>
              <a:off x="14893105" y="5265321"/>
              <a:ext cx="500000" cy="50000"/>
            </a:xfrm>
            <a:custGeom>
              <a:avLst/>
              <a:gdLst>
                <a:gd name="connsiteX0" fmla="*/ 0 w 264401"/>
                <a:gd name="connsiteY0" fmla="*/ 0 h 26440"/>
                <a:gd name="connsiteX1" fmla="*/ 264402 w 264401"/>
                <a:gd name="connsiteY1" fmla="*/ 0 h 26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4401" h="26440">
                  <a:moveTo>
                    <a:pt x="0" y="0"/>
                  </a:moveTo>
                  <a:lnTo>
                    <a:pt x="264402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7" name="Группа 96">
            <a:extLst>
              <a:ext uri="{FF2B5EF4-FFF2-40B4-BE49-F238E27FC236}">
                <a16:creationId xmlns:a16="http://schemas.microsoft.com/office/drawing/2014/main" id="{CBAFB5C6-B344-9905-599C-6EFD59D42F90}"/>
              </a:ext>
            </a:extLst>
          </p:cNvPr>
          <p:cNvGrpSpPr/>
          <p:nvPr userDrawn="1"/>
        </p:nvGrpSpPr>
        <p:grpSpPr>
          <a:xfrm>
            <a:off x="14378888" y="5963958"/>
            <a:ext cx="900000" cy="900000"/>
            <a:chOff x="14124888" y="3798702"/>
            <a:chExt cx="900000" cy="900000"/>
          </a:xfrm>
        </p:grpSpPr>
        <p:pic>
          <p:nvPicPr>
            <p:cNvPr id="98" name="Рисунок 97">
              <a:extLst>
                <a:ext uri="{FF2B5EF4-FFF2-40B4-BE49-F238E27FC236}">
                  <a16:creationId xmlns:a16="http://schemas.microsoft.com/office/drawing/2014/main" id="{037501B7-334A-313F-2EED-6431E5E08FB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2"/>
            <a:stretch>
              <a:fillRect/>
            </a:stretch>
          </p:blipFill>
          <p:spPr>
            <a:xfrm>
              <a:off x="14264814" y="4000643"/>
              <a:ext cx="620148" cy="496119"/>
            </a:xfrm>
            <a:prstGeom prst="rect">
              <a:avLst/>
            </a:prstGeom>
          </p:spPr>
        </p:pic>
        <p:sp>
          <p:nvSpPr>
            <p:cNvPr id="99" name="Овал 98">
              <a:extLst>
                <a:ext uri="{FF2B5EF4-FFF2-40B4-BE49-F238E27FC236}">
                  <a16:creationId xmlns:a16="http://schemas.microsoft.com/office/drawing/2014/main" id="{6FE03F64-CD91-8E71-941C-A531B5BDE038}"/>
                </a:ext>
              </a:extLst>
            </p:cNvPr>
            <p:cNvSpPr/>
            <p:nvPr/>
          </p:nvSpPr>
          <p:spPr>
            <a:xfrm>
              <a:off x="14124888" y="3798702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0" name="Группа 99">
            <a:extLst>
              <a:ext uri="{FF2B5EF4-FFF2-40B4-BE49-F238E27FC236}">
                <a16:creationId xmlns:a16="http://schemas.microsoft.com/office/drawing/2014/main" id="{2BAC1A6D-C233-0B4D-7AB9-58B99D1E3098}"/>
              </a:ext>
            </a:extLst>
          </p:cNvPr>
          <p:cNvGrpSpPr/>
          <p:nvPr userDrawn="1"/>
        </p:nvGrpSpPr>
        <p:grpSpPr>
          <a:xfrm>
            <a:off x="14378888" y="7369975"/>
            <a:ext cx="900000" cy="900000"/>
            <a:chOff x="14124888" y="5204719"/>
            <a:chExt cx="900000" cy="900000"/>
          </a:xfrm>
        </p:grpSpPr>
        <p:pic>
          <p:nvPicPr>
            <p:cNvPr id="101" name="Рисунок 100">
              <a:extLst>
                <a:ext uri="{FF2B5EF4-FFF2-40B4-BE49-F238E27FC236}">
                  <a16:creationId xmlns:a16="http://schemas.microsoft.com/office/drawing/2014/main" id="{6B886FA7-E540-5522-6C9D-24793A4CA0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3"/>
            <a:stretch>
              <a:fillRect/>
            </a:stretch>
          </p:blipFill>
          <p:spPr>
            <a:xfrm>
              <a:off x="14280336" y="5339127"/>
              <a:ext cx="589105" cy="631184"/>
            </a:xfrm>
            <a:prstGeom prst="rect">
              <a:avLst/>
            </a:prstGeom>
          </p:spPr>
        </p:pic>
        <p:sp>
          <p:nvSpPr>
            <p:cNvPr id="102" name="Овал 101">
              <a:extLst>
                <a:ext uri="{FF2B5EF4-FFF2-40B4-BE49-F238E27FC236}">
                  <a16:creationId xmlns:a16="http://schemas.microsoft.com/office/drawing/2014/main" id="{79803268-6B7A-FE14-50DA-130EF7387272}"/>
                </a:ext>
              </a:extLst>
            </p:cNvPr>
            <p:cNvSpPr/>
            <p:nvPr/>
          </p:nvSpPr>
          <p:spPr>
            <a:xfrm>
              <a:off x="14124888" y="5204719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3" name="Группа 102">
            <a:extLst>
              <a:ext uri="{FF2B5EF4-FFF2-40B4-BE49-F238E27FC236}">
                <a16:creationId xmlns:a16="http://schemas.microsoft.com/office/drawing/2014/main" id="{44EB8524-34C5-197E-301A-D2FDAF68D364}"/>
              </a:ext>
            </a:extLst>
          </p:cNvPr>
          <p:cNvGrpSpPr/>
          <p:nvPr userDrawn="1"/>
        </p:nvGrpSpPr>
        <p:grpSpPr>
          <a:xfrm>
            <a:off x="14378888" y="8775992"/>
            <a:ext cx="900000" cy="900000"/>
            <a:chOff x="14124888" y="6610736"/>
            <a:chExt cx="900000" cy="900000"/>
          </a:xfrm>
        </p:grpSpPr>
        <p:sp>
          <p:nvSpPr>
            <p:cNvPr id="104" name="Рисунок 26">
              <a:extLst>
                <a:ext uri="{FF2B5EF4-FFF2-40B4-BE49-F238E27FC236}">
                  <a16:creationId xmlns:a16="http://schemas.microsoft.com/office/drawing/2014/main" id="{C8FB234B-1281-587C-B767-39D03BCF9312}"/>
                </a:ext>
              </a:extLst>
            </p:cNvPr>
            <p:cNvSpPr/>
            <p:nvPr/>
          </p:nvSpPr>
          <p:spPr>
            <a:xfrm>
              <a:off x="14372966" y="6805750"/>
              <a:ext cx="389157" cy="524660"/>
            </a:xfrm>
            <a:custGeom>
              <a:avLst/>
              <a:gdLst>
                <a:gd name="connsiteX0" fmla="*/ 731267 w 731267"/>
                <a:gd name="connsiteY0" fmla="*/ 0 h 985890"/>
                <a:gd name="connsiteX1" fmla="*/ 731267 w 731267"/>
                <a:gd name="connsiteY1" fmla="*/ 985890 h 985890"/>
                <a:gd name="connsiteX2" fmla="*/ 365634 w 731267"/>
                <a:gd name="connsiteY2" fmla="*/ 739408 h 985890"/>
                <a:gd name="connsiteX3" fmla="*/ 0 w 731267"/>
                <a:gd name="connsiteY3" fmla="*/ 985890 h 985890"/>
                <a:gd name="connsiteX4" fmla="*/ 0 w 731267"/>
                <a:gd name="connsiteY4" fmla="*/ 184848 h 985890"/>
                <a:gd name="connsiteX5" fmla="*/ 182817 w 731267"/>
                <a:gd name="connsiteY5" fmla="*/ 0 h 985890"/>
                <a:gd name="connsiteX6" fmla="*/ 731267 w 731267"/>
                <a:gd name="connsiteY6" fmla="*/ 0 h 985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1267" h="985890">
                  <a:moveTo>
                    <a:pt x="731267" y="0"/>
                  </a:moveTo>
                  <a:lnTo>
                    <a:pt x="731267" y="985890"/>
                  </a:lnTo>
                  <a:lnTo>
                    <a:pt x="365634" y="739408"/>
                  </a:lnTo>
                  <a:lnTo>
                    <a:pt x="0" y="985890"/>
                  </a:lnTo>
                  <a:lnTo>
                    <a:pt x="0" y="184848"/>
                  </a:lnTo>
                  <a:cubicBezTo>
                    <a:pt x="0" y="82759"/>
                    <a:pt x="81850" y="0"/>
                    <a:pt x="182817" y="0"/>
                  </a:cubicBezTo>
                  <a:lnTo>
                    <a:pt x="731267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" name="Овал 104">
              <a:extLst>
                <a:ext uri="{FF2B5EF4-FFF2-40B4-BE49-F238E27FC236}">
                  <a16:creationId xmlns:a16="http://schemas.microsoft.com/office/drawing/2014/main" id="{61EE0E80-EDB1-3CF4-B5DE-AE420D702F1F}"/>
                </a:ext>
              </a:extLst>
            </p:cNvPr>
            <p:cNvSpPr/>
            <p:nvPr/>
          </p:nvSpPr>
          <p:spPr>
            <a:xfrm>
              <a:off x="14124888" y="6610736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6" name="Группа 105">
            <a:extLst>
              <a:ext uri="{FF2B5EF4-FFF2-40B4-BE49-F238E27FC236}">
                <a16:creationId xmlns:a16="http://schemas.microsoft.com/office/drawing/2014/main" id="{2F674A25-02C4-F648-F914-03ED059B8F30}"/>
              </a:ext>
            </a:extLst>
          </p:cNvPr>
          <p:cNvGrpSpPr/>
          <p:nvPr userDrawn="1"/>
        </p:nvGrpSpPr>
        <p:grpSpPr>
          <a:xfrm>
            <a:off x="14378888" y="10182009"/>
            <a:ext cx="900000" cy="900000"/>
            <a:chOff x="14124888" y="8016753"/>
            <a:chExt cx="900000" cy="900000"/>
          </a:xfrm>
        </p:grpSpPr>
        <p:pic>
          <p:nvPicPr>
            <p:cNvPr id="107" name="Рисунок 106">
              <a:extLst>
                <a:ext uri="{FF2B5EF4-FFF2-40B4-BE49-F238E27FC236}">
                  <a16:creationId xmlns:a16="http://schemas.microsoft.com/office/drawing/2014/main" id="{A2DD94FF-B138-3813-4388-AA838377DB6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4"/>
            <a:stretch>
              <a:fillRect/>
            </a:stretch>
          </p:blipFill>
          <p:spPr>
            <a:xfrm>
              <a:off x="14299583" y="8139375"/>
              <a:ext cx="491068" cy="654757"/>
            </a:xfrm>
            <a:prstGeom prst="rect">
              <a:avLst/>
            </a:prstGeom>
          </p:spPr>
        </p:pic>
        <p:sp>
          <p:nvSpPr>
            <p:cNvPr id="108" name="Овал 107">
              <a:extLst>
                <a:ext uri="{FF2B5EF4-FFF2-40B4-BE49-F238E27FC236}">
                  <a16:creationId xmlns:a16="http://schemas.microsoft.com/office/drawing/2014/main" id="{659B0E53-7B1A-4CDD-3F61-D4D18FC712AA}"/>
                </a:ext>
              </a:extLst>
            </p:cNvPr>
            <p:cNvSpPr/>
            <p:nvPr/>
          </p:nvSpPr>
          <p:spPr>
            <a:xfrm>
              <a:off x="14124888" y="8016753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09" name="Рисунок 108">
            <a:extLst>
              <a:ext uri="{FF2B5EF4-FFF2-40B4-BE49-F238E27FC236}">
                <a16:creationId xmlns:a16="http://schemas.microsoft.com/office/drawing/2014/main" id="{F80DDA20-13EB-BBCE-2DA7-70FCB58E2AC6}"/>
              </a:ext>
            </a:extLst>
          </p:cNvPr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13121281" y="6165899"/>
            <a:ext cx="620148" cy="496119"/>
          </a:xfrm>
          <a:prstGeom prst="rect">
            <a:avLst/>
          </a:prstGeom>
        </p:spPr>
      </p:pic>
      <p:pic>
        <p:nvPicPr>
          <p:cNvPr id="110" name="Рисунок 109">
            <a:extLst>
              <a:ext uri="{FF2B5EF4-FFF2-40B4-BE49-F238E27FC236}">
                <a16:creationId xmlns:a16="http://schemas.microsoft.com/office/drawing/2014/main" id="{09447578-A936-1B07-2AC2-7508BB7B0CC7}"/>
              </a:ext>
            </a:extLst>
          </p:cNvPr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13136803" y="7504383"/>
            <a:ext cx="589105" cy="631184"/>
          </a:xfrm>
          <a:prstGeom prst="rect">
            <a:avLst/>
          </a:prstGeom>
        </p:spPr>
      </p:pic>
      <p:sp>
        <p:nvSpPr>
          <p:cNvPr id="111" name="Рисунок 26">
            <a:extLst>
              <a:ext uri="{FF2B5EF4-FFF2-40B4-BE49-F238E27FC236}">
                <a16:creationId xmlns:a16="http://schemas.microsoft.com/office/drawing/2014/main" id="{1B9D9FBE-6C57-64BA-1B25-942150CB672B}"/>
              </a:ext>
            </a:extLst>
          </p:cNvPr>
          <p:cNvSpPr/>
          <p:nvPr userDrawn="1"/>
        </p:nvSpPr>
        <p:spPr>
          <a:xfrm>
            <a:off x="13236777" y="8971006"/>
            <a:ext cx="389157" cy="524660"/>
          </a:xfrm>
          <a:custGeom>
            <a:avLst/>
            <a:gdLst>
              <a:gd name="connsiteX0" fmla="*/ 731267 w 731267"/>
              <a:gd name="connsiteY0" fmla="*/ 0 h 985890"/>
              <a:gd name="connsiteX1" fmla="*/ 731267 w 731267"/>
              <a:gd name="connsiteY1" fmla="*/ 985890 h 985890"/>
              <a:gd name="connsiteX2" fmla="*/ 365634 w 731267"/>
              <a:gd name="connsiteY2" fmla="*/ 739408 h 985890"/>
              <a:gd name="connsiteX3" fmla="*/ 0 w 731267"/>
              <a:gd name="connsiteY3" fmla="*/ 985890 h 985890"/>
              <a:gd name="connsiteX4" fmla="*/ 0 w 731267"/>
              <a:gd name="connsiteY4" fmla="*/ 184848 h 985890"/>
              <a:gd name="connsiteX5" fmla="*/ 182817 w 731267"/>
              <a:gd name="connsiteY5" fmla="*/ 0 h 985890"/>
              <a:gd name="connsiteX6" fmla="*/ 731267 w 731267"/>
              <a:gd name="connsiteY6" fmla="*/ 0 h 985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1267" h="985890">
                <a:moveTo>
                  <a:pt x="731267" y="0"/>
                </a:moveTo>
                <a:lnTo>
                  <a:pt x="731267" y="985890"/>
                </a:lnTo>
                <a:lnTo>
                  <a:pt x="365634" y="739408"/>
                </a:lnTo>
                <a:lnTo>
                  <a:pt x="0" y="985890"/>
                </a:lnTo>
                <a:lnTo>
                  <a:pt x="0" y="184848"/>
                </a:lnTo>
                <a:cubicBezTo>
                  <a:pt x="0" y="82759"/>
                  <a:pt x="81850" y="0"/>
                  <a:pt x="182817" y="0"/>
                </a:cubicBezTo>
                <a:lnTo>
                  <a:pt x="731267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prstDash val="solid"/>
            <a:round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2" name="Рисунок 111">
            <a:extLst>
              <a:ext uri="{FF2B5EF4-FFF2-40B4-BE49-F238E27FC236}">
                <a16:creationId xmlns:a16="http://schemas.microsoft.com/office/drawing/2014/main" id="{1DB513E2-22D2-7D36-2016-31BDA4CE73F0}"/>
              </a:ext>
            </a:extLst>
          </p:cNvPr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13185821" y="10304631"/>
            <a:ext cx="491068" cy="654757"/>
          </a:xfrm>
          <a:prstGeom prst="rect">
            <a:avLst/>
          </a:prstGeom>
        </p:spPr>
      </p:pic>
      <p:grpSp>
        <p:nvGrpSpPr>
          <p:cNvPr id="113" name="Группа 112">
            <a:extLst>
              <a:ext uri="{FF2B5EF4-FFF2-40B4-BE49-F238E27FC236}">
                <a16:creationId xmlns:a16="http://schemas.microsoft.com/office/drawing/2014/main" id="{734998DE-CB4C-3BD4-6E8E-B789D15E768C}"/>
              </a:ext>
            </a:extLst>
          </p:cNvPr>
          <p:cNvGrpSpPr/>
          <p:nvPr userDrawn="1"/>
        </p:nvGrpSpPr>
        <p:grpSpPr>
          <a:xfrm>
            <a:off x="14378888" y="11588024"/>
            <a:ext cx="900000" cy="900000"/>
            <a:chOff x="839608" y="7340770"/>
            <a:chExt cx="918854" cy="918854"/>
          </a:xfrm>
        </p:grpSpPr>
        <p:sp>
          <p:nvSpPr>
            <p:cNvPr id="114" name="Овал 113">
              <a:extLst>
                <a:ext uri="{FF2B5EF4-FFF2-40B4-BE49-F238E27FC236}">
                  <a16:creationId xmlns:a16="http://schemas.microsoft.com/office/drawing/2014/main" id="{85C9E7BB-107D-77C2-2B88-77D5E630795A}"/>
                </a:ext>
              </a:extLst>
            </p:cNvPr>
            <p:cNvSpPr/>
            <p:nvPr/>
          </p:nvSpPr>
          <p:spPr>
            <a:xfrm>
              <a:off x="839608" y="7340770"/>
              <a:ext cx="918854" cy="91885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476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115" name="Рисунок 114">
              <a:extLst>
                <a:ext uri="{FF2B5EF4-FFF2-40B4-BE49-F238E27FC236}">
                  <a16:creationId xmlns:a16="http://schemas.microsoft.com/office/drawing/2014/main" id="{C7B954E2-63AF-6525-7445-9240D0E0F5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1052575" y="7612218"/>
              <a:ext cx="492921" cy="375957"/>
            </a:xfrm>
            <a:prstGeom prst="rect">
              <a:avLst/>
            </a:prstGeom>
          </p:spPr>
        </p:pic>
      </p:grpSp>
      <p:pic>
        <p:nvPicPr>
          <p:cNvPr id="116" name="Рисунок 115">
            <a:extLst>
              <a:ext uri="{FF2B5EF4-FFF2-40B4-BE49-F238E27FC236}">
                <a16:creationId xmlns:a16="http://schemas.microsoft.com/office/drawing/2014/main" id="{84E9D600-73AB-08D6-571B-A7443863E2DE}"/>
              </a:ext>
            </a:extLst>
          </p:cNvPr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13192135" y="11853902"/>
            <a:ext cx="482807" cy="368243"/>
          </a:xfrm>
          <a:prstGeom prst="rect">
            <a:avLst/>
          </a:prstGeom>
        </p:spPr>
      </p:pic>
      <p:sp>
        <p:nvSpPr>
          <p:cNvPr id="117" name="TextBox 116">
            <a:extLst>
              <a:ext uri="{FF2B5EF4-FFF2-40B4-BE49-F238E27FC236}">
                <a16:creationId xmlns:a16="http://schemas.microsoft.com/office/drawing/2014/main" id="{2C63CBC6-C894-3827-2B9B-E12CE362215C}"/>
              </a:ext>
            </a:extLst>
          </p:cNvPr>
          <p:cNvSpPr txBox="1"/>
          <p:nvPr userDrawn="1"/>
        </p:nvSpPr>
        <p:spPr>
          <a:xfrm>
            <a:off x="12981355" y="2332607"/>
            <a:ext cx="10980738" cy="119096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342900" marR="0" lvl="0" indent="-34290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Если иконка используется без окружности – 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размер внутренней части не меняется</a:t>
            </a:r>
          </a:p>
          <a:p>
            <a:pPr marL="342900" marR="0" lvl="0" indent="-34290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Иконки используются в темной или светлой заливке</a:t>
            </a:r>
          </a:p>
        </p:txBody>
      </p:sp>
    </p:spTree>
    <p:extLst>
      <p:ext uri="{BB962C8B-B14F-4D97-AF65-F5344CB8AC3E}">
        <p14:creationId xmlns:p14="http://schemas.microsoft.com/office/powerpoint/2010/main" val="36545335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закрывающий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905157-E746-D078-CAEB-3EFF26761D3A}"/>
              </a:ext>
            </a:extLst>
          </p:cNvPr>
          <p:cNvSpPr txBox="1"/>
          <p:nvPr userDrawn="1"/>
        </p:nvSpPr>
        <p:spPr>
          <a:xfrm>
            <a:off x="1219351" y="817780"/>
            <a:ext cx="1895286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9000"/>
              </a:lnSpc>
              <a:spcBef>
                <a:spcPct val="0"/>
              </a:spcBef>
              <a:defRPr sz="8000" b="1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Semibold" panose="020B0503030202060203" pitchFamily="34" charset="0"/>
                <a:ea typeface="+mj-ea"/>
                <a:cs typeface="+mj-cs"/>
              </a:rPr>
              <a:t>Линейная графика</a:t>
            </a: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8C3B8903-D742-583E-682C-92B5AB2A66FD}"/>
              </a:ext>
            </a:extLst>
          </p:cNvPr>
          <p:cNvSpPr/>
          <p:nvPr userDrawn="1"/>
        </p:nvSpPr>
        <p:spPr>
          <a:xfrm>
            <a:off x="15990849" y="2438400"/>
            <a:ext cx="7161945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1485991" rtl="0" eaLnBrk="1" fontAlgn="auto" latinLnBrk="0" hangingPunct="1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t>Толщина линии при масштабировании – 2 </a:t>
            </a:r>
            <a:r>
              <a:rPr kumimoji="0" lang="ru-RU" sz="3600" b="0" i="0" u="none" strike="noStrike" kern="1200" cap="none" spc="0" normalizeH="0" baseline="0" noProof="0" dirty="0" err="1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t>пт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  <p:grpSp>
        <p:nvGrpSpPr>
          <p:cNvPr id="118" name="Группа 117">
            <a:extLst>
              <a:ext uri="{FF2B5EF4-FFF2-40B4-BE49-F238E27FC236}">
                <a16:creationId xmlns:a16="http://schemas.microsoft.com/office/drawing/2014/main" id="{7D1AB9F1-FA8C-9F62-F481-2E2494ECC21F}"/>
              </a:ext>
            </a:extLst>
          </p:cNvPr>
          <p:cNvGrpSpPr/>
          <p:nvPr userDrawn="1"/>
        </p:nvGrpSpPr>
        <p:grpSpPr>
          <a:xfrm>
            <a:off x="1275664" y="8925425"/>
            <a:ext cx="4111963" cy="2875201"/>
            <a:chOff x="1275664" y="8925425"/>
            <a:chExt cx="4111963" cy="2875201"/>
          </a:xfrm>
        </p:grpSpPr>
        <p:sp>
          <p:nvSpPr>
            <p:cNvPr id="119" name="Полилиния 118">
              <a:extLst>
                <a:ext uri="{FF2B5EF4-FFF2-40B4-BE49-F238E27FC236}">
                  <a16:creationId xmlns:a16="http://schemas.microsoft.com/office/drawing/2014/main" id="{01F8A4AE-2224-B92A-D351-6ED5CE1AB806}"/>
                </a:ext>
              </a:extLst>
            </p:cNvPr>
            <p:cNvSpPr/>
            <p:nvPr/>
          </p:nvSpPr>
          <p:spPr>
            <a:xfrm>
              <a:off x="1494583" y="9202121"/>
              <a:ext cx="1313711" cy="2525374"/>
            </a:xfrm>
            <a:custGeom>
              <a:avLst/>
              <a:gdLst>
                <a:gd name="connsiteX0" fmla="*/ 656854 w 1313711"/>
                <a:gd name="connsiteY0" fmla="*/ 0 h 2525374"/>
                <a:gd name="connsiteX1" fmla="*/ 0 w 1313711"/>
                <a:gd name="connsiteY1" fmla="*/ 1262688 h 2525374"/>
                <a:gd name="connsiteX2" fmla="*/ 656854 w 1313711"/>
                <a:gd name="connsiteY2" fmla="*/ 2525374 h 2525374"/>
                <a:gd name="connsiteX3" fmla="*/ 1154464 w 1313711"/>
                <a:gd name="connsiteY3" fmla="*/ 2086941 h 2525374"/>
                <a:gd name="connsiteX4" fmla="*/ 905206 w 1313711"/>
                <a:gd name="connsiteY4" fmla="*/ 93373 h 2525374"/>
                <a:gd name="connsiteX5" fmla="*/ 1313712 w 1313711"/>
                <a:gd name="connsiteY5" fmla="*/ 1262688 h 2525374"/>
                <a:gd name="connsiteX6" fmla="*/ 1238162 w 1313711"/>
                <a:gd name="connsiteY6" fmla="*/ 1851157 h 25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13711" h="2525374">
                  <a:moveTo>
                    <a:pt x="656854" y="0"/>
                  </a:moveTo>
                  <a:cubicBezTo>
                    <a:pt x="294083" y="0"/>
                    <a:pt x="0" y="565325"/>
                    <a:pt x="0" y="1262688"/>
                  </a:cubicBezTo>
                  <a:cubicBezTo>
                    <a:pt x="0" y="1960048"/>
                    <a:pt x="294083" y="2525374"/>
                    <a:pt x="656854" y="2525374"/>
                  </a:cubicBezTo>
                  <a:cubicBezTo>
                    <a:pt x="855759" y="2525374"/>
                    <a:pt x="1034008" y="2355419"/>
                    <a:pt x="1154464" y="2086941"/>
                  </a:cubicBezTo>
                  <a:moveTo>
                    <a:pt x="905206" y="93373"/>
                  </a:moveTo>
                  <a:cubicBezTo>
                    <a:pt x="1144858" y="281654"/>
                    <a:pt x="1313712" y="734263"/>
                    <a:pt x="1313712" y="1262688"/>
                  </a:cubicBezTo>
                  <a:cubicBezTo>
                    <a:pt x="1313712" y="1475193"/>
                    <a:pt x="1286401" y="1675437"/>
                    <a:pt x="1238162" y="1851157"/>
                  </a:cubicBezTo>
                </a:path>
              </a:pathLst>
            </a:custGeom>
            <a:noFill/>
            <a:ln w="12250" cap="flat">
              <a:solidFill>
                <a:srgbClr val="D9B8FE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" name="Полилиния 119">
              <a:extLst>
                <a:ext uri="{FF2B5EF4-FFF2-40B4-BE49-F238E27FC236}">
                  <a16:creationId xmlns:a16="http://schemas.microsoft.com/office/drawing/2014/main" id="{BB1EEBF6-8461-08BA-12A9-F509E9D243EB}"/>
                </a:ext>
              </a:extLst>
            </p:cNvPr>
            <p:cNvSpPr/>
            <p:nvPr/>
          </p:nvSpPr>
          <p:spPr>
            <a:xfrm>
              <a:off x="3750586" y="9202121"/>
              <a:ext cx="1313705" cy="2525374"/>
            </a:xfrm>
            <a:custGeom>
              <a:avLst/>
              <a:gdLst>
                <a:gd name="connsiteX0" fmla="*/ 656853 w 1313705"/>
                <a:gd name="connsiteY0" fmla="*/ 2525374 h 2525374"/>
                <a:gd name="connsiteX1" fmla="*/ 1313706 w 1313705"/>
                <a:gd name="connsiteY1" fmla="*/ 1262688 h 2525374"/>
                <a:gd name="connsiteX2" fmla="*/ 656853 w 1313705"/>
                <a:gd name="connsiteY2" fmla="*/ 0 h 2525374"/>
                <a:gd name="connsiteX3" fmla="*/ 0 w 1313705"/>
                <a:gd name="connsiteY3" fmla="*/ 1262688 h 2525374"/>
                <a:gd name="connsiteX4" fmla="*/ 373976 w 1313705"/>
                <a:gd name="connsiteY4" fmla="*/ 2402609 h 2525374"/>
                <a:gd name="connsiteX5" fmla="*/ 469179 w 1313705"/>
                <a:gd name="connsiteY5" fmla="*/ 2478611 h 25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13705" h="2525374">
                  <a:moveTo>
                    <a:pt x="656853" y="2525374"/>
                  </a:moveTo>
                  <a:cubicBezTo>
                    <a:pt x="1019617" y="2525374"/>
                    <a:pt x="1313706" y="1960048"/>
                    <a:pt x="1313706" y="1262688"/>
                  </a:cubicBezTo>
                  <a:cubicBezTo>
                    <a:pt x="1313706" y="565324"/>
                    <a:pt x="1019617" y="0"/>
                    <a:pt x="656853" y="0"/>
                  </a:cubicBezTo>
                  <a:cubicBezTo>
                    <a:pt x="294076" y="0"/>
                    <a:pt x="0" y="565324"/>
                    <a:pt x="0" y="1262688"/>
                  </a:cubicBezTo>
                  <a:cubicBezTo>
                    <a:pt x="0" y="1765361"/>
                    <a:pt x="152791" y="2199422"/>
                    <a:pt x="373976" y="2402609"/>
                  </a:cubicBezTo>
                  <a:cubicBezTo>
                    <a:pt x="395283" y="2423396"/>
                    <a:pt x="444159" y="2467692"/>
                    <a:pt x="469179" y="2478611"/>
                  </a:cubicBezTo>
                </a:path>
              </a:pathLst>
            </a:custGeom>
            <a:noFill/>
            <a:ln w="12250" cap="flat">
              <a:solidFill>
                <a:srgbClr val="D9B8FE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" name="Полилиния 120">
              <a:extLst>
                <a:ext uri="{FF2B5EF4-FFF2-40B4-BE49-F238E27FC236}">
                  <a16:creationId xmlns:a16="http://schemas.microsoft.com/office/drawing/2014/main" id="{3DB98CA2-C3FC-7911-0A5A-A386BDFEE2A5}"/>
                </a:ext>
              </a:extLst>
            </p:cNvPr>
            <p:cNvSpPr/>
            <p:nvPr/>
          </p:nvSpPr>
          <p:spPr>
            <a:xfrm>
              <a:off x="2679275" y="10970829"/>
              <a:ext cx="140170" cy="85771"/>
            </a:xfrm>
            <a:custGeom>
              <a:avLst/>
              <a:gdLst>
                <a:gd name="connsiteX0" fmla="*/ 0 w 140170"/>
                <a:gd name="connsiteY0" fmla="*/ 0 h 85771"/>
                <a:gd name="connsiteX1" fmla="*/ 54120 w 140170"/>
                <a:gd name="connsiteY1" fmla="*/ 85772 h 85771"/>
                <a:gd name="connsiteX2" fmla="*/ 140170 w 140170"/>
                <a:gd name="connsiteY2" fmla="*/ 31827 h 85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0170" h="85771">
                  <a:moveTo>
                    <a:pt x="0" y="0"/>
                  </a:moveTo>
                  <a:lnTo>
                    <a:pt x="54120" y="85772"/>
                  </a:lnTo>
                  <a:lnTo>
                    <a:pt x="140170" y="31827"/>
                  </a:lnTo>
                </a:path>
              </a:pathLst>
            </a:custGeom>
            <a:noFill/>
            <a:ln w="12250" cap="flat">
              <a:solidFill>
                <a:srgbClr val="D9B8FE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" name="Полилиния 121">
              <a:extLst>
                <a:ext uri="{FF2B5EF4-FFF2-40B4-BE49-F238E27FC236}">
                  <a16:creationId xmlns:a16="http://schemas.microsoft.com/office/drawing/2014/main" id="{97FD0029-5B5F-7577-F492-53D18B24895F}"/>
                </a:ext>
              </a:extLst>
            </p:cNvPr>
            <p:cNvSpPr/>
            <p:nvPr/>
          </p:nvSpPr>
          <p:spPr>
            <a:xfrm>
              <a:off x="4403518" y="11657344"/>
              <a:ext cx="73001" cy="143282"/>
            </a:xfrm>
            <a:custGeom>
              <a:avLst/>
              <a:gdLst>
                <a:gd name="connsiteX0" fmla="*/ 73001 w 73001"/>
                <a:gd name="connsiteY0" fmla="*/ 0 h 143282"/>
                <a:gd name="connsiteX1" fmla="*/ 0 w 73001"/>
                <a:gd name="connsiteY1" fmla="*/ 70518 h 143282"/>
                <a:gd name="connsiteX2" fmla="*/ 70735 w 73001"/>
                <a:gd name="connsiteY2" fmla="*/ 143282 h 143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3001" h="143282">
                  <a:moveTo>
                    <a:pt x="73001" y="0"/>
                  </a:moveTo>
                  <a:lnTo>
                    <a:pt x="0" y="70518"/>
                  </a:lnTo>
                  <a:lnTo>
                    <a:pt x="70735" y="143282"/>
                  </a:lnTo>
                </a:path>
              </a:pathLst>
            </a:custGeom>
            <a:noFill/>
            <a:ln w="1225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" name="Полилиния 122">
              <a:extLst>
                <a:ext uri="{FF2B5EF4-FFF2-40B4-BE49-F238E27FC236}">
                  <a16:creationId xmlns:a16="http://schemas.microsoft.com/office/drawing/2014/main" id="{D880CEA4-E163-D394-7486-97E81064509A}"/>
                </a:ext>
              </a:extLst>
            </p:cNvPr>
            <p:cNvSpPr/>
            <p:nvPr/>
          </p:nvSpPr>
          <p:spPr>
            <a:xfrm>
              <a:off x="2068993" y="9143671"/>
              <a:ext cx="83286" cy="141114"/>
            </a:xfrm>
            <a:custGeom>
              <a:avLst/>
              <a:gdLst>
                <a:gd name="connsiteX0" fmla="*/ 24999 w 83286"/>
                <a:gd name="connsiteY0" fmla="*/ 141115 h 141114"/>
                <a:gd name="connsiteX1" fmla="*/ 83286 w 83286"/>
                <a:gd name="connsiteY1" fmla="*/ 58098 h 141114"/>
                <a:gd name="connsiteX2" fmla="*/ 0 w 83286"/>
                <a:gd name="connsiteY2" fmla="*/ 0 h 141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286" h="141114">
                  <a:moveTo>
                    <a:pt x="24999" y="141115"/>
                  </a:moveTo>
                  <a:lnTo>
                    <a:pt x="83286" y="58098"/>
                  </a:lnTo>
                  <a:lnTo>
                    <a:pt x="0" y="0"/>
                  </a:lnTo>
                </a:path>
              </a:pathLst>
            </a:custGeom>
            <a:noFill/>
            <a:ln w="12250" cap="flat">
              <a:solidFill>
                <a:srgbClr val="D9B8FE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" name="Полилиния 123">
              <a:extLst>
                <a:ext uri="{FF2B5EF4-FFF2-40B4-BE49-F238E27FC236}">
                  <a16:creationId xmlns:a16="http://schemas.microsoft.com/office/drawing/2014/main" id="{FF70A679-035B-6BF3-693A-D2E89BFC55CD}"/>
                </a:ext>
              </a:extLst>
            </p:cNvPr>
            <p:cNvSpPr/>
            <p:nvPr/>
          </p:nvSpPr>
          <p:spPr>
            <a:xfrm>
              <a:off x="1275664" y="10408812"/>
              <a:ext cx="4081871" cy="1193988"/>
            </a:xfrm>
            <a:custGeom>
              <a:avLst/>
              <a:gdLst>
                <a:gd name="connsiteX0" fmla="*/ 762420 w 4081871"/>
                <a:gd name="connsiteY0" fmla="*/ 1062088 h 1193988"/>
                <a:gd name="connsiteX1" fmla="*/ 0 w 4081871"/>
                <a:gd name="connsiteY1" fmla="*/ 595773 h 1193988"/>
                <a:gd name="connsiteX2" fmla="*/ 1855220 w 4081871"/>
                <a:gd name="connsiteY2" fmla="*/ 0 h 1193988"/>
                <a:gd name="connsiteX3" fmla="*/ 905129 w 4081871"/>
                <a:gd name="connsiteY3" fmla="*/ 1098508 h 1193988"/>
                <a:gd name="connsiteX4" fmla="*/ 2040934 w 4081871"/>
                <a:gd name="connsiteY4" fmla="*/ 1193988 h 1193988"/>
                <a:gd name="connsiteX5" fmla="*/ 4081872 w 4081871"/>
                <a:gd name="connsiteY5" fmla="*/ 595773 h 1193988"/>
                <a:gd name="connsiteX6" fmla="*/ 2369366 w 4081871"/>
                <a:gd name="connsiteY6" fmla="*/ 5252 h 1193988"/>
                <a:gd name="connsiteX7" fmla="*/ 1994018 w 4081871"/>
                <a:gd name="connsiteY7" fmla="*/ 0 h 1193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81871" h="1193988">
                  <a:moveTo>
                    <a:pt x="762420" y="1062088"/>
                  </a:moveTo>
                  <a:cubicBezTo>
                    <a:pt x="297510" y="952440"/>
                    <a:pt x="0" y="784292"/>
                    <a:pt x="0" y="595773"/>
                  </a:cubicBezTo>
                  <a:cubicBezTo>
                    <a:pt x="0" y="283732"/>
                    <a:pt x="815077" y="27491"/>
                    <a:pt x="1855220" y="0"/>
                  </a:cubicBezTo>
                  <a:moveTo>
                    <a:pt x="905129" y="1098508"/>
                  </a:moveTo>
                  <a:cubicBezTo>
                    <a:pt x="1190773" y="1143085"/>
                    <a:pt x="1694735" y="1193988"/>
                    <a:pt x="2040934" y="1193988"/>
                  </a:cubicBezTo>
                  <a:cubicBezTo>
                    <a:pt x="3168117" y="1193988"/>
                    <a:pt x="4081872" y="926158"/>
                    <a:pt x="4081872" y="595773"/>
                  </a:cubicBezTo>
                  <a:cubicBezTo>
                    <a:pt x="4081872" y="298155"/>
                    <a:pt x="3340402" y="51295"/>
                    <a:pt x="2369366" y="5252"/>
                  </a:cubicBezTo>
                  <a:cubicBezTo>
                    <a:pt x="2258590" y="1746"/>
                    <a:pt x="2066358" y="5252"/>
                    <a:pt x="1994018" y="0"/>
                  </a:cubicBezTo>
                </a:path>
              </a:pathLst>
            </a:custGeom>
            <a:noFill/>
            <a:ln w="1225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" name="Полилиния 124">
              <a:extLst>
                <a:ext uri="{FF2B5EF4-FFF2-40B4-BE49-F238E27FC236}">
                  <a16:creationId xmlns:a16="http://schemas.microsoft.com/office/drawing/2014/main" id="{E1E700D1-1D38-58FC-81EA-435A8BD3D348}"/>
                </a:ext>
              </a:extLst>
            </p:cNvPr>
            <p:cNvSpPr/>
            <p:nvPr/>
          </p:nvSpPr>
          <p:spPr>
            <a:xfrm>
              <a:off x="3059512" y="10336218"/>
              <a:ext cx="72400" cy="143282"/>
            </a:xfrm>
            <a:custGeom>
              <a:avLst/>
              <a:gdLst>
                <a:gd name="connsiteX0" fmla="*/ 0 w 72400"/>
                <a:gd name="connsiteY0" fmla="*/ 143283 h 143282"/>
                <a:gd name="connsiteX1" fmla="*/ 72401 w 72400"/>
                <a:gd name="connsiteY1" fmla="*/ 72166 h 143282"/>
                <a:gd name="connsiteX2" fmla="*/ 1054 w 72400"/>
                <a:gd name="connsiteY2" fmla="*/ 0 h 143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400" h="143282">
                  <a:moveTo>
                    <a:pt x="0" y="143283"/>
                  </a:moveTo>
                  <a:lnTo>
                    <a:pt x="72401" y="72166"/>
                  </a:lnTo>
                  <a:lnTo>
                    <a:pt x="1054" y="0"/>
                  </a:lnTo>
                </a:path>
              </a:pathLst>
            </a:custGeom>
            <a:noFill/>
            <a:ln w="1225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" name="Полилиния 125">
              <a:extLst>
                <a:ext uri="{FF2B5EF4-FFF2-40B4-BE49-F238E27FC236}">
                  <a16:creationId xmlns:a16="http://schemas.microsoft.com/office/drawing/2014/main" id="{8B8DE30B-B28A-4B7E-9B2E-279425CEB043}"/>
                </a:ext>
              </a:extLst>
            </p:cNvPr>
            <p:cNvSpPr/>
            <p:nvPr/>
          </p:nvSpPr>
          <p:spPr>
            <a:xfrm>
              <a:off x="2174942" y="11443006"/>
              <a:ext cx="79599" cy="142366"/>
            </a:xfrm>
            <a:custGeom>
              <a:avLst/>
              <a:gdLst>
                <a:gd name="connsiteX0" fmla="*/ 79599 w 79599"/>
                <a:gd name="connsiteY0" fmla="*/ 0 h 142366"/>
                <a:gd name="connsiteX1" fmla="*/ 0 w 79599"/>
                <a:gd name="connsiteY1" fmla="*/ 63019 h 142366"/>
                <a:gd name="connsiteX2" fmla="*/ 63229 w 79599"/>
                <a:gd name="connsiteY2" fmla="*/ 142367 h 142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599" h="142366">
                  <a:moveTo>
                    <a:pt x="79599" y="0"/>
                  </a:moveTo>
                  <a:lnTo>
                    <a:pt x="0" y="63019"/>
                  </a:lnTo>
                  <a:lnTo>
                    <a:pt x="63229" y="142367"/>
                  </a:lnTo>
                </a:path>
              </a:pathLst>
            </a:custGeom>
            <a:noFill/>
            <a:ln w="1225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" name="Полилиния 126">
              <a:extLst>
                <a:ext uri="{FF2B5EF4-FFF2-40B4-BE49-F238E27FC236}">
                  <a16:creationId xmlns:a16="http://schemas.microsoft.com/office/drawing/2014/main" id="{964AE560-4A8B-0DB5-0FBF-4BE39BFCC55F}"/>
                </a:ext>
              </a:extLst>
            </p:cNvPr>
            <p:cNvSpPr/>
            <p:nvPr/>
          </p:nvSpPr>
          <p:spPr>
            <a:xfrm rot="10800000" flipV="1">
              <a:off x="3278693" y="10360767"/>
              <a:ext cx="95405" cy="95096"/>
            </a:xfrm>
            <a:custGeom>
              <a:avLst/>
              <a:gdLst>
                <a:gd name="connsiteX0" fmla="*/ 95572 w 95405"/>
                <a:gd name="connsiteY0" fmla="*/ 47668 h 95096"/>
                <a:gd name="connsiteX1" fmla="*/ 47869 w 95405"/>
                <a:gd name="connsiteY1" fmla="*/ 95217 h 95096"/>
                <a:gd name="connsiteX2" fmla="*/ 166 w 95405"/>
                <a:gd name="connsiteY2" fmla="*/ 47668 h 95096"/>
                <a:gd name="connsiteX3" fmla="*/ 47869 w 95405"/>
                <a:gd name="connsiteY3" fmla="*/ 120 h 95096"/>
                <a:gd name="connsiteX4" fmla="*/ 95572 w 95405"/>
                <a:gd name="connsiteY4" fmla="*/ 47668 h 95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405" h="95096">
                  <a:moveTo>
                    <a:pt x="95572" y="47668"/>
                  </a:moveTo>
                  <a:cubicBezTo>
                    <a:pt x="95572" y="73928"/>
                    <a:pt x="74215" y="95217"/>
                    <a:pt x="47869" y="95217"/>
                  </a:cubicBezTo>
                  <a:cubicBezTo>
                    <a:pt x="21524" y="95217"/>
                    <a:pt x="166" y="73928"/>
                    <a:pt x="166" y="47668"/>
                  </a:cubicBezTo>
                  <a:cubicBezTo>
                    <a:pt x="166" y="21408"/>
                    <a:pt x="21524" y="120"/>
                    <a:pt x="47869" y="120"/>
                  </a:cubicBezTo>
                  <a:cubicBezTo>
                    <a:pt x="74215" y="120"/>
                    <a:pt x="95572" y="21408"/>
                    <a:pt x="95572" y="47668"/>
                  </a:cubicBezTo>
                  <a:close/>
                </a:path>
              </a:pathLst>
            </a:custGeom>
            <a:solidFill>
              <a:srgbClr val="D9B8FE"/>
            </a:solidFill>
            <a:ln w="36751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" name="Полилиния 127">
              <a:extLst>
                <a:ext uri="{FF2B5EF4-FFF2-40B4-BE49-F238E27FC236}">
                  <a16:creationId xmlns:a16="http://schemas.microsoft.com/office/drawing/2014/main" id="{142E35DF-A4D1-4A6E-6CF5-2F8CD80BCE2F}"/>
                </a:ext>
              </a:extLst>
            </p:cNvPr>
            <p:cNvSpPr/>
            <p:nvPr/>
          </p:nvSpPr>
          <p:spPr>
            <a:xfrm rot="10800000" flipV="1">
              <a:off x="3560174" y="11553302"/>
              <a:ext cx="95405" cy="95096"/>
            </a:xfrm>
            <a:custGeom>
              <a:avLst/>
              <a:gdLst>
                <a:gd name="connsiteX0" fmla="*/ 95595 w 95405"/>
                <a:gd name="connsiteY0" fmla="*/ 47766 h 95096"/>
                <a:gd name="connsiteX1" fmla="*/ 47892 w 95405"/>
                <a:gd name="connsiteY1" fmla="*/ 95314 h 95096"/>
                <a:gd name="connsiteX2" fmla="*/ 189 w 95405"/>
                <a:gd name="connsiteY2" fmla="*/ 47766 h 95096"/>
                <a:gd name="connsiteX3" fmla="*/ 47892 w 95405"/>
                <a:gd name="connsiteY3" fmla="*/ 218 h 95096"/>
                <a:gd name="connsiteX4" fmla="*/ 95595 w 95405"/>
                <a:gd name="connsiteY4" fmla="*/ 47766 h 95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405" h="95096">
                  <a:moveTo>
                    <a:pt x="95595" y="47766"/>
                  </a:moveTo>
                  <a:cubicBezTo>
                    <a:pt x="95595" y="74026"/>
                    <a:pt x="74238" y="95314"/>
                    <a:pt x="47892" y="95314"/>
                  </a:cubicBezTo>
                  <a:cubicBezTo>
                    <a:pt x="21547" y="95314"/>
                    <a:pt x="189" y="74026"/>
                    <a:pt x="189" y="47766"/>
                  </a:cubicBezTo>
                  <a:cubicBezTo>
                    <a:pt x="189" y="21506"/>
                    <a:pt x="21547" y="218"/>
                    <a:pt x="47892" y="218"/>
                  </a:cubicBezTo>
                  <a:cubicBezTo>
                    <a:pt x="74238" y="218"/>
                    <a:pt x="95595" y="21506"/>
                    <a:pt x="95595" y="47766"/>
                  </a:cubicBezTo>
                  <a:close/>
                </a:path>
              </a:pathLst>
            </a:custGeom>
            <a:solidFill>
              <a:srgbClr val="D9B8FE"/>
            </a:solidFill>
            <a:ln w="36751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" name="Полилиния 128">
              <a:extLst>
                <a:ext uri="{FF2B5EF4-FFF2-40B4-BE49-F238E27FC236}">
                  <a16:creationId xmlns:a16="http://schemas.microsoft.com/office/drawing/2014/main" id="{E6F94E76-8BB9-EB14-85B5-A6E591605BBC}"/>
                </a:ext>
              </a:extLst>
            </p:cNvPr>
            <p:cNvSpPr/>
            <p:nvPr/>
          </p:nvSpPr>
          <p:spPr>
            <a:xfrm rot="10800000" flipV="1">
              <a:off x="1976681" y="11424687"/>
              <a:ext cx="95405" cy="95096"/>
            </a:xfrm>
            <a:custGeom>
              <a:avLst/>
              <a:gdLst>
                <a:gd name="connsiteX0" fmla="*/ 95466 w 95405"/>
                <a:gd name="connsiteY0" fmla="*/ 47755 h 95096"/>
                <a:gd name="connsiteX1" fmla="*/ 47763 w 95405"/>
                <a:gd name="connsiteY1" fmla="*/ 95304 h 95096"/>
                <a:gd name="connsiteX2" fmla="*/ 60 w 95405"/>
                <a:gd name="connsiteY2" fmla="*/ 47755 h 95096"/>
                <a:gd name="connsiteX3" fmla="*/ 47763 w 95405"/>
                <a:gd name="connsiteY3" fmla="*/ 207 h 95096"/>
                <a:gd name="connsiteX4" fmla="*/ 95466 w 95405"/>
                <a:gd name="connsiteY4" fmla="*/ 47755 h 95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405" h="95096">
                  <a:moveTo>
                    <a:pt x="95466" y="47755"/>
                  </a:moveTo>
                  <a:cubicBezTo>
                    <a:pt x="95466" y="74016"/>
                    <a:pt x="74108" y="95304"/>
                    <a:pt x="47763" y="95304"/>
                  </a:cubicBezTo>
                  <a:cubicBezTo>
                    <a:pt x="21417" y="95304"/>
                    <a:pt x="60" y="74016"/>
                    <a:pt x="60" y="47755"/>
                  </a:cubicBezTo>
                  <a:cubicBezTo>
                    <a:pt x="60" y="21495"/>
                    <a:pt x="21417" y="207"/>
                    <a:pt x="47763" y="207"/>
                  </a:cubicBezTo>
                  <a:cubicBezTo>
                    <a:pt x="74108" y="207"/>
                    <a:pt x="95466" y="21495"/>
                    <a:pt x="95466" y="47755"/>
                  </a:cubicBezTo>
                  <a:close/>
                </a:path>
              </a:pathLst>
            </a:custGeom>
            <a:solidFill>
              <a:srgbClr val="D9B8FE"/>
            </a:solidFill>
            <a:ln w="36751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" name="Полилиния 129">
              <a:extLst>
                <a:ext uri="{FF2B5EF4-FFF2-40B4-BE49-F238E27FC236}">
                  <a16:creationId xmlns:a16="http://schemas.microsoft.com/office/drawing/2014/main" id="{6E0E3F84-10F1-78A0-1C69-0E825BDFCF59}"/>
                </a:ext>
              </a:extLst>
            </p:cNvPr>
            <p:cNvSpPr/>
            <p:nvPr/>
          </p:nvSpPr>
          <p:spPr>
            <a:xfrm rot="10800000" flipV="1">
              <a:off x="2289459" y="9211087"/>
              <a:ext cx="95405" cy="95096"/>
            </a:xfrm>
            <a:custGeom>
              <a:avLst/>
              <a:gdLst>
                <a:gd name="connsiteX0" fmla="*/ 95491 w 95405"/>
                <a:gd name="connsiteY0" fmla="*/ 47574 h 95096"/>
                <a:gd name="connsiteX1" fmla="*/ 47788 w 95405"/>
                <a:gd name="connsiteY1" fmla="*/ 95122 h 95096"/>
                <a:gd name="connsiteX2" fmla="*/ 86 w 95405"/>
                <a:gd name="connsiteY2" fmla="*/ 47574 h 95096"/>
                <a:gd name="connsiteX3" fmla="*/ 47788 w 95405"/>
                <a:gd name="connsiteY3" fmla="*/ 26 h 95096"/>
                <a:gd name="connsiteX4" fmla="*/ 95491 w 95405"/>
                <a:gd name="connsiteY4" fmla="*/ 47574 h 95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405" h="95096">
                  <a:moveTo>
                    <a:pt x="95491" y="47574"/>
                  </a:moveTo>
                  <a:cubicBezTo>
                    <a:pt x="95491" y="73834"/>
                    <a:pt x="74134" y="95122"/>
                    <a:pt x="47788" y="95122"/>
                  </a:cubicBezTo>
                  <a:cubicBezTo>
                    <a:pt x="21443" y="95122"/>
                    <a:pt x="86" y="73834"/>
                    <a:pt x="86" y="47574"/>
                  </a:cubicBezTo>
                  <a:cubicBezTo>
                    <a:pt x="86" y="21314"/>
                    <a:pt x="21443" y="26"/>
                    <a:pt x="47788" y="26"/>
                  </a:cubicBezTo>
                  <a:cubicBezTo>
                    <a:pt x="74134" y="26"/>
                    <a:pt x="95491" y="21314"/>
                    <a:pt x="95491" y="47574"/>
                  </a:cubicBezTo>
                  <a:close/>
                </a:path>
              </a:pathLst>
            </a:custGeom>
            <a:solidFill>
              <a:srgbClr val="D9B8FE"/>
            </a:solidFill>
            <a:ln w="36751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" name="Полилиния 130">
              <a:extLst>
                <a:ext uri="{FF2B5EF4-FFF2-40B4-BE49-F238E27FC236}">
                  <a16:creationId xmlns:a16="http://schemas.microsoft.com/office/drawing/2014/main" id="{62082237-C4E1-024F-6FA0-63F31E3FA246}"/>
                </a:ext>
              </a:extLst>
            </p:cNvPr>
            <p:cNvSpPr/>
            <p:nvPr/>
          </p:nvSpPr>
          <p:spPr>
            <a:xfrm rot="10800000" flipV="1">
              <a:off x="2625688" y="11183053"/>
              <a:ext cx="95405" cy="95096"/>
            </a:xfrm>
            <a:custGeom>
              <a:avLst/>
              <a:gdLst>
                <a:gd name="connsiteX0" fmla="*/ 95519 w 95405"/>
                <a:gd name="connsiteY0" fmla="*/ 47736 h 95096"/>
                <a:gd name="connsiteX1" fmla="*/ 47816 w 95405"/>
                <a:gd name="connsiteY1" fmla="*/ 95284 h 95096"/>
                <a:gd name="connsiteX2" fmla="*/ 113 w 95405"/>
                <a:gd name="connsiteY2" fmla="*/ 47736 h 95096"/>
                <a:gd name="connsiteX3" fmla="*/ 47816 w 95405"/>
                <a:gd name="connsiteY3" fmla="*/ 187 h 95096"/>
                <a:gd name="connsiteX4" fmla="*/ 95519 w 95405"/>
                <a:gd name="connsiteY4" fmla="*/ 47736 h 95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405" h="95096">
                  <a:moveTo>
                    <a:pt x="95519" y="47736"/>
                  </a:moveTo>
                  <a:cubicBezTo>
                    <a:pt x="95519" y="73996"/>
                    <a:pt x="74161" y="95284"/>
                    <a:pt x="47816" y="95284"/>
                  </a:cubicBezTo>
                  <a:cubicBezTo>
                    <a:pt x="21470" y="95284"/>
                    <a:pt x="113" y="73996"/>
                    <a:pt x="113" y="47736"/>
                  </a:cubicBezTo>
                  <a:cubicBezTo>
                    <a:pt x="113" y="21475"/>
                    <a:pt x="21470" y="187"/>
                    <a:pt x="47816" y="187"/>
                  </a:cubicBezTo>
                  <a:cubicBezTo>
                    <a:pt x="74161" y="187"/>
                    <a:pt x="95519" y="21475"/>
                    <a:pt x="95519" y="47736"/>
                  </a:cubicBezTo>
                  <a:close/>
                </a:path>
              </a:pathLst>
            </a:custGeom>
            <a:solidFill>
              <a:srgbClr val="D9B8FE"/>
            </a:solidFill>
            <a:ln w="36751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2" name="Полилиния 131">
              <a:extLst>
                <a:ext uri="{FF2B5EF4-FFF2-40B4-BE49-F238E27FC236}">
                  <a16:creationId xmlns:a16="http://schemas.microsoft.com/office/drawing/2014/main" id="{18007EB3-B0FD-6B88-45A4-A7B6FF9539EB}"/>
                </a:ext>
              </a:extLst>
            </p:cNvPr>
            <p:cNvSpPr/>
            <p:nvPr/>
          </p:nvSpPr>
          <p:spPr>
            <a:xfrm rot="10800000" flipV="1">
              <a:off x="4197471" y="11650724"/>
              <a:ext cx="95405" cy="95096"/>
            </a:xfrm>
            <a:custGeom>
              <a:avLst/>
              <a:gdLst>
                <a:gd name="connsiteX0" fmla="*/ 95647 w 95405"/>
                <a:gd name="connsiteY0" fmla="*/ 47774 h 95096"/>
                <a:gd name="connsiteX1" fmla="*/ 47944 w 95405"/>
                <a:gd name="connsiteY1" fmla="*/ 95322 h 95096"/>
                <a:gd name="connsiteX2" fmla="*/ 241 w 95405"/>
                <a:gd name="connsiteY2" fmla="*/ 47774 h 95096"/>
                <a:gd name="connsiteX3" fmla="*/ 47944 w 95405"/>
                <a:gd name="connsiteY3" fmla="*/ 226 h 95096"/>
                <a:gd name="connsiteX4" fmla="*/ 95647 w 95405"/>
                <a:gd name="connsiteY4" fmla="*/ 47774 h 95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405" h="95096">
                  <a:moveTo>
                    <a:pt x="95647" y="47774"/>
                  </a:moveTo>
                  <a:cubicBezTo>
                    <a:pt x="95647" y="74034"/>
                    <a:pt x="74290" y="95322"/>
                    <a:pt x="47944" y="95322"/>
                  </a:cubicBezTo>
                  <a:cubicBezTo>
                    <a:pt x="21599" y="95322"/>
                    <a:pt x="241" y="74034"/>
                    <a:pt x="241" y="47774"/>
                  </a:cubicBezTo>
                  <a:cubicBezTo>
                    <a:pt x="241" y="21514"/>
                    <a:pt x="21599" y="226"/>
                    <a:pt x="47944" y="226"/>
                  </a:cubicBezTo>
                  <a:cubicBezTo>
                    <a:pt x="74290" y="226"/>
                    <a:pt x="95647" y="21514"/>
                    <a:pt x="95647" y="47774"/>
                  </a:cubicBezTo>
                  <a:close/>
                </a:path>
              </a:pathLst>
            </a:custGeom>
            <a:solidFill>
              <a:srgbClr val="D9B8FE"/>
            </a:solidFill>
            <a:ln w="36751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3" name="Полилиния 132">
              <a:extLst>
                <a:ext uri="{FF2B5EF4-FFF2-40B4-BE49-F238E27FC236}">
                  <a16:creationId xmlns:a16="http://schemas.microsoft.com/office/drawing/2014/main" id="{C47B3A30-7B1D-4B91-474E-75B9149FA3C9}"/>
                </a:ext>
              </a:extLst>
            </p:cNvPr>
            <p:cNvSpPr/>
            <p:nvPr/>
          </p:nvSpPr>
          <p:spPr>
            <a:xfrm>
              <a:off x="1275664" y="8925425"/>
              <a:ext cx="4081871" cy="1305553"/>
            </a:xfrm>
            <a:custGeom>
              <a:avLst/>
              <a:gdLst>
                <a:gd name="connsiteX0" fmla="*/ 4081872 w 4081871"/>
                <a:gd name="connsiteY0" fmla="*/ 652777 h 1305553"/>
                <a:gd name="connsiteX1" fmla="*/ 2040934 w 4081871"/>
                <a:gd name="connsiteY1" fmla="*/ 1305554 h 1305553"/>
                <a:gd name="connsiteX2" fmla="*/ 0 w 4081871"/>
                <a:gd name="connsiteY2" fmla="*/ 652777 h 1305553"/>
                <a:gd name="connsiteX3" fmla="*/ 2040934 w 4081871"/>
                <a:gd name="connsiteY3" fmla="*/ 0 h 1305553"/>
                <a:gd name="connsiteX4" fmla="*/ 3849586 w 4081871"/>
                <a:gd name="connsiteY4" fmla="*/ 350041 h 1305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1871" h="1305553">
                  <a:moveTo>
                    <a:pt x="4081872" y="652777"/>
                  </a:moveTo>
                  <a:cubicBezTo>
                    <a:pt x="4081872" y="1013296"/>
                    <a:pt x="3168117" y="1305554"/>
                    <a:pt x="2040934" y="1305554"/>
                  </a:cubicBezTo>
                  <a:cubicBezTo>
                    <a:pt x="913760" y="1305554"/>
                    <a:pt x="0" y="1013296"/>
                    <a:pt x="0" y="652777"/>
                  </a:cubicBezTo>
                  <a:cubicBezTo>
                    <a:pt x="0" y="292259"/>
                    <a:pt x="913760" y="0"/>
                    <a:pt x="2040934" y="0"/>
                  </a:cubicBezTo>
                  <a:cubicBezTo>
                    <a:pt x="2826513" y="0"/>
                    <a:pt x="3508422" y="141956"/>
                    <a:pt x="3849586" y="350041"/>
                  </a:cubicBezTo>
                </a:path>
              </a:pathLst>
            </a:custGeom>
            <a:noFill/>
            <a:ln w="1225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" name="Полилиния 133">
              <a:extLst>
                <a:ext uri="{FF2B5EF4-FFF2-40B4-BE49-F238E27FC236}">
                  <a16:creationId xmlns:a16="http://schemas.microsoft.com/office/drawing/2014/main" id="{DB1D6FD4-890F-B96E-CAD9-4ED1960F5E2B}"/>
                </a:ext>
              </a:extLst>
            </p:cNvPr>
            <p:cNvSpPr/>
            <p:nvPr/>
          </p:nvSpPr>
          <p:spPr>
            <a:xfrm>
              <a:off x="5031773" y="9178746"/>
              <a:ext cx="95815" cy="129345"/>
            </a:xfrm>
            <a:custGeom>
              <a:avLst/>
              <a:gdLst>
                <a:gd name="connsiteX0" fmla="*/ 0 w 95815"/>
                <a:gd name="connsiteY0" fmla="*/ 129345 h 129345"/>
                <a:gd name="connsiteX1" fmla="*/ 95816 w 95815"/>
                <a:gd name="connsiteY1" fmla="*/ 95510 h 129345"/>
                <a:gd name="connsiteX2" fmla="*/ 61876 w 95815"/>
                <a:gd name="connsiteY2" fmla="*/ 0 h 129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815" h="129345">
                  <a:moveTo>
                    <a:pt x="0" y="129345"/>
                  </a:moveTo>
                  <a:lnTo>
                    <a:pt x="95816" y="95510"/>
                  </a:lnTo>
                  <a:lnTo>
                    <a:pt x="61876" y="0"/>
                  </a:lnTo>
                </a:path>
              </a:pathLst>
            </a:custGeom>
            <a:noFill/>
            <a:ln w="1225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" name="Полилиния 134">
              <a:extLst>
                <a:ext uri="{FF2B5EF4-FFF2-40B4-BE49-F238E27FC236}">
                  <a16:creationId xmlns:a16="http://schemas.microsoft.com/office/drawing/2014/main" id="{A2241363-0777-483A-C302-3DDA33DA61DB}"/>
                </a:ext>
              </a:extLst>
            </p:cNvPr>
            <p:cNvSpPr/>
            <p:nvPr/>
          </p:nvSpPr>
          <p:spPr>
            <a:xfrm rot="10800000" flipV="1">
              <a:off x="1444959" y="9250051"/>
              <a:ext cx="95405" cy="95096"/>
            </a:xfrm>
            <a:custGeom>
              <a:avLst/>
              <a:gdLst>
                <a:gd name="connsiteX0" fmla="*/ 95422 w 95405"/>
                <a:gd name="connsiteY0" fmla="*/ 47577 h 95096"/>
                <a:gd name="connsiteX1" fmla="*/ 47720 w 95405"/>
                <a:gd name="connsiteY1" fmla="*/ 95126 h 95096"/>
                <a:gd name="connsiteX2" fmla="*/ 17 w 95405"/>
                <a:gd name="connsiteY2" fmla="*/ 47577 h 95096"/>
                <a:gd name="connsiteX3" fmla="*/ 47720 w 95405"/>
                <a:gd name="connsiteY3" fmla="*/ 29 h 95096"/>
                <a:gd name="connsiteX4" fmla="*/ 95422 w 95405"/>
                <a:gd name="connsiteY4" fmla="*/ 47577 h 95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405" h="95096">
                  <a:moveTo>
                    <a:pt x="95422" y="47577"/>
                  </a:moveTo>
                  <a:cubicBezTo>
                    <a:pt x="95422" y="73838"/>
                    <a:pt x="74065" y="95126"/>
                    <a:pt x="47720" y="95126"/>
                  </a:cubicBezTo>
                  <a:cubicBezTo>
                    <a:pt x="21374" y="95126"/>
                    <a:pt x="17" y="73838"/>
                    <a:pt x="17" y="47577"/>
                  </a:cubicBezTo>
                  <a:cubicBezTo>
                    <a:pt x="17" y="21317"/>
                    <a:pt x="21374" y="29"/>
                    <a:pt x="47720" y="29"/>
                  </a:cubicBezTo>
                  <a:cubicBezTo>
                    <a:pt x="74065" y="29"/>
                    <a:pt x="95422" y="21317"/>
                    <a:pt x="95422" y="47577"/>
                  </a:cubicBezTo>
                  <a:close/>
                </a:path>
              </a:pathLst>
            </a:custGeom>
            <a:solidFill>
              <a:srgbClr val="D9B8FE"/>
            </a:solidFill>
            <a:ln w="36751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" name="Полилиния 135">
              <a:extLst>
                <a:ext uri="{FF2B5EF4-FFF2-40B4-BE49-F238E27FC236}">
                  <a16:creationId xmlns:a16="http://schemas.microsoft.com/office/drawing/2014/main" id="{6953236A-BED6-7F56-13BB-D35501B7B4FE}"/>
                </a:ext>
              </a:extLst>
            </p:cNvPr>
            <p:cNvSpPr/>
            <p:nvPr/>
          </p:nvSpPr>
          <p:spPr>
            <a:xfrm rot="10800000" flipV="1">
              <a:off x="5292222" y="9503365"/>
              <a:ext cx="95405" cy="95096"/>
            </a:xfrm>
            <a:custGeom>
              <a:avLst/>
              <a:gdLst>
                <a:gd name="connsiteX0" fmla="*/ 95736 w 95405"/>
                <a:gd name="connsiteY0" fmla="*/ 47598 h 95096"/>
                <a:gd name="connsiteX1" fmla="*/ 48034 w 95405"/>
                <a:gd name="connsiteY1" fmla="*/ 95146 h 95096"/>
                <a:gd name="connsiteX2" fmla="*/ 331 w 95405"/>
                <a:gd name="connsiteY2" fmla="*/ 47598 h 95096"/>
                <a:gd name="connsiteX3" fmla="*/ 48034 w 95405"/>
                <a:gd name="connsiteY3" fmla="*/ 50 h 95096"/>
                <a:gd name="connsiteX4" fmla="*/ 95736 w 95405"/>
                <a:gd name="connsiteY4" fmla="*/ 47598 h 95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405" h="95096">
                  <a:moveTo>
                    <a:pt x="95736" y="47598"/>
                  </a:moveTo>
                  <a:cubicBezTo>
                    <a:pt x="95736" y="73858"/>
                    <a:pt x="74379" y="95146"/>
                    <a:pt x="48034" y="95146"/>
                  </a:cubicBezTo>
                  <a:cubicBezTo>
                    <a:pt x="21688" y="95146"/>
                    <a:pt x="331" y="73858"/>
                    <a:pt x="331" y="47598"/>
                  </a:cubicBezTo>
                  <a:cubicBezTo>
                    <a:pt x="331" y="21338"/>
                    <a:pt x="21688" y="50"/>
                    <a:pt x="48034" y="50"/>
                  </a:cubicBezTo>
                  <a:cubicBezTo>
                    <a:pt x="74379" y="50"/>
                    <a:pt x="95736" y="21338"/>
                    <a:pt x="95736" y="47598"/>
                  </a:cubicBezTo>
                  <a:close/>
                </a:path>
              </a:pathLst>
            </a:custGeom>
            <a:solidFill>
              <a:srgbClr val="D9B8FE"/>
            </a:solidFill>
            <a:ln w="36751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37" name="Группа 136">
            <a:extLst>
              <a:ext uri="{FF2B5EF4-FFF2-40B4-BE49-F238E27FC236}">
                <a16:creationId xmlns:a16="http://schemas.microsoft.com/office/drawing/2014/main" id="{0CE14DB5-2DFA-2BF9-005B-6E5A7A8BBFCD}"/>
              </a:ext>
            </a:extLst>
          </p:cNvPr>
          <p:cNvGrpSpPr/>
          <p:nvPr userDrawn="1"/>
        </p:nvGrpSpPr>
        <p:grpSpPr>
          <a:xfrm>
            <a:off x="7066706" y="9051474"/>
            <a:ext cx="4148649" cy="2613093"/>
            <a:chOff x="7066706" y="9051474"/>
            <a:chExt cx="4148649" cy="2613093"/>
          </a:xfrm>
        </p:grpSpPr>
        <p:sp>
          <p:nvSpPr>
            <p:cNvPr id="138" name="Полилиния 137">
              <a:extLst>
                <a:ext uri="{FF2B5EF4-FFF2-40B4-BE49-F238E27FC236}">
                  <a16:creationId xmlns:a16="http://schemas.microsoft.com/office/drawing/2014/main" id="{90C76849-782E-60E5-6133-AC2AE9A64316}"/>
                </a:ext>
              </a:extLst>
            </p:cNvPr>
            <p:cNvSpPr/>
            <p:nvPr/>
          </p:nvSpPr>
          <p:spPr>
            <a:xfrm>
              <a:off x="7066706" y="10950026"/>
              <a:ext cx="4144067" cy="713953"/>
            </a:xfrm>
            <a:custGeom>
              <a:avLst/>
              <a:gdLst>
                <a:gd name="connsiteX0" fmla="*/ 0 w 4144067"/>
                <a:gd name="connsiteY0" fmla="*/ 713954 h 713953"/>
                <a:gd name="connsiteX1" fmla="*/ 925650 w 4144067"/>
                <a:gd name="connsiteY1" fmla="*/ 0 h 713953"/>
                <a:gd name="connsiteX2" fmla="*/ 3218418 w 4144067"/>
                <a:gd name="connsiteY2" fmla="*/ 0 h 713953"/>
                <a:gd name="connsiteX3" fmla="*/ 4144068 w 4144067"/>
                <a:gd name="connsiteY3" fmla="*/ 713954 h 713953"/>
                <a:gd name="connsiteX4" fmla="*/ 0 w 4144067"/>
                <a:gd name="connsiteY4" fmla="*/ 713954 h 713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44067" h="713953">
                  <a:moveTo>
                    <a:pt x="0" y="713954"/>
                  </a:moveTo>
                  <a:lnTo>
                    <a:pt x="925650" y="0"/>
                  </a:lnTo>
                  <a:lnTo>
                    <a:pt x="3218418" y="0"/>
                  </a:lnTo>
                  <a:lnTo>
                    <a:pt x="4144068" y="713954"/>
                  </a:lnTo>
                  <a:lnTo>
                    <a:pt x="0" y="713954"/>
                  </a:lnTo>
                  <a:close/>
                </a:path>
              </a:pathLst>
            </a:custGeom>
            <a:noFill/>
            <a:ln w="12246" cap="flat">
              <a:solidFill>
                <a:srgbClr val="FF662C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" name="Полилиния 138">
              <a:extLst>
                <a:ext uri="{FF2B5EF4-FFF2-40B4-BE49-F238E27FC236}">
                  <a16:creationId xmlns:a16="http://schemas.microsoft.com/office/drawing/2014/main" id="{E4CB1314-B8EF-55FC-9A4F-D336D3C78280}"/>
                </a:ext>
              </a:extLst>
            </p:cNvPr>
            <p:cNvSpPr/>
            <p:nvPr/>
          </p:nvSpPr>
          <p:spPr>
            <a:xfrm>
              <a:off x="7907482" y="10952025"/>
              <a:ext cx="709275" cy="709967"/>
            </a:xfrm>
            <a:custGeom>
              <a:avLst/>
              <a:gdLst>
                <a:gd name="connsiteX0" fmla="*/ 709276 w 709275"/>
                <a:gd name="connsiteY0" fmla="*/ 0 h 709967"/>
                <a:gd name="connsiteX1" fmla="*/ 0 w 709275"/>
                <a:gd name="connsiteY1" fmla="*/ 709968 h 709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09275" h="709967">
                  <a:moveTo>
                    <a:pt x="709276" y="0"/>
                  </a:moveTo>
                  <a:lnTo>
                    <a:pt x="0" y="709968"/>
                  </a:lnTo>
                </a:path>
              </a:pathLst>
            </a:custGeom>
            <a:noFill/>
            <a:ln w="12246" cap="flat">
              <a:solidFill>
                <a:srgbClr val="FF662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" name="Полилиния 139">
              <a:extLst>
                <a:ext uri="{FF2B5EF4-FFF2-40B4-BE49-F238E27FC236}">
                  <a16:creationId xmlns:a16="http://schemas.microsoft.com/office/drawing/2014/main" id="{1A8F03FF-460A-71D7-9F86-BD921A9755D1}"/>
                </a:ext>
              </a:extLst>
            </p:cNvPr>
            <p:cNvSpPr/>
            <p:nvPr/>
          </p:nvSpPr>
          <p:spPr>
            <a:xfrm>
              <a:off x="9573052" y="10952025"/>
              <a:ext cx="709277" cy="709967"/>
            </a:xfrm>
            <a:custGeom>
              <a:avLst/>
              <a:gdLst>
                <a:gd name="connsiteX0" fmla="*/ 0 w 709277"/>
                <a:gd name="connsiteY0" fmla="*/ 0 h 709967"/>
                <a:gd name="connsiteX1" fmla="*/ 709278 w 709277"/>
                <a:gd name="connsiteY1" fmla="*/ 709968 h 709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09277" h="709967">
                  <a:moveTo>
                    <a:pt x="0" y="0"/>
                  </a:moveTo>
                  <a:lnTo>
                    <a:pt x="709278" y="709968"/>
                  </a:lnTo>
                </a:path>
              </a:pathLst>
            </a:custGeom>
            <a:noFill/>
            <a:ln w="12246" cap="flat">
              <a:solidFill>
                <a:srgbClr val="FF662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" name="Полилиния 140">
              <a:extLst>
                <a:ext uri="{FF2B5EF4-FFF2-40B4-BE49-F238E27FC236}">
                  <a16:creationId xmlns:a16="http://schemas.microsoft.com/office/drawing/2014/main" id="{FB473D71-4DC7-9E8C-C366-6ED70A20F016}"/>
                </a:ext>
              </a:extLst>
            </p:cNvPr>
            <p:cNvSpPr/>
            <p:nvPr/>
          </p:nvSpPr>
          <p:spPr>
            <a:xfrm>
              <a:off x="9138727" y="10952025"/>
              <a:ext cx="12252" cy="707968"/>
            </a:xfrm>
            <a:custGeom>
              <a:avLst/>
              <a:gdLst>
                <a:gd name="connsiteX0" fmla="*/ 0 w 12252"/>
                <a:gd name="connsiteY0" fmla="*/ 0 h 707968"/>
                <a:gd name="connsiteX1" fmla="*/ 0 w 12252"/>
                <a:gd name="connsiteY1" fmla="*/ 707968 h 707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52" h="707968">
                  <a:moveTo>
                    <a:pt x="0" y="0"/>
                  </a:moveTo>
                  <a:lnTo>
                    <a:pt x="0" y="707968"/>
                  </a:lnTo>
                </a:path>
              </a:pathLst>
            </a:custGeom>
            <a:noFill/>
            <a:ln w="12246" cap="flat">
              <a:solidFill>
                <a:srgbClr val="FF662C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" name="Полилиния 141">
              <a:extLst>
                <a:ext uri="{FF2B5EF4-FFF2-40B4-BE49-F238E27FC236}">
                  <a16:creationId xmlns:a16="http://schemas.microsoft.com/office/drawing/2014/main" id="{42B05C13-C36C-29C5-D81E-83777AEE35D0}"/>
                </a:ext>
              </a:extLst>
            </p:cNvPr>
            <p:cNvSpPr/>
            <p:nvPr/>
          </p:nvSpPr>
          <p:spPr>
            <a:xfrm>
              <a:off x="7588694" y="11261132"/>
              <a:ext cx="3100072" cy="12264"/>
            </a:xfrm>
            <a:custGeom>
              <a:avLst/>
              <a:gdLst>
                <a:gd name="connsiteX0" fmla="*/ 0 w 3100072"/>
                <a:gd name="connsiteY0" fmla="*/ 0 h 12264"/>
                <a:gd name="connsiteX1" fmla="*/ 3100073 w 3100072"/>
                <a:gd name="connsiteY1" fmla="*/ 0 h 12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00072" h="12264">
                  <a:moveTo>
                    <a:pt x="0" y="0"/>
                  </a:moveTo>
                  <a:lnTo>
                    <a:pt x="3100073" y="0"/>
                  </a:lnTo>
                </a:path>
              </a:pathLst>
            </a:custGeom>
            <a:noFill/>
            <a:ln w="12246" cap="flat">
              <a:solidFill>
                <a:srgbClr val="FF662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3" name="Полилиния 142">
              <a:extLst>
                <a:ext uri="{FF2B5EF4-FFF2-40B4-BE49-F238E27FC236}">
                  <a16:creationId xmlns:a16="http://schemas.microsoft.com/office/drawing/2014/main" id="{7EFDC09B-44CC-9248-540F-8B2710F1AEC1}"/>
                </a:ext>
              </a:extLst>
            </p:cNvPr>
            <p:cNvSpPr/>
            <p:nvPr/>
          </p:nvSpPr>
          <p:spPr>
            <a:xfrm>
              <a:off x="7066745" y="9051474"/>
              <a:ext cx="4144064" cy="713952"/>
            </a:xfrm>
            <a:custGeom>
              <a:avLst/>
              <a:gdLst>
                <a:gd name="connsiteX0" fmla="*/ 4144065 w 4144064"/>
                <a:gd name="connsiteY0" fmla="*/ 1 h 713952"/>
                <a:gd name="connsiteX1" fmla="*/ 3218415 w 4144064"/>
                <a:gd name="connsiteY1" fmla="*/ 713952 h 713952"/>
                <a:gd name="connsiteX2" fmla="*/ 925650 w 4144064"/>
                <a:gd name="connsiteY2" fmla="*/ 713951 h 713952"/>
                <a:gd name="connsiteX3" fmla="*/ 0 w 4144064"/>
                <a:gd name="connsiteY3" fmla="*/ 0 h 713952"/>
                <a:gd name="connsiteX4" fmla="*/ 4144065 w 4144064"/>
                <a:gd name="connsiteY4" fmla="*/ 1 h 713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44064" h="713952">
                  <a:moveTo>
                    <a:pt x="4144065" y="1"/>
                  </a:moveTo>
                  <a:lnTo>
                    <a:pt x="3218415" y="713952"/>
                  </a:lnTo>
                  <a:lnTo>
                    <a:pt x="925650" y="713951"/>
                  </a:lnTo>
                  <a:lnTo>
                    <a:pt x="0" y="0"/>
                  </a:lnTo>
                  <a:lnTo>
                    <a:pt x="4144065" y="1"/>
                  </a:lnTo>
                  <a:close/>
                </a:path>
              </a:pathLst>
            </a:custGeom>
            <a:noFill/>
            <a:ln w="12246" cap="flat">
              <a:solidFill>
                <a:srgbClr val="FF662C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" name="Полилиния 143">
              <a:extLst>
                <a:ext uri="{FF2B5EF4-FFF2-40B4-BE49-F238E27FC236}">
                  <a16:creationId xmlns:a16="http://schemas.microsoft.com/office/drawing/2014/main" id="{3E6EFE8C-64D0-515C-9931-FD32E66C3037}"/>
                </a:ext>
              </a:extLst>
            </p:cNvPr>
            <p:cNvSpPr/>
            <p:nvPr/>
          </p:nvSpPr>
          <p:spPr>
            <a:xfrm>
              <a:off x="9660757" y="9053471"/>
              <a:ext cx="709278" cy="709961"/>
            </a:xfrm>
            <a:custGeom>
              <a:avLst/>
              <a:gdLst>
                <a:gd name="connsiteX0" fmla="*/ 0 w 709278"/>
                <a:gd name="connsiteY0" fmla="*/ 709962 h 709961"/>
                <a:gd name="connsiteX1" fmla="*/ 709278 w 709278"/>
                <a:gd name="connsiteY1" fmla="*/ 0 h 709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09278" h="709961">
                  <a:moveTo>
                    <a:pt x="0" y="709962"/>
                  </a:moveTo>
                  <a:lnTo>
                    <a:pt x="709278" y="0"/>
                  </a:lnTo>
                </a:path>
              </a:pathLst>
            </a:custGeom>
            <a:noFill/>
            <a:ln w="12246" cap="flat">
              <a:solidFill>
                <a:srgbClr val="FF662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" name="Полилиния 144">
              <a:extLst>
                <a:ext uri="{FF2B5EF4-FFF2-40B4-BE49-F238E27FC236}">
                  <a16:creationId xmlns:a16="http://schemas.microsoft.com/office/drawing/2014/main" id="{090DED60-C9DA-3F85-5554-131DF5FE31E4}"/>
                </a:ext>
              </a:extLst>
            </p:cNvPr>
            <p:cNvSpPr/>
            <p:nvPr/>
          </p:nvSpPr>
          <p:spPr>
            <a:xfrm>
              <a:off x="7995191" y="9053471"/>
              <a:ext cx="709271" cy="709961"/>
            </a:xfrm>
            <a:custGeom>
              <a:avLst/>
              <a:gdLst>
                <a:gd name="connsiteX0" fmla="*/ 709272 w 709271"/>
                <a:gd name="connsiteY0" fmla="*/ 709962 h 709961"/>
                <a:gd name="connsiteX1" fmla="*/ 0 w 709271"/>
                <a:gd name="connsiteY1" fmla="*/ 0 h 709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09271" h="709961">
                  <a:moveTo>
                    <a:pt x="709272" y="709962"/>
                  </a:moveTo>
                  <a:lnTo>
                    <a:pt x="0" y="0"/>
                  </a:lnTo>
                </a:path>
              </a:pathLst>
            </a:custGeom>
            <a:noFill/>
            <a:ln w="12246" cap="flat">
              <a:solidFill>
                <a:srgbClr val="FF662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" name="Полилиния 145">
              <a:extLst>
                <a:ext uri="{FF2B5EF4-FFF2-40B4-BE49-F238E27FC236}">
                  <a16:creationId xmlns:a16="http://schemas.microsoft.com/office/drawing/2014/main" id="{A8157A6F-71FA-E47A-EFE5-E6377ED45A67}"/>
                </a:ext>
              </a:extLst>
            </p:cNvPr>
            <p:cNvSpPr/>
            <p:nvPr/>
          </p:nvSpPr>
          <p:spPr>
            <a:xfrm>
              <a:off x="9138812" y="9055460"/>
              <a:ext cx="12252" cy="711956"/>
            </a:xfrm>
            <a:custGeom>
              <a:avLst/>
              <a:gdLst>
                <a:gd name="connsiteX0" fmla="*/ 0 w 12252"/>
                <a:gd name="connsiteY0" fmla="*/ 711957 h 711956"/>
                <a:gd name="connsiteX1" fmla="*/ 0 w 12252"/>
                <a:gd name="connsiteY1" fmla="*/ 0 h 711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52" h="711956">
                  <a:moveTo>
                    <a:pt x="0" y="711957"/>
                  </a:moveTo>
                  <a:lnTo>
                    <a:pt x="0" y="0"/>
                  </a:lnTo>
                </a:path>
              </a:pathLst>
            </a:custGeom>
            <a:noFill/>
            <a:ln w="12246" cap="flat">
              <a:solidFill>
                <a:srgbClr val="FF662C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" name="Полилиния 146">
              <a:extLst>
                <a:ext uri="{FF2B5EF4-FFF2-40B4-BE49-F238E27FC236}">
                  <a16:creationId xmlns:a16="http://schemas.microsoft.com/office/drawing/2014/main" id="{AF7F46E7-B3D3-87A2-48A1-3C8E02BA56DE}"/>
                </a:ext>
              </a:extLst>
            </p:cNvPr>
            <p:cNvSpPr/>
            <p:nvPr/>
          </p:nvSpPr>
          <p:spPr>
            <a:xfrm>
              <a:off x="7588742" y="9454316"/>
              <a:ext cx="3100074" cy="1"/>
            </a:xfrm>
            <a:custGeom>
              <a:avLst/>
              <a:gdLst>
                <a:gd name="connsiteX0" fmla="*/ 3100074 w 3100074"/>
                <a:gd name="connsiteY0" fmla="*/ 1 h 1"/>
                <a:gd name="connsiteX1" fmla="*/ 0 w 3100074"/>
                <a:gd name="connsiteY1" fmla="*/ 0 h 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00074" h="1">
                  <a:moveTo>
                    <a:pt x="3100074" y="1"/>
                  </a:moveTo>
                  <a:lnTo>
                    <a:pt x="0" y="0"/>
                  </a:lnTo>
                </a:path>
              </a:pathLst>
            </a:custGeom>
            <a:noFill/>
            <a:ln w="12246" cap="flat">
              <a:solidFill>
                <a:srgbClr val="FF662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" name="Полилиния 147">
              <a:extLst>
                <a:ext uri="{FF2B5EF4-FFF2-40B4-BE49-F238E27FC236}">
                  <a16:creationId xmlns:a16="http://schemas.microsoft.com/office/drawing/2014/main" id="{3F738AB5-7D0A-7BBA-4B06-DF8AEFA4C3B2}"/>
                </a:ext>
              </a:extLst>
            </p:cNvPr>
            <p:cNvSpPr/>
            <p:nvPr/>
          </p:nvSpPr>
          <p:spPr>
            <a:xfrm>
              <a:off x="9138727" y="9055453"/>
              <a:ext cx="12252" cy="2604527"/>
            </a:xfrm>
            <a:custGeom>
              <a:avLst/>
              <a:gdLst>
                <a:gd name="connsiteX0" fmla="*/ 0 w 12252"/>
                <a:gd name="connsiteY0" fmla="*/ 0 h 2604527"/>
                <a:gd name="connsiteX1" fmla="*/ 0 w 12252"/>
                <a:gd name="connsiteY1" fmla="*/ 2604528 h 2604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52" h="2604527">
                  <a:moveTo>
                    <a:pt x="0" y="0"/>
                  </a:moveTo>
                  <a:lnTo>
                    <a:pt x="0" y="2604528"/>
                  </a:lnTo>
                </a:path>
              </a:pathLst>
            </a:custGeom>
            <a:noFill/>
            <a:ln w="1224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" name="Полилиния 148">
              <a:extLst>
                <a:ext uri="{FF2B5EF4-FFF2-40B4-BE49-F238E27FC236}">
                  <a16:creationId xmlns:a16="http://schemas.microsoft.com/office/drawing/2014/main" id="{3FB8915D-1553-1A4D-1A34-08640011347A}"/>
                </a:ext>
              </a:extLst>
            </p:cNvPr>
            <p:cNvSpPr/>
            <p:nvPr/>
          </p:nvSpPr>
          <p:spPr>
            <a:xfrm>
              <a:off x="7066706" y="10387639"/>
              <a:ext cx="4144067" cy="12264"/>
            </a:xfrm>
            <a:custGeom>
              <a:avLst/>
              <a:gdLst>
                <a:gd name="connsiteX0" fmla="*/ 0 w 4144067"/>
                <a:gd name="connsiteY0" fmla="*/ 0 h 12264"/>
                <a:gd name="connsiteX1" fmla="*/ 4144068 w 4144067"/>
                <a:gd name="connsiteY1" fmla="*/ 0 h 12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144067" h="12264">
                  <a:moveTo>
                    <a:pt x="0" y="0"/>
                  </a:moveTo>
                  <a:lnTo>
                    <a:pt x="4144068" y="0"/>
                  </a:lnTo>
                </a:path>
              </a:pathLst>
            </a:custGeom>
            <a:noFill/>
            <a:ln w="12246" cap="flat">
              <a:solidFill>
                <a:srgbClr val="E6E6E6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" name="Полилиния 149">
              <a:extLst>
                <a:ext uri="{FF2B5EF4-FFF2-40B4-BE49-F238E27FC236}">
                  <a16:creationId xmlns:a16="http://schemas.microsoft.com/office/drawing/2014/main" id="{56E688FC-397D-8095-D104-7E9AA01833BC}"/>
                </a:ext>
              </a:extLst>
            </p:cNvPr>
            <p:cNvSpPr/>
            <p:nvPr/>
          </p:nvSpPr>
          <p:spPr>
            <a:xfrm>
              <a:off x="9051119" y="9051480"/>
              <a:ext cx="175925" cy="88045"/>
            </a:xfrm>
            <a:custGeom>
              <a:avLst/>
              <a:gdLst>
                <a:gd name="connsiteX0" fmla="*/ 175926 w 175925"/>
                <a:gd name="connsiteY0" fmla="*/ 88045 h 88045"/>
                <a:gd name="connsiteX1" fmla="*/ 87963 w 175925"/>
                <a:gd name="connsiteY1" fmla="*/ 0 h 88045"/>
                <a:gd name="connsiteX2" fmla="*/ 0 w 175925"/>
                <a:gd name="connsiteY2" fmla="*/ 88045 h 88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5925" h="88045">
                  <a:moveTo>
                    <a:pt x="175926" y="88045"/>
                  </a:moveTo>
                  <a:lnTo>
                    <a:pt x="87963" y="0"/>
                  </a:lnTo>
                  <a:lnTo>
                    <a:pt x="0" y="88045"/>
                  </a:lnTo>
                </a:path>
              </a:pathLst>
            </a:custGeom>
            <a:noFill/>
            <a:ln w="1224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" name="Полилиния 150">
              <a:extLst>
                <a:ext uri="{FF2B5EF4-FFF2-40B4-BE49-F238E27FC236}">
                  <a16:creationId xmlns:a16="http://schemas.microsoft.com/office/drawing/2014/main" id="{0DD9ED28-5D09-540D-A315-E707C9BAD62B}"/>
                </a:ext>
              </a:extLst>
            </p:cNvPr>
            <p:cNvSpPr/>
            <p:nvPr/>
          </p:nvSpPr>
          <p:spPr>
            <a:xfrm>
              <a:off x="7066706" y="10299885"/>
              <a:ext cx="87959" cy="176096"/>
            </a:xfrm>
            <a:custGeom>
              <a:avLst/>
              <a:gdLst>
                <a:gd name="connsiteX0" fmla="*/ 87960 w 87959"/>
                <a:gd name="connsiteY0" fmla="*/ 0 h 176096"/>
                <a:gd name="connsiteX1" fmla="*/ 0 w 87959"/>
                <a:gd name="connsiteY1" fmla="*/ 88048 h 176096"/>
                <a:gd name="connsiteX2" fmla="*/ 87960 w 87959"/>
                <a:gd name="connsiteY2" fmla="*/ 176097 h 17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7959" h="176096">
                  <a:moveTo>
                    <a:pt x="87960" y="0"/>
                  </a:moveTo>
                  <a:lnTo>
                    <a:pt x="0" y="88048"/>
                  </a:lnTo>
                  <a:lnTo>
                    <a:pt x="87960" y="176097"/>
                  </a:lnTo>
                </a:path>
              </a:pathLst>
            </a:custGeom>
            <a:noFill/>
            <a:ln w="1224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" name="Полилиния 151">
              <a:extLst>
                <a:ext uri="{FF2B5EF4-FFF2-40B4-BE49-F238E27FC236}">
                  <a16:creationId xmlns:a16="http://schemas.microsoft.com/office/drawing/2014/main" id="{DCA5DB93-6B22-19E6-D7DD-B8FD70F23351}"/>
                </a:ext>
              </a:extLst>
            </p:cNvPr>
            <p:cNvSpPr/>
            <p:nvPr/>
          </p:nvSpPr>
          <p:spPr>
            <a:xfrm>
              <a:off x="11127393" y="10299885"/>
              <a:ext cx="87962" cy="176096"/>
            </a:xfrm>
            <a:custGeom>
              <a:avLst/>
              <a:gdLst>
                <a:gd name="connsiteX0" fmla="*/ 0 w 87962"/>
                <a:gd name="connsiteY0" fmla="*/ 176097 h 176096"/>
                <a:gd name="connsiteX1" fmla="*/ 87963 w 87962"/>
                <a:gd name="connsiteY1" fmla="*/ 88048 h 176096"/>
                <a:gd name="connsiteX2" fmla="*/ 0 w 87962"/>
                <a:gd name="connsiteY2" fmla="*/ 0 h 17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7962" h="176096">
                  <a:moveTo>
                    <a:pt x="0" y="176097"/>
                  </a:moveTo>
                  <a:lnTo>
                    <a:pt x="87963" y="88048"/>
                  </a:lnTo>
                  <a:lnTo>
                    <a:pt x="0" y="0"/>
                  </a:lnTo>
                </a:path>
              </a:pathLst>
            </a:custGeom>
            <a:noFill/>
            <a:ln w="1224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" name="Полилиния 152">
              <a:extLst>
                <a:ext uri="{FF2B5EF4-FFF2-40B4-BE49-F238E27FC236}">
                  <a16:creationId xmlns:a16="http://schemas.microsoft.com/office/drawing/2014/main" id="{7CBE4310-5911-382A-0F62-6ED37F0DFF3B}"/>
                </a:ext>
              </a:extLst>
            </p:cNvPr>
            <p:cNvSpPr/>
            <p:nvPr/>
          </p:nvSpPr>
          <p:spPr>
            <a:xfrm>
              <a:off x="9051119" y="11576519"/>
              <a:ext cx="175925" cy="88048"/>
            </a:xfrm>
            <a:custGeom>
              <a:avLst/>
              <a:gdLst>
                <a:gd name="connsiteX0" fmla="*/ 0 w 175925"/>
                <a:gd name="connsiteY0" fmla="*/ 0 h 88048"/>
                <a:gd name="connsiteX1" fmla="*/ 87963 w 175925"/>
                <a:gd name="connsiteY1" fmla="*/ 88048 h 88048"/>
                <a:gd name="connsiteX2" fmla="*/ 175926 w 175925"/>
                <a:gd name="connsiteY2" fmla="*/ 0 h 88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5925" h="88048">
                  <a:moveTo>
                    <a:pt x="0" y="0"/>
                  </a:moveTo>
                  <a:lnTo>
                    <a:pt x="87963" y="88048"/>
                  </a:lnTo>
                  <a:lnTo>
                    <a:pt x="175926" y="0"/>
                  </a:lnTo>
                </a:path>
              </a:pathLst>
            </a:custGeom>
            <a:noFill/>
            <a:ln w="1224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" name="Полилиния 153">
              <a:extLst>
                <a:ext uri="{FF2B5EF4-FFF2-40B4-BE49-F238E27FC236}">
                  <a16:creationId xmlns:a16="http://schemas.microsoft.com/office/drawing/2014/main" id="{41816848-C652-CDE2-FFA3-CCF43D36B80C}"/>
                </a:ext>
              </a:extLst>
            </p:cNvPr>
            <p:cNvSpPr/>
            <p:nvPr/>
          </p:nvSpPr>
          <p:spPr>
            <a:xfrm flipV="1">
              <a:off x="9088515" y="9715118"/>
              <a:ext cx="96528" cy="96622"/>
            </a:xfrm>
            <a:custGeom>
              <a:avLst/>
              <a:gdLst>
                <a:gd name="connsiteX0" fmla="*/ 96697 w 96528"/>
                <a:gd name="connsiteY0" fmla="*/ 48368 h 96622"/>
                <a:gd name="connsiteX1" fmla="*/ 48433 w 96528"/>
                <a:gd name="connsiteY1" fmla="*/ 96679 h 96622"/>
                <a:gd name="connsiteX2" fmla="*/ 169 w 96528"/>
                <a:gd name="connsiteY2" fmla="*/ 48368 h 96622"/>
                <a:gd name="connsiteX3" fmla="*/ 48433 w 96528"/>
                <a:gd name="connsiteY3" fmla="*/ 57 h 96622"/>
                <a:gd name="connsiteX4" fmla="*/ 96697 w 96528"/>
                <a:gd name="connsiteY4" fmla="*/ 48368 h 96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528" h="96622">
                  <a:moveTo>
                    <a:pt x="96697" y="48368"/>
                  </a:moveTo>
                  <a:cubicBezTo>
                    <a:pt x="96697" y="75050"/>
                    <a:pt x="75089" y="96679"/>
                    <a:pt x="48433" y="96679"/>
                  </a:cubicBezTo>
                  <a:cubicBezTo>
                    <a:pt x="21778" y="96679"/>
                    <a:pt x="169" y="75050"/>
                    <a:pt x="169" y="48368"/>
                  </a:cubicBezTo>
                  <a:cubicBezTo>
                    <a:pt x="169" y="21687"/>
                    <a:pt x="21778" y="57"/>
                    <a:pt x="48433" y="57"/>
                  </a:cubicBezTo>
                  <a:cubicBezTo>
                    <a:pt x="75089" y="57"/>
                    <a:pt x="96697" y="21687"/>
                    <a:pt x="96697" y="48368"/>
                  </a:cubicBezTo>
                  <a:close/>
                </a:path>
              </a:pathLst>
            </a:custGeom>
            <a:solidFill>
              <a:srgbClr val="FF662C"/>
            </a:solidFill>
            <a:ln w="36739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" name="Полилиния 154">
              <a:extLst>
                <a:ext uri="{FF2B5EF4-FFF2-40B4-BE49-F238E27FC236}">
                  <a16:creationId xmlns:a16="http://schemas.microsoft.com/office/drawing/2014/main" id="{0FDC4C49-7BF1-9BDF-0DEA-1877E9DDF9D8}"/>
                </a:ext>
              </a:extLst>
            </p:cNvPr>
            <p:cNvSpPr/>
            <p:nvPr/>
          </p:nvSpPr>
          <p:spPr>
            <a:xfrm flipV="1">
              <a:off x="9088515" y="10341315"/>
              <a:ext cx="96528" cy="96622"/>
            </a:xfrm>
            <a:custGeom>
              <a:avLst/>
              <a:gdLst>
                <a:gd name="connsiteX0" fmla="*/ 96697 w 96528"/>
                <a:gd name="connsiteY0" fmla="*/ 48419 h 96622"/>
                <a:gd name="connsiteX1" fmla="*/ 48433 w 96528"/>
                <a:gd name="connsiteY1" fmla="*/ 96730 h 96622"/>
                <a:gd name="connsiteX2" fmla="*/ 169 w 96528"/>
                <a:gd name="connsiteY2" fmla="*/ 48419 h 96622"/>
                <a:gd name="connsiteX3" fmla="*/ 48433 w 96528"/>
                <a:gd name="connsiteY3" fmla="*/ 108 h 96622"/>
                <a:gd name="connsiteX4" fmla="*/ 96697 w 96528"/>
                <a:gd name="connsiteY4" fmla="*/ 48419 h 96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528" h="96622">
                  <a:moveTo>
                    <a:pt x="96697" y="48419"/>
                  </a:moveTo>
                  <a:cubicBezTo>
                    <a:pt x="96697" y="75101"/>
                    <a:pt x="75089" y="96730"/>
                    <a:pt x="48433" y="96730"/>
                  </a:cubicBezTo>
                  <a:cubicBezTo>
                    <a:pt x="21778" y="96730"/>
                    <a:pt x="169" y="75101"/>
                    <a:pt x="169" y="48419"/>
                  </a:cubicBezTo>
                  <a:cubicBezTo>
                    <a:pt x="169" y="21738"/>
                    <a:pt x="21778" y="108"/>
                    <a:pt x="48433" y="108"/>
                  </a:cubicBezTo>
                  <a:cubicBezTo>
                    <a:pt x="75089" y="108"/>
                    <a:pt x="96697" y="21738"/>
                    <a:pt x="96697" y="48419"/>
                  </a:cubicBezTo>
                  <a:close/>
                </a:path>
              </a:pathLst>
            </a:custGeom>
            <a:solidFill>
              <a:srgbClr val="FF662C"/>
            </a:solidFill>
            <a:ln w="36739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" name="Полилиния 155">
              <a:extLst>
                <a:ext uri="{FF2B5EF4-FFF2-40B4-BE49-F238E27FC236}">
                  <a16:creationId xmlns:a16="http://schemas.microsoft.com/office/drawing/2014/main" id="{8F485ACE-90CF-1FD6-3827-FFDF0ACF723C}"/>
                </a:ext>
              </a:extLst>
            </p:cNvPr>
            <p:cNvSpPr/>
            <p:nvPr/>
          </p:nvSpPr>
          <p:spPr>
            <a:xfrm flipV="1">
              <a:off x="9088515" y="10903701"/>
              <a:ext cx="96528" cy="96622"/>
            </a:xfrm>
            <a:custGeom>
              <a:avLst/>
              <a:gdLst>
                <a:gd name="connsiteX0" fmla="*/ 96697 w 96528"/>
                <a:gd name="connsiteY0" fmla="*/ 48465 h 96622"/>
                <a:gd name="connsiteX1" fmla="*/ 48433 w 96528"/>
                <a:gd name="connsiteY1" fmla="*/ 96776 h 96622"/>
                <a:gd name="connsiteX2" fmla="*/ 169 w 96528"/>
                <a:gd name="connsiteY2" fmla="*/ 48465 h 96622"/>
                <a:gd name="connsiteX3" fmla="*/ 48433 w 96528"/>
                <a:gd name="connsiteY3" fmla="*/ 154 h 96622"/>
                <a:gd name="connsiteX4" fmla="*/ 96697 w 96528"/>
                <a:gd name="connsiteY4" fmla="*/ 48465 h 96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528" h="96622">
                  <a:moveTo>
                    <a:pt x="96697" y="48465"/>
                  </a:moveTo>
                  <a:cubicBezTo>
                    <a:pt x="96697" y="75147"/>
                    <a:pt x="75089" y="96776"/>
                    <a:pt x="48433" y="96776"/>
                  </a:cubicBezTo>
                  <a:cubicBezTo>
                    <a:pt x="21778" y="96776"/>
                    <a:pt x="169" y="75147"/>
                    <a:pt x="169" y="48465"/>
                  </a:cubicBezTo>
                  <a:cubicBezTo>
                    <a:pt x="169" y="21783"/>
                    <a:pt x="21778" y="154"/>
                    <a:pt x="48433" y="154"/>
                  </a:cubicBezTo>
                  <a:cubicBezTo>
                    <a:pt x="75089" y="154"/>
                    <a:pt x="96697" y="21783"/>
                    <a:pt x="96697" y="48465"/>
                  </a:cubicBezTo>
                  <a:close/>
                </a:path>
              </a:pathLst>
            </a:custGeom>
            <a:solidFill>
              <a:srgbClr val="FF662C"/>
            </a:solidFill>
            <a:ln w="36739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57" name="Группа 156">
            <a:extLst>
              <a:ext uri="{FF2B5EF4-FFF2-40B4-BE49-F238E27FC236}">
                <a16:creationId xmlns:a16="http://schemas.microsoft.com/office/drawing/2014/main" id="{D18A5B21-E8EB-5795-BE01-BCC7F8DC6E34}"/>
              </a:ext>
            </a:extLst>
          </p:cNvPr>
          <p:cNvGrpSpPr/>
          <p:nvPr userDrawn="1"/>
        </p:nvGrpSpPr>
        <p:grpSpPr>
          <a:xfrm>
            <a:off x="12877622" y="9105339"/>
            <a:ext cx="4058949" cy="2506275"/>
            <a:chOff x="12877622" y="9105339"/>
            <a:chExt cx="4058949" cy="2506275"/>
          </a:xfrm>
        </p:grpSpPr>
        <p:sp>
          <p:nvSpPr>
            <p:cNvPr id="158" name="Полилиния 157">
              <a:extLst>
                <a:ext uri="{FF2B5EF4-FFF2-40B4-BE49-F238E27FC236}">
                  <a16:creationId xmlns:a16="http://schemas.microsoft.com/office/drawing/2014/main" id="{A8D747C8-74B4-02CF-9307-EA94BB6EA141}"/>
                </a:ext>
              </a:extLst>
            </p:cNvPr>
            <p:cNvSpPr/>
            <p:nvPr/>
          </p:nvSpPr>
          <p:spPr>
            <a:xfrm>
              <a:off x="12877622" y="9163717"/>
              <a:ext cx="1130294" cy="2393579"/>
            </a:xfrm>
            <a:custGeom>
              <a:avLst/>
              <a:gdLst>
                <a:gd name="connsiteX0" fmla="*/ 1130294 w 1130294"/>
                <a:gd name="connsiteY0" fmla="*/ 2393579 h 2393579"/>
                <a:gd name="connsiteX1" fmla="*/ 0 w 1130294"/>
                <a:gd name="connsiteY1" fmla="*/ 1196793 h 2393579"/>
                <a:gd name="connsiteX2" fmla="*/ 1130294 w 1130294"/>
                <a:gd name="connsiteY2" fmla="*/ 0 h 2393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30294" h="2393579">
                  <a:moveTo>
                    <a:pt x="1130294" y="2393579"/>
                  </a:moveTo>
                  <a:cubicBezTo>
                    <a:pt x="506049" y="2393579"/>
                    <a:pt x="0" y="1857752"/>
                    <a:pt x="0" y="1196793"/>
                  </a:cubicBezTo>
                  <a:cubicBezTo>
                    <a:pt x="0" y="535819"/>
                    <a:pt x="506049" y="0"/>
                    <a:pt x="1130294" y="0"/>
                  </a:cubicBezTo>
                </a:path>
              </a:pathLst>
            </a:custGeom>
            <a:noFill/>
            <a:ln w="12234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" name="Полилиния 158">
              <a:extLst>
                <a:ext uri="{FF2B5EF4-FFF2-40B4-BE49-F238E27FC236}">
                  <a16:creationId xmlns:a16="http://schemas.microsoft.com/office/drawing/2014/main" id="{87BAF8BB-F6AB-4E67-1DAB-74C0C16D2A4F}"/>
                </a:ext>
              </a:extLst>
            </p:cNvPr>
            <p:cNvSpPr/>
            <p:nvPr/>
          </p:nvSpPr>
          <p:spPr>
            <a:xfrm>
              <a:off x="15806283" y="9163717"/>
              <a:ext cx="1130288" cy="2393579"/>
            </a:xfrm>
            <a:custGeom>
              <a:avLst/>
              <a:gdLst>
                <a:gd name="connsiteX0" fmla="*/ 0 w 1130288"/>
                <a:gd name="connsiteY0" fmla="*/ 2393579 h 2393579"/>
                <a:gd name="connsiteX1" fmla="*/ 1130288 w 1130288"/>
                <a:gd name="connsiteY1" fmla="*/ 1196793 h 2393579"/>
                <a:gd name="connsiteX2" fmla="*/ 0 w 1130288"/>
                <a:gd name="connsiteY2" fmla="*/ 0 h 2393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30288" h="2393579">
                  <a:moveTo>
                    <a:pt x="0" y="2393579"/>
                  </a:moveTo>
                  <a:cubicBezTo>
                    <a:pt x="624240" y="2393579"/>
                    <a:pt x="1130288" y="1857752"/>
                    <a:pt x="1130288" y="1196793"/>
                  </a:cubicBezTo>
                  <a:cubicBezTo>
                    <a:pt x="1130288" y="535819"/>
                    <a:pt x="624240" y="0"/>
                    <a:pt x="0" y="0"/>
                  </a:cubicBezTo>
                </a:path>
              </a:pathLst>
            </a:custGeom>
            <a:noFill/>
            <a:ln w="12234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" name="Полилиния 159">
              <a:extLst>
                <a:ext uri="{FF2B5EF4-FFF2-40B4-BE49-F238E27FC236}">
                  <a16:creationId xmlns:a16="http://schemas.microsoft.com/office/drawing/2014/main" id="{C00A9CF6-B950-83A5-8A06-71CF506CA679}"/>
                </a:ext>
              </a:extLst>
            </p:cNvPr>
            <p:cNvSpPr/>
            <p:nvPr/>
          </p:nvSpPr>
          <p:spPr>
            <a:xfrm>
              <a:off x="14124449" y="9163717"/>
              <a:ext cx="506023" cy="2393579"/>
            </a:xfrm>
            <a:custGeom>
              <a:avLst/>
              <a:gdLst>
                <a:gd name="connsiteX0" fmla="*/ 506024 w 506023"/>
                <a:gd name="connsiteY0" fmla="*/ 419653 h 2393579"/>
                <a:gd name="connsiteX1" fmla="*/ 287438 w 506023"/>
                <a:gd name="connsiteY1" fmla="*/ 0 h 2393579"/>
                <a:gd name="connsiteX2" fmla="*/ 0 w 506023"/>
                <a:gd name="connsiteY2" fmla="*/ 1196793 h 2393579"/>
                <a:gd name="connsiteX3" fmla="*/ 287438 w 506023"/>
                <a:gd name="connsiteY3" fmla="*/ 2393579 h 2393579"/>
                <a:gd name="connsiteX4" fmla="*/ 506024 w 506023"/>
                <a:gd name="connsiteY4" fmla="*/ 1973920 h 2393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023" h="2393579">
                  <a:moveTo>
                    <a:pt x="506024" y="419653"/>
                  </a:moveTo>
                  <a:cubicBezTo>
                    <a:pt x="453305" y="162813"/>
                    <a:pt x="374931" y="0"/>
                    <a:pt x="287438" y="0"/>
                  </a:cubicBezTo>
                  <a:cubicBezTo>
                    <a:pt x="128694" y="0"/>
                    <a:pt x="0" y="535819"/>
                    <a:pt x="0" y="1196793"/>
                  </a:cubicBezTo>
                  <a:cubicBezTo>
                    <a:pt x="0" y="1857752"/>
                    <a:pt x="128694" y="2393579"/>
                    <a:pt x="287438" y="2393579"/>
                  </a:cubicBezTo>
                  <a:cubicBezTo>
                    <a:pt x="374931" y="2393579"/>
                    <a:pt x="453305" y="2230758"/>
                    <a:pt x="506024" y="1973920"/>
                  </a:cubicBezTo>
                </a:path>
              </a:pathLst>
            </a:custGeom>
            <a:noFill/>
            <a:ln w="12234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" name="Полилиния 160">
              <a:extLst>
                <a:ext uri="{FF2B5EF4-FFF2-40B4-BE49-F238E27FC236}">
                  <a16:creationId xmlns:a16="http://schemas.microsoft.com/office/drawing/2014/main" id="{391EA7DC-BE9D-3B5E-54CD-66D61404D621}"/>
                </a:ext>
              </a:extLst>
            </p:cNvPr>
            <p:cNvSpPr/>
            <p:nvPr/>
          </p:nvSpPr>
          <p:spPr>
            <a:xfrm>
              <a:off x="15239205" y="9163717"/>
              <a:ext cx="506023" cy="2393579"/>
            </a:xfrm>
            <a:custGeom>
              <a:avLst/>
              <a:gdLst>
                <a:gd name="connsiteX0" fmla="*/ 0 w 506023"/>
                <a:gd name="connsiteY0" fmla="*/ 419653 h 2393579"/>
                <a:gd name="connsiteX1" fmla="*/ 218598 w 506023"/>
                <a:gd name="connsiteY1" fmla="*/ 0 h 2393579"/>
                <a:gd name="connsiteX2" fmla="*/ 506024 w 506023"/>
                <a:gd name="connsiteY2" fmla="*/ 1196793 h 2393579"/>
                <a:gd name="connsiteX3" fmla="*/ 218598 w 506023"/>
                <a:gd name="connsiteY3" fmla="*/ 2393579 h 2393579"/>
                <a:gd name="connsiteX4" fmla="*/ 0 w 506023"/>
                <a:gd name="connsiteY4" fmla="*/ 1973920 h 2393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023" h="2393579">
                  <a:moveTo>
                    <a:pt x="0" y="419653"/>
                  </a:moveTo>
                  <a:cubicBezTo>
                    <a:pt x="52719" y="162813"/>
                    <a:pt x="131093" y="0"/>
                    <a:pt x="218598" y="0"/>
                  </a:cubicBezTo>
                  <a:cubicBezTo>
                    <a:pt x="377342" y="0"/>
                    <a:pt x="506024" y="535819"/>
                    <a:pt x="506024" y="1196793"/>
                  </a:cubicBezTo>
                  <a:cubicBezTo>
                    <a:pt x="506024" y="1857752"/>
                    <a:pt x="377342" y="2393579"/>
                    <a:pt x="218598" y="2393579"/>
                  </a:cubicBezTo>
                  <a:cubicBezTo>
                    <a:pt x="131093" y="2393579"/>
                    <a:pt x="52719" y="2230758"/>
                    <a:pt x="0" y="1973920"/>
                  </a:cubicBezTo>
                </a:path>
              </a:pathLst>
            </a:custGeom>
            <a:noFill/>
            <a:ln w="12234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" name="Полилиния 161">
              <a:extLst>
                <a:ext uri="{FF2B5EF4-FFF2-40B4-BE49-F238E27FC236}">
                  <a16:creationId xmlns:a16="http://schemas.microsoft.com/office/drawing/2014/main" id="{BB90D34C-F59E-7EFE-0980-EE2ED4CA24B9}"/>
                </a:ext>
              </a:extLst>
            </p:cNvPr>
            <p:cNvSpPr/>
            <p:nvPr/>
          </p:nvSpPr>
          <p:spPr>
            <a:xfrm>
              <a:off x="14450737" y="10360510"/>
              <a:ext cx="943844" cy="12244"/>
            </a:xfrm>
            <a:custGeom>
              <a:avLst/>
              <a:gdLst>
                <a:gd name="connsiteX0" fmla="*/ 0 w 943844"/>
                <a:gd name="connsiteY0" fmla="*/ 0 h 12244"/>
                <a:gd name="connsiteX1" fmla="*/ 943845 w 943844"/>
                <a:gd name="connsiteY1" fmla="*/ 0 h 12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43844" h="12244">
                  <a:moveTo>
                    <a:pt x="0" y="0"/>
                  </a:moveTo>
                  <a:lnTo>
                    <a:pt x="943845" y="0"/>
                  </a:lnTo>
                </a:path>
              </a:pathLst>
            </a:custGeom>
            <a:noFill/>
            <a:ln w="12234" cap="flat">
              <a:solidFill>
                <a:srgbClr val="775AFF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" name="Полилиния 162">
              <a:extLst>
                <a:ext uri="{FF2B5EF4-FFF2-40B4-BE49-F238E27FC236}">
                  <a16:creationId xmlns:a16="http://schemas.microsoft.com/office/drawing/2014/main" id="{3B62B858-C0C7-B7D1-5C14-0BA3AD3DA911}"/>
                </a:ext>
              </a:extLst>
            </p:cNvPr>
            <p:cNvSpPr/>
            <p:nvPr/>
          </p:nvSpPr>
          <p:spPr>
            <a:xfrm>
              <a:off x="14924581" y="9163717"/>
              <a:ext cx="12240" cy="2393579"/>
            </a:xfrm>
            <a:custGeom>
              <a:avLst/>
              <a:gdLst>
                <a:gd name="connsiteX0" fmla="*/ 0 w 12240"/>
                <a:gd name="connsiteY0" fmla="*/ 0 h 2393579"/>
                <a:gd name="connsiteX1" fmla="*/ 0 w 12240"/>
                <a:gd name="connsiteY1" fmla="*/ 2393579 h 2393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40" h="2393579">
                  <a:moveTo>
                    <a:pt x="0" y="0"/>
                  </a:moveTo>
                  <a:lnTo>
                    <a:pt x="0" y="2393579"/>
                  </a:lnTo>
                </a:path>
              </a:pathLst>
            </a:custGeom>
            <a:noFill/>
            <a:ln w="12234" cap="flat">
              <a:solidFill>
                <a:srgbClr val="775AFF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" name="Полилиния 163">
              <a:extLst>
                <a:ext uri="{FF2B5EF4-FFF2-40B4-BE49-F238E27FC236}">
                  <a16:creationId xmlns:a16="http://schemas.microsoft.com/office/drawing/2014/main" id="{C2AD2F6C-3E27-048E-8DDB-D45BFBD9BEF6}"/>
                </a:ext>
              </a:extLst>
            </p:cNvPr>
            <p:cNvSpPr/>
            <p:nvPr/>
          </p:nvSpPr>
          <p:spPr>
            <a:xfrm rot="10800000" flipV="1">
              <a:off x="15202020" y="9565592"/>
              <a:ext cx="70502" cy="70530"/>
            </a:xfrm>
            <a:custGeom>
              <a:avLst/>
              <a:gdLst>
                <a:gd name="connsiteX0" fmla="*/ 70694 w 70502"/>
                <a:gd name="connsiteY0" fmla="*/ 35304 h 70530"/>
                <a:gd name="connsiteX1" fmla="*/ 35443 w 70502"/>
                <a:gd name="connsiteY1" fmla="*/ 70569 h 70530"/>
                <a:gd name="connsiteX2" fmla="*/ 191 w 70502"/>
                <a:gd name="connsiteY2" fmla="*/ 35304 h 70530"/>
                <a:gd name="connsiteX3" fmla="*/ 35443 w 70502"/>
                <a:gd name="connsiteY3" fmla="*/ 39 h 70530"/>
                <a:gd name="connsiteX4" fmla="*/ 70694 w 70502"/>
                <a:gd name="connsiteY4" fmla="*/ 35304 h 7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502" h="70530">
                  <a:moveTo>
                    <a:pt x="70694" y="35304"/>
                  </a:moveTo>
                  <a:cubicBezTo>
                    <a:pt x="70694" y="54780"/>
                    <a:pt x="54912" y="70569"/>
                    <a:pt x="35443" y="70569"/>
                  </a:cubicBezTo>
                  <a:cubicBezTo>
                    <a:pt x="15974" y="70569"/>
                    <a:pt x="191" y="54780"/>
                    <a:pt x="191" y="35304"/>
                  </a:cubicBezTo>
                  <a:cubicBezTo>
                    <a:pt x="191" y="15828"/>
                    <a:pt x="15974" y="39"/>
                    <a:pt x="35443" y="39"/>
                  </a:cubicBezTo>
                  <a:cubicBezTo>
                    <a:pt x="54912" y="39"/>
                    <a:pt x="70694" y="15828"/>
                    <a:pt x="70694" y="35304"/>
                  </a:cubicBezTo>
                  <a:close/>
                </a:path>
              </a:pathLst>
            </a:custGeom>
            <a:solidFill>
              <a:srgbClr val="E6E6E6"/>
            </a:solidFill>
            <a:ln w="12234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" name="Полилиния 164">
              <a:extLst>
                <a:ext uri="{FF2B5EF4-FFF2-40B4-BE49-F238E27FC236}">
                  <a16:creationId xmlns:a16="http://schemas.microsoft.com/office/drawing/2014/main" id="{9A9A8373-2C6D-8319-E95B-3280801434B5}"/>
                </a:ext>
              </a:extLst>
            </p:cNvPr>
            <p:cNvSpPr/>
            <p:nvPr/>
          </p:nvSpPr>
          <p:spPr>
            <a:xfrm rot="10800000" flipV="1">
              <a:off x="14592211" y="11119857"/>
              <a:ext cx="70502" cy="70530"/>
            </a:xfrm>
            <a:custGeom>
              <a:avLst/>
              <a:gdLst>
                <a:gd name="connsiteX0" fmla="*/ 70644 w 70502"/>
                <a:gd name="connsiteY0" fmla="*/ 35431 h 70530"/>
                <a:gd name="connsiteX1" fmla="*/ 35393 w 70502"/>
                <a:gd name="connsiteY1" fmla="*/ 70696 h 70530"/>
                <a:gd name="connsiteX2" fmla="*/ 142 w 70502"/>
                <a:gd name="connsiteY2" fmla="*/ 35431 h 70530"/>
                <a:gd name="connsiteX3" fmla="*/ 35393 w 70502"/>
                <a:gd name="connsiteY3" fmla="*/ 166 h 70530"/>
                <a:gd name="connsiteX4" fmla="*/ 70644 w 70502"/>
                <a:gd name="connsiteY4" fmla="*/ 35431 h 7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502" h="70530">
                  <a:moveTo>
                    <a:pt x="70644" y="35431"/>
                  </a:moveTo>
                  <a:cubicBezTo>
                    <a:pt x="70644" y="54907"/>
                    <a:pt x="54862" y="70696"/>
                    <a:pt x="35393" y="70696"/>
                  </a:cubicBezTo>
                  <a:cubicBezTo>
                    <a:pt x="15924" y="70696"/>
                    <a:pt x="142" y="54907"/>
                    <a:pt x="142" y="35431"/>
                  </a:cubicBezTo>
                  <a:cubicBezTo>
                    <a:pt x="142" y="15955"/>
                    <a:pt x="15924" y="166"/>
                    <a:pt x="35393" y="166"/>
                  </a:cubicBezTo>
                  <a:cubicBezTo>
                    <a:pt x="54862" y="166"/>
                    <a:pt x="70644" y="15955"/>
                    <a:pt x="70644" y="35431"/>
                  </a:cubicBezTo>
                  <a:close/>
                </a:path>
              </a:pathLst>
            </a:custGeom>
            <a:solidFill>
              <a:srgbClr val="E6E6E6"/>
            </a:solidFill>
            <a:ln w="12234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" name="Полилиния 165">
              <a:extLst>
                <a:ext uri="{FF2B5EF4-FFF2-40B4-BE49-F238E27FC236}">
                  <a16:creationId xmlns:a16="http://schemas.microsoft.com/office/drawing/2014/main" id="{4FBAF60B-3EF3-9E6E-4E3B-407D4D053F19}"/>
                </a:ext>
              </a:extLst>
            </p:cNvPr>
            <p:cNvSpPr/>
            <p:nvPr/>
          </p:nvSpPr>
          <p:spPr>
            <a:xfrm rot="10800000" flipV="1">
              <a:off x="13982350" y="9126521"/>
              <a:ext cx="70502" cy="70530"/>
            </a:xfrm>
            <a:custGeom>
              <a:avLst/>
              <a:gdLst>
                <a:gd name="connsiteX0" fmla="*/ 70595 w 70502"/>
                <a:gd name="connsiteY0" fmla="*/ 35268 h 70530"/>
                <a:gd name="connsiteX1" fmla="*/ 35343 w 70502"/>
                <a:gd name="connsiteY1" fmla="*/ 70533 h 70530"/>
                <a:gd name="connsiteX2" fmla="*/ 92 w 70502"/>
                <a:gd name="connsiteY2" fmla="*/ 35268 h 70530"/>
                <a:gd name="connsiteX3" fmla="*/ 35343 w 70502"/>
                <a:gd name="connsiteY3" fmla="*/ 3 h 70530"/>
                <a:gd name="connsiteX4" fmla="*/ 70595 w 70502"/>
                <a:gd name="connsiteY4" fmla="*/ 35268 h 7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502" h="70530">
                  <a:moveTo>
                    <a:pt x="70595" y="35268"/>
                  </a:moveTo>
                  <a:cubicBezTo>
                    <a:pt x="70595" y="54745"/>
                    <a:pt x="54812" y="70533"/>
                    <a:pt x="35343" y="70533"/>
                  </a:cubicBezTo>
                  <a:cubicBezTo>
                    <a:pt x="15874" y="70533"/>
                    <a:pt x="92" y="54745"/>
                    <a:pt x="92" y="35268"/>
                  </a:cubicBezTo>
                  <a:cubicBezTo>
                    <a:pt x="92" y="15792"/>
                    <a:pt x="15874" y="3"/>
                    <a:pt x="35343" y="3"/>
                  </a:cubicBezTo>
                  <a:cubicBezTo>
                    <a:pt x="54812" y="3"/>
                    <a:pt x="70595" y="15792"/>
                    <a:pt x="70595" y="35268"/>
                  </a:cubicBezTo>
                  <a:close/>
                </a:path>
              </a:pathLst>
            </a:custGeom>
            <a:solidFill>
              <a:srgbClr val="E6E6E6"/>
            </a:solidFill>
            <a:ln w="12234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" name="Полилиния 166">
              <a:extLst>
                <a:ext uri="{FF2B5EF4-FFF2-40B4-BE49-F238E27FC236}">
                  <a16:creationId xmlns:a16="http://schemas.microsoft.com/office/drawing/2014/main" id="{323FA424-FA62-6CB3-F672-B373DCC9D600}"/>
                </a:ext>
              </a:extLst>
            </p:cNvPr>
            <p:cNvSpPr/>
            <p:nvPr/>
          </p:nvSpPr>
          <p:spPr>
            <a:xfrm rot="10800000" flipV="1">
              <a:off x="15765193" y="11523965"/>
              <a:ext cx="70502" cy="70530"/>
            </a:xfrm>
            <a:custGeom>
              <a:avLst/>
              <a:gdLst>
                <a:gd name="connsiteX0" fmla="*/ 70740 w 70502"/>
                <a:gd name="connsiteY0" fmla="*/ 35464 h 70530"/>
                <a:gd name="connsiteX1" fmla="*/ 35489 w 70502"/>
                <a:gd name="connsiteY1" fmla="*/ 70729 h 70530"/>
                <a:gd name="connsiteX2" fmla="*/ 237 w 70502"/>
                <a:gd name="connsiteY2" fmla="*/ 35464 h 70530"/>
                <a:gd name="connsiteX3" fmla="*/ 35489 w 70502"/>
                <a:gd name="connsiteY3" fmla="*/ 199 h 70530"/>
                <a:gd name="connsiteX4" fmla="*/ 70740 w 70502"/>
                <a:gd name="connsiteY4" fmla="*/ 35464 h 7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502" h="70530">
                  <a:moveTo>
                    <a:pt x="70740" y="35464"/>
                  </a:moveTo>
                  <a:cubicBezTo>
                    <a:pt x="70740" y="54940"/>
                    <a:pt x="54958" y="70729"/>
                    <a:pt x="35489" y="70729"/>
                  </a:cubicBezTo>
                  <a:cubicBezTo>
                    <a:pt x="16020" y="70729"/>
                    <a:pt x="237" y="54940"/>
                    <a:pt x="237" y="35464"/>
                  </a:cubicBezTo>
                  <a:cubicBezTo>
                    <a:pt x="237" y="15988"/>
                    <a:pt x="16020" y="199"/>
                    <a:pt x="35489" y="199"/>
                  </a:cubicBezTo>
                  <a:cubicBezTo>
                    <a:pt x="54958" y="199"/>
                    <a:pt x="70740" y="15988"/>
                    <a:pt x="70740" y="35464"/>
                  </a:cubicBezTo>
                  <a:close/>
                </a:path>
              </a:pathLst>
            </a:custGeom>
            <a:solidFill>
              <a:srgbClr val="E6E6E6"/>
            </a:solidFill>
            <a:ln w="12234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8" name="Полилиния 167">
              <a:extLst>
                <a:ext uri="{FF2B5EF4-FFF2-40B4-BE49-F238E27FC236}">
                  <a16:creationId xmlns:a16="http://schemas.microsoft.com/office/drawing/2014/main" id="{8A77EACB-3D23-8575-D215-5CBBAFC71740}"/>
                </a:ext>
              </a:extLst>
            </p:cNvPr>
            <p:cNvSpPr/>
            <p:nvPr/>
          </p:nvSpPr>
          <p:spPr>
            <a:xfrm rot="10800000" flipV="1">
              <a:off x="14401263" y="10311052"/>
              <a:ext cx="94983" cy="95019"/>
            </a:xfrm>
            <a:custGeom>
              <a:avLst/>
              <a:gdLst>
                <a:gd name="connsiteX0" fmla="*/ 95110 w 94983"/>
                <a:gd name="connsiteY0" fmla="*/ 47611 h 95019"/>
                <a:gd name="connsiteX1" fmla="*/ 47619 w 94983"/>
                <a:gd name="connsiteY1" fmla="*/ 95121 h 95019"/>
                <a:gd name="connsiteX2" fmla="*/ 127 w 94983"/>
                <a:gd name="connsiteY2" fmla="*/ 47611 h 95019"/>
                <a:gd name="connsiteX3" fmla="*/ 47619 w 94983"/>
                <a:gd name="connsiteY3" fmla="*/ 101 h 95019"/>
                <a:gd name="connsiteX4" fmla="*/ 95110 w 94983"/>
                <a:gd name="connsiteY4" fmla="*/ 47611 h 95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983" h="95019">
                  <a:moveTo>
                    <a:pt x="95110" y="47611"/>
                  </a:moveTo>
                  <a:cubicBezTo>
                    <a:pt x="95110" y="73850"/>
                    <a:pt x="73848" y="95121"/>
                    <a:pt x="47619" y="95121"/>
                  </a:cubicBezTo>
                  <a:cubicBezTo>
                    <a:pt x="21390" y="95121"/>
                    <a:pt x="127" y="73850"/>
                    <a:pt x="127" y="47611"/>
                  </a:cubicBezTo>
                  <a:cubicBezTo>
                    <a:pt x="127" y="21372"/>
                    <a:pt x="21390" y="101"/>
                    <a:pt x="47619" y="101"/>
                  </a:cubicBezTo>
                  <a:cubicBezTo>
                    <a:pt x="73848" y="101"/>
                    <a:pt x="95110" y="21372"/>
                    <a:pt x="95110" y="47611"/>
                  </a:cubicBezTo>
                  <a:close/>
                </a:path>
              </a:pathLst>
            </a:custGeom>
            <a:solidFill>
              <a:srgbClr val="775AFF"/>
            </a:solidFill>
            <a:ln w="3670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" name="Полилиния 168">
              <a:extLst>
                <a:ext uri="{FF2B5EF4-FFF2-40B4-BE49-F238E27FC236}">
                  <a16:creationId xmlns:a16="http://schemas.microsoft.com/office/drawing/2014/main" id="{DF319BD4-41EF-6832-DAFF-9489393DEEC1}"/>
                </a:ext>
              </a:extLst>
            </p:cNvPr>
            <p:cNvSpPr/>
            <p:nvPr/>
          </p:nvSpPr>
          <p:spPr>
            <a:xfrm rot="10800000" flipV="1">
              <a:off x="15364546" y="10311052"/>
              <a:ext cx="94983" cy="95019"/>
            </a:xfrm>
            <a:custGeom>
              <a:avLst/>
              <a:gdLst>
                <a:gd name="connsiteX0" fmla="*/ 95189 w 94983"/>
                <a:gd name="connsiteY0" fmla="*/ 47611 h 95019"/>
                <a:gd name="connsiteX1" fmla="*/ 47697 w 94983"/>
                <a:gd name="connsiteY1" fmla="*/ 95121 h 95019"/>
                <a:gd name="connsiteX2" fmla="*/ 206 w 94983"/>
                <a:gd name="connsiteY2" fmla="*/ 47611 h 95019"/>
                <a:gd name="connsiteX3" fmla="*/ 47697 w 94983"/>
                <a:gd name="connsiteY3" fmla="*/ 101 h 95019"/>
                <a:gd name="connsiteX4" fmla="*/ 95189 w 94983"/>
                <a:gd name="connsiteY4" fmla="*/ 47611 h 95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983" h="95019">
                  <a:moveTo>
                    <a:pt x="95189" y="47611"/>
                  </a:moveTo>
                  <a:cubicBezTo>
                    <a:pt x="95189" y="73850"/>
                    <a:pt x="73926" y="95121"/>
                    <a:pt x="47697" y="95121"/>
                  </a:cubicBezTo>
                  <a:cubicBezTo>
                    <a:pt x="21468" y="95121"/>
                    <a:pt x="206" y="73850"/>
                    <a:pt x="206" y="47611"/>
                  </a:cubicBezTo>
                  <a:cubicBezTo>
                    <a:pt x="206" y="21372"/>
                    <a:pt x="21468" y="101"/>
                    <a:pt x="47697" y="101"/>
                  </a:cubicBezTo>
                  <a:cubicBezTo>
                    <a:pt x="73926" y="101"/>
                    <a:pt x="95189" y="21372"/>
                    <a:pt x="95189" y="47611"/>
                  </a:cubicBezTo>
                  <a:close/>
                </a:path>
              </a:pathLst>
            </a:custGeom>
            <a:solidFill>
              <a:srgbClr val="775AFF"/>
            </a:solidFill>
            <a:ln w="3670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0" name="Полилиния 169">
              <a:extLst>
                <a:ext uri="{FF2B5EF4-FFF2-40B4-BE49-F238E27FC236}">
                  <a16:creationId xmlns:a16="http://schemas.microsoft.com/office/drawing/2014/main" id="{725AF85B-8072-0BDF-E129-682234B1E394}"/>
                </a:ext>
              </a:extLst>
            </p:cNvPr>
            <p:cNvSpPr/>
            <p:nvPr/>
          </p:nvSpPr>
          <p:spPr>
            <a:xfrm rot="10800000" flipV="1">
              <a:off x="14875169" y="11511720"/>
              <a:ext cx="94983" cy="95019"/>
            </a:xfrm>
            <a:custGeom>
              <a:avLst/>
              <a:gdLst>
                <a:gd name="connsiteX0" fmla="*/ 95149 w 94983"/>
                <a:gd name="connsiteY0" fmla="*/ 47709 h 95019"/>
                <a:gd name="connsiteX1" fmla="*/ 47657 w 94983"/>
                <a:gd name="connsiteY1" fmla="*/ 95219 h 95019"/>
                <a:gd name="connsiteX2" fmla="*/ 166 w 94983"/>
                <a:gd name="connsiteY2" fmla="*/ 47709 h 95019"/>
                <a:gd name="connsiteX3" fmla="*/ 47657 w 94983"/>
                <a:gd name="connsiteY3" fmla="*/ 199 h 95019"/>
                <a:gd name="connsiteX4" fmla="*/ 95149 w 94983"/>
                <a:gd name="connsiteY4" fmla="*/ 47709 h 95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983" h="95019">
                  <a:moveTo>
                    <a:pt x="95149" y="47709"/>
                  </a:moveTo>
                  <a:cubicBezTo>
                    <a:pt x="95149" y="73948"/>
                    <a:pt x="73886" y="95219"/>
                    <a:pt x="47657" y="95219"/>
                  </a:cubicBezTo>
                  <a:cubicBezTo>
                    <a:pt x="21428" y="95219"/>
                    <a:pt x="166" y="73948"/>
                    <a:pt x="166" y="47709"/>
                  </a:cubicBezTo>
                  <a:cubicBezTo>
                    <a:pt x="166" y="21470"/>
                    <a:pt x="21428" y="199"/>
                    <a:pt x="47657" y="199"/>
                  </a:cubicBezTo>
                  <a:cubicBezTo>
                    <a:pt x="73886" y="199"/>
                    <a:pt x="95149" y="21470"/>
                    <a:pt x="95149" y="47709"/>
                  </a:cubicBezTo>
                  <a:close/>
                </a:path>
              </a:pathLst>
            </a:custGeom>
            <a:solidFill>
              <a:srgbClr val="775AFF"/>
            </a:solidFill>
            <a:ln w="3670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" name="Полилиния 170">
              <a:extLst>
                <a:ext uri="{FF2B5EF4-FFF2-40B4-BE49-F238E27FC236}">
                  <a16:creationId xmlns:a16="http://schemas.microsoft.com/office/drawing/2014/main" id="{67AF79BF-F27D-CAA8-7605-B76292BC449E}"/>
                </a:ext>
              </a:extLst>
            </p:cNvPr>
            <p:cNvSpPr/>
            <p:nvPr/>
          </p:nvSpPr>
          <p:spPr>
            <a:xfrm>
              <a:off x="15193842" y="11135016"/>
              <a:ext cx="112989" cy="70751"/>
            </a:xfrm>
            <a:custGeom>
              <a:avLst/>
              <a:gdLst>
                <a:gd name="connsiteX0" fmla="*/ 112990 w 112989"/>
                <a:gd name="connsiteY0" fmla="*/ 42294 h 70751"/>
                <a:gd name="connsiteX1" fmla="*/ 42278 w 112989"/>
                <a:gd name="connsiteY1" fmla="*/ 0 h 70751"/>
                <a:gd name="connsiteX2" fmla="*/ 0 w 112989"/>
                <a:gd name="connsiteY2" fmla="*/ 70751 h 7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89" h="70751">
                  <a:moveTo>
                    <a:pt x="112990" y="42294"/>
                  </a:moveTo>
                  <a:lnTo>
                    <a:pt x="42278" y="0"/>
                  </a:lnTo>
                  <a:lnTo>
                    <a:pt x="0" y="70751"/>
                  </a:lnTo>
                </a:path>
              </a:pathLst>
            </a:custGeom>
            <a:noFill/>
            <a:ln w="12234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" name="Полилиния 171">
              <a:extLst>
                <a:ext uri="{FF2B5EF4-FFF2-40B4-BE49-F238E27FC236}">
                  <a16:creationId xmlns:a16="http://schemas.microsoft.com/office/drawing/2014/main" id="{FF1A7832-05FF-DD3E-8581-276E952AD7E7}"/>
                </a:ext>
              </a:extLst>
            </p:cNvPr>
            <p:cNvSpPr/>
            <p:nvPr/>
          </p:nvSpPr>
          <p:spPr>
            <a:xfrm>
              <a:off x="14864555" y="9158071"/>
              <a:ext cx="116527" cy="58283"/>
            </a:xfrm>
            <a:custGeom>
              <a:avLst/>
              <a:gdLst>
                <a:gd name="connsiteX0" fmla="*/ 116527 w 116527"/>
                <a:gd name="connsiteY0" fmla="*/ 58284 h 58283"/>
                <a:gd name="connsiteX1" fmla="*/ 58263 w 116527"/>
                <a:gd name="connsiteY1" fmla="*/ 0 h 58283"/>
                <a:gd name="connsiteX2" fmla="*/ 0 w 116527"/>
                <a:gd name="connsiteY2" fmla="*/ 58284 h 58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6527" h="58283">
                  <a:moveTo>
                    <a:pt x="116527" y="58284"/>
                  </a:moveTo>
                  <a:lnTo>
                    <a:pt x="58263" y="0"/>
                  </a:lnTo>
                  <a:lnTo>
                    <a:pt x="0" y="58284"/>
                  </a:lnTo>
                </a:path>
              </a:pathLst>
            </a:custGeom>
            <a:noFill/>
            <a:ln w="12234" cap="flat">
              <a:solidFill>
                <a:srgbClr val="775AFF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3" name="Полилиния 172">
              <a:extLst>
                <a:ext uri="{FF2B5EF4-FFF2-40B4-BE49-F238E27FC236}">
                  <a16:creationId xmlns:a16="http://schemas.microsoft.com/office/drawing/2014/main" id="{DD99186E-68A4-B3CF-02E2-516B87DE27D5}"/>
                </a:ext>
              </a:extLst>
            </p:cNvPr>
            <p:cNvSpPr/>
            <p:nvPr/>
          </p:nvSpPr>
          <p:spPr>
            <a:xfrm>
              <a:off x="13036888" y="10360510"/>
              <a:ext cx="943854" cy="12244"/>
            </a:xfrm>
            <a:custGeom>
              <a:avLst/>
              <a:gdLst>
                <a:gd name="connsiteX0" fmla="*/ 0 w 943854"/>
                <a:gd name="connsiteY0" fmla="*/ 0 h 12244"/>
                <a:gd name="connsiteX1" fmla="*/ 943855 w 943854"/>
                <a:gd name="connsiteY1" fmla="*/ 0 h 12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43854" h="12244">
                  <a:moveTo>
                    <a:pt x="0" y="0"/>
                  </a:moveTo>
                  <a:lnTo>
                    <a:pt x="943855" y="0"/>
                  </a:lnTo>
                </a:path>
              </a:pathLst>
            </a:custGeom>
            <a:noFill/>
            <a:ln w="12234" cap="flat">
              <a:solidFill>
                <a:srgbClr val="775AFF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4" name="Полилиния 173">
              <a:extLst>
                <a:ext uri="{FF2B5EF4-FFF2-40B4-BE49-F238E27FC236}">
                  <a16:creationId xmlns:a16="http://schemas.microsoft.com/office/drawing/2014/main" id="{85806532-8475-64E2-4B8A-6168FCAB7BD7}"/>
                </a:ext>
              </a:extLst>
            </p:cNvPr>
            <p:cNvSpPr/>
            <p:nvPr/>
          </p:nvSpPr>
          <p:spPr>
            <a:xfrm rot="10800000" flipV="1">
              <a:off x="12987472" y="10311052"/>
              <a:ext cx="94983" cy="95019"/>
            </a:xfrm>
            <a:custGeom>
              <a:avLst/>
              <a:gdLst>
                <a:gd name="connsiteX0" fmla="*/ 94995 w 94983"/>
                <a:gd name="connsiteY0" fmla="*/ 47611 h 95019"/>
                <a:gd name="connsiteX1" fmla="*/ 47503 w 94983"/>
                <a:gd name="connsiteY1" fmla="*/ 95121 h 95019"/>
                <a:gd name="connsiteX2" fmla="*/ 11 w 94983"/>
                <a:gd name="connsiteY2" fmla="*/ 47611 h 95019"/>
                <a:gd name="connsiteX3" fmla="*/ 47503 w 94983"/>
                <a:gd name="connsiteY3" fmla="*/ 101 h 95019"/>
                <a:gd name="connsiteX4" fmla="*/ 94995 w 94983"/>
                <a:gd name="connsiteY4" fmla="*/ 47611 h 95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983" h="95019">
                  <a:moveTo>
                    <a:pt x="94995" y="47611"/>
                  </a:moveTo>
                  <a:cubicBezTo>
                    <a:pt x="94995" y="73850"/>
                    <a:pt x="73732" y="95121"/>
                    <a:pt x="47503" y="95121"/>
                  </a:cubicBezTo>
                  <a:cubicBezTo>
                    <a:pt x="21274" y="95121"/>
                    <a:pt x="11" y="73850"/>
                    <a:pt x="11" y="47611"/>
                  </a:cubicBezTo>
                  <a:cubicBezTo>
                    <a:pt x="11" y="21372"/>
                    <a:pt x="21274" y="101"/>
                    <a:pt x="47503" y="101"/>
                  </a:cubicBezTo>
                  <a:cubicBezTo>
                    <a:pt x="73732" y="101"/>
                    <a:pt x="94995" y="21372"/>
                    <a:pt x="94995" y="47611"/>
                  </a:cubicBezTo>
                  <a:close/>
                </a:path>
              </a:pathLst>
            </a:custGeom>
            <a:solidFill>
              <a:srgbClr val="775AFF"/>
            </a:solidFill>
            <a:ln w="3670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" name="Полилиния 174">
              <a:extLst>
                <a:ext uri="{FF2B5EF4-FFF2-40B4-BE49-F238E27FC236}">
                  <a16:creationId xmlns:a16="http://schemas.microsoft.com/office/drawing/2014/main" id="{6FE918E9-E5B8-9251-022A-F6746ED70D09}"/>
                </a:ext>
              </a:extLst>
            </p:cNvPr>
            <p:cNvSpPr/>
            <p:nvPr/>
          </p:nvSpPr>
          <p:spPr>
            <a:xfrm>
              <a:off x="13930233" y="10302223"/>
              <a:ext cx="58262" cy="116573"/>
            </a:xfrm>
            <a:custGeom>
              <a:avLst/>
              <a:gdLst>
                <a:gd name="connsiteX0" fmla="*/ 0 w 58262"/>
                <a:gd name="connsiteY0" fmla="*/ 116573 h 116573"/>
                <a:gd name="connsiteX1" fmla="*/ 58262 w 58262"/>
                <a:gd name="connsiteY1" fmla="*/ 58287 h 116573"/>
                <a:gd name="connsiteX2" fmla="*/ 0 w 58262"/>
                <a:gd name="connsiteY2" fmla="*/ 0 h 116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62" h="116573">
                  <a:moveTo>
                    <a:pt x="0" y="116573"/>
                  </a:moveTo>
                  <a:lnTo>
                    <a:pt x="58262" y="58287"/>
                  </a:lnTo>
                  <a:lnTo>
                    <a:pt x="0" y="0"/>
                  </a:lnTo>
                </a:path>
              </a:pathLst>
            </a:custGeom>
            <a:noFill/>
            <a:ln w="12234" cap="flat">
              <a:solidFill>
                <a:srgbClr val="775AFF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6" name="Полилиния 175">
              <a:extLst>
                <a:ext uri="{FF2B5EF4-FFF2-40B4-BE49-F238E27FC236}">
                  <a16:creationId xmlns:a16="http://schemas.microsoft.com/office/drawing/2014/main" id="{A71AD2F4-65A8-6250-7311-229B5D12B99F}"/>
                </a:ext>
              </a:extLst>
            </p:cNvPr>
            <p:cNvSpPr/>
            <p:nvPr/>
          </p:nvSpPr>
          <p:spPr>
            <a:xfrm>
              <a:off x="15852918" y="10360510"/>
              <a:ext cx="943857" cy="12244"/>
            </a:xfrm>
            <a:custGeom>
              <a:avLst/>
              <a:gdLst>
                <a:gd name="connsiteX0" fmla="*/ 943857 w 943857"/>
                <a:gd name="connsiteY0" fmla="*/ 0 h 12244"/>
                <a:gd name="connsiteX1" fmla="*/ 0 w 943857"/>
                <a:gd name="connsiteY1" fmla="*/ 0 h 12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43857" h="12244">
                  <a:moveTo>
                    <a:pt x="943857" y="0"/>
                  </a:moveTo>
                  <a:lnTo>
                    <a:pt x="0" y="0"/>
                  </a:lnTo>
                </a:path>
              </a:pathLst>
            </a:custGeom>
            <a:noFill/>
            <a:ln w="12234" cap="flat">
              <a:solidFill>
                <a:srgbClr val="775AFF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" name="Полилиния 176">
              <a:extLst>
                <a:ext uri="{FF2B5EF4-FFF2-40B4-BE49-F238E27FC236}">
                  <a16:creationId xmlns:a16="http://schemas.microsoft.com/office/drawing/2014/main" id="{85899666-8DFC-E5FF-B874-F16DF8388983}"/>
                </a:ext>
              </a:extLst>
            </p:cNvPr>
            <p:cNvSpPr/>
            <p:nvPr/>
          </p:nvSpPr>
          <p:spPr>
            <a:xfrm flipV="1">
              <a:off x="16751205" y="10314935"/>
              <a:ext cx="94983" cy="95019"/>
            </a:xfrm>
            <a:custGeom>
              <a:avLst/>
              <a:gdLst>
                <a:gd name="connsiteX0" fmla="*/ 95302 w 94983"/>
                <a:gd name="connsiteY0" fmla="*/ 47611 h 95019"/>
                <a:gd name="connsiteX1" fmla="*/ 47811 w 94983"/>
                <a:gd name="connsiteY1" fmla="*/ 95121 h 95019"/>
                <a:gd name="connsiteX2" fmla="*/ 319 w 94983"/>
                <a:gd name="connsiteY2" fmla="*/ 47611 h 95019"/>
                <a:gd name="connsiteX3" fmla="*/ 47811 w 94983"/>
                <a:gd name="connsiteY3" fmla="*/ 101 h 95019"/>
                <a:gd name="connsiteX4" fmla="*/ 95302 w 94983"/>
                <a:gd name="connsiteY4" fmla="*/ 47611 h 95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983" h="95019">
                  <a:moveTo>
                    <a:pt x="95302" y="47611"/>
                  </a:moveTo>
                  <a:cubicBezTo>
                    <a:pt x="95302" y="73850"/>
                    <a:pt x="74040" y="95121"/>
                    <a:pt x="47811" y="95121"/>
                  </a:cubicBezTo>
                  <a:cubicBezTo>
                    <a:pt x="21582" y="95121"/>
                    <a:pt x="319" y="73850"/>
                    <a:pt x="319" y="47611"/>
                  </a:cubicBezTo>
                  <a:cubicBezTo>
                    <a:pt x="319" y="21372"/>
                    <a:pt x="21582" y="101"/>
                    <a:pt x="47811" y="101"/>
                  </a:cubicBezTo>
                  <a:cubicBezTo>
                    <a:pt x="74040" y="101"/>
                    <a:pt x="95302" y="21372"/>
                    <a:pt x="95302" y="47611"/>
                  </a:cubicBezTo>
                  <a:close/>
                </a:path>
              </a:pathLst>
            </a:custGeom>
            <a:solidFill>
              <a:srgbClr val="775AFF"/>
            </a:solidFill>
            <a:ln w="3670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8" name="Полилиния 177">
              <a:extLst>
                <a:ext uri="{FF2B5EF4-FFF2-40B4-BE49-F238E27FC236}">
                  <a16:creationId xmlns:a16="http://schemas.microsoft.com/office/drawing/2014/main" id="{57F1D7FE-3CF6-DAB3-9C2C-21B644875F21}"/>
                </a:ext>
              </a:extLst>
            </p:cNvPr>
            <p:cNvSpPr/>
            <p:nvPr/>
          </p:nvSpPr>
          <p:spPr>
            <a:xfrm>
              <a:off x="15845182" y="10302224"/>
              <a:ext cx="58263" cy="116572"/>
            </a:xfrm>
            <a:custGeom>
              <a:avLst/>
              <a:gdLst>
                <a:gd name="connsiteX0" fmla="*/ 58264 w 58263"/>
                <a:gd name="connsiteY0" fmla="*/ 0 h 116572"/>
                <a:gd name="connsiteX1" fmla="*/ 0 w 58263"/>
                <a:gd name="connsiteY1" fmla="*/ 58286 h 116572"/>
                <a:gd name="connsiteX2" fmla="*/ 58264 w 58263"/>
                <a:gd name="connsiteY2" fmla="*/ 116572 h 116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63" h="116572">
                  <a:moveTo>
                    <a:pt x="58264" y="0"/>
                  </a:moveTo>
                  <a:lnTo>
                    <a:pt x="0" y="58286"/>
                  </a:lnTo>
                  <a:lnTo>
                    <a:pt x="58264" y="116572"/>
                  </a:lnTo>
                </a:path>
              </a:pathLst>
            </a:custGeom>
            <a:noFill/>
            <a:ln w="12234" cap="flat">
              <a:solidFill>
                <a:srgbClr val="775AFF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" name="Полилиния 178">
              <a:extLst>
                <a:ext uri="{FF2B5EF4-FFF2-40B4-BE49-F238E27FC236}">
                  <a16:creationId xmlns:a16="http://schemas.microsoft.com/office/drawing/2014/main" id="{618604BC-D198-29D7-1FF7-319A2EE437E5}"/>
                </a:ext>
              </a:extLst>
            </p:cNvPr>
            <p:cNvSpPr/>
            <p:nvPr/>
          </p:nvSpPr>
          <p:spPr>
            <a:xfrm>
              <a:off x="14563580" y="9516007"/>
              <a:ext cx="112549" cy="71383"/>
            </a:xfrm>
            <a:custGeom>
              <a:avLst/>
              <a:gdLst>
                <a:gd name="connsiteX0" fmla="*/ 0 w 112549"/>
                <a:gd name="connsiteY0" fmla="*/ 30170 h 71383"/>
                <a:gd name="connsiteX1" fmla="*/ 71348 w 112549"/>
                <a:gd name="connsiteY1" fmla="*/ 71383 h 71383"/>
                <a:gd name="connsiteX2" fmla="*/ 112549 w 112549"/>
                <a:gd name="connsiteY2" fmla="*/ 0 h 71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549" h="71383">
                  <a:moveTo>
                    <a:pt x="0" y="30170"/>
                  </a:moveTo>
                  <a:lnTo>
                    <a:pt x="71348" y="71383"/>
                  </a:lnTo>
                  <a:lnTo>
                    <a:pt x="112549" y="0"/>
                  </a:lnTo>
                </a:path>
              </a:pathLst>
            </a:custGeom>
            <a:noFill/>
            <a:ln w="12234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0" name="Полилиния 179">
              <a:extLst>
                <a:ext uri="{FF2B5EF4-FFF2-40B4-BE49-F238E27FC236}">
                  <a16:creationId xmlns:a16="http://schemas.microsoft.com/office/drawing/2014/main" id="{10698950-1617-CD9A-A5F2-551F293E7FB3}"/>
                </a:ext>
              </a:extLst>
            </p:cNvPr>
            <p:cNvSpPr/>
            <p:nvPr/>
          </p:nvSpPr>
          <p:spPr>
            <a:xfrm>
              <a:off x="15802280" y="9105339"/>
              <a:ext cx="60344" cy="116490"/>
            </a:xfrm>
            <a:custGeom>
              <a:avLst/>
              <a:gdLst>
                <a:gd name="connsiteX0" fmla="*/ 56097 w 60344"/>
                <a:gd name="connsiteY0" fmla="*/ 0 h 116490"/>
                <a:gd name="connsiteX1" fmla="*/ 0 w 60344"/>
                <a:gd name="connsiteY1" fmla="*/ 60369 h 116490"/>
                <a:gd name="connsiteX2" fmla="*/ 60344 w 60344"/>
                <a:gd name="connsiteY2" fmla="*/ 116490 h 116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344" h="116490">
                  <a:moveTo>
                    <a:pt x="56097" y="0"/>
                  </a:moveTo>
                  <a:lnTo>
                    <a:pt x="0" y="60369"/>
                  </a:lnTo>
                  <a:lnTo>
                    <a:pt x="60344" y="116490"/>
                  </a:lnTo>
                </a:path>
              </a:pathLst>
            </a:custGeom>
            <a:noFill/>
            <a:ln w="12234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1" name="Полилиния 180">
              <a:extLst>
                <a:ext uri="{FF2B5EF4-FFF2-40B4-BE49-F238E27FC236}">
                  <a16:creationId xmlns:a16="http://schemas.microsoft.com/office/drawing/2014/main" id="{951E76E9-7CBA-4056-7624-A3D11035F59B}"/>
                </a:ext>
              </a:extLst>
            </p:cNvPr>
            <p:cNvSpPr/>
            <p:nvPr/>
          </p:nvSpPr>
          <p:spPr>
            <a:xfrm>
              <a:off x="13947617" y="11495116"/>
              <a:ext cx="60242" cy="116498"/>
            </a:xfrm>
            <a:custGeom>
              <a:avLst/>
              <a:gdLst>
                <a:gd name="connsiteX0" fmla="*/ 0 w 60242"/>
                <a:gd name="connsiteY0" fmla="*/ 116499 h 116498"/>
                <a:gd name="connsiteX1" fmla="*/ 60243 w 60242"/>
                <a:gd name="connsiteY1" fmla="*/ 60270 h 116498"/>
                <a:gd name="connsiteX2" fmla="*/ 4032 w 60242"/>
                <a:gd name="connsiteY2" fmla="*/ 0 h 116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242" h="116498">
                  <a:moveTo>
                    <a:pt x="0" y="116499"/>
                  </a:moveTo>
                  <a:lnTo>
                    <a:pt x="60243" y="60270"/>
                  </a:lnTo>
                  <a:lnTo>
                    <a:pt x="4032" y="0"/>
                  </a:lnTo>
                </a:path>
              </a:pathLst>
            </a:custGeom>
            <a:noFill/>
            <a:ln w="12234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82" name="Группа 181">
            <a:extLst>
              <a:ext uri="{FF2B5EF4-FFF2-40B4-BE49-F238E27FC236}">
                <a16:creationId xmlns:a16="http://schemas.microsoft.com/office/drawing/2014/main" id="{B71937E7-EE87-3CE0-7009-2D3D70828EDA}"/>
              </a:ext>
            </a:extLst>
          </p:cNvPr>
          <p:cNvGrpSpPr/>
          <p:nvPr userDrawn="1"/>
        </p:nvGrpSpPr>
        <p:grpSpPr>
          <a:xfrm>
            <a:off x="18591372" y="9397554"/>
            <a:ext cx="4557967" cy="1934881"/>
            <a:chOff x="18591372" y="9397554"/>
            <a:chExt cx="4557967" cy="1934881"/>
          </a:xfrm>
        </p:grpSpPr>
        <p:sp>
          <p:nvSpPr>
            <p:cNvPr id="183" name="Полилиния 182">
              <a:extLst>
                <a:ext uri="{FF2B5EF4-FFF2-40B4-BE49-F238E27FC236}">
                  <a16:creationId xmlns:a16="http://schemas.microsoft.com/office/drawing/2014/main" id="{F5246B12-4512-78EE-93EB-E57EE088C258}"/>
                </a:ext>
              </a:extLst>
            </p:cNvPr>
            <p:cNvSpPr/>
            <p:nvPr/>
          </p:nvSpPr>
          <p:spPr>
            <a:xfrm>
              <a:off x="18651637" y="9415837"/>
              <a:ext cx="4449090" cy="1859263"/>
            </a:xfrm>
            <a:custGeom>
              <a:avLst/>
              <a:gdLst>
                <a:gd name="connsiteX0" fmla="*/ 0 w 4449090"/>
                <a:gd name="connsiteY0" fmla="*/ 0 h 1859263"/>
                <a:gd name="connsiteX1" fmla="*/ 0 w 4449090"/>
                <a:gd name="connsiteY1" fmla="*/ 929632 h 1859263"/>
                <a:gd name="connsiteX2" fmla="*/ 4449091 w 4449090"/>
                <a:gd name="connsiteY2" fmla="*/ 1859264 h 1859263"/>
                <a:gd name="connsiteX3" fmla="*/ 4449091 w 4449090"/>
                <a:gd name="connsiteY3" fmla="*/ 0 h 1859263"/>
                <a:gd name="connsiteX4" fmla="*/ 3892952 w 4449090"/>
                <a:gd name="connsiteY4" fmla="*/ 0 h 1859263"/>
                <a:gd name="connsiteX5" fmla="*/ 3892952 w 4449090"/>
                <a:gd name="connsiteY5" fmla="*/ 293455 h 1859263"/>
                <a:gd name="connsiteX6" fmla="*/ 0 w 4449090"/>
                <a:gd name="connsiteY6" fmla="*/ 1011028 h 1859263"/>
                <a:gd name="connsiteX7" fmla="*/ 0 w 4449090"/>
                <a:gd name="connsiteY7" fmla="*/ 1859264 h 1859263"/>
                <a:gd name="connsiteX8" fmla="*/ 556137 w 4449090"/>
                <a:gd name="connsiteY8" fmla="*/ 1859264 h 1859263"/>
                <a:gd name="connsiteX9" fmla="*/ 556137 w 4449090"/>
                <a:gd name="connsiteY9" fmla="*/ 1522970 h 1859263"/>
                <a:gd name="connsiteX10" fmla="*/ 556137 w 4449090"/>
                <a:gd name="connsiteY10" fmla="*/ 424118 h 1859263"/>
                <a:gd name="connsiteX11" fmla="*/ 556137 w 4449090"/>
                <a:gd name="connsiteY11" fmla="*/ 0 h 1859263"/>
                <a:gd name="connsiteX12" fmla="*/ 1112274 w 4449090"/>
                <a:gd name="connsiteY12" fmla="*/ 0 h 1859263"/>
                <a:gd name="connsiteX13" fmla="*/ 1112274 w 4449090"/>
                <a:gd name="connsiteY13" fmla="*/ 1043158 h 1859263"/>
                <a:gd name="connsiteX14" fmla="*/ 1112274 w 4449090"/>
                <a:gd name="connsiteY14" fmla="*/ 1092424 h 1859263"/>
                <a:gd name="connsiteX15" fmla="*/ 1112274 w 4449090"/>
                <a:gd name="connsiteY15" fmla="*/ 1859264 h 1859263"/>
                <a:gd name="connsiteX16" fmla="*/ 1266248 w 4449090"/>
                <a:gd name="connsiteY16" fmla="*/ 1859264 h 1859263"/>
                <a:gd name="connsiteX17" fmla="*/ 1668406 w 4449090"/>
                <a:gd name="connsiteY17" fmla="*/ 304165 h 1859263"/>
                <a:gd name="connsiteX18" fmla="*/ 1668406 w 4449090"/>
                <a:gd name="connsiteY18" fmla="*/ 0 h 1859263"/>
                <a:gd name="connsiteX19" fmla="*/ 2222425 w 4449090"/>
                <a:gd name="connsiteY19" fmla="*/ 0 h 1859263"/>
                <a:gd name="connsiteX20" fmla="*/ 2222425 w 4449090"/>
                <a:gd name="connsiteY20" fmla="*/ 218484 h 1859263"/>
                <a:gd name="connsiteX21" fmla="*/ 2222425 w 4449090"/>
                <a:gd name="connsiteY21" fmla="*/ 293455 h 1859263"/>
                <a:gd name="connsiteX22" fmla="*/ 2222425 w 4449090"/>
                <a:gd name="connsiteY22" fmla="*/ 1859264 h 1859263"/>
                <a:gd name="connsiteX23" fmla="*/ 2780685 w 4449090"/>
                <a:gd name="connsiteY23" fmla="*/ 1859264 h 1859263"/>
                <a:gd name="connsiteX24" fmla="*/ 2780685 w 4449090"/>
                <a:gd name="connsiteY24" fmla="*/ 1559377 h 1859263"/>
                <a:gd name="connsiteX25" fmla="*/ 2780685 w 4449090"/>
                <a:gd name="connsiteY25" fmla="*/ 1531538 h 1859263"/>
                <a:gd name="connsiteX26" fmla="*/ 2780685 w 4449090"/>
                <a:gd name="connsiteY26" fmla="*/ 0 h 1859263"/>
                <a:gd name="connsiteX27" fmla="*/ 3336824 w 4449090"/>
                <a:gd name="connsiteY27" fmla="*/ 0 h 1859263"/>
                <a:gd name="connsiteX28" fmla="*/ 3336824 w 4449090"/>
                <a:gd name="connsiteY28" fmla="*/ 141372 h 1859263"/>
                <a:gd name="connsiteX29" fmla="*/ 3336824 w 4449090"/>
                <a:gd name="connsiteY29" fmla="*/ 1317337 h 1859263"/>
                <a:gd name="connsiteX30" fmla="*/ 3336824 w 4449090"/>
                <a:gd name="connsiteY30" fmla="*/ 1859264 h 1859263"/>
                <a:gd name="connsiteX31" fmla="*/ 3892952 w 4449090"/>
                <a:gd name="connsiteY31" fmla="*/ 1859264 h 1859263"/>
                <a:gd name="connsiteX32" fmla="*/ 3892952 w 4449090"/>
                <a:gd name="connsiteY32" fmla="*/ 364141 h 185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449090" h="1859263">
                  <a:moveTo>
                    <a:pt x="0" y="0"/>
                  </a:moveTo>
                  <a:lnTo>
                    <a:pt x="0" y="929632"/>
                  </a:lnTo>
                  <a:moveTo>
                    <a:pt x="4449091" y="1859264"/>
                  </a:moveTo>
                  <a:lnTo>
                    <a:pt x="4449091" y="0"/>
                  </a:lnTo>
                  <a:lnTo>
                    <a:pt x="3892952" y="0"/>
                  </a:lnTo>
                  <a:lnTo>
                    <a:pt x="3892952" y="293455"/>
                  </a:lnTo>
                  <a:moveTo>
                    <a:pt x="0" y="1011028"/>
                  </a:moveTo>
                  <a:lnTo>
                    <a:pt x="0" y="1859264"/>
                  </a:lnTo>
                  <a:lnTo>
                    <a:pt x="556137" y="1859264"/>
                  </a:lnTo>
                  <a:lnTo>
                    <a:pt x="556137" y="1522970"/>
                  </a:lnTo>
                  <a:moveTo>
                    <a:pt x="556137" y="424118"/>
                  </a:moveTo>
                  <a:lnTo>
                    <a:pt x="556137" y="0"/>
                  </a:lnTo>
                  <a:lnTo>
                    <a:pt x="1112274" y="0"/>
                  </a:lnTo>
                  <a:lnTo>
                    <a:pt x="1112274" y="1043158"/>
                  </a:lnTo>
                  <a:moveTo>
                    <a:pt x="1112274" y="1092424"/>
                  </a:moveTo>
                  <a:lnTo>
                    <a:pt x="1112274" y="1859264"/>
                  </a:lnTo>
                  <a:lnTo>
                    <a:pt x="1266248" y="1859264"/>
                  </a:lnTo>
                  <a:moveTo>
                    <a:pt x="1668406" y="304165"/>
                  </a:moveTo>
                  <a:lnTo>
                    <a:pt x="1668406" y="0"/>
                  </a:lnTo>
                  <a:lnTo>
                    <a:pt x="2222425" y="0"/>
                  </a:lnTo>
                  <a:lnTo>
                    <a:pt x="2222425" y="218484"/>
                  </a:lnTo>
                  <a:moveTo>
                    <a:pt x="2222425" y="293455"/>
                  </a:moveTo>
                  <a:lnTo>
                    <a:pt x="2222425" y="1859264"/>
                  </a:lnTo>
                  <a:lnTo>
                    <a:pt x="2780685" y="1859264"/>
                  </a:lnTo>
                  <a:lnTo>
                    <a:pt x="2780685" y="1559377"/>
                  </a:lnTo>
                  <a:moveTo>
                    <a:pt x="2780685" y="1531538"/>
                  </a:moveTo>
                  <a:lnTo>
                    <a:pt x="2780685" y="0"/>
                  </a:lnTo>
                  <a:lnTo>
                    <a:pt x="3336824" y="0"/>
                  </a:lnTo>
                  <a:lnTo>
                    <a:pt x="3336824" y="141372"/>
                  </a:lnTo>
                  <a:moveTo>
                    <a:pt x="3336824" y="1317337"/>
                  </a:moveTo>
                  <a:lnTo>
                    <a:pt x="3336824" y="1859264"/>
                  </a:lnTo>
                  <a:lnTo>
                    <a:pt x="3892952" y="1859264"/>
                  </a:lnTo>
                  <a:lnTo>
                    <a:pt x="3892952" y="364141"/>
                  </a:lnTo>
                </a:path>
              </a:pathLst>
            </a:custGeom>
            <a:noFill/>
            <a:ln w="1224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4" name="Полилиния 183">
              <a:extLst>
                <a:ext uri="{FF2B5EF4-FFF2-40B4-BE49-F238E27FC236}">
                  <a16:creationId xmlns:a16="http://schemas.microsoft.com/office/drawing/2014/main" id="{43A70E0B-D08E-F043-AB6E-517BBEB12661}"/>
                </a:ext>
              </a:extLst>
            </p:cNvPr>
            <p:cNvSpPr/>
            <p:nvPr/>
          </p:nvSpPr>
          <p:spPr>
            <a:xfrm>
              <a:off x="19980343" y="9807823"/>
              <a:ext cx="339712" cy="1467277"/>
            </a:xfrm>
            <a:custGeom>
              <a:avLst/>
              <a:gdLst>
                <a:gd name="connsiteX0" fmla="*/ 0 w 339712"/>
                <a:gd name="connsiteY0" fmla="*/ 1467278 h 1467277"/>
                <a:gd name="connsiteX1" fmla="*/ 339713 w 339712"/>
                <a:gd name="connsiteY1" fmla="*/ 1467278 h 1467277"/>
                <a:gd name="connsiteX2" fmla="*/ 339713 w 339712"/>
                <a:gd name="connsiteY2" fmla="*/ 0 h 146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9712" h="1467277">
                  <a:moveTo>
                    <a:pt x="0" y="1467278"/>
                  </a:moveTo>
                  <a:lnTo>
                    <a:pt x="339713" y="1467278"/>
                  </a:lnTo>
                  <a:lnTo>
                    <a:pt x="339713" y="0"/>
                  </a:lnTo>
                </a:path>
              </a:pathLst>
            </a:custGeom>
            <a:noFill/>
            <a:ln w="12243" cap="flat">
              <a:solidFill>
                <a:srgbClr val="2CB9FF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5" name="Полилиния 184">
              <a:extLst>
                <a:ext uri="{FF2B5EF4-FFF2-40B4-BE49-F238E27FC236}">
                  <a16:creationId xmlns:a16="http://schemas.microsoft.com/office/drawing/2014/main" id="{D0B1A178-8739-9ACA-C92B-661E9989C795}"/>
                </a:ext>
              </a:extLst>
            </p:cNvPr>
            <p:cNvSpPr/>
            <p:nvPr/>
          </p:nvSpPr>
          <p:spPr>
            <a:xfrm>
              <a:off x="19207845" y="9910640"/>
              <a:ext cx="12253" cy="893214"/>
            </a:xfrm>
            <a:custGeom>
              <a:avLst/>
              <a:gdLst>
                <a:gd name="connsiteX0" fmla="*/ 0 w 12253"/>
                <a:gd name="connsiteY0" fmla="*/ 0 h 893214"/>
                <a:gd name="connsiteX1" fmla="*/ 0 w 12253"/>
                <a:gd name="connsiteY1" fmla="*/ 893215 h 893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53" h="893214">
                  <a:moveTo>
                    <a:pt x="0" y="0"/>
                  </a:moveTo>
                  <a:lnTo>
                    <a:pt x="0" y="893215"/>
                  </a:lnTo>
                </a:path>
              </a:pathLst>
            </a:custGeom>
            <a:noFill/>
            <a:ln w="12243" cap="flat">
              <a:solidFill>
                <a:srgbClr val="2CB9FF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6" name="Полилиния 185">
              <a:extLst>
                <a:ext uri="{FF2B5EF4-FFF2-40B4-BE49-F238E27FC236}">
                  <a16:creationId xmlns:a16="http://schemas.microsoft.com/office/drawing/2014/main" id="{60A46592-E4C4-8A6D-3475-A599D64826AB}"/>
                </a:ext>
              </a:extLst>
            </p:cNvPr>
            <p:cNvSpPr/>
            <p:nvPr/>
          </p:nvSpPr>
          <p:spPr>
            <a:xfrm rot="10800000" flipV="1">
              <a:off x="18603116" y="9397554"/>
              <a:ext cx="101366" cy="100825"/>
            </a:xfrm>
            <a:custGeom>
              <a:avLst/>
              <a:gdLst>
                <a:gd name="connsiteX0" fmla="*/ 101369 w 101366"/>
                <a:gd name="connsiteY0" fmla="*/ 50416 h 100825"/>
                <a:gd name="connsiteX1" fmla="*/ 50686 w 101366"/>
                <a:gd name="connsiteY1" fmla="*/ 100829 h 100825"/>
                <a:gd name="connsiteX2" fmla="*/ 3 w 101366"/>
                <a:gd name="connsiteY2" fmla="*/ 50416 h 100825"/>
                <a:gd name="connsiteX3" fmla="*/ 50686 w 101366"/>
                <a:gd name="connsiteY3" fmla="*/ 3 h 100825"/>
                <a:gd name="connsiteX4" fmla="*/ 101369 w 101366"/>
                <a:gd name="connsiteY4" fmla="*/ 50416 h 10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366" h="100825">
                  <a:moveTo>
                    <a:pt x="101369" y="50416"/>
                  </a:moveTo>
                  <a:cubicBezTo>
                    <a:pt x="101369" y="78258"/>
                    <a:pt x="78678" y="100829"/>
                    <a:pt x="50686" y="100829"/>
                  </a:cubicBezTo>
                  <a:cubicBezTo>
                    <a:pt x="22695" y="100829"/>
                    <a:pt x="3" y="78258"/>
                    <a:pt x="3" y="50416"/>
                  </a:cubicBezTo>
                  <a:cubicBezTo>
                    <a:pt x="3" y="22574"/>
                    <a:pt x="22695" y="3"/>
                    <a:pt x="50686" y="3"/>
                  </a:cubicBezTo>
                  <a:cubicBezTo>
                    <a:pt x="78678" y="3"/>
                    <a:pt x="101369" y="22574"/>
                    <a:pt x="101369" y="50416"/>
                  </a:cubicBezTo>
                  <a:close/>
                </a:path>
              </a:pathLst>
            </a:custGeom>
            <a:solidFill>
              <a:srgbClr val="2CB9FF"/>
            </a:solidFill>
            <a:ln w="3672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" name="Полилиния 186">
              <a:extLst>
                <a:ext uri="{FF2B5EF4-FFF2-40B4-BE49-F238E27FC236}">
                  <a16:creationId xmlns:a16="http://schemas.microsoft.com/office/drawing/2014/main" id="{7160C3D9-CB85-C907-B2EE-64D93734C46E}"/>
                </a:ext>
              </a:extLst>
            </p:cNvPr>
            <p:cNvSpPr/>
            <p:nvPr/>
          </p:nvSpPr>
          <p:spPr>
            <a:xfrm rot="10800000" flipV="1">
              <a:off x="23047973" y="11222544"/>
              <a:ext cx="101366" cy="100825"/>
            </a:xfrm>
            <a:custGeom>
              <a:avLst/>
              <a:gdLst>
                <a:gd name="connsiteX0" fmla="*/ 101732 w 101366"/>
                <a:gd name="connsiteY0" fmla="*/ 50566 h 100825"/>
                <a:gd name="connsiteX1" fmla="*/ 51049 w 101366"/>
                <a:gd name="connsiteY1" fmla="*/ 100979 h 100825"/>
                <a:gd name="connsiteX2" fmla="*/ 366 w 101366"/>
                <a:gd name="connsiteY2" fmla="*/ 50566 h 100825"/>
                <a:gd name="connsiteX3" fmla="*/ 51049 w 101366"/>
                <a:gd name="connsiteY3" fmla="*/ 153 h 100825"/>
                <a:gd name="connsiteX4" fmla="*/ 101732 w 101366"/>
                <a:gd name="connsiteY4" fmla="*/ 50566 h 10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366" h="100825">
                  <a:moveTo>
                    <a:pt x="101732" y="50566"/>
                  </a:moveTo>
                  <a:cubicBezTo>
                    <a:pt x="101732" y="78408"/>
                    <a:pt x="79041" y="100979"/>
                    <a:pt x="51049" y="100979"/>
                  </a:cubicBezTo>
                  <a:cubicBezTo>
                    <a:pt x="23058" y="100979"/>
                    <a:pt x="366" y="78408"/>
                    <a:pt x="366" y="50566"/>
                  </a:cubicBezTo>
                  <a:cubicBezTo>
                    <a:pt x="366" y="22723"/>
                    <a:pt x="23058" y="153"/>
                    <a:pt x="51049" y="153"/>
                  </a:cubicBezTo>
                  <a:cubicBezTo>
                    <a:pt x="79041" y="153"/>
                    <a:pt x="101732" y="22723"/>
                    <a:pt x="101732" y="50566"/>
                  </a:cubicBezTo>
                  <a:close/>
                </a:path>
              </a:pathLst>
            </a:custGeom>
            <a:solidFill>
              <a:srgbClr val="2CB9FF"/>
            </a:solidFill>
            <a:ln w="3672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8" name="Полилиния 187">
              <a:extLst>
                <a:ext uri="{FF2B5EF4-FFF2-40B4-BE49-F238E27FC236}">
                  <a16:creationId xmlns:a16="http://schemas.microsoft.com/office/drawing/2014/main" id="{74DDE348-830B-7444-58E6-90F8DF0DDE2C}"/>
                </a:ext>
              </a:extLst>
            </p:cNvPr>
            <p:cNvSpPr/>
            <p:nvPr/>
          </p:nvSpPr>
          <p:spPr>
            <a:xfrm>
              <a:off x="18595705" y="10345474"/>
              <a:ext cx="107674" cy="89964"/>
            </a:xfrm>
            <a:custGeom>
              <a:avLst/>
              <a:gdLst>
                <a:gd name="connsiteX0" fmla="*/ 0 w 107674"/>
                <a:gd name="connsiteY0" fmla="*/ 0 h 89964"/>
                <a:gd name="connsiteX1" fmla="*/ 107674 w 107674"/>
                <a:gd name="connsiteY1" fmla="*/ 0 h 89964"/>
                <a:gd name="connsiteX2" fmla="*/ 107674 w 107674"/>
                <a:gd name="connsiteY2" fmla="*/ 89964 h 89964"/>
                <a:gd name="connsiteX3" fmla="*/ 0 w 107674"/>
                <a:gd name="connsiteY3" fmla="*/ 89964 h 8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674" h="89964">
                  <a:moveTo>
                    <a:pt x="0" y="0"/>
                  </a:moveTo>
                  <a:lnTo>
                    <a:pt x="107674" y="0"/>
                  </a:lnTo>
                  <a:lnTo>
                    <a:pt x="107674" y="89964"/>
                  </a:lnTo>
                  <a:lnTo>
                    <a:pt x="0" y="89964"/>
                  </a:lnTo>
                  <a:close/>
                </a:path>
              </a:pathLst>
            </a:custGeom>
            <a:solidFill>
              <a:srgbClr val="141414"/>
            </a:solidFill>
            <a:ln w="1224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9" name="Полилиния 188">
              <a:extLst>
                <a:ext uri="{FF2B5EF4-FFF2-40B4-BE49-F238E27FC236}">
                  <a16:creationId xmlns:a16="http://schemas.microsoft.com/office/drawing/2014/main" id="{4ECEC0E4-4949-4A09-DF9B-E38653632CFB}"/>
                </a:ext>
              </a:extLst>
            </p:cNvPr>
            <p:cNvSpPr/>
            <p:nvPr/>
          </p:nvSpPr>
          <p:spPr>
            <a:xfrm>
              <a:off x="19711210" y="10461143"/>
              <a:ext cx="107674" cy="89964"/>
            </a:xfrm>
            <a:custGeom>
              <a:avLst/>
              <a:gdLst>
                <a:gd name="connsiteX0" fmla="*/ 0 w 107674"/>
                <a:gd name="connsiteY0" fmla="*/ 0 h 89964"/>
                <a:gd name="connsiteX1" fmla="*/ 107674 w 107674"/>
                <a:gd name="connsiteY1" fmla="*/ 0 h 89964"/>
                <a:gd name="connsiteX2" fmla="*/ 107674 w 107674"/>
                <a:gd name="connsiteY2" fmla="*/ 89964 h 89964"/>
                <a:gd name="connsiteX3" fmla="*/ 0 w 107674"/>
                <a:gd name="connsiteY3" fmla="*/ 89964 h 8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674" h="89964">
                  <a:moveTo>
                    <a:pt x="0" y="0"/>
                  </a:moveTo>
                  <a:lnTo>
                    <a:pt x="107674" y="0"/>
                  </a:lnTo>
                  <a:lnTo>
                    <a:pt x="107674" y="89964"/>
                  </a:lnTo>
                  <a:lnTo>
                    <a:pt x="0" y="89964"/>
                  </a:lnTo>
                  <a:close/>
                </a:path>
              </a:pathLst>
            </a:custGeom>
            <a:solidFill>
              <a:srgbClr val="141414"/>
            </a:solidFill>
            <a:ln w="1224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0" name="Полилиния 189">
              <a:extLst>
                <a:ext uri="{FF2B5EF4-FFF2-40B4-BE49-F238E27FC236}">
                  <a16:creationId xmlns:a16="http://schemas.microsoft.com/office/drawing/2014/main" id="{E378A785-6D15-8381-BFCB-451B733CCE2D}"/>
                </a:ext>
              </a:extLst>
            </p:cNvPr>
            <p:cNvSpPr/>
            <p:nvPr/>
          </p:nvSpPr>
          <p:spPr>
            <a:xfrm>
              <a:off x="20818050" y="9638595"/>
              <a:ext cx="107674" cy="89964"/>
            </a:xfrm>
            <a:custGeom>
              <a:avLst/>
              <a:gdLst>
                <a:gd name="connsiteX0" fmla="*/ 0 w 107674"/>
                <a:gd name="connsiteY0" fmla="*/ 0 h 89964"/>
                <a:gd name="connsiteX1" fmla="*/ 107674 w 107674"/>
                <a:gd name="connsiteY1" fmla="*/ 0 h 89964"/>
                <a:gd name="connsiteX2" fmla="*/ 107674 w 107674"/>
                <a:gd name="connsiteY2" fmla="*/ 89964 h 89964"/>
                <a:gd name="connsiteX3" fmla="*/ 0 w 107674"/>
                <a:gd name="connsiteY3" fmla="*/ 89964 h 8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674" h="89964">
                  <a:moveTo>
                    <a:pt x="0" y="0"/>
                  </a:moveTo>
                  <a:lnTo>
                    <a:pt x="107674" y="0"/>
                  </a:lnTo>
                  <a:lnTo>
                    <a:pt x="107674" y="89964"/>
                  </a:lnTo>
                  <a:lnTo>
                    <a:pt x="0" y="89964"/>
                  </a:lnTo>
                  <a:close/>
                </a:path>
              </a:pathLst>
            </a:custGeom>
            <a:solidFill>
              <a:srgbClr val="141414"/>
            </a:solidFill>
            <a:ln w="1224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1" name="Полилиния 190">
              <a:extLst>
                <a:ext uri="{FF2B5EF4-FFF2-40B4-BE49-F238E27FC236}">
                  <a16:creationId xmlns:a16="http://schemas.microsoft.com/office/drawing/2014/main" id="{DA44DB3A-CDEA-14C6-78A0-9DA2C910D0A3}"/>
                </a:ext>
              </a:extLst>
            </p:cNvPr>
            <p:cNvSpPr/>
            <p:nvPr/>
          </p:nvSpPr>
          <p:spPr>
            <a:xfrm rot="10800000">
              <a:off x="21379594" y="10885262"/>
              <a:ext cx="107674" cy="89964"/>
            </a:xfrm>
            <a:custGeom>
              <a:avLst/>
              <a:gdLst>
                <a:gd name="connsiteX0" fmla="*/ -9 w 107674"/>
                <a:gd name="connsiteY0" fmla="*/ -7 h 89964"/>
                <a:gd name="connsiteX1" fmla="*/ 107665 w 107674"/>
                <a:gd name="connsiteY1" fmla="*/ -7 h 89964"/>
                <a:gd name="connsiteX2" fmla="*/ 107665 w 107674"/>
                <a:gd name="connsiteY2" fmla="*/ 89957 h 89964"/>
                <a:gd name="connsiteX3" fmla="*/ -9 w 107674"/>
                <a:gd name="connsiteY3" fmla="*/ 89957 h 8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674" h="89964">
                  <a:moveTo>
                    <a:pt x="-9" y="-7"/>
                  </a:moveTo>
                  <a:lnTo>
                    <a:pt x="107665" y="-7"/>
                  </a:lnTo>
                  <a:lnTo>
                    <a:pt x="107665" y="89957"/>
                  </a:lnTo>
                  <a:lnTo>
                    <a:pt x="-9" y="89957"/>
                  </a:lnTo>
                  <a:close/>
                </a:path>
              </a:pathLst>
            </a:custGeom>
            <a:solidFill>
              <a:srgbClr val="141414"/>
            </a:solidFill>
            <a:ln w="1224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" name="Полилиния 191">
              <a:extLst>
                <a:ext uri="{FF2B5EF4-FFF2-40B4-BE49-F238E27FC236}">
                  <a16:creationId xmlns:a16="http://schemas.microsoft.com/office/drawing/2014/main" id="{08F3E52E-F33F-9CEB-49A1-42E342E04149}"/>
                </a:ext>
              </a:extLst>
            </p:cNvPr>
            <p:cNvSpPr/>
            <p:nvPr/>
          </p:nvSpPr>
          <p:spPr>
            <a:xfrm rot="10800000">
              <a:off x="22490819" y="9685725"/>
              <a:ext cx="107674" cy="89964"/>
            </a:xfrm>
            <a:custGeom>
              <a:avLst/>
              <a:gdLst>
                <a:gd name="connsiteX0" fmla="*/ -9 w 107674"/>
                <a:gd name="connsiteY0" fmla="*/ -7 h 89964"/>
                <a:gd name="connsiteX1" fmla="*/ 107665 w 107674"/>
                <a:gd name="connsiteY1" fmla="*/ -7 h 89964"/>
                <a:gd name="connsiteX2" fmla="*/ 107665 w 107674"/>
                <a:gd name="connsiteY2" fmla="*/ 89957 h 89964"/>
                <a:gd name="connsiteX3" fmla="*/ -9 w 107674"/>
                <a:gd name="connsiteY3" fmla="*/ 89957 h 8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674" h="89964">
                  <a:moveTo>
                    <a:pt x="-9" y="-7"/>
                  </a:moveTo>
                  <a:lnTo>
                    <a:pt x="107665" y="-7"/>
                  </a:lnTo>
                  <a:lnTo>
                    <a:pt x="107665" y="89957"/>
                  </a:lnTo>
                  <a:lnTo>
                    <a:pt x="-9" y="89957"/>
                  </a:lnTo>
                  <a:close/>
                </a:path>
              </a:pathLst>
            </a:custGeom>
            <a:solidFill>
              <a:srgbClr val="141414"/>
            </a:solidFill>
            <a:ln w="1224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" name="Полилиния 192">
              <a:extLst>
                <a:ext uri="{FF2B5EF4-FFF2-40B4-BE49-F238E27FC236}">
                  <a16:creationId xmlns:a16="http://schemas.microsoft.com/office/drawing/2014/main" id="{4634BBDE-F5E8-71BC-2C71-4D4702254336}"/>
                </a:ext>
              </a:extLst>
            </p:cNvPr>
            <p:cNvSpPr/>
            <p:nvPr/>
          </p:nvSpPr>
          <p:spPr>
            <a:xfrm rot="16200000">
              <a:off x="19913597" y="11229625"/>
              <a:ext cx="107674" cy="89964"/>
            </a:xfrm>
            <a:custGeom>
              <a:avLst/>
              <a:gdLst>
                <a:gd name="connsiteX0" fmla="*/ -1 w 107674"/>
                <a:gd name="connsiteY0" fmla="*/ -8 h 89964"/>
                <a:gd name="connsiteX1" fmla="*/ 107673 w 107674"/>
                <a:gd name="connsiteY1" fmla="*/ -8 h 89964"/>
                <a:gd name="connsiteX2" fmla="*/ 107673 w 107674"/>
                <a:gd name="connsiteY2" fmla="*/ 89956 h 89964"/>
                <a:gd name="connsiteX3" fmla="*/ -1 w 107674"/>
                <a:gd name="connsiteY3" fmla="*/ 89956 h 8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674" h="89964">
                  <a:moveTo>
                    <a:pt x="-1" y="-8"/>
                  </a:moveTo>
                  <a:lnTo>
                    <a:pt x="107673" y="-8"/>
                  </a:lnTo>
                  <a:lnTo>
                    <a:pt x="107673" y="89956"/>
                  </a:lnTo>
                  <a:lnTo>
                    <a:pt x="-1" y="89956"/>
                  </a:lnTo>
                  <a:close/>
                </a:path>
              </a:pathLst>
            </a:custGeom>
            <a:solidFill>
              <a:srgbClr val="141414"/>
            </a:solidFill>
            <a:ln w="1224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4" name="Полилиния 193">
              <a:extLst>
                <a:ext uri="{FF2B5EF4-FFF2-40B4-BE49-F238E27FC236}">
                  <a16:creationId xmlns:a16="http://schemas.microsoft.com/office/drawing/2014/main" id="{E76CABF8-9E43-059A-25BE-FAA378D0C8AB}"/>
                </a:ext>
              </a:extLst>
            </p:cNvPr>
            <p:cNvSpPr/>
            <p:nvPr/>
          </p:nvSpPr>
          <p:spPr>
            <a:xfrm>
              <a:off x="19151244" y="9814256"/>
              <a:ext cx="107674" cy="89964"/>
            </a:xfrm>
            <a:custGeom>
              <a:avLst/>
              <a:gdLst>
                <a:gd name="connsiteX0" fmla="*/ 0 w 107674"/>
                <a:gd name="connsiteY0" fmla="*/ 0 h 89964"/>
                <a:gd name="connsiteX1" fmla="*/ 107674 w 107674"/>
                <a:gd name="connsiteY1" fmla="*/ 0 h 89964"/>
                <a:gd name="connsiteX2" fmla="*/ 107674 w 107674"/>
                <a:gd name="connsiteY2" fmla="*/ 89964 h 89964"/>
                <a:gd name="connsiteX3" fmla="*/ 0 w 107674"/>
                <a:gd name="connsiteY3" fmla="*/ 89964 h 8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674" h="89964">
                  <a:moveTo>
                    <a:pt x="0" y="0"/>
                  </a:moveTo>
                  <a:lnTo>
                    <a:pt x="107674" y="0"/>
                  </a:lnTo>
                  <a:lnTo>
                    <a:pt x="107674" y="89964"/>
                  </a:lnTo>
                  <a:lnTo>
                    <a:pt x="0" y="89964"/>
                  </a:lnTo>
                  <a:close/>
                </a:path>
              </a:pathLst>
            </a:custGeom>
            <a:solidFill>
              <a:srgbClr val="141414"/>
            </a:solidFill>
            <a:ln w="1224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" name="Полилиния 194">
              <a:extLst>
                <a:ext uri="{FF2B5EF4-FFF2-40B4-BE49-F238E27FC236}">
                  <a16:creationId xmlns:a16="http://schemas.microsoft.com/office/drawing/2014/main" id="{F3C96E9C-C2B6-8117-A7F7-F9133CEA02B4}"/>
                </a:ext>
              </a:extLst>
            </p:cNvPr>
            <p:cNvSpPr/>
            <p:nvPr/>
          </p:nvSpPr>
          <p:spPr>
            <a:xfrm>
              <a:off x="20266751" y="9711437"/>
              <a:ext cx="107674" cy="89964"/>
            </a:xfrm>
            <a:custGeom>
              <a:avLst/>
              <a:gdLst>
                <a:gd name="connsiteX0" fmla="*/ 0 w 107674"/>
                <a:gd name="connsiteY0" fmla="*/ 0 h 89964"/>
                <a:gd name="connsiteX1" fmla="*/ 107674 w 107674"/>
                <a:gd name="connsiteY1" fmla="*/ 0 h 89964"/>
                <a:gd name="connsiteX2" fmla="*/ 107674 w 107674"/>
                <a:gd name="connsiteY2" fmla="*/ 89964 h 89964"/>
                <a:gd name="connsiteX3" fmla="*/ 0 w 107674"/>
                <a:gd name="connsiteY3" fmla="*/ 89964 h 8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674" h="89964">
                  <a:moveTo>
                    <a:pt x="0" y="0"/>
                  </a:moveTo>
                  <a:lnTo>
                    <a:pt x="107674" y="0"/>
                  </a:lnTo>
                  <a:lnTo>
                    <a:pt x="107674" y="89964"/>
                  </a:lnTo>
                  <a:lnTo>
                    <a:pt x="0" y="89964"/>
                  </a:lnTo>
                  <a:close/>
                </a:path>
              </a:pathLst>
            </a:custGeom>
            <a:solidFill>
              <a:srgbClr val="141414"/>
            </a:solidFill>
            <a:ln w="1224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6" name="Полилиния 195">
              <a:extLst>
                <a:ext uri="{FF2B5EF4-FFF2-40B4-BE49-F238E27FC236}">
                  <a16:creationId xmlns:a16="http://schemas.microsoft.com/office/drawing/2014/main" id="{29EF5999-38A9-7A6E-7313-4CB939980E24}"/>
                </a:ext>
              </a:extLst>
            </p:cNvPr>
            <p:cNvSpPr/>
            <p:nvPr/>
          </p:nvSpPr>
          <p:spPr>
            <a:xfrm rot="10800000">
              <a:off x="21935207" y="10668415"/>
              <a:ext cx="107674" cy="89964"/>
            </a:xfrm>
            <a:custGeom>
              <a:avLst/>
              <a:gdLst>
                <a:gd name="connsiteX0" fmla="*/ -9 w 107674"/>
                <a:gd name="connsiteY0" fmla="*/ -7 h 89964"/>
                <a:gd name="connsiteX1" fmla="*/ 107665 w 107674"/>
                <a:gd name="connsiteY1" fmla="*/ -7 h 89964"/>
                <a:gd name="connsiteX2" fmla="*/ 107665 w 107674"/>
                <a:gd name="connsiteY2" fmla="*/ 89957 h 89964"/>
                <a:gd name="connsiteX3" fmla="*/ -9 w 107674"/>
                <a:gd name="connsiteY3" fmla="*/ 89957 h 8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674" h="89964">
                  <a:moveTo>
                    <a:pt x="-9" y="-7"/>
                  </a:moveTo>
                  <a:lnTo>
                    <a:pt x="107665" y="-7"/>
                  </a:lnTo>
                  <a:lnTo>
                    <a:pt x="107665" y="89957"/>
                  </a:lnTo>
                  <a:lnTo>
                    <a:pt x="-9" y="89957"/>
                  </a:lnTo>
                  <a:close/>
                </a:path>
              </a:pathLst>
            </a:custGeom>
            <a:solidFill>
              <a:srgbClr val="141414"/>
            </a:solidFill>
            <a:ln w="1224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" name="Полилиния 196">
              <a:extLst>
                <a:ext uri="{FF2B5EF4-FFF2-40B4-BE49-F238E27FC236}">
                  <a16:creationId xmlns:a16="http://schemas.microsoft.com/office/drawing/2014/main" id="{740A4CBA-8419-7E02-A6F1-D78EA671E888}"/>
                </a:ext>
              </a:extLst>
            </p:cNvPr>
            <p:cNvSpPr/>
            <p:nvPr/>
          </p:nvSpPr>
          <p:spPr>
            <a:xfrm>
              <a:off x="18591372" y="10288459"/>
              <a:ext cx="117944" cy="58657"/>
            </a:xfrm>
            <a:custGeom>
              <a:avLst/>
              <a:gdLst>
                <a:gd name="connsiteX0" fmla="*/ 0 w 117944"/>
                <a:gd name="connsiteY0" fmla="*/ 0 h 58657"/>
                <a:gd name="connsiteX1" fmla="*/ 58973 w 117944"/>
                <a:gd name="connsiteY1" fmla="*/ 58657 h 58657"/>
                <a:gd name="connsiteX2" fmla="*/ 117945 w 117944"/>
                <a:gd name="connsiteY2" fmla="*/ 0 h 58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7944" h="58657">
                  <a:moveTo>
                    <a:pt x="0" y="0"/>
                  </a:moveTo>
                  <a:lnTo>
                    <a:pt x="58973" y="58657"/>
                  </a:lnTo>
                  <a:lnTo>
                    <a:pt x="117945" y="0"/>
                  </a:lnTo>
                </a:path>
              </a:pathLst>
            </a:custGeom>
            <a:noFill/>
            <a:ln w="1224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8" name="Полилиния 197">
              <a:extLst>
                <a:ext uri="{FF2B5EF4-FFF2-40B4-BE49-F238E27FC236}">
                  <a16:creationId xmlns:a16="http://schemas.microsoft.com/office/drawing/2014/main" id="{B24468B5-7626-E538-31BA-41D1C70476D4}"/>
                </a:ext>
              </a:extLst>
            </p:cNvPr>
            <p:cNvSpPr/>
            <p:nvPr/>
          </p:nvSpPr>
          <p:spPr>
            <a:xfrm>
              <a:off x="19706829" y="10404130"/>
              <a:ext cx="117939" cy="58658"/>
            </a:xfrm>
            <a:custGeom>
              <a:avLst/>
              <a:gdLst>
                <a:gd name="connsiteX0" fmla="*/ 0 w 117939"/>
                <a:gd name="connsiteY0" fmla="*/ 0 h 58658"/>
                <a:gd name="connsiteX1" fmla="*/ 58971 w 117939"/>
                <a:gd name="connsiteY1" fmla="*/ 58659 h 58658"/>
                <a:gd name="connsiteX2" fmla="*/ 117939 w 117939"/>
                <a:gd name="connsiteY2" fmla="*/ 0 h 58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7939" h="58658">
                  <a:moveTo>
                    <a:pt x="0" y="0"/>
                  </a:moveTo>
                  <a:lnTo>
                    <a:pt x="58971" y="58659"/>
                  </a:lnTo>
                  <a:lnTo>
                    <a:pt x="117939" y="0"/>
                  </a:lnTo>
                </a:path>
              </a:pathLst>
            </a:custGeom>
            <a:noFill/>
            <a:ln w="1224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9" name="Полилиния 198">
              <a:extLst>
                <a:ext uri="{FF2B5EF4-FFF2-40B4-BE49-F238E27FC236}">
                  <a16:creationId xmlns:a16="http://schemas.microsoft.com/office/drawing/2014/main" id="{38E08F9E-3742-CB18-8381-D6B39D6955C7}"/>
                </a:ext>
              </a:extLst>
            </p:cNvPr>
            <p:cNvSpPr/>
            <p:nvPr/>
          </p:nvSpPr>
          <p:spPr>
            <a:xfrm>
              <a:off x="20813713" y="9581591"/>
              <a:ext cx="117955" cy="58658"/>
            </a:xfrm>
            <a:custGeom>
              <a:avLst/>
              <a:gdLst>
                <a:gd name="connsiteX0" fmla="*/ 0 w 117955"/>
                <a:gd name="connsiteY0" fmla="*/ 0 h 58658"/>
                <a:gd name="connsiteX1" fmla="*/ 58978 w 117955"/>
                <a:gd name="connsiteY1" fmla="*/ 58659 h 58658"/>
                <a:gd name="connsiteX2" fmla="*/ 117955 w 117955"/>
                <a:gd name="connsiteY2" fmla="*/ 0 h 58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7955" h="58658">
                  <a:moveTo>
                    <a:pt x="0" y="0"/>
                  </a:moveTo>
                  <a:lnTo>
                    <a:pt x="58978" y="58659"/>
                  </a:lnTo>
                  <a:lnTo>
                    <a:pt x="117955" y="0"/>
                  </a:lnTo>
                </a:path>
              </a:pathLst>
            </a:custGeom>
            <a:noFill/>
            <a:ln w="1224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0" name="Полилиния 199">
              <a:extLst>
                <a:ext uri="{FF2B5EF4-FFF2-40B4-BE49-F238E27FC236}">
                  <a16:creationId xmlns:a16="http://schemas.microsoft.com/office/drawing/2014/main" id="{B7F7806B-1CCB-E28D-9AB0-D27011A99DB2}"/>
                </a:ext>
              </a:extLst>
            </p:cNvPr>
            <p:cNvSpPr/>
            <p:nvPr/>
          </p:nvSpPr>
          <p:spPr>
            <a:xfrm>
              <a:off x="21373663" y="10973568"/>
              <a:ext cx="117942" cy="58663"/>
            </a:xfrm>
            <a:custGeom>
              <a:avLst/>
              <a:gdLst>
                <a:gd name="connsiteX0" fmla="*/ 117943 w 117942"/>
                <a:gd name="connsiteY0" fmla="*/ 58663 h 58663"/>
                <a:gd name="connsiteX1" fmla="*/ 58966 w 117942"/>
                <a:gd name="connsiteY1" fmla="*/ 0 h 58663"/>
                <a:gd name="connsiteX2" fmla="*/ 0 w 117942"/>
                <a:gd name="connsiteY2" fmla="*/ 58663 h 58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7942" h="58663">
                  <a:moveTo>
                    <a:pt x="117943" y="58663"/>
                  </a:moveTo>
                  <a:lnTo>
                    <a:pt x="58966" y="0"/>
                  </a:lnTo>
                  <a:lnTo>
                    <a:pt x="0" y="58663"/>
                  </a:lnTo>
                </a:path>
              </a:pathLst>
            </a:custGeom>
            <a:noFill/>
            <a:ln w="1224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" name="Полилиния 200">
              <a:extLst>
                <a:ext uri="{FF2B5EF4-FFF2-40B4-BE49-F238E27FC236}">
                  <a16:creationId xmlns:a16="http://schemas.microsoft.com/office/drawing/2014/main" id="{3786461B-D640-D299-8FFC-94CE7BD6A6DB}"/>
                </a:ext>
              </a:extLst>
            </p:cNvPr>
            <p:cNvSpPr/>
            <p:nvPr/>
          </p:nvSpPr>
          <p:spPr>
            <a:xfrm>
              <a:off x="22484876" y="9774044"/>
              <a:ext cx="117942" cy="58658"/>
            </a:xfrm>
            <a:custGeom>
              <a:avLst/>
              <a:gdLst>
                <a:gd name="connsiteX0" fmla="*/ 117943 w 117942"/>
                <a:gd name="connsiteY0" fmla="*/ 58659 h 58658"/>
                <a:gd name="connsiteX1" fmla="*/ 58978 w 117942"/>
                <a:gd name="connsiteY1" fmla="*/ 0 h 58658"/>
                <a:gd name="connsiteX2" fmla="*/ 0 w 117942"/>
                <a:gd name="connsiteY2" fmla="*/ 58659 h 58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7942" h="58658">
                  <a:moveTo>
                    <a:pt x="117943" y="58659"/>
                  </a:moveTo>
                  <a:lnTo>
                    <a:pt x="58978" y="0"/>
                  </a:lnTo>
                  <a:lnTo>
                    <a:pt x="0" y="58659"/>
                  </a:lnTo>
                </a:path>
              </a:pathLst>
            </a:custGeom>
            <a:noFill/>
            <a:ln w="1224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2" name="Полилиния 201">
              <a:extLst>
                <a:ext uri="{FF2B5EF4-FFF2-40B4-BE49-F238E27FC236}">
                  <a16:creationId xmlns:a16="http://schemas.microsoft.com/office/drawing/2014/main" id="{D317300A-6F3A-EE44-00F0-42C7E6A8B221}"/>
                </a:ext>
              </a:extLst>
            </p:cNvPr>
            <p:cNvSpPr/>
            <p:nvPr/>
          </p:nvSpPr>
          <p:spPr>
            <a:xfrm>
              <a:off x="19864912" y="11215121"/>
              <a:ext cx="58965" cy="117314"/>
            </a:xfrm>
            <a:custGeom>
              <a:avLst/>
              <a:gdLst>
                <a:gd name="connsiteX0" fmla="*/ 0 w 58965"/>
                <a:gd name="connsiteY0" fmla="*/ 117315 h 117314"/>
                <a:gd name="connsiteX1" fmla="*/ 58965 w 58965"/>
                <a:gd name="connsiteY1" fmla="*/ 58651 h 117314"/>
                <a:gd name="connsiteX2" fmla="*/ 0 w 58965"/>
                <a:gd name="connsiteY2" fmla="*/ 0 h 117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965" h="117314">
                  <a:moveTo>
                    <a:pt x="0" y="117315"/>
                  </a:moveTo>
                  <a:lnTo>
                    <a:pt x="58965" y="58651"/>
                  </a:lnTo>
                  <a:lnTo>
                    <a:pt x="0" y="0"/>
                  </a:lnTo>
                </a:path>
              </a:pathLst>
            </a:custGeom>
            <a:noFill/>
            <a:ln w="1224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" name="Полилиния 202">
              <a:extLst>
                <a:ext uri="{FF2B5EF4-FFF2-40B4-BE49-F238E27FC236}">
                  <a16:creationId xmlns:a16="http://schemas.microsoft.com/office/drawing/2014/main" id="{95F9D8A1-7173-3A7D-A1F4-C6C91E15BAFF}"/>
                </a:ext>
              </a:extLst>
            </p:cNvPr>
            <p:cNvSpPr/>
            <p:nvPr/>
          </p:nvSpPr>
          <p:spPr>
            <a:xfrm>
              <a:off x="19146958" y="9904216"/>
              <a:ext cx="117945" cy="58658"/>
            </a:xfrm>
            <a:custGeom>
              <a:avLst/>
              <a:gdLst>
                <a:gd name="connsiteX0" fmla="*/ 117945 w 117945"/>
                <a:gd name="connsiteY0" fmla="*/ 58659 h 58658"/>
                <a:gd name="connsiteX1" fmla="*/ 58973 w 117945"/>
                <a:gd name="connsiteY1" fmla="*/ 0 h 58658"/>
                <a:gd name="connsiteX2" fmla="*/ 0 w 117945"/>
                <a:gd name="connsiteY2" fmla="*/ 58659 h 58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7945" h="58658">
                  <a:moveTo>
                    <a:pt x="117945" y="58659"/>
                  </a:moveTo>
                  <a:lnTo>
                    <a:pt x="58973" y="0"/>
                  </a:lnTo>
                  <a:lnTo>
                    <a:pt x="0" y="58659"/>
                  </a:lnTo>
                </a:path>
              </a:pathLst>
            </a:custGeom>
            <a:noFill/>
            <a:ln w="12243" cap="flat">
              <a:solidFill>
                <a:srgbClr val="2CB9FF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4" name="Полилиния 203">
              <a:extLst>
                <a:ext uri="{FF2B5EF4-FFF2-40B4-BE49-F238E27FC236}">
                  <a16:creationId xmlns:a16="http://schemas.microsoft.com/office/drawing/2014/main" id="{E6AE2B13-22A5-8CD3-5030-8097641EC2EC}"/>
                </a:ext>
              </a:extLst>
            </p:cNvPr>
            <p:cNvSpPr/>
            <p:nvPr/>
          </p:nvSpPr>
          <p:spPr>
            <a:xfrm>
              <a:off x="20262511" y="9801398"/>
              <a:ext cx="117942" cy="58657"/>
            </a:xfrm>
            <a:custGeom>
              <a:avLst/>
              <a:gdLst>
                <a:gd name="connsiteX0" fmla="*/ 117943 w 117942"/>
                <a:gd name="connsiteY0" fmla="*/ 58657 h 58657"/>
                <a:gd name="connsiteX1" fmla="*/ 58978 w 117942"/>
                <a:gd name="connsiteY1" fmla="*/ 0 h 58657"/>
                <a:gd name="connsiteX2" fmla="*/ 0 w 117942"/>
                <a:gd name="connsiteY2" fmla="*/ 58657 h 58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7942" h="58657">
                  <a:moveTo>
                    <a:pt x="117943" y="58657"/>
                  </a:moveTo>
                  <a:lnTo>
                    <a:pt x="58978" y="0"/>
                  </a:lnTo>
                  <a:lnTo>
                    <a:pt x="0" y="58657"/>
                  </a:lnTo>
                </a:path>
              </a:pathLst>
            </a:custGeom>
            <a:noFill/>
            <a:ln w="12243" cap="flat">
              <a:solidFill>
                <a:srgbClr val="2CB9FF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5" name="Полилиния 204">
              <a:extLst>
                <a:ext uri="{FF2B5EF4-FFF2-40B4-BE49-F238E27FC236}">
                  <a16:creationId xmlns:a16="http://schemas.microsoft.com/office/drawing/2014/main" id="{C39A6E0E-4BBE-0E1A-A2BE-29911449810C}"/>
                </a:ext>
              </a:extLst>
            </p:cNvPr>
            <p:cNvSpPr/>
            <p:nvPr/>
          </p:nvSpPr>
          <p:spPr>
            <a:xfrm>
              <a:off x="21929263" y="10609765"/>
              <a:ext cx="117954" cy="58663"/>
            </a:xfrm>
            <a:custGeom>
              <a:avLst/>
              <a:gdLst>
                <a:gd name="connsiteX0" fmla="*/ 0 w 117954"/>
                <a:gd name="connsiteY0" fmla="*/ 0 h 58663"/>
                <a:gd name="connsiteX1" fmla="*/ 58977 w 117954"/>
                <a:gd name="connsiteY1" fmla="*/ 58663 h 58663"/>
                <a:gd name="connsiteX2" fmla="*/ 117955 w 117954"/>
                <a:gd name="connsiteY2" fmla="*/ 0 h 58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7954" h="58663">
                  <a:moveTo>
                    <a:pt x="0" y="0"/>
                  </a:moveTo>
                  <a:lnTo>
                    <a:pt x="58977" y="58663"/>
                  </a:lnTo>
                  <a:lnTo>
                    <a:pt x="117955" y="0"/>
                  </a:lnTo>
                </a:path>
              </a:pathLst>
            </a:custGeom>
            <a:noFill/>
            <a:ln w="12243" cap="flat">
              <a:solidFill>
                <a:srgbClr val="2CB9FF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6" name="Полилиния 205">
              <a:extLst>
                <a:ext uri="{FF2B5EF4-FFF2-40B4-BE49-F238E27FC236}">
                  <a16:creationId xmlns:a16="http://schemas.microsoft.com/office/drawing/2014/main" id="{EC9D24D2-C68A-949E-FB41-49BE397503CB}"/>
                </a:ext>
              </a:extLst>
            </p:cNvPr>
            <p:cNvSpPr/>
            <p:nvPr/>
          </p:nvSpPr>
          <p:spPr>
            <a:xfrm>
              <a:off x="19146958" y="10928105"/>
              <a:ext cx="117945" cy="58651"/>
            </a:xfrm>
            <a:custGeom>
              <a:avLst/>
              <a:gdLst>
                <a:gd name="connsiteX0" fmla="*/ 117945 w 117945"/>
                <a:gd name="connsiteY0" fmla="*/ 58651 h 58651"/>
                <a:gd name="connsiteX1" fmla="*/ 58973 w 117945"/>
                <a:gd name="connsiteY1" fmla="*/ 0 h 58651"/>
                <a:gd name="connsiteX2" fmla="*/ 0 w 117945"/>
                <a:gd name="connsiteY2" fmla="*/ 58651 h 5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7945" h="58651">
                  <a:moveTo>
                    <a:pt x="117945" y="58651"/>
                  </a:moveTo>
                  <a:lnTo>
                    <a:pt x="58973" y="0"/>
                  </a:lnTo>
                  <a:lnTo>
                    <a:pt x="0" y="58651"/>
                  </a:lnTo>
                </a:path>
              </a:pathLst>
            </a:custGeom>
            <a:noFill/>
            <a:ln w="1224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7" name="Полилиния 206">
              <a:extLst>
                <a:ext uri="{FF2B5EF4-FFF2-40B4-BE49-F238E27FC236}">
                  <a16:creationId xmlns:a16="http://schemas.microsoft.com/office/drawing/2014/main" id="{85BB61FF-D40C-E99D-971F-FBD759B43DF1}"/>
                </a:ext>
              </a:extLst>
            </p:cNvPr>
            <p:cNvSpPr/>
            <p:nvPr/>
          </p:nvSpPr>
          <p:spPr>
            <a:xfrm>
              <a:off x="21989552" y="9642890"/>
              <a:ext cx="12253" cy="1023880"/>
            </a:xfrm>
            <a:custGeom>
              <a:avLst/>
              <a:gdLst>
                <a:gd name="connsiteX0" fmla="*/ 0 w 12253"/>
                <a:gd name="connsiteY0" fmla="*/ 0 h 1023880"/>
                <a:gd name="connsiteX1" fmla="*/ 0 w 12253"/>
                <a:gd name="connsiteY1" fmla="*/ 1023881 h 1023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53" h="1023880">
                  <a:moveTo>
                    <a:pt x="0" y="0"/>
                  </a:moveTo>
                  <a:lnTo>
                    <a:pt x="0" y="1023881"/>
                  </a:lnTo>
                </a:path>
              </a:pathLst>
            </a:custGeom>
            <a:noFill/>
            <a:ln w="12243" cap="flat">
              <a:solidFill>
                <a:srgbClr val="2CB9FF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08" name="Группа 207">
            <a:extLst>
              <a:ext uri="{FF2B5EF4-FFF2-40B4-BE49-F238E27FC236}">
                <a16:creationId xmlns:a16="http://schemas.microsoft.com/office/drawing/2014/main" id="{B68CCE80-094A-2B1D-2174-D65033C356E7}"/>
              </a:ext>
            </a:extLst>
          </p:cNvPr>
          <p:cNvGrpSpPr/>
          <p:nvPr userDrawn="1"/>
        </p:nvGrpSpPr>
        <p:grpSpPr>
          <a:xfrm>
            <a:off x="7189692" y="5228277"/>
            <a:ext cx="4242323" cy="1253462"/>
            <a:chOff x="7189692" y="5228277"/>
            <a:chExt cx="4242323" cy="1253462"/>
          </a:xfrm>
        </p:grpSpPr>
        <p:sp>
          <p:nvSpPr>
            <p:cNvPr id="209" name="Полилиния 208">
              <a:extLst>
                <a:ext uri="{FF2B5EF4-FFF2-40B4-BE49-F238E27FC236}">
                  <a16:creationId xmlns:a16="http://schemas.microsoft.com/office/drawing/2014/main" id="{4C5E4595-D8CE-0E3F-90AD-C032C6633692}"/>
                </a:ext>
              </a:extLst>
            </p:cNvPr>
            <p:cNvSpPr/>
            <p:nvPr/>
          </p:nvSpPr>
          <p:spPr>
            <a:xfrm>
              <a:off x="8129682" y="5280946"/>
              <a:ext cx="2362366" cy="1144165"/>
            </a:xfrm>
            <a:custGeom>
              <a:avLst/>
              <a:gdLst>
                <a:gd name="connsiteX0" fmla="*/ 2362366 w 2362366"/>
                <a:gd name="connsiteY0" fmla="*/ 1144166 h 1144165"/>
                <a:gd name="connsiteX1" fmla="*/ 1181178 w 2362366"/>
                <a:gd name="connsiteY1" fmla="*/ 0 h 1144165"/>
                <a:gd name="connsiteX2" fmla="*/ 0 w 2362366"/>
                <a:gd name="connsiteY2" fmla="*/ 1144166 h 1144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62366" h="1144165">
                  <a:moveTo>
                    <a:pt x="2362366" y="1144166"/>
                  </a:moveTo>
                  <a:cubicBezTo>
                    <a:pt x="2362366" y="512260"/>
                    <a:pt x="1833528" y="0"/>
                    <a:pt x="1181178" y="0"/>
                  </a:cubicBezTo>
                  <a:cubicBezTo>
                    <a:pt x="528839" y="0"/>
                    <a:pt x="0" y="512260"/>
                    <a:pt x="0" y="1144166"/>
                  </a:cubicBezTo>
                </a:path>
              </a:pathLst>
            </a:custGeom>
            <a:noFill/>
            <a:ln w="11528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0" name="Полилиния 209">
              <a:extLst>
                <a:ext uri="{FF2B5EF4-FFF2-40B4-BE49-F238E27FC236}">
                  <a16:creationId xmlns:a16="http://schemas.microsoft.com/office/drawing/2014/main" id="{898A17C5-83AD-A0C7-C694-A7ECF9D9475D}"/>
                </a:ext>
              </a:extLst>
            </p:cNvPr>
            <p:cNvSpPr/>
            <p:nvPr/>
          </p:nvSpPr>
          <p:spPr>
            <a:xfrm>
              <a:off x="7242766" y="5987183"/>
              <a:ext cx="886882" cy="439908"/>
            </a:xfrm>
            <a:custGeom>
              <a:avLst/>
              <a:gdLst>
                <a:gd name="connsiteX0" fmla="*/ 886882 w 886882"/>
                <a:gd name="connsiteY0" fmla="*/ 439909 h 439908"/>
                <a:gd name="connsiteX1" fmla="*/ 443441 w 886882"/>
                <a:gd name="connsiteY1" fmla="*/ 0 h 439908"/>
                <a:gd name="connsiteX2" fmla="*/ 0 w 886882"/>
                <a:gd name="connsiteY2" fmla="*/ 439909 h 439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6882" h="439908">
                  <a:moveTo>
                    <a:pt x="886882" y="439909"/>
                  </a:moveTo>
                  <a:cubicBezTo>
                    <a:pt x="886882" y="196956"/>
                    <a:pt x="688347" y="0"/>
                    <a:pt x="443441" y="0"/>
                  </a:cubicBezTo>
                  <a:cubicBezTo>
                    <a:pt x="198535" y="0"/>
                    <a:pt x="0" y="196956"/>
                    <a:pt x="0" y="439909"/>
                  </a:cubicBezTo>
                </a:path>
              </a:pathLst>
            </a:custGeom>
            <a:noFill/>
            <a:ln w="11528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1" name="Полилиния 210">
              <a:extLst>
                <a:ext uri="{FF2B5EF4-FFF2-40B4-BE49-F238E27FC236}">
                  <a16:creationId xmlns:a16="http://schemas.microsoft.com/office/drawing/2014/main" id="{2DF271FB-79E6-7F5C-7F4F-7249C696F034}"/>
                </a:ext>
              </a:extLst>
            </p:cNvPr>
            <p:cNvSpPr/>
            <p:nvPr/>
          </p:nvSpPr>
          <p:spPr>
            <a:xfrm>
              <a:off x="7688230" y="5628160"/>
              <a:ext cx="1606729" cy="796974"/>
            </a:xfrm>
            <a:custGeom>
              <a:avLst/>
              <a:gdLst>
                <a:gd name="connsiteX0" fmla="*/ 1606729 w 1606729"/>
                <a:gd name="connsiteY0" fmla="*/ 796974 h 796974"/>
                <a:gd name="connsiteX1" fmla="*/ 803358 w 1606729"/>
                <a:gd name="connsiteY1" fmla="*/ 0 h 796974"/>
                <a:gd name="connsiteX2" fmla="*/ 0 w 1606729"/>
                <a:gd name="connsiteY2" fmla="*/ 796974 h 796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06729" h="796974">
                  <a:moveTo>
                    <a:pt x="1606729" y="796974"/>
                  </a:moveTo>
                  <a:cubicBezTo>
                    <a:pt x="1606729" y="356816"/>
                    <a:pt x="1247051" y="0"/>
                    <a:pt x="803358" y="0"/>
                  </a:cubicBezTo>
                  <a:cubicBezTo>
                    <a:pt x="359678" y="0"/>
                    <a:pt x="0" y="356816"/>
                    <a:pt x="0" y="796974"/>
                  </a:cubicBezTo>
                </a:path>
              </a:pathLst>
            </a:custGeom>
            <a:noFill/>
            <a:ln w="11528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2" name="Полилиния 211">
              <a:extLst>
                <a:ext uri="{FF2B5EF4-FFF2-40B4-BE49-F238E27FC236}">
                  <a16:creationId xmlns:a16="http://schemas.microsoft.com/office/drawing/2014/main" id="{837D7972-0073-F9D6-E861-126EF0141B73}"/>
                </a:ext>
              </a:extLst>
            </p:cNvPr>
            <p:cNvSpPr/>
            <p:nvPr/>
          </p:nvSpPr>
          <p:spPr>
            <a:xfrm>
              <a:off x="9310837" y="5632088"/>
              <a:ext cx="1606730" cy="796972"/>
            </a:xfrm>
            <a:custGeom>
              <a:avLst/>
              <a:gdLst>
                <a:gd name="connsiteX0" fmla="*/ 1606731 w 1606730"/>
                <a:gd name="connsiteY0" fmla="*/ 796973 h 796972"/>
                <a:gd name="connsiteX1" fmla="*/ 803371 w 1606730"/>
                <a:gd name="connsiteY1" fmla="*/ 0 h 796972"/>
                <a:gd name="connsiteX2" fmla="*/ 0 w 1606730"/>
                <a:gd name="connsiteY2" fmla="*/ 796973 h 79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06730" h="796972">
                  <a:moveTo>
                    <a:pt x="1606731" y="796973"/>
                  </a:moveTo>
                  <a:cubicBezTo>
                    <a:pt x="1606731" y="356816"/>
                    <a:pt x="1247052" y="0"/>
                    <a:pt x="803371" y="0"/>
                  </a:cubicBezTo>
                  <a:cubicBezTo>
                    <a:pt x="359678" y="0"/>
                    <a:pt x="0" y="356816"/>
                    <a:pt x="0" y="796973"/>
                  </a:cubicBezTo>
                </a:path>
              </a:pathLst>
            </a:custGeom>
            <a:noFill/>
            <a:ln w="11528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3" name="Полилиния 212">
              <a:extLst>
                <a:ext uri="{FF2B5EF4-FFF2-40B4-BE49-F238E27FC236}">
                  <a16:creationId xmlns:a16="http://schemas.microsoft.com/office/drawing/2014/main" id="{AD454EF0-9501-1944-18CF-94684C0821A2}"/>
                </a:ext>
              </a:extLst>
            </p:cNvPr>
            <p:cNvSpPr/>
            <p:nvPr/>
          </p:nvSpPr>
          <p:spPr>
            <a:xfrm>
              <a:off x="10492014" y="5987183"/>
              <a:ext cx="886889" cy="439908"/>
            </a:xfrm>
            <a:custGeom>
              <a:avLst/>
              <a:gdLst>
                <a:gd name="connsiteX0" fmla="*/ 886889 w 886889"/>
                <a:gd name="connsiteY0" fmla="*/ 439909 h 439908"/>
                <a:gd name="connsiteX1" fmla="*/ 443450 w 886889"/>
                <a:gd name="connsiteY1" fmla="*/ 0 h 439908"/>
                <a:gd name="connsiteX2" fmla="*/ 0 w 886889"/>
                <a:gd name="connsiteY2" fmla="*/ 439909 h 439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6889" h="439908">
                  <a:moveTo>
                    <a:pt x="886889" y="439909"/>
                  </a:moveTo>
                  <a:cubicBezTo>
                    <a:pt x="886889" y="196956"/>
                    <a:pt x="688352" y="0"/>
                    <a:pt x="443450" y="0"/>
                  </a:cubicBezTo>
                  <a:cubicBezTo>
                    <a:pt x="198538" y="0"/>
                    <a:pt x="0" y="196956"/>
                    <a:pt x="0" y="439909"/>
                  </a:cubicBezTo>
                </a:path>
              </a:pathLst>
            </a:custGeom>
            <a:noFill/>
            <a:ln w="11528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" name="Полилиния 213">
              <a:extLst>
                <a:ext uri="{FF2B5EF4-FFF2-40B4-BE49-F238E27FC236}">
                  <a16:creationId xmlns:a16="http://schemas.microsoft.com/office/drawing/2014/main" id="{EA5F6354-338A-FA16-172C-02C98FC026A5}"/>
                </a:ext>
              </a:extLst>
            </p:cNvPr>
            <p:cNvSpPr/>
            <p:nvPr/>
          </p:nvSpPr>
          <p:spPr>
            <a:xfrm>
              <a:off x="7242766" y="6425123"/>
              <a:ext cx="4136125" cy="11447"/>
            </a:xfrm>
            <a:custGeom>
              <a:avLst/>
              <a:gdLst>
                <a:gd name="connsiteX0" fmla="*/ 0 w 4136125"/>
                <a:gd name="connsiteY0" fmla="*/ 0 h 11447"/>
                <a:gd name="connsiteX1" fmla="*/ 4136125 w 4136125"/>
                <a:gd name="connsiteY1" fmla="*/ 0 h 11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136125" h="11447">
                  <a:moveTo>
                    <a:pt x="0" y="0"/>
                  </a:moveTo>
                  <a:lnTo>
                    <a:pt x="4136125" y="0"/>
                  </a:lnTo>
                </a:path>
              </a:pathLst>
            </a:custGeom>
            <a:noFill/>
            <a:ln w="11528" cap="flat">
              <a:solidFill>
                <a:srgbClr val="D9B8FE"/>
              </a:solidFill>
              <a:custDash>
                <a:ds d="213000" sp="213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5" name="Полилиния 214">
              <a:extLst>
                <a:ext uri="{FF2B5EF4-FFF2-40B4-BE49-F238E27FC236}">
                  <a16:creationId xmlns:a16="http://schemas.microsoft.com/office/drawing/2014/main" id="{5D9844FA-C990-BD43-BAA9-19A9526A8D50}"/>
                </a:ext>
              </a:extLst>
            </p:cNvPr>
            <p:cNvSpPr/>
            <p:nvPr/>
          </p:nvSpPr>
          <p:spPr>
            <a:xfrm>
              <a:off x="9310837" y="5280946"/>
              <a:ext cx="11538" cy="1148114"/>
            </a:xfrm>
            <a:custGeom>
              <a:avLst/>
              <a:gdLst>
                <a:gd name="connsiteX0" fmla="*/ 0 w 11538"/>
                <a:gd name="connsiteY0" fmla="*/ 0 h 1148114"/>
                <a:gd name="connsiteX1" fmla="*/ 0 w 11538"/>
                <a:gd name="connsiteY1" fmla="*/ 1148115 h 114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538" h="1148114">
                  <a:moveTo>
                    <a:pt x="0" y="0"/>
                  </a:moveTo>
                  <a:lnTo>
                    <a:pt x="0" y="1148115"/>
                  </a:lnTo>
                </a:path>
              </a:pathLst>
            </a:custGeom>
            <a:noFill/>
            <a:ln w="11528" cap="flat">
              <a:solidFill>
                <a:srgbClr val="D9B8FE"/>
              </a:solidFill>
              <a:custDash>
                <a:ds d="213000" sp="213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6" name="Полилиния 215">
              <a:extLst>
                <a:ext uri="{FF2B5EF4-FFF2-40B4-BE49-F238E27FC236}">
                  <a16:creationId xmlns:a16="http://schemas.microsoft.com/office/drawing/2014/main" id="{70827BDB-4A47-3A30-80CC-1E70DA00A499}"/>
                </a:ext>
              </a:extLst>
            </p:cNvPr>
            <p:cNvSpPr/>
            <p:nvPr/>
          </p:nvSpPr>
          <p:spPr>
            <a:xfrm>
              <a:off x="8076585" y="6376381"/>
              <a:ext cx="106200" cy="105358"/>
            </a:xfrm>
            <a:custGeom>
              <a:avLst/>
              <a:gdLst>
                <a:gd name="connsiteX0" fmla="*/ 53101 w 106200"/>
                <a:gd name="connsiteY0" fmla="*/ 105359 h 105358"/>
                <a:gd name="connsiteX1" fmla="*/ 106200 w 106200"/>
                <a:gd name="connsiteY1" fmla="*/ 52679 h 105358"/>
                <a:gd name="connsiteX2" fmla="*/ 53101 w 106200"/>
                <a:gd name="connsiteY2" fmla="*/ 0 h 105358"/>
                <a:gd name="connsiteX3" fmla="*/ 0 w 106200"/>
                <a:gd name="connsiteY3" fmla="*/ 52679 h 105358"/>
                <a:gd name="connsiteX4" fmla="*/ 53101 w 106200"/>
                <a:gd name="connsiteY4" fmla="*/ 105359 h 105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200" h="105358">
                  <a:moveTo>
                    <a:pt x="53101" y="105359"/>
                  </a:moveTo>
                  <a:cubicBezTo>
                    <a:pt x="82427" y="105359"/>
                    <a:pt x="106200" y="81778"/>
                    <a:pt x="106200" y="52679"/>
                  </a:cubicBezTo>
                  <a:cubicBezTo>
                    <a:pt x="106200" y="23581"/>
                    <a:pt x="82427" y="0"/>
                    <a:pt x="53101" y="0"/>
                  </a:cubicBezTo>
                  <a:cubicBezTo>
                    <a:pt x="23774" y="0"/>
                    <a:pt x="0" y="23581"/>
                    <a:pt x="0" y="52679"/>
                  </a:cubicBezTo>
                  <a:cubicBezTo>
                    <a:pt x="0" y="81778"/>
                    <a:pt x="23774" y="105359"/>
                    <a:pt x="53101" y="105359"/>
                  </a:cubicBezTo>
                  <a:close/>
                </a:path>
              </a:pathLst>
            </a:custGeom>
            <a:solidFill>
              <a:srgbClr val="D9B8FE"/>
            </a:solidFill>
            <a:ln w="3458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7" name="Полилиния 216">
              <a:extLst>
                <a:ext uri="{FF2B5EF4-FFF2-40B4-BE49-F238E27FC236}">
                  <a16:creationId xmlns:a16="http://schemas.microsoft.com/office/drawing/2014/main" id="{84B7373E-DC77-4532-776F-AF9A91D8530D}"/>
                </a:ext>
              </a:extLst>
            </p:cNvPr>
            <p:cNvSpPr/>
            <p:nvPr/>
          </p:nvSpPr>
          <p:spPr>
            <a:xfrm>
              <a:off x="9257746" y="6376381"/>
              <a:ext cx="106192" cy="105358"/>
            </a:xfrm>
            <a:custGeom>
              <a:avLst/>
              <a:gdLst>
                <a:gd name="connsiteX0" fmla="*/ 53090 w 106192"/>
                <a:gd name="connsiteY0" fmla="*/ 105359 h 105358"/>
                <a:gd name="connsiteX1" fmla="*/ 106192 w 106192"/>
                <a:gd name="connsiteY1" fmla="*/ 52679 h 105358"/>
                <a:gd name="connsiteX2" fmla="*/ 53090 w 106192"/>
                <a:gd name="connsiteY2" fmla="*/ 0 h 105358"/>
                <a:gd name="connsiteX3" fmla="*/ 0 w 106192"/>
                <a:gd name="connsiteY3" fmla="*/ 52679 h 105358"/>
                <a:gd name="connsiteX4" fmla="*/ 53090 w 106192"/>
                <a:gd name="connsiteY4" fmla="*/ 105359 h 105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192" h="105358">
                  <a:moveTo>
                    <a:pt x="53090" y="105359"/>
                  </a:moveTo>
                  <a:cubicBezTo>
                    <a:pt x="82422" y="105359"/>
                    <a:pt x="106192" y="81778"/>
                    <a:pt x="106192" y="52679"/>
                  </a:cubicBezTo>
                  <a:cubicBezTo>
                    <a:pt x="106192" y="23581"/>
                    <a:pt x="82422" y="0"/>
                    <a:pt x="53090" y="0"/>
                  </a:cubicBezTo>
                  <a:cubicBezTo>
                    <a:pt x="23770" y="0"/>
                    <a:pt x="0" y="23581"/>
                    <a:pt x="0" y="52679"/>
                  </a:cubicBezTo>
                  <a:cubicBezTo>
                    <a:pt x="0" y="81778"/>
                    <a:pt x="23770" y="105359"/>
                    <a:pt x="53090" y="105359"/>
                  </a:cubicBezTo>
                  <a:close/>
                </a:path>
              </a:pathLst>
            </a:custGeom>
            <a:solidFill>
              <a:srgbClr val="D9B8FE"/>
            </a:solidFill>
            <a:ln w="3458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8" name="Полилиния 217">
              <a:extLst>
                <a:ext uri="{FF2B5EF4-FFF2-40B4-BE49-F238E27FC236}">
                  <a16:creationId xmlns:a16="http://schemas.microsoft.com/office/drawing/2014/main" id="{ABBC6CF5-C6DD-1FAF-2259-C25A660369E4}"/>
                </a:ext>
              </a:extLst>
            </p:cNvPr>
            <p:cNvSpPr/>
            <p:nvPr/>
          </p:nvSpPr>
          <p:spPr>
            <a:xfrm>
              <a:off x="9257746" y="5228277"/>
              <a:ext cx="106192" cy="105358"/>
            </a:xfrm>
            <a:custGeom>
              <a:avLst/>
              <a:gdLst>
                <a:gd name="connsiteX0" fmla="*/ 53090 w 106192"/>
                <a:gd name="connsiteY0" fmla="*/ 105359 h 105358"/>
                <a:gd name="connsiteX1" fmla="*/ 106192 w 106192"/>
                <a:gd name="connsiteY1" fmla="*/ 52679 h 105358"/>
                <a:gd name="connsiteX2" fmla="*/ 53090 w 106192"/>
                <a:gd name="connsiteY2" fmla="*/ 0 h 105358"/>
                <a:gd name="connsiteX3" fmla="*/ 0 w 106192"/>
                <a:gd name="connsiteY3" fmla="*/ 52679 h 105358"/>
                <a:gd name="connsiteX4" fmla="*/ 53090 w 106192"/>
                <a:gd name="connsiteY4" fmla="*/ 105359 h 105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192" h="105358">
                  <a:moveTo>
                    <a:pt x="53090" y="105359"/>
                  </a:moveTo>
                  <a:cubicBezTo>
                    <a:pt x="82422" y="105359"/>
                    <a:pt x="106192" y="81772"/>
                    <a:pt x="106192" y="52679"/>
                  </a:cubicBezTo>
                  <a:cubicBezTo>
                    <a:pt x="106192" y="23586"/>
                    <a:pt x="82422" y="0"/>
                    <a:pt x="53090" y="0"/>
                  </a:cubicBezTo>
                  <a:cubicBezTo>
                    <a:pt x="23770" y="0"/>
                    <a:pt x="0" y="23586"/>
                    <a:pt x="0" y="52679"/>
                  </a:cubicBezTo>
                  <a:cubicBezTo>
                    <a:pt x="0" y="81772"/>
                    <a:pt x="23770" y="105359"/>
                    <a:pt x="53090" y="105359"/>
                  </a:cubicBezTo>
                  <a:close/>
                </a:path>
              </a:pathLst>
            </a:custGeom>
            <a:solidFill>
              <a:srgbClr val="D9B8FE"/>
            </a:solidFill>
            <a:ln w="3458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9" name="Полилиния 218">
              <a:extLst>
                <a:ext uri="{FF2B5EF4-FFF2-40B4-BE49-F238E27FC236}">
                  <a16:creationId xmlns:a16="http://schemas.microsoft.com/office/drawing/2014/main" id="{1E8480B2-601A-4CC0-992A-ADA4396D620D}"/>
                </a:ext>
              </a:extLst>
            </p:cNvPr>
            <p:cNvSpPr/>
            <p:nvPr/>
          </p:nvSpPr>
          <p:spPr>
            <a:xfrm>
              <a:off x="10438946" y="6376381"/>
              <a:ext cx="106192" cy="105358"/>
            </a:xfrm>
            <a:custGeom>
              <a:avLst/>
              <a:gdLst>
                <a:gd name="connsiteX0" fmla="*/ 53102 w 106192"/>
                <a:gd name="connsiteY0" fmla="*/ 105359 h 105358"/>
                <a:gd name="connsiteX1" fmla="*/ 106192 w 106192"/>
                <a:gd name="connsiteY1" fmla="*/ 52679 h 105358"/>
                <a:gd name="connsiteX2" fmla="*/ 53102 w 106192"/>
                <a:gd name="connsiteY2" fmla="*/ 0 h 105358"/>
                <a:gd name="connsiteX3" fmla="*/ 0 w 106192"/>
                <a:gd name="connsiteY3" fmla="*/ 52679 h 105358"/>
                <a:gd name="connsiteX4" fmla="*/ 53102 w 106192"/>
                <a:gd name="connsiteY4" fmla="*/ 105359 h 105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192" h="105358">
                  <a:moveTo>
                    <a:pt x="53102" y="105359"/>
                  </a:moveTo>
                  <a:cubicBezTo>
                    <a:pt x="82422" y="105359"/>
                    <a:pt x="106192" y="81778"/>
                    <a:pt x="106192" y="52679"/>
                  </a:cubicBezTo>
                  <a:cubicBezTo>
                    <a:pt x="106192" y="23581"/>
                    <a:pt x="82422" y="0"/>
                    <a:pt x="53102" y="0"/>
                  </a:cubicBezTo>
                  <a:cubicBezTo>
                    <a:pt x="23770" y="0"/>
                    <a:pt x="0" y="23581"/>
                    <a:pt x="0" y="52679"/>
                  </a:cubicBezTo>
                  <a:cubicBezTo>
                    <a:pt x="0" y="81778"/>
                    <a:pt x="23770" y="105359"/>
                    <a:pt x="53102" y="105359"/>
                  </a:cubicBezTo>
                  <a:close/>
                </a:path>
              </a:pathLst>
            </a:custGeom>
            <a:solidFill>
              <a:srgbClr val="D9B8FE"/>
            </a:solidFill>
            <a:ln w="3458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0" name="Полилиния 219">
              <a:extLst>
                <a:ext uri="{FF2B5EF4-FFF2-40B4-BE49-F238E27FC236}">
                  <a16:creationId xmlns:a16="http://schemas.microsoft.com/office/drawing/2014/main" id="{4A4CF4D1-395E-CF00-96CF-97AA1C6DA8B3}"/>
                </a:ext>
              </a:extLst>
            </p:cNvPr>
            <p:cNvSpPr/>
            <p:nvPr/>
          </p:nvSpPr>
          <p:spPr>
            <a:xfrm>
              <a:off x="10864488" y="6376381"/>
              <a:ext cx="106192" cy="105358"/>
            </a:xfrm>
            <a:custGeom>
              <a:avLst/>
              <a:gdLst>
                <a:gd name="connsiteX0" fmla="*/ 53102 w 106192"/>
                <a:gd name="connsiteY0" fmla="*/ 105359 h 105358"/>
                <a:gd name="connsiteX1" fmla="*/ 106192 w 106192"/>
                <a:gd name="connsiteY1" fmla="*/ 52679 h 105358"/>
                <a:gd name="connsiteX2" fmla="*/ 53102 w 106192"/>
                <a:gd name="connsiteY2" fmla="*/ 0 h 105358"/>
                <a:gd name="connsiteX3" fmla="*/ 0 w 106192"/>
                <a:gd name="connsiteY3" fmla="*/ 52679 h 105358"/>
                <a:gd name="connsiteX4" fmla="*/ 53102 w 106192"/>
                <a:gd name="connsiteY4" fmla="*/ 105359 h 105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192" h="105358">
                  <a:moveTo>
                    <a:pt x="53102" y="105359"/>
                  </a:moveTo>
                  <a:cubicBezTo>
                    <a:pt x="82422" y="105359"/>
                    <a:pt x="106192" y="81778"/>
                    <a:pt x="106192" y="52679"/>
                  </a:cubicBezTo>
                  <a:cubicBezTo>
                    <a:pt x="106192" y="23581"/>
                    <a:pt x="82422" y="0"/>
                    <a:pt x="53102" y="0"/>
                  </a:cubicBezTo>
                  <a:cubicBezTo>
                    <a:pt x="23770" y="0"/>
                    <a:pt x="0" y="23581"/>
                    <a:pt x="0" y="52679"/>
                  </a:cubicBezTo>
                  <a:cubicBezTo>
                    <a:pt x="0" y="81778"/>
                    <a:pt x="23770" y="105359"/>
                    <a:pt x="53102" y="105359"/>
                  </a:cubicBezTo>
                  <a:close/>
                </a:path>
              </a:pathLst>
            </a:custGeom>
            <a:solidFill>
              <a:srgbClr val="D9B8FE"/>
            </a:solidFill>
            <a:ln w="3458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1" name="Полилиния 220">
              <a:extLst>
                <a:ext uri="{FF2B5EF4-FFF2-40B4-BE49-F238E27FC236}">
                  <a16:creationId xmlns:a16="http://schemas.microsoft.com/office/drawing/2014/main" id="{209DC099-9E74-9205-B11A-CFC24654E011}"/>
                </a:ext>
              </a:extLst>
            </p:cNvPr>
            <p:cNvSpPr/>
            <p:nvPr/>
          </p:nvSpPr>
          <p:spPr>
            <a:xfrm>
              <a:off x="11325812" y="6376381"/>
              <a:ext cx="106203" cy="105358"/>
            </a:xfrm>
            <a:custGeom>
              <a:avLst/>
              <a:gdLst>
                <a:gd name="connsiteX0" fmla="*/ 53102 w 106203"/>
                <a:gd name="connsiteY0" fmla="*/ 105359 h 105358"/>
                <a:gd name="connsiteX1" fmla="*/ 106204 w 106203"/>
                <a:gd name="connsiteY1" fmla="*/ 52679 h 105358"/>
                <a:gd name="connsiteX2" fmla="*/ 53102 w 106203"/>
                <a:gd name="connsiteY2" fmla="*/ 0 h 105358"/>
                <a:gd name="connsiteX3" fmla="*/ 0 w 106203"/>
                <a:gd name="connsiteY3" fmla="*/ 52679 h 105358"/>
                <a:gd name="connsiteX4" fmla="*/ 53102 w 106203"/>
                <a:gd name="connsiteY4" fmla="*/ 105359 h 105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203" h="105358">
                  <a:moveTo>
                    <a:pt x="53102" y="105359"/>
                  </a:moveTo>
                  <a:cubicBezTo>
                    <a:pt x="82434" y="105359"/>
                    <a:pt x="106204" y="81778"/>
                    <a:pt x="106204" y="52679"/>
                  </a:cubicBezTo>
                  <a:cubicBezTo>
                    <a:pt x="106204" y="23581"/>
                    <a:pt x="82434" y="0"/>
                    <a:pt x="53102" y="0"/>
                  </a:cubicBezTo>
                  <a:cubicBezTo>
                    <a:pt x="23770" y="0"/>
                    <a:pt x="0" y="23581"/>
                    <a:pt x="0" y="52679"/>
                  </a:cubicBezTo>
                  <a:cubicBezTo>
                    <a:pt x="0" y="81778"/>
                    <a:pt x="23770" y="105359"/>
                    <a:pt x="53102" y="105359"/>
                  </a:cubicBezTo>
                  <a:close/>
                </a:path>
              </a:pathLst>
            </a:custGeom>
            <a:solidFill>
              <a:srgbClr val="D9B8FE"/>
            </a:solidFill>
            <a:ln w="3458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2" name="Полилиния 221">
              <a:extLst>
                <a:ext uri="{FF2B5EF4-FFF2-40B4-BE49-F238E27FC236}">
                  <a16:creationId xmlns:a16="http://schemas.microsoft.com/office/drawing/2014/main" id="{B4ED8A79-FBD9-7455-CCAE-F10AADCFEDBC}"/>
                </a:ext>
              </a:extLst>
            </p:cNvPr>
            <p:cNvSpPr/>
            <p:nvPr/>
          </p:nvSpPr>
          <p:spPr>
            <a:xfrm>
              <a:off x="7635088" y="6376381"/>
              <a:ext cx="106200" cy="105358"/>
            </a:xfrm>
            <a:custGeom>
              <a:avLst/>
              <a:gdLst>
                <a:gd name="connsiteX0" fmla="*/ 53100 w 106200"/>
                <a:gd name="connsiteY0" fmla="*/ 105359 h 105358"/>
                <a:gd name="connsiteX1" fmla="*/ 106200 w 106200"/>
                <a:gd name="connsiteY1" fmla="*/ 52679 h 105358"/>
                <a:gd name="connsiteX2" fmla="*/ 53100 w 106200"/>
                <a:gd name="connsiteY2" fmla="*/ 0 h 105358"/>
                <a:gd name="connsiteX3" fmla="*/ 0 w 106200"/>
                <a:gd name="connsiteY3" fmla="*/ 52679 h 105358"/>
                <a:gd name="connsiteX4" fmla="*/ 53100 w 106200"/>
                <a:gd name="connsiteY4" fmla="*/ 105359 h 105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200" h="105358">
                  <a:moveTo>
                    <a:pt x="53100" y="105359"/>
                  </a:moveTo>
                  <a:cubicBezTo>
                    <a:pt x="82427" y="105359"/>
                    <a:pt x="106200" y="81778"/>
                    <a:pt x="106200" y="52679"/>
                  </a:cubicBezTo>
                  <a:cubicBezTo>
                    <a:pt x="106200" y="23581"/>
                    <a:pt x="82427" y="0"/>
                    <a:pt x="53100" y="0"/>
                  </a:cubicBezTo>
                  <a:cubicBezTo>
                    <a:pt x="23772" y="0"/>
                    <a:pt x="0" y="23581"/>
                    <a:pt x="0" y="52679"/>
                  </a:cubicBezTo>
                  <a:cubicBezTo>
                    <a:pt x="0" y="81778"/>
                    <a:pt x="23772" y="105359"/>
                    <a:pt x="53100" y="105359"/>
                  </a:cubicBezTo>
                  <a:close/>
                </a:path>
              </a:pathLst>
            </a:custGeom>
            <a:solidFill>
              <a:srgbClr val="D9B8FE"/>
            </a:solidFill>
            <a:ln w="3458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3" name="Полилиния 222">
              <a:extLst>
                <a:ext uri="{FF2B5EF4-FFF2-40B4-BE49-F238E27FC236}">
                  <a16:creationId xmlns:a16="http://schemas.microsoft.com/office/drawing/2014/main" id="{EAC0E893-AE74-EED0-3199-7568AB012707}"/>
                </a:ext>
              </a:extLst>
            </p:cNvPr>
            <p:cNvSpPr/>
            <p:nvPr/>
          </p:nvSpPr>
          <p:spPr>
            <a:xfrm>
              <a:off x="7189692" y="6376381"/>
              <a:ext cx="106200" cy="105358"/>
            </a:xfrm>
            <a:custGeom>
              <a:avLst/>
              <a:gdLst>
                <a:gd name="connsiteX0" fmla="*/ 53100 w 106200"/>
                <a:gd name="connsiteY0" fmla="*/ 105359 h 105358"/>
                <a:gd name="connsiteX1" fmla="*/ 106200 w 106200"/>
                <a:gd name="connsiteY1" fmla="*/ 52679 h 105358"/>
                <a:gd name="connsiteX2" fmla="*/ 53100 w 106200"/>
                <a:gd name="connsiteY2" fmla="*/ 0 h 105358"/>
                <a:gd name="connsiteX3" fmla="*/ 0 w 106200"/>
                <a:gd name="connsiteY3" fmla="*/ 52679 h 105358"/>
                <a:gd name="connsiteX4" fmla="*/ 53100 w 106200"/>
                <a:gd name="connsiteY4" fmla="*/ 105359 h 105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200" h="105358">
                  <a:moveTo>
                    <a:pt x="53100" y="105359"/>
                  </a:moveTo>
                  <a:cubicBezTo>
                    <a:pt x="82427" y="105359"/>
                    <a:pt x="106200" y="81778"/>
                    <a:pt x="106200" y="52679"/>
                  </a:cubicBezTo>
                  <a:cubicBezTo>
                    <a:pt x="106200" y="23581"/>
                    <a:pt x="82427" y="0"/>
                    <a:pt x="53100" y="0"/>
                  </a:cubicBezTo>
                  <a:cubicBezTo>
                    <a:pt x="23773" y="0"/>
                    <a:pt x="0" y="23581"/>
                    <a:pt x="0" y="52679"/>
                  </a:cubicBezTo>
                  <a:cubicBezTo>
                    <a:pt x="0" y="81778"/>
                    <a:pt x="23773" y="105359"/>
                    <a:pt x="53100" y="105359"/>
                  </a:cubicBezTo>
                  <a:close/>
                </a:path>
              </a:pathLst>
            </a:custGeom>
            <a:solidFill>
              <a:srgbClr val="D9B8FE"/>
            </a:solidFill>
            <a:ln w="3458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24" name="Группа 223">
            <a:extLst>
              <a:ext uri="{FF2B5EF4-FFF2-40B4-BE49-F238E27FC236}">
                <a16:creationId xmlns:a16="http://schemas.microsoft.com/office/drawing/2014/main" id="{1D874F10-E7AB-F99E-84B3-53D6646DE2D7}"/>
              </a:ext>
            </a:extLst>
          </p:cNvPr>
          <p:cNvGrpSpPr/>
          <p:nvPr userDrawn="1"/>
        </p:nvGrpSpPr>
        <p:grpSpPr>
          <a:xfrm>
            <a:off x="18966527" y="5030115"/>
            <a:ext cx="4192280" cy="1661843"/>
            <a:chOff x="18966527" y="5030115"/>
            <a:chExt cx="4192280" cy="1661843"/>
          </a:xfrm>
        </p:grpSpPr>
        <p:sp>
          <p:nvSpPr>
            <p:cNvPr id="225" name="Полилиния 224">
              <a:extLst>
                <a:ext uri="{FF2B5EF4-FFF2-40B4-BE49-F238E27FC236}">
                  <a16:creationId xmlns:a16="http://schemas.microsoft.com/office/drawing/2014/main" id="{8336C37C-EBB1-22F4-CCA9-4815826ED397}"/>
                </a:ext>
              </a:extLst>
            </p:cNvPr>
            <p:cNvSpPr/>
            <p:nvPr/>
          </p:nvSpPr>
          <p:spPr>
            <a:xfrm>
              <a:off x="20229501" y="5219237"/>
              <a:ext cx="1666423" cy="1315792"/>
            </a:xfrm>
            <a:custGeom>
              <a:avLst/>
              <a:gdLst>
                <a:gd name="connsiteX0" fmla="*/ 1666424 w 1666423"/>
                <a:gd name="connsiteY0" fmla="*/ 657896 h 1315792"/>
                <a:gd name="connsiteX1" fmla="*/ 833212 w 1666423"/>
                <a:gd name="connsiteY1" fmla="*/ 1315792 h 1315792"/>
                <a:gd name="connsiteX2" fmla="*/ 0 w 1666423"/>
                <a:gd name="connsiteY2" fmla="*/ 657896 h 1315792"/>
                <a:gd name="connsiteX3" fmla="*/ 833212 w 1666423"/>
                <a:gd name="connsiteY3" fmla="*/ 0 h 1315792"/>
                <a:gd name="connsiteX4" fmla="*/ 1666424 w 1666423"/>
                <a:gd name="connsiteY4" fmla="*/ 657896 h 1315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6423" h="1315792">
                  <a:moveTo>
                    <a:pt x="1666424" y="657896"/>
                  </a:moveTo>
                  <a:cubicBezTo>
                    <a:pt x="1666424" y="1021242"/>
                    <a:pt x="1293382" y="1315792"/>
                    <a:pt x="833212" y="1315792"/>
                  </a:cubicBezTo>
                  <a:cubicBezTo>
                    <a:pt x="373042" y="1315792"/>
                    <a:pt x="0" y="1021242"/>
                    <a:pt x="0" y="657896"/>
                  </a:cubicBezTo>
                  <a:cubicBezTo>
                    <a:pt x="0" y="294550"/>
                    <a:pt x="373042" y="0"/>
                    <a:pt x="833212" y="0"/>
                  </a:cubicBezTo>
                  <a:cubicBezTo>
                    <a:pt x="1293382" y="0"/>
                    <a:pt x="1666424" y="294550"/>
                    <a:pt x="1666424" y="657896"/>
                  </a:cubicBezTo>
                  <a:close/>
                </a:path>
              </a:pathLst>
            </a:custGeom>
            <a:noFill/>
            <a:ln w="1150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6" name="Полилиния 225">
              <a:extLst>
                <a:ext uri="{FF2B5EF4-FFF2-40B4-BE49-F238E27FC236}">
                  <a16:creationId xmlns:a16="http://schemas.microsoft.com/office/drawing/2014/main" id="{0048F5A2-DAF9-EA95-8943-B995EDCF8E7F}"/>
                </a:ext>
              </a:extLst>
            </p:cNvPr>
            <p:cNvSpPr/>
            <p:nvPr/>
          </p:nvSpPr>
          <p:spPr>
            <a:xfrm>
              <a:off x="21012266" y="5150823"/>
              <a:ext cx="96838" cy="136810"/>
            </a:xfrm>
            <a:custGeom>
              <a:avLst/>
              <a:gdLst>
                <a:gd name="connsiteX0" fmla="*/ 0 w 96838"/>
                <a:gd name="connsiteY0" fmla="*/ 0 h 136810"/>
                <a:gd name="connsiteX1" fmla="*/ 96838 w 96838"/>
                <a:gd name="connsiteY1" fmla="*/ 0 h 136810"/>
                <a:gd name="connsiteX2" fmla="*/ 96838 w 96838"/>
                <a:gd name="connsiteY2" fmla="*/ 136811 h 136810"/>
                <a:gd name="connsiteX3" fmla="*/ 0 w 96838"/>
                <a:gd name="connsiteY3" fmla="*/ 136811 h 136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838" h="136810">
                  <a:moveTo>
                    <a:pt x="0" y="0"/>
                  </a:moveTo>
                  <a:lnTo>
                    <a:pt x="96838" y="0"/>
                  </a:lnTo>
                  <a:lnTo>
                    <a:pt x="96838" y="136811"/>
                  </a:lnTo>
                  <a:lnTo>
                    <a:pt x="0" y="136811"/>
                  </a:lnTo>
                  <a:close/>
                </a:path>
              </a:pathLst>
            </a:custGeom>
            <a:solidFill>
              <a:srgbClr val="141414"/>
            </a:solidFill>
            <a:ln w="1150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7" name="Полилиния 226">
              <a:extLst>
                <a:ext uri="{FF2B5EF4-FFF2-40B4-BE49-F238E27FC236}">
                  <a16:creationId xmlns:a16="http://schemas.microsoft.com/office/drawing/2014/main" id="{C7735E44-B9D8-E489-0867-BE975540289D}"/>
                </a:ext>
              </a:extLst>
            </p:cNvPr>
            <p:cNvSpPr/>
            <p:nvPr/>
          </p:nvSpPr>
          <p:spPr>
            <a:xfrm>
              <a:off x="21012266" y="6466616"/>
              <a:ext cx="96838" cy="136810"/>
            </a:xfrm>
            <a:custGeom>
              <a:avLst/>
              <a:gdLst>
                <a:gd name="connsiteX0" fmla="*/ 0 w 96838"/>
                <a:gd name="connsiteY0" fmla="*/ 0 h 136810"/>
                <a:gd name="connsiteX1" fmla="*/ 96838 w 96838"/>
                <a:gd name="connsiteY1" fmla="*/ 0 h 136810"/>
                <a:gd name="connsiteX2" fmla="*/ 96838 w 96838"/>
                <a:gd name="connsiteY2" fmla="*/ 136811 h 136810"/>
                <a:gd name="connsiteX3" fmla="*/ 0 w 96838"/>
                <a:gd name="connsiteY3" fmla="*/ 136811 h 136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838" h="136810">
                  <a:moveTo>
                    <a:pt x="0" y="0"/>
                  </a:moveTo>
                  <a:lnTo>
                    <a:pt x="96838" y="0"/>
                  </a:lnTo>
                  <a:lnTo>
                    <a:pt x="96838" y="136811"/>
                  </a:lnTo>
                  <a:lnTo>
                    <a:pt x="0" y="136811"/>
                  </a:lnTo>
                  <a:close/>
                </a:path>
              </a:pathLst>
            </a:custGeom>
            <a:solidFill>
              <a:srgbClr val="141414"/>
            </a:solidFill>
            <a:ln w="1150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8" name="Полилиния 227">
              <a:extLst>
                <a:ext uri="{FF2B5EF4-FFF2-40B4-BE49-F238E27FC236}">
                  <a16:creationId xmlns:a16="http://schemas.microsoft.com/office/drawing/2014/main" id="{DBE65685-82ED-BB8D-BF45-45C99C4314C7}"/>
                </a:ext>
              </a:extLst>
            </p:cNvPr>
            <p:cNvSpPr/>
            <p:nvPr/>
          </p:nvSpPr>
          <p:spPr>
            <a:xfrm>
              <a:off x="19591909" y="5219236"/>
              <a:ext cx="552789" cy="1315795"/>
            </a:xfrm>
            <a:custGeom>
              <a:avLst/>
              <a:gdLst>
                <a:gd name="connsiteX0" fmla="*/ 552789 w 552789"/>
                <a:gd name="connsiteY0" fmla="*/ 0 h 1315795"/>
                <a:gd name="connsiteX1" fmla="*/ 0 w 552789"/>
                <a:gd name="connsiteY1" fmla="*/ 657897 h 1315795"/>
                <a:gd name="connsiteX2" fmla="*/ 552789 w 552789"/>
                <a:gd name="connsiteY2" fmla="*/ 1315796 h 131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2789" h="1315795">
                  <a:moveTo>
                    <a:pt x="552789" y="0"/>
                  </a:moveTo>
                  <a:cubicBezTo>
                    <a:pt x="230277" y="97891"/>
                    <a:pt x="0" y="355502"/>
                    <a:pt x="0" y="657897"/>
                  </a:cubicBezTo>
                  <a:cubicBezTo>
                    <a:pt x="0" y="960289"/>
                    <a:pt x="230277" y="1217903"/>
                    <a:pt x="552789" y="1315796"/>
                  </a:cubicBezTo>
                </a:path>
              </a:pathLst>
            </a:custGeom>
            <a:noFill/>
            <a:ln w="1150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9" name="Полилиния 228">
              <a:extLst>
                <a:ext uri="{FF2B5EF4-FFF2-40B4-BE49-F238E27FC236}">
                  <a16:creationId xmlns:a16="http://schemas.microsoft.com/office/drawing/2014/main" id="{3D1E8B87-65FB-7A95-9B08-664D11406E4C}"/>
                </a:ext>
              </a:extLst>
            </p:cNvPr>
            <p:cNvSpPr/>
            <p:nvPr/>
          </p:nvSpPr>
          <p:spPr>
            <a:xfrm>
              <a:off x="21972520" y="5219233"/>
              <a:ext cx="548754" cy="1315787"/>
            </a:xfrm>
            <a:custGeom>
              <a:avLst/>
              <a:gdLst>
                <a:gd name="connsiteX0" fmla="*/ 0 w 548754"/>
                <a:gd name="connsiteY0" fmla="*/ 1315788 h 1315787"/>
                <a:gd name="connsiteX1" fmla="*/ 548754 w 548754"/>
                <a:gd name="connsiteY1" fmla="*/ 657896 h 1315787"/>
                <a:gd name="connsiteX2" fmla="*/ 0 w 548754"/>
                <a:gd name="connsiteY2" fmla="*/ 0 h 1315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8754" h="1315787">
                  <a:moveTo>
                    <a:pt x="0" y="1315788"/>
                  </a:moveTo>
                  <a:cubicBezTo>
                    <a:pt x="320150" y="1217906"/>
                    <a:pt x="548754" y="960292"/>
                    <a:pt x="548754" y="657896"/>
                  </a:cubicBezTo>
                  <a:cubicBezTo>
                    <a:pt x="548754" y="355502"/>
                    <a:pt x="320150" y="97889"/>
                    <a:pt x="0" y="0"/>
                  </a:cubicBezTo>
                </a:path>
              </a:pathLst>
            </a:custGeom>
            <a:noFill/>
            <a:ln w="1150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0" name="Полилиния 229">
              <a:extLst>
                <a:ext uri="{FF2B5EF4-FFF2-40B4-BE49-F238E27FC236}">
                  <a16:creationId xmlns:a16="http://schemas.microsoft.com/office/drawing/2014/main" id="{CAD0199F-7B36-6C02-A7B7-6B60726AB793}"/>
                </a:ext>
              </a:extLst>
            </p:cNvPr>
            <p:cNvSpPr/>
            <p:nvPr/>
          </p:nvSpPr>
          <p:spPr>
            <a:xfrm>
              <a:off x="22610064" y="5219233"/>
              <a:ext cx="548743" cy="1315787"/>
            </a:xfrm>
            <a:custGeom>
              <a:avLst/>
              <a:gdLst>
                <a:gd name="connsiteX0" fmla="*/ 0 w 548743"/>
                <a:gd name="connsiteY0" fmla="*/ 1315788 h 1315787"/>
                <a:gd name="connsiteX1" fmla="*/ 548743 w 548743"/>
                <a:gd name="connsiteY1" fmla="*/ 657896 h 1315787"/>
                <a:gd name="connsiteX2" fmla="*/ 0 w 548743"/>
                <a:gd name="connsiteY2" fmla="*/ 0 h 1315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8743" h="1315787">
                  <a:moveTo>
                    <a:pt x="0" y="1315788"/>
                  </a:moveTo>
                  <a:cubicBezTo>
                    <a:pt x="320150" y="1217906"/>
                    <a:pt x="548743" y="960292"/>
                    <a:pt x="548743" y="657896"/>
                  </a:cubicBezTo>
                  <a:cubicBezTo>
                    <a:pt x="548743" y="355502"/>
                    <a:pt x="320150" y="97889"/>
                    <a:pt x="0" y="0"/>
                  </a:cubicBezTo>
                </a:path>
              </a:pathLst>
            </a:custGeom>
            <a:noFill/>
            <a:ln w="1150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1" name="Полилиния 230">
              <a:extLst>
                <a:ext uri="{FF2B5EF4-FFF2-40B4-BE49-F238E27FC236}">
                  <a16:creationId xmlns:a16="http://schemas.microsoft.com/office/drawing/2014/main" id="{5C41E780-141A-D989-563A-EB4A5B1D8543}"/>
                </a:ext>
              </a:extLst>
            </p:cNvPr>
            <p:cNvSpPr/>
            <p:nvPr/>
          </p:nvSpPr>
          <p:spPr>
            <a:xfrm>
              <a:off x="18966527" y="5219236"/>
              <a:ext cx="548749" cy="1315795"/>
            </a:xfrm>
            <a:custGeom>
              <a:avLst/>
              <a:gdLst>
                <a:gd name="connsiteX0" fmla="*/ 548750 w 548749"/>
                <a:gd name="connsiteY0" fmla="*/ 0 h 1315795"/>
                <a:gd name="connsiteX1" fmla="*/ 0 w 548749"/>
                <a:gd name="connsiteY1" fmla="*/ 657897 h 1315795"/>
                <a:gd name="connsiteX2" fmla="*/ 548750 w 548749"/>
                <a:gd name="connsiteY2" fmla="*/ 1315796 h 131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8749" h="1315795">
                  <a:moveTo>
                    <a:pt x="548750" y="0"/>
                  </a:moveTo>
                  <a:cubicBezTo>
                    <a:pt x="228595" y="97891"/>
                    <a:pt x="0" y="355502"/>
                    <a:pt x="0" y="657897"/>
                  </a:cubicBezTo>
                  <a:cubicBezTo>
                    <a:pt x="0" y="960289"/>
                    <a:pt x="228595" y="1217903"/>
                    <a:pt x="548750" y="1315796"/>
                  </a:cubicBezTo>
                </a:path>
              </a:pathLst>
            </a:custGeom>
            <a:noFill/>
            <a:ln w="1150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2" name="Полилиния 231">
              <a:extLst>
                <a:ext uri="{FF2B5EF4-FFF2-40B4-BE49-F238E27FC236}">
                  <a16:creationId xmlns:a16="http://schemas.microsoft.com/office/drawing/2014/main" id="{57F07CB6-B531-0361-6D5E-8A2D79061917}"/>
                </a:ext>
              </a:extLst>
            </p:cNvPr>
            <p:cNvSpPr/>
            <p:nvPr/>
          </p:nvSpPr>
          <p:spPr>
            <a:xfrm>
              <a:off x="21060604" y="5034136"/>
              <a:ext cx="11528" cy="1657822"/>
            </a:xfrm>
            <a:custGeom>
              <a:avLst/>
              <a:gdLst>
                <a:gd name="connsiteX0" fmla="*/ 0 w 11528"/>
                <a:gd name="connsiteY0" fmla="*/ 0 h 1657822"/>
                <a:gd name="connsiteX1" fmla="*/ 0 w 11528"/>
                <a:gd name="connsiteY1" fmla="*/ 1657823 h 165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528" h="1657822">
                  <a:moveTo>
                    <a:pt x="0" y="0"/>
                  </a:moveTo>
                  <a:lnTo>
                    <a:pt x="0" y="1657823"/>
                  </a:lnTo>
                </a:path>
              </a:pathLst>
            </a:custGeom>
            <a:noFill/>
            <a:ln w="11503" cap="flat">
              <a:solidFill>
                <a:srgbClr val="2CB9FF"/>
              </a:solidFill>
              <a:custDash>
                <a:ds d="213000" sp="213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3" name="Полилиния 232">
              <a:extLst>
                <a:ext uri="{FF2B5EF4-FFF2-40B4-BE49-F238E27FC236}">
                  <a16:creationId xmlns:a16="http://schemas.microsoft.com/office/drawing/2014/main" id="{E5D7316F-53CF-D513-0555-8DA2A9519045}"/>
                </a:ext>
              </a:extLst>
            </p:cNvPr>
            <p:cNvSpPr/>
            <p:nvPr/>
          </p:nvSpPr>
          <p:spPr>
            <a:xfrm>
              <a:off x="21004184" y="5030115"/>
              <a:ext cx="110498" cy="55095"/>
            </a:xfrm>
            <a:custGeom>
              <a:avLst/>
              <a:gdLst>
                <a:gd name="connsiteX0" fmla="*/ 110498 w 110498"/>
                <a:gd name="connsiteY0" fmla="*/ 55096 h 55095"/>
                <a:gd name="connsiteX1" fmla="*/ 55255 w 110498"/>
                <a:gd name="connsiteY1" fmla="*/ 0 h 55095"/>
                <a:gd name="connsiteX2" fmla="*/ 0 w 110498"/>
                <a:gd name="connsiteY2" fmla="*/ 55096 h 55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0498" h="55095">
                  <a:moveTo>
                    <a:pt x="110498" y="55096"/>
                  </a:moveTo>
                  <a:lnTo>
                    <a:pt x="55255" y="0"/>
                  </a:lnTo>
                  <a:lnTo>
                    <a:pt x="0" y="55096"/>
                  </a:lnTo>
                </a:path>
              </a:pathLst>
            </a:custGeom>
            <a:noFill/>
            <a:ln w="11503" cap="flat">
              <a:solidFill>
                <a:srgbClr val="2CB9FF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34" name="Группа 233">
            <a:extLst>
              <a:ext uri="{FF2B5EF4-FFF2-40B4-BE49-F238E27FC236}">
                <a16:creationId xmlns:a16="http://schemas.microsoft.com/office/drawing/2014/main" id="{AD8D872F-854C-21A1-B6DB-F66A8F2EE78B}"/>
              </a:ext>
            </a:extLst>
          </p:cNvPr>
          <p:cNvGrpSpPr/>
          <p:nvPr userDrawn="1"/>
        </p:nvGrpSpPr>
        <p:grpSpPr>
          <a:xfrm>
            <a:off x="13032832" y="5078794"/>
            <a:ext cx="4336787" cy="1556635"/>
            <a:chOff x="13032832" y="5078794"/>
            <a:chExt cx="4336787" cy="1556635"/>
          </a:xfrm>
        </p:grpSpPr>
        <p:sp>
          <p:nvSpPr>
            <p:cNvPr id="235" name="Полилиния 234">
              <a:extLst>
                <a:ext uri="{FF2B5EF4-FFF2-40B4-BE49-F238E27FC236}">
                  <a16:creationId xmlns:a16="http://schemas.microsoft.com/office/drawing/2014/main" id="{6F1A06F6-7015-7E09-73BB-5E1574307682}"/>
                </a:ext>
              </a:extLst>
            </p:cNvPr>
            <p:cNvSpPr/>
            <p:nvPr/>
          </p:nvSpPr>
          <p:spPr>
            <a:xfrm>
              <a:off x="13099764" y="5078794"/>
              <a:ext cx="2963148" cy="1556635"/>
            </a:xfrm>
            <a:custGeom>
              <a:avLst/>
              <a:gdLst>
                <a:gd name="connsiteX0" fmla="*/ 2963148 w 2963148"/>
                <a:gd name="connsiteY0" fmla="*/ 1556636 h 1556635"/>
                <a:gd name="connsiteX1" fmla="*/ 2116679 w 2963148"/>
                <a:gd name="connsiteY1" fmla="*/ 0 h 1556635"/>
                <a:gd name="connsiteX2" fmla="*/ 1270314 w 2963148"/>
                <a:gd name="connsiteY2" fmla="*/ 1556636 h 1556635"/>
                <a:gd name="connsiteX3" fmla="*/ 423840 w 2963148"/>
                <a:gd name="connsiteY3" fmla="*/ 0 h 1556635"/>
                <a:gd name="connsiteX4" fmla="*/ 0 w 2963148"/>
                <a:gd name="connsiteY4" fmla="*/ 780388 h 1556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63148" h="1556635">
                  <a:moveTo>
                    <a:pt x="2963148" y="1556636"/>
                  </a:moveTo>
                  <a:cubicBezTo>
                    <a:pt x="2539919" y="1556636"/>
                    <a:pt x="2539919" y="0"/>
                    <a:pt x="2116679" y="0"/>
                  </a:cubicBezTo>
                  <a:cubicBezTo>
                    <a:pt x="1693439" y="0"/>
                    <a:pt x="1693554" y="1556636"/>
                    <a:pt x="1270314" y="1556636"/>
                  </a:cubicBezTo>
                  <a:cubicBezTo>
                    <a:pt x="847077" y="1556636"/>
                    <a:pt x="847077" y="0"/>
                    <a:pt x="423840" y="0"/>
                  </a:cubicBezTo>
                  <a:cubicBezTo>
                    <a:pt x="211847" y="0"/>
                    <a:pt x="106011" y="390541"/>
                    <a:pt x="0" y="780388"/>
                  </a:cubicBezTo>
                </a:path>
              </a:pathLst>
            </a:custGeom>
            <a:noFill/>
            <a:ln w="11500" cap="flat">
              <a:solidFill>
                <a:srgbClr val="775AFF"/>
              </a:solidFill>
              <a:custDash>
                <a:ds d="450000" sp="45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6" name="Полилиния 235">
              <a:extLst>
                <a:ext uri="{FF2B5EF4-FFF2-40B4-BE49-F238E27FC236}">
                  <a16:creationId xmlns:a16="http://schemas.microsoft.com/office/drawing/2014/main" id="{292F0B17-2466-F13C-CCE0-F0E7432D17BA}"/>
                </a:ext>
              </a:extLst>
            </p:cNvPr>
            <p:cNvSpPr/>
            <p:nvPr/>
          </p:nvSpPr>
          <p:spPr>
            <a:xfrm>
              <a:off x="13516380" y="5078794"/>
              <a:ext cx="3808915" cy="1556635"/>
            </a:xfrm>
            <a:custGeom>
              <a:avLst/>
              <a:gdLst>
                <a:gd name="connsiteX0" fmla="*/ 0 w 3808915"/>
                <a:gd name="connsiteY0" fmla="*/ 0 h 1556635"/>
                <a:gd name="connsiteX1" fmla="*/ 846371 w 3808915"/>
                <a:gd name="connsiteY1" fmla="*/ 1556636 h 1556635"/>
                <a:gd name="connsiteX2" fmla="*/ 1692840 w 3808915"/>
                <a:gd name="connsiteY2" fmla="*/ 0 h 1556635"/>
                <a:gd name="connsiteX3" fmla="*/ 2539309 w 3808915"/>
                <a:gd name="connsiteY3" fmla="*/ 1556636 h 1556635"/>
                <a:gd name="connsiteX4" fmla="*/ 3385686 w 3808915"/>
                <a:gd name="connsiteY4" fmla="*/ 0 h 1556635"/>
                <a:gd name="connsiteX5" fmla="*/ 3808915 w 3808915"/>
                <a:gd name="connsiteY5" fmla="*/ 778318 h 1556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08915" h="1556635">
                  <a:moveTo>
                    <a:pt x="0" y="0"/>
                  </a:moveTo>
                  <a:cubicBezTo>
                    <a:pt x="423237" y="0"/>
                    <a:pt x="423237" y="1556636"/>
                    <a:pt x="846371" y="1556636"/>
                  </a:cubicBezTo>
                  <a:cubicBezTo>
                    <a:pt x="1269496" y="1556636"/>
                    <a:pt x="1269600" y="0"/>
                    <a:pt x="1692840" y="0"/>
                  </a:cubicBezTo>
                  <a:cubicBezTo>
                    <a:pt x="2116081" y="0"/>
                    <a:pt x="2116081" y="1556636"/>
                    <a:pt x="2539309" y="1556636"/>
                  </a:cubicBezTo>
                  <a:cubicBezTo>
                    <a:pt x="2962550" y="1556636"/>
                    <a:pt x="2962446" y="0"/>
                    <a:pt x="3385686" y="0"/>
                  </a:cubicBezTo>
                  <a:cubicBezTo>
                    <a:pt x="3597301" y="0"/>
                    <a:pt x="3703114" y="389159"/>
                    <a:pt x="3808915" y="778318"/>
                  </a:cubicBezTo>
                </a:path>
              </a:pathLst>
            </a:custGeom>
            <a:noFill/>
            <a:ln w="11500" cap="flat">
              <a:solidFill>
                <a:srgbClr val="775AFF"/>
              </a:solidFill>
              <a:custDash>
                <a:ds d="450000" sp="45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7" name="Полилиния 236">
              <a:extLst>
                <a:ext uri="{FF2B5EF4-FFF2-40B4-BE49-F238E27FC236}">
                  <a16:creationId xmlns:a16="http://schemas.microsoft.com/office/drawing/2014/main" id="{92960F0A-FC6A-0996-D175-F9FCD163BC15}"/>
                </a:ext>
              </a:extLst>
            </p:cNvPr>
            <p:cNvSpPr/>
            <p:nvPr/>
          </p:nvSpPr>
          <p:spPr>
            <a:xfrm>
              <a:off x="13093194" y="5859658"/>
              <a:ext cx="4232158" cy="11493"/>
            </a:xfrm>
            <a:custGeom>
              <a:avLst/>
              <a:gdLst>
                <a:gd name="connsiteX0" fmla="*/ 0 w 4232158"/>
                <a:gd name="connsiteY0" fmla="*/ 0 h 11493"/>
                <a:gd name="connsiteX1" fmla="*/ 4232159 w 4232158"/>
                <a:gd name="connsiteY1" fmla="*/ 0 h 11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32158" h="11493">
                  <a:moveTo>
                    <a:pt x="0" y="0"/>
                  </a:moveTo>
                  <a:lnTo>
                    <a:pt x="4232159" y="0"/>
                  </a:lnTo>
                </a:path>
              </a:pathLst>
            </a:custGeom>
            <a:ln w="115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8" name="Полилиния 237">
              <a:extLst>
                <a:ext uri="{FF2B5EF4-FFF2-40B4-BE49-F238E27FC236}">
                  <a16:creationId xmlns:a16="http://schemas.microsoft.com/office/drawing/2014/main" id="{6DB63F1E-B971-5379-5056-2B964B0FC854}"/>
                </a:ext>
              </a:extLst>
            </p:cNvPr>
            <p:cNvSpPr/>
            <p:nvPr/>
          </p:nvSpPr>
          <p:spPr>
            <a:xfrm>
              <a:off x="14725690" y="5796878"/>
              <a:ext cx="104603" cy="104378"/>
            </a:xfrm>
            <a:custGeom>
              <a:avLst/>
              <a:gdLst>
                <a:gd name="connsiteX0" fmla="*/ 52307 w 104603"/>
                <a:gd name="connsiteY0" fmla="*/ 104379 h 104378"/>
                <a:gd name="connsiteX1" fmla="*/ 104604 w 104603"/>
                <a:gd name="connsiteY1" fmla="*/ 52190 h 104378"/>
                <a:gd name="connsiteX2" fmla="*/ 52307 w 104603"/>
                <a:gd name="connsiteY2" fmla="*/ 0 h 104378"/>
                <a:gd name="connsiteX3" fmla="*/ 0 w 104603"/>
                <a:gd name="connsiteY3" fmla="*/ 52190 h 104378"/>
                <a:gd name="connsiteX4" fmla="*/ 52307 w 104603"/>
                <a:gd name="connsiteY4" fmla="*/ 104379 h 10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03" h="104378">
                  <a:moveTo>
                    <a:pt x="52307" y="104379"/>
                  </a:moveTo>
                  <a:cubicBezTo>
                    <a:pt x="81186" y="104379"/>
                    <a:pt x="104604" y="81012"/>
                    <a:pt x="104604" y="52190"/>
                  </a:cubicBezTo>
                  <a:cubicBezTo>
                    <a:pt x="104604" y="23367"/>
                    <a:pt x="81186" y="0"/>
                    <a:pt x="52307" y="0"/>
                  </a:cubicBezTo>
                  <a:cubicBezTo>
                    <a:pt x="23418" y="0"/>
                    <a:pt x="0" y="23367"/>
                    <a:pt x="0" y="52190"/>
                  </a:cubicBezTo>
                  <a:cubicBezTo>
                    <a:pt x="0" y="81012"/>
                    <a:pt x="23418" y="104379"/>
                    <a:pt x="52307" y="104379"/>
                  </a:cubicBezTo>
                  <a:close/>
                </a:path>
              </a:pathLst>
            </a:custGeom>
            <a:solidFill>
              <a:srgbClr val="E6E6E6"/>
            </a:solidFill>
            <a:ln w="460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9" name="Полилиния 238">
              <a:extLst>
                <a:ext uri="{FF2B5EF4-FFF2-40B4-BE49-F238E27FC236}">
                  <a16:creationId xmlns:a16="http://schemas.microsoft.com/office/drawing/2014/main" id="{CCD02B5B-1D4A-A385-BCB0-34BFE84C90C7}"/>
                </a:ext>
              </a:extLst>
            </p:cNvPr>
            <p:cNvSpPr/>
            <p:nvPr/>
          </p:nvSpPr>
          <p:spPr>
            <a:xfrm>
              <a:off x="13879227" y="5796878"/>
              <a:ext cx="104608" cy="104378"/>
            </a:xfrm>
            <a:custGeom>
              <a:avLst/>
              <a:gdLst>
                <a:gd name="connsiteX0" fmla="*/ 52304 w 104608"/>
                <a:gd name="connsiteY0" fmla="*/ 104379 h 104378"/>
                <a:gd name="connsiteX1" fmla="*/ 104608 w 104608"/>
                <a:gd name="connsiteY1" fmla="*/ 52190 h 104378"/>
                <a:gd name="connsiteX2" fmla="*/ 52304 w 104608"/>
                <a:gd name="connsiteY2" fmla="*/ 0 h 104378"/>
                <a:gd name="connsiteX3" fmla="*/ 0 w 104608"/>
                <a:gd name="connsiteY3" fmla="*/ 52190 h 104378"/>
                <a:gd name="connsiteX4" fmla="*/ 52304 w 104608"/>
                <a:gd name="connsiteY4" fmla="*/ 104379 h 10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08" h="104378">
                  <a:moveTo>
                    <a:pt x="52304" y="104379"/>
                  </a:moveTo>
                  <a:cubicBezTo>
                    <a:pt x="81191" y="104379"/>
                    <a:pt x="104608" y="81012"/>
                    <a:pt x="104608" y="52190"/>
                  </a:cubicBezTo>
                  <a:cubicBezTo>
                    <a:pt x="104608" y="23367"/>
                    <a:pt x="81191" y="0"/>
                    <a:pt x="52304" y="0"/>
                  </a:cubicBezTo>
                  <a:cubicBezTo>
                    <a:pt x="23417" y="0"/>
                    <a:pt x="0" y="23367"/>
                    <a:pt x="0" y="52190"/>
                  </a:cubicBezTo>
                  <a:cubicBezTo>
                    <a:pt x="0" y="81012"/>
                    <a:pt x="23417" y="104379"/>
                    <a:pt x="52304" y="104379"/>
                  </a:cubicBezTo>
                  <a:close/>
                </a:path>
              </a:pathLst>
            </a:custGeom>
            <a:solidFill>
              <a:srgbClr val="E6E6E6"/>
            </a:solidFill>
            <a:ln w="460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0" name="Полилиния 239">
              <a:extLst>
                <a:ext uri="{FF2B5EF4-FFF2-40B4-BE49-F238E27FC236}">
                  <a16:creationId xmlns:a16="http://schemas.microsoft.com/office/drawing/2014/main" id="{DD07A308-0275-C2AC-1390-07350921BF84}"/>
                </a:ext>
              </a:extLst>
            </p:cNvPr>
            <p:cNvSpPr/>
            <p:nvPr/>
          </p:nvSpPr>
          <p:spPr>
            <a:xfrm>
              <a:off x="13032832" y="5796879"/>
              <a:ext cx="104608" cy="104378"/>
            </a:xfrm>
            <a:custGeom>
              <a:avLst/>
              <a:gdLst>
                <a:gd name="connsiteX0" fmla="*/ 52304 w 104608"/>
                <a:gd name="connsiteY0" fmla="*/ 104379 h 104378"/>
                <a:gd name="connsiteX1" fmla="*/ 104608 w 104608"/>
                <a:gd name="connsiteY1" fmla="*/ 52190 h 104378"/>
                <a:gd name="connsiteX2" fmla="*/ 52304 w 104608"/>
                <a:gd name="connsiteY2" fmla="*/ 0 h 104378"/>
                <a:gd name="connsiteX3" fmla="*/ 0 w 104608"/>
                <a:gd name="connsiteY3" fmla="*/ 52190 h 104378"/>
                <a:gd name="connsiteX4" fmla="*/ 52304 w 104608"/>
                <a:gd name="connsiteY4" fmla="*/ 104379 h 10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08" h="104378">
                  <a:moveTo>
                    <a:pt x="52304" y="104379"/>
                  </a:moveTo>
                  <a:cubicBezTo>
                    <a:pt x="81192" y="104379"/>
                    <a:pt x="104608" y="81012"/>
                    <a:pt x="104608" y="52190"/>
                  </a:cubicBezTo>
                  <a:cubicBezTo>
                    <a:pt x="104608" y="23367"/>
                    <a:pt x="81192" y="0"/>
                    <a:pt x="52304" y="0"/>
                  </a:cubicBezTo>
                  <a:cubicBezTo>
                    <a:pt x="23416" y="0"/>
                    <a:pt x="0" y="23367"/>
                    <a:pt x="0" y="52190"/>
                  </a:cubicBezTo>
                  <a:cubicBezTo>
                    <a:pt x="0" y="81012"/>
                    <a:pt x="23416" y="104379"/>
                    <a:pt x="52304" y="104379"/>
                  </a:cubicBezTo>
                  <a:close/>
                </a:path>
              </a:pathLst>
            </a:custGeom>
            <a:solidFill>
              <a:srgbClr val="E6E6E6"/>
            </a:solidFill>
            <a:ln w="460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1" name="Полилиния 240">
              <a:extLst>
                <a:ext uri="{FF2B5EF4-FFF2-40B4-BE49-F238E27FC236}">
                  <a16:creationId xmlns:a16="http://schemas.microsoft.com/office/drawing/2014/main" id="{CFFAE746-2389-E2F0-8BBA-AB2A8A723258}"/>
                </a:ext>
              </a:extLst>
            </p:cNvPr>
            <p:cNvSpPr/>
            <p:nvPr/>
          </p:nvSpPr>
          <p:spPr>
            <a:xfrm>
              <a:off x="16441608" y="5819864"/>
              <a:ext cx="74677" cy="74520"/>
            </a:xfrm>
            <a:custGeom>
              <a:avLst/>
              <a:gdLst>
                <a:gd name="connsiteX0" fmla="*/ 37333 w 74677"/>
                <a:gd name="connsiteY0" fmla="*/ 74520 h 74520"/>
                <a:gd name="connsiteX1" fmla="*/ 74677 w 74677"/>
                <a:gd name="connsiteY1" fmla="*/ 37259 h 74520"/>
                <a:gd name="connsiteX2" fmla="*/ 37333 w 74677"/>
                <a:gd name="connsiteY2" fmla="*/ 0 h 74520"/>
                <a:gd name="connsiteX3" fmla="*/ 0 w 74677"/>
                <a:gd name="connsiteY3" fmla="*/ 37259 h 74520"/>
                <a:gd name="connsiteX4" fmla="*/ 37333 w 74677"/>
                <a:gd name="connsiteY4" fmla="*/ 74520 h 74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677" h="74520">
                  <a:moveTo>
                    <a:pt x="37333" y="74520"/>
                  </a:moveTo>
                  <a:cubicBezTo>
                    <a:pt x="57963" y="74520"/>
                    <a:pt x="74677" y="57838"/>
                    <a:pt x="74677" y="37259"/>
                  </a:cubicBezTo>
                  <a:cubicBezTo>
                    <a:pt x="74677" y="16682"/>
                    <a:pt x="57963" y="0"/>
                    <a:pt x="37333" y="0"/>
                  </a:cubicBezTo>
                  <a:cubicBezTo>
                    <a:pt x="16714" y="0"/>
                    <a:pt x="0" y="16682"/>
                    <a:pt x="0" y="37259"/>
                  </a:cubicBezTo>
                  <a:cubicBezTo>
                    <a:pt x="0" y="57838"/>
                    <a:pt x="16714" y="74520"/>
                    <a:pt x="37333" y="74520"/>
                  </a:cubicBezTo>
                  <a:close/>
                </a:path>
              </a:pathLst>
            </a:custGeom>
            <a:solidFill>
              <a:srgbClr val="775AFF"/>
            </a:solidFill>
            <a:ln w="11500" cap="flat">
              <a:solidFill>
                <a:srgbClr val="775AFF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2" name="Полилиния 241">
              <a:extLst>
                <a:ext uri="{FF2B5EF4-FFF2-40B4-BE49-F238E27FC236}">
                  <a16:creationId xmlns:a16="http://schemas.microsoft.com/office/drawing/2014/main" id="{5608BAFF-1229-90B3-FBF2-218BCE454E4C}"/>
                </a:ext>
              </a:extLst>
            </p:cNvPr>
            <p:cNvSpPr/>
            <p:nvPr/>
          </p:nvSpPr>
          <p:spPr>
            <a:xfrm>
              <a:off x="15576271" y="5796878"/>
              <a:ext cx="104603" cy="104378"/>
            </a:xfrm>
            <a:custGeom>
              <a:avLst/>
              <a:gdLst>
                <a:gd name="connsiteX0" fmla="*/ 52296 w 104603"/>
                <a:gd name="connsiteY0" fmla="*/ 104379 h 104378"/>
                <a:gd name="connsiteX1" fmla="*/ 104604 w 104603"/>
                <a:gd name="connsiteY1" fmla="*/ 52190 h 104378"/>
                <a:gd name="connsiteX2" fmla="*/ 52296 w 104603"/>
                <a:gd name="connsiteY2" fmla="*/ 0 h 104378"/>
                <a:gd name="connsiteX3" fmla="*/ 0 w 104603"/>
                <a:gd name="connsiteY3" fmla="*/ 52190 h 104378"/>
                <a:gd name="connsiteX4" fmla="*/ 52296 w 104603"/>
                <a:gd name="connsiteY4" fmla="*/ 104379 h 10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03" h="104378">
                  <a:moveTo>
                    <a:pt x="52296" y="104379"/>
                  </a:moveTo>
                  <a:cubicBezTo>
                    <a:pt x="81186" y="104379"/>
                    <a:pt x="104604" y="81012"/>
                    <a:pt x="104604" y="52190"/>
                  </a:cubicBezTo>
                  <a:cubicBezTo>
                    <a:pt x="104604" y="23367"/>
                    <a:pt x="81186" y="0"/>
                    <a:pt x="52296" y="0"/>
                  </a:cubicBezTo>
                  <a:cubicBezTo>
                    <a:pt x="23418" y="0"/>
                    <a:pt x="0" y="23367"/>
                    <a:pt x="0" y="52190"/>
                  </a:cubicBezTo>
                  <a:cubicBezTo>
                    <a:pt x="0" y="81012"/>
                    <a:pt x="23418" y="104379"/>
                    <a:pt x="52296" y="104379"/>
                  </a:cubicBezTo>
                  <a:close/>
                </a:path>
              </a:pathLst>
            </a:custGeom>
            <a:solidFill>
              <a:srgbClr val="E6E6E6"/>
            </a:solidFill>
            <a:ln w="460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3" name="Полилиния 242">
              <a:extLst>
                <a:ext uri="{FF2B5EF4-FFF2-40B4-BE49-F238E27FC236}">
                  <a16:creationId xmlns:a16="http://schemas.microsoft.com/office/drawing/2014/main" id="{0248EB2B-FDAD-A4BB-522D-0BD5676C263B}"/>
                </a:ext>
              </a:extLst>
            </p:cNvPr>
            <p:cNvSpPr/>
            <p:nvPr/>
          </p:nvSpPr>
          <p:spPr>
            <a:xfrm>
              <a:off x="16418571" y="5796878"/>
              <a:ext cx="104603" cy="104378"/>
            </a:xfrm>
            <a:custGeom>
              <a:avLst/>
              <a:gdLst>
                <a:gd name="connsiteX0" fmla="*/ 52296 w 104603"/>
                <a:gd name="connsiteY0" fmla="*/ 104379 h 104378"/>
                <a:gd name="connsiteX1" fmla="*/ 104603 w 104603"/>
                <a:gd name="connsiteY1" fmla="*/ 52190 h 104378"/>
                <a:gd name="connsiteX2" fmla="*/ 52296 w 104603"/>
                <a:gd name="connsiteY2" fmla="*/ 0 h 104378"/>
                <a:gd name="connsiteX3" fmla="*/ 0 w 104603"/>
                <a:gd name="connsiteY3" fmla="*/ 52190 h 104378"/>
                <a:gd name="connsiteX4" fmla="*/ 52296 w 104603"/>
                <a:gd name="connsiteY4" fmla="*/ 104379 h 10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03" h="104378">
                  <a:moveTo>
                    <a:pt x="52296" y="104379"/>
                  </a:moveTo>
                  <a:cubicBezTo>
                    <a:pt x="81186" y="104379"/>
                    <a:pt x="104603" y="81012"/>
                    <a:pt x="104603" y="52190"/>
                  </a:cubicBezTo>
                  <a:cubicBezTo>
                    <a:pt x="104603" y="23367"/>
                    <a:pt x="81186" y="0"/>
                    <a:pt x="52296" y="0"/>
                  </a:cubicBezTo>
                  <a:cubicBezTo>
                    <a:pt x="23418" y="0"/>
                    <a:pt x="0" y="23367"/>
                    <a:pt x="0" y="52190"/>
                  </a:cubicBezTo>
                  <a:cubicBezTo>
                    <a:pt x="0" y="81012"/>
                    <a:pt x="23418" y="104379"/>
                    <a:pt x="52296" y="104379"/>
                  </a:cubicBezTo>
                  <a:close/>
                </a:path>
              </a:pathLst>
            </a:custGeom>
            <a:solidFill>
              <a:srgbClr val="E6E6E6"/>
            </a:solidFill>
            <a:ln w="460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4" name="Полилиния 243">
              <a:extLst>
                <a:ext uri="{FF2B5EF4-FFF2-40B4-BE49-F238E27FC236}">
                  <a16:creationId xmlns:a16="http://schemas.microsoft.com/office/drawing/2014/main" id="{F2241D5B-ADEC-F157-BAA4-D1FE5E652929}"/>
                </a:ext>
              </a:extLst>
            </p:cNvPr>
            <p:cNvSpPr/>
            <p:nvPr/>
          </p:nvSpPr>
          <p:spPr>
            <a:xfrm>
              <a:off x="17265005" y="5796878"/>
              <a:ext cx="104614" cy="104378"/>
            </a:xfrm>
            <a:custGeom>
              <a:avLst/>
              <a:gdLst>
                <a:gd name="connsiteX0" fmla="*/ 52307 w 104614"/>
                <a:gd name="connsiteY0" fmla="*/ 104379 h 104378"/>
                <a:gd name="connsiteX1" fmla="*/ 104615 w 104614"/>
                <a:gd name="connsiteY1" fmla="*/ 52190 h 104378"/>
                <a:gd name="connsiteX2" fmla="*/ 52307 w 104614"/>
                <a:gd name="connsiteY2" fmla="*/ 0 h 104378"/>
                <a:gd name="connsiteX3" fmla="*/ 0 w 104614"/>
                <a:gd name="connsiteY3" fmla="*/ 52190 h 104378"/>
                <a:gd name="connsiteX4" fmla="*/ 52307 w 104614"/>
                <a:gd name="connsiteY4" fmla="*/ 104379 h 10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14" h="104378">
                  <a:moveTo>
                    <a:pt x="52307" y="104379"/>
                  </a:moveTo>
                  <a:cubicBezTo>
                    <a:pt x="81197" y="104379"/>
                    <a:pt x="104615" y="81012"/>
                    <a:pt x="104615" y="52190"/>
                  </a:cubicBezTo>
                  <a:cubicBezTo>
                    <a:pt x="104615" y="23367"/>
                    <a:pt x="81197" y="0"/>
                    <a:pt x="52307" y="0"/>
                  </a:cubicBezTo>
                  <a:cubicBezTo>
                    <a:pt x="23418" y="0"/>
                    <a:pt x="0" y="23367"/>
                    <a:pt x="0" y="52190"/>
                  </a:cubicBezTo>
                  <a:cubicBezTo>
                    <a:pt x="0" y="81012"/>
                    <a:pt x="23418" y="104379"/>
                    <a:pt x="52307" y="104379"/>
                  </a:cubicBezTo>
                  <a:close/>
                </a:path>
              </a:pathLst>
            </a:custGeom>
            <a:solidFill>
              <a:srgbClr val="E6E6E6"/>
            </a:solidFill>
            <a:ln w="460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45" name="Группа 244">
            <a:extLst>
              <a:ext uri="{FF2B5EF4-FFF2-40B4-BE49-F238E27FC236}">
                <a16:creationId xmlns:a16="http://schemas.microsoft.com/office/drawing/2014/main" id="{B8442C6B-AFCC-23D1-6417-7F49455071E0}"/>
              </a:ext>
            </a:extLst>
          </p:cNvPr>
          <p:cNvGrpSpPr/>
          <p:nvPr userDrawn="1"/>
        </p:nvGrpSpPr>
        <p:grpSpPr>
          <a:xfrm>
            <a:off x="1269149" y="5149511"/>
            <a:ext cx="4312875" cy="1423498"/>
            <a:chOff x="1269149" y="5149511"/>
            <a:chExt cx="4312875" cy="1423498"/>
          </a:xfrm>
        </p:grpSpPr>
        <p:sp>
          <p:nvSpPr>
            <p:cNvPr id="246" name="Полилиния 245">
              <a:extLst>
                <a:ext uri="{FF2B5EF4-FFF2-40B4-BE49-F238E27FC236}">
                  <a16:creationId xmlns:a16="http://schemas.microsoft.com/office/drawing/2014/main" id="{59416FFB-9F5D-E0C3-DDF0-9CDEA8499B77}"/>
                </a:ext>
              </a:extLst>
            </p:cNvPr>
            <p:cNvSpPr/>
            <p:nvPr/>
          </p:nvSpPr>
          <p:spPr>
            <a:xfrm>
              <a:off x="1970969" y="5149511"/>
              <a:ext cx="1432698" cy="1423498"/>
            </a:xfrm>
            <a:custGeom>
              <a:avLst/>
              <a:gdLst>
                <a:gd name="connsiteX0" fmla="*/ 1432699 w 1432698"/>
                <a:gd name="connsiteY0" fmla="*/ 711749 h 1423498"/>
                <a:gd name="connsiteX1" fmla="*/ 716349 w 1432698"/>
                <a:gd name="connsiteY1" fmla="*/ 1423498 h 1423498"/>
                <a:gd name="connsiteX2" fmla="*/ 0 w 1432698"/>
                <a:gd name="connsiteY2" fmla="*/ 711749 h 1423498"/>
                <a:gd name="connsiteX3" fmla="*/ 716349 w 1432698"/>
                <a:gd name="connsiteY3" fmla="*/ 0 h 1423498"/>
                <a:gd name="connsiteX4" fmla="*/ 1432699 w 1432698"/>
                <a:gd name="connsiteY4" fmla="*/ 711749 h 142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32698" h="1423498">
                  <a:moveTo>
                    <a:pt x="1432699" y="711749"/>
                  </a:moveTo>
                  <a:cubicBezTo>
                    <a:pt x="1432699" y="1104837"/>
                    <a:pt x="1111978" y="1423498"/>
                    <a:pt x="716349" y="1423498"/>
                  </a:cubicBezTo>
                  <a:cubicBezTo>
                    <a:pt x="320721" y="1423498"/>
                    <a:pt x="0" y="1104837"/>
                    <a:pt x="0" y="711749"/>
                  </a:cubicBezTo>
                  <a:cubicBezTo>
                    <a:pt x="0" y="318661"/>
                    <a:pt x="320721" y="0"/>
                    <a:pt x="716349" y="0"/>
                  </a:cubicBezTo>
                  <a:cubicBezTo>
                    <a:pt x="1111978" y="0"/>
                    <a:pt x="1432699" y="318661"/>
                    <a:pt x="1432699" y="711749"/>
                  </a:cubicBezTo>
                  <a:close/>
                </a:path>
              </a:pathLst>
            </a:custGeom>
            <a:noFill/>
            <a:ln w="1151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7" name="Полилиния 246">
              <a:extLst>
                <a:ext uri="{FF2B5EF4-FFF2-40B4-BE49-F238E27FC236}">
                  <a16:creationId xmlns:a16="http://schemas.microsoft.com/office/drawing/2014/main" id="{5E246B9F-D075-F451-3580-291D30164EC3}"/>
                </a:ext>
              </a:extLst>
            </p:cNvPr>
            <p:cNvSpPr/>
            <p:nvPr/>
          </p:nvSpPr>
          <p:spPr>
            <a:xfrm>
              <a:off x="1269149" y="5149511"/>
              <a:ext cx="1432698" cy="1423498"/>
            </a:xfrm>
            <a:custGeom>
              <a:avLst/>
              <a:gdLst>
                <a:gd name="connsiteX0" fmla="*/ 1432699 w 1432698"/>
                <a:gd name="connsiteY0" fmla="*/ 711749 h 1423498"/>
                <a:gd name="connsiteX1" fmla="*/ 716349 w 1432698"/>
                <a:gd name="connsiteY1" fmla="*/ 1423498 h 1423498"/>
                <a:gd name="connsiteX2" fmla="*/ 0 w 1432698"/>
                <a:gd name="connsiteY2" fmla="*/ 711749 h 1423498"/>
                <a:gd name="connsiteX3" fmla="*/ 716349 w 1432698"/>
                <a:gd name="connsiteY3" fmla="*/ 0 h 1423498"/>
                <a:gd name="connsiteX4" fmla="*/ 1432699 w 1432698"/>
                <a:gd name="connsiteY4" fmla="*/ 711749 h 142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32698" h="1423498">
                  <a:moveTo>
                    <a:pt x="1432699" y="711749"/>
                  </a:moveTo>
                  <a:cubicBezTo>
                    <a:pt x="1432699" y="1104837"/>
                    <a:pt x="1111978" y="1423498"/>
                    <a:pt x="716349" y="1423498"/>
                  </a:cubicBezTo>
                  <a:cubicBezTo>
                    <a:pt x="320720" y="1423498"/>
                    <a:pt x="0" y="1104837"/>
                    <a:pt x="0" y="711749"/>
                  </a:cubicBezTo>
                  <a:cubicBezTo>
                    <a:pt x="0" y="318661"/>
                    <a:pt x="320720" y="0"/>
                    <a:pt x="716349" y="0"/>
                  </a:cubicBezTo>
                  <a:cubicBezTo>
                    <a:pt x="1111978" y="0"/>
                    <a:pt x="1432699" y="318661"/>
                    <a:pt x="1432699" y="711749"/>
                  </a:cubicBezTo>
                  <a:close/>
                </a:path>
              </a:pathLst>
            </a:custGeom>
            <a:noFill/>
            <a:ln w="1151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8" name="Полилиния 247">
              <a:extLst>
                <a:ext uri="{FF2B5EF4-FFF2-40B4-BE49-F238E27FC236}">
                  <a16:creationId xmlns:a16="http://schemas.microsoft.com/office/drawing/2014/main" id="{54E45EB7-A646-59B9-B473-B0CA8F6EDD76}"/>
                </a:ext>
              </a:extLst>
            </p:cNvPr>
            <p:cNvSpPr/>
            <p:nvPr/>
          </p:nvSpPr>
          <p:spPr>
            <a:xfrm>
              <a:off x="2701833" y="5149511"/>
              <a:ext cx="1424393" cy="1423498"/>
            </a:xfrm>
            <a:custGeom>
              <a:avLst/>
              <a:gdLst>
                <a:gd name="connsiteX0" fmla="*/ 1424393 w 1424393"/>
                <a:gd name="connsiteY0" fmla="*/ 711749 h 1423498"/>
                <a:gd name="connsiteX1" fmla="*/ 712197 w 1424393"/>
                <a:gd name="connsiteY1" fmla="*/ 1423498 h 1423498"/>
                <a:gd name="connsiteX2" fmla="*/ 0 w 1424393"/>
                <a:gd name="connsiteY2" fmla="*/ 711749 h 1423498"/>
                <a:gd name="connsiteX3" fmla="*/ 712197 w 1424393"/>
                <a:gd name="connsiteY3" fmla="*/ 0 h 1423498"/>
                <a:gd name="connsiteX4" fmla="*/ 1424393 w 1424393"/>
                <a:gd name="connsiteY4" fmla="*/ 711749 h 142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4393" h="1423498">
                  <a:moveTo>
                    <a:pt x="1424393" y="711749"/>
                  </a:moveTo>
                  <a:cubicBezTo>
                    <a:pt x="1424393" y="1104837"/>
                    <a:pt x="1105532" y="1423498"/>
                    <a:pt x="712197" y="1423498"/>
                  </a:cubicBezTo>
                  <a:cubicBezTo>
                    <a:pt x="318861" y="1423498"/>
                    <a:pt x="0" y="1104837"/>
                    <a:pt x="0" y="711749"/>
                  </a:cubicBezTo>
                  <a:cubicBezTo>
                    <a:pt x="0" y="318661"/>
                    <a:pt x="318861" y="0"/>
                    <a:pt x="712197" y="0"/>
                  </a:cubicBezTo>
                  <a:cubicBezTo>
                    <a:pt x="1105532" y="0"/>
                    <a:pt x="1424393" y="318661"/>
                    <a:pt x="1424393" y="711749"/>
                  </a:cubicBezTo>
                  <a:close/>
                </a:path>
              </a:pathLst>
            </a:custGeom>
            <a:noFill/>
            <a:ln w="11516" cap="flat">
              <a:solidFill>
                <a:srgbClr val="FFA3D7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9" name="Полилиния 248">
              <a:extLst>
                <a:ext uri="{FF2B5EF4-FFF2-40B4-BE49-F238E27FC236}">
                  <a16:creationId xmlns:a16="http://schemas.microsoft.com/office/drawing/2014/main" id="{3DC34D4F-8727-3292-8872-11B218677413}"/>
                </a:ext>
              </a:extLst>
            </p:cNvPr>
            <p:cNvSpPr/>
            <p:nvPr/>
          </p:nvSpPr>
          <p:spPr>
            <a:xfrm>
              <a:off x="3411942" y="5149511"/>
              <a:ext cx="1428545" cy="1423498"/>
            </a:xfrm>
            <a:custGeom>
              <a:avLst/>
              <a:gdLst>
                <a:gd name="connsiteX0" fmla="*/ 1428546 w 1428545"/>
                <a:gd name="connsiteY0" fmla="*/ 711749 h 1423498"/>
                <a:gd name="connsiteX1" fmla="*/ 714273 w 1428545"/>
                <a:gd name="connsiteY1" fmla="*/ 1423498 h 1423498"/>
                <a:gd name="connsiteX2" fmla="*/ 0 w 1428545"/>
                <a:gd name="connsiteY2" fmla="*/ 711749 h 1423498"/>
                <a:gd name="connsiteX3" fmla="*/ 714273 w 1428545"/>
                <a:gd name="connsiteY3" fmla="*/ 0 h 1423498"/>
                <a:gd name="connsiteX4" fmla="*/ 1428546 w 1428545"/>
                <a:gd name="connsiteY4" fmla="*/ 711749 h 142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545" h="1423498">
                  <a:moveTo>
                    <a:pt x="1428546" y="711749"/>
                  </a:moveTo>
                  <a:cubicBezTo>
                    <a:pt x="1428546" y="1104837"/>
                    <a:pt x="1108755" y="1423498"/>
                    <a:pt x="714273" y="1423498"/>
                  </a:cubicBezTo>
                  <a:cubicBezTo>
                    <a:pt x="319791" y="1423498"/>
                    <a:pt x="0" y="1104837"/>
                    <a:pt x="0" y="711749"/>
                  </a:cubicBezTo>
                  <a:cubicBezTo>
                    <a:pt x="0" y="318661"/>
                    <a:pt x="319791" y="0"/>
                    <a:pt x="714273" y="0"/>
                  </a:cubicBezTo>
                  <a:cubicBezTo>
                    <a:pt x="1108755" y="0"/>
                    <a:pt x="1428546" y="318661"/>
                    <a:pt x="1428546" y="711749"/>
                  </a:cubicBezTo>
                  <a:close/>
                </a:path>
              </a:pathLst>
            </a:custGeom>
            <a:noFill/>
            <a:ln w="1151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0" name="Полилиния 249">
              <a:extLst>
                <a:ext uri="{FF2B5EF4-FFF2-40B4-BE49-F238E27FC236}">
                  <a16:creationId xmlns:a16="http://schemas.microsoft.com/office/drawing/2014/main" id="{E143BFEA-6A28-D26C-B1AF-314AE5FF37C9}"/>
                </a:ext>
              </a:extLst>
            </p:cNvPr>
            <p:cNvSpPr/>
            <p:nvPr/>
          </p:nvSpPr>
          <p:spPr>
            <a:xfrm>
              <a:off x="4130388" y="5149511"/>
              <a:ext cx="1428545" cy="1423498"/>
            </a:xfrm>
            <a:custGeom>
              <a:avLst/>
              <a:gdLst>
                <a:gd name="connsiteX0" fmla="*/ 1428546 w 1428545"/>
                <a:gd name="connsiteY0" fmla="*/ 711749 h 1423498"/>
                <a:gd name="connsiteX1" fmla="*/ 714273 w 1428545"/>
                <a:gd name="connsiteY1" fmla="*/ 1423498 h 1423498"/>
                <a:gd name="connsiteX2" fmla="*/ 0 w 1428545"/>
                <a:gd name="connsiteY2" fmla="*/ 711749 h 1423498"/>
                <a:gd name="connsiteX3" fmla="*/ 714273 w 1428545"/>
                <a:gd name="connsiteY3" fmla="*/ 0 h 1423498"/>
                <a:gd name="connsiteX4" fmla="*/ 1428546 w 1428545"/>
                <a:gd name="connsiteY4" fmla="*/ 711749 h 142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545" h="1423498">
                  <a:moveTo>
                    <a:pt x="1428546" y="711749"/>
                  </a:moveTo>
                  <a:cubicBezTo>
                    <a:pt x="1428546" y="1104837"/>
                    <a:pt x="1108755" y="1423498"/>
                    <a:pt x="714273" y="1423498"/>
                  </a:cubicBezTo>
                  <a:cubicBezTo>
                    <a:pt x="319791" y="1423498"/>
                    <a:pt x="0" y="1104837"/>
                    <a:pt x="0" y="711749"/>
                  </a:cubicBezTo>
                  <a:cubicBezTo>
                    <a:pt x="0" y="318661"/>
                    <a:pt x="319791" y="0"/>
                    <a:pt x="714273" y="0"/>
                  </a:cubicBezTo>
                  <a:cubicBezTo>
                    <a:pt x="1108755" y="0"/>
                    <a:pt x="1428546" y="318661"/>
                    <a:pt x="1428546" y="711749"/>
                  </a:cubicBezTo>
                  <a:close/>
                </a:path>
              </a:pathLst>
            </a:custGeom>
            <a:noFill/>
            <a:ln w="1151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1" name="Полилиния 250">
              <a:extLst>
                <a:ext uri="{FF2B5EF4-FFF2-40B4-BE49-F238E27FC236}">
                  <a16:creationId xmlns:a16="http://schemas.microsoft.com/office/drawing/2014/main" id="{10C7C1E9-F85B-C726-3446-5D6D75A1BB69}"/>
                </a:ext>
              </a:extLst>
            </p:cNvPr>
            <p:cNvSpPr/>
            <p:nvPr/>
          </p:nvSpPr>
          <p:spPr>
            <a:xfrm rot="10800000" flipV="1">
              <a:off x="2649292" y="5818680"/>
              <a:ext cx="104697" cy="104327"/>
            </a:xfrm>
            <a:custGeom>
              <a:avLst/>
              <a:gdLst>
                <a:gd name="connsiteX0" fmla="*/ 104821 w 104697"/>
                <a:gd name="connsiteY0" fmla="*/ 52226 h 104327"/>
                <a:gd name="connsiteX1" fmla="*/ 52472 w 104697"/>
                <a:gd name="connsiteY1" fmla="*/ 104390 h 104327"/>
                <a:gd name="connsiteX2" fmla="*/ 123 w 104697"/>
                <a:gd name="connsiteY2" fmla="*/ 52226 h 104327"/>
                <a:gd name="connsiteX3" fmla="*/ 52472 w 104697"/>
                <a:gd name="connsiteY3" fmla="*/ 62 h 104327"/>
                <a:gd name="connsiteX4" fmla="*/ 104821 w 104697"/>
                <a:gd name="connsiteY4" fmla="*/ 52226 h 104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97" h="104327">
                  <a:moveTo>
                    <a:pt x="104821" y="52226"/>
                  </a:moveTo>
                  <a:cubicBezTo>
                    <a:pt x="104821" y="81035"/>
                    <a:pt x="81383" y="104390"/>
                    <a:pt x="52472" y="104390"/>
                  </a:cubicBezTo>
                  <a:cubicBezTo>
                    <a:pt x="23560" y="104390"/>
                    <a:pt x="123" y="81035"/>
                    <a:pt x="123" y="52226"/>
                  </a:cubicBezTo>
                  <a:cubicBezTo>
                    <a:pt x="123" y="23416"/>
                    <a:pt x="23560" y="62"/>
                    <a:pt x="52472" y="62"/>
                  </a:cubicBezTo>
                  <a:cubicBezTo>
                    <a:pt x="81383" y="62"/>
                    <a:pt x="104821" y="23416"/>
                    <a:pt x="104821" y="52226"/>
                  </a:cubicBezTo>
                  <a:close/>
                </a:path>
              </a:pathLst>
            </a:custGeom>
            <a:solidFill>
              <a:srgbClr val="FFA3D7"/>
            </a:solidFill>
            <a:ln w="4606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2" name="Полилиния 251">
              <a:extLst>
                <a:ext uri="{FF2B5EF4-FFF2-40B4-BE49-F238E27FC236}">
                  <a16:creationId xmlns:a16="http://schemas.microsoft.com/office/drawing/2014/main" id="{C5EEC085-7F9D-A020-3CBD-C9311AADFD7A}"/>
                </a:ext>
              </a:extLst>
            </p:cNvPr>
            <p:cNvSpPr/>
            <p:nvPr/>
          </p:nvSpPr>
          <p:spPr>
            <a:xfrm rot="10800000" flipV="1">
              <a:off x="2076178" y="5359341"/>
              <a:ext cx="104697" cy="104327"/>
            </a:xfrm>
            <a:custGeom>
              <a:avLst/>
              <a:gdLst>
                <a:gd name="connsiteX0" fmla="*/ 104771 w 104697"/>
                <a:gd name="connsiteY0" fmla="*/ 52186 h 104327"/>
                <a:gd name="connsiteX1" fmla="*/ 52422 w 104697"/>
                <a:gd name="connsiteY1" fmla="*/ 104350 h 104327"/>
                <a:gd name="connsiteX2" fmla="*/ 73 w 104697"/>
                <a:gd name="connsiteY2" fmla="*/ 52186 h 104327"/>
                <a:gd name="connsiteX3" fmla="*/ 52422 w 104697"/>
                <a:gd name="connsiteY3" fmla="*/ 22 h 104327"/>
                <a:gd name="connsiteX4" fmla="*/ 104771 w 104697"/>
                <a:gd name="connsiteY4" fmla="*/ 52186 h 104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97" h="104327">
                  <a:moveTo>
                    <a:pt x="104771" y="52186"/>
                  </a:moveTo>
                  <a:cubicBezTo>
                    <a:pt x="104771" y="80995"/>
                    <a:pt x="81333" y="104350"/>
                    <a:pt x="52422" y="104350"/>
                  </a:cubicBezTo>
                  <a:cubicBezTo>
                    <a:pt x="23510" y="104350"/>
                    <a:pt x="73" y="80995"/>
                    <a:pt x="73" y="52186"/>
                  </a:cubicBezTo>
                  <a:cubicBezTo>
                    <a:pt x="73" y="23376"/>
                    <a:pt x="23510" y="22"/>
                    <a:pt x="52422" y="22"/>
                  </a:cubicBezTo>
                  <a:cubicBezTo>
                    <a:pt x="81333" y="22"/>
                    <a:pt x="104771" y="23376"/>
                    <a:pt x="104771" y="52186"/>
                  </a:cubicBezTo>
                  <a:close/>
                </a:path>
              </a:pathLst>
            </a:custGeom>
            <a:solidFill>
              <a:srgbClr val="FFA3D7"/>
            </a:solidFill>
            <a:ln w="4606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3" name="Полилиния 252">
              <a:extLst>
                <a:ext uri="{FF2B5EF4-FFF2-40B4-BE49-F238E27FC236}">
                  <a16:creationId xmlns:a16="http://schemas.microsoft.com/office/drawing/2014/main" id="{094A838B-5D96-FEE0-8399-FD77CE47813B}"/>
                </a:ext>
              </a:extLst>
            </p:cNvPr>
            <p:cNvSpPr/>
            <p:nvPr/>
          </p:nvSpPr>
          <p:spPr>
            <a:xfrm rot="10800000" flipV="1">
              <a:off x="1498990" y="6377312"/>
              <a:ext cx="104697" cy="104327"/>
            </a:xfrm>
            <a:custGeom>
              <a:avLst/>
              <a:gdLst>
                <a:gd name="connsiteX0" fmla="*/ 104721 w 104697"/>
                <a:gd name="connsiteY0" fmla="*/ 52274 h 104327"/>
                <a:gd name="connsiteX1" fmla="*/ 52372 w 104697"/>
                <a:gd name="connsiteY1" fmla="*/ 104438 h 104327"/>
                <a:gd name="connsiteX2" fmla="*/ 23 w 104697"/>
                <a:gd name="connsiteY2" fmla="*/ 52274 h 104327"/>
                <a:gd name="connsiteX3" fmla="*/ 52372 w 104697"/>
                <a:gd name="connsiteY3" fmla="*/ 110 h 104327"/>
                <a:gd name="connsiteX4" fmla="*/ 104721 w 104697"/>
                <a:gd name="connsiteY4" fmla="*/ 52274 h 104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97" h="104327">
                  <a:moveTo>
                    <a:pt x="104721" y="52274"/>
                  </a:moveTo>
                  <a:cubicBezTo>
                    <a:pt x="104721" y="81084"/>
                    <a:pt x="81283" y="104438"/>
                    <a:pt x="52372" y="104438"/>
                  </a:cubicBezTo>
                  <a:cubicBezTo>
                    <a:pt x="23460" y="104438"/>
                    <a:pt x="23" y="81084"/>
                    <a:pt x="23" y="52274"/>
                  </a:cubicBezTo>
                  <a:cubicBezTo>
                    <a:pt x="23" y="23465"/>
                    <a:pt x="23460" y="110"/>
                    <a:pt x="52372" y="110"/>
                  </a:cubicBezTo>
                  <a:cubicBezTo>
                    <a:pt x="81283" y="110"/>
                    <a:pt x="104721" y="23465"/>
                    <a:pt x="104721" y="52274"/>
                  </a:cubicBezTo>
                  <a:close/>
                </a:path>
              </a:pathLst>
            </a:custGeom>
            <a:solidFill>
              <a:srgbClr val="FFA3D7"/>
            </a:solidFill>
            <a:ln w="4606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4" name="Полилиния 253">
              <a:extLst>
                <a:ext uri="{FF2B5EF4-FFF2-40B4-BE49-F238E27FC236}">
                  <a16:creationId xmlns:a16="http://schemas.microsoft.com/office/drawing/2014/main" id="{1D23CACF-401F-205A-8394-30B1881EF974}"/>
                </a:ext>
              </a:extLst>
            </p:cNvPr>
            <p:cNvSpPr/>
            <p:nvPr/>
          </p:nvSpPr>
          <p:spPr>
            <a:xfrm rot="10800000" flipV="1">
              <a:off x="4763020" y="6042130"/>
              <a:ext cx="104697" cy="104327"/>
            </a:xfrm>
            <a:custGeom>
              <a:avLst/>
              <a:gdLst>
                <a:gd name="connsiteX0" fmla="*/ 105004 w 104697"/>
                <a:gd name="connsiteY0" fmla="*/ 52245 h 104327"/>
                <a:gd name="connsiteX1" fmla="*/ 52655 w 104697"/>
                <a:gd name="connsiteY1" fmla="*/ 104409 h 104327"/>
                <a:gd name="connsiteX2" fmla="*/ 306 w 104697"/>
                <a:gd name="connsiteY2" fmla="*/ 52245 h 104327"/>
                <a:gd name="connsiteX3" fmla="*/ 52655 w 104697"/>
                <a:gd name="connsiteY3" fmla="*/ 81 h 104327"/>
                <a:gd name="connsiteX4" fmla="*/ 105004 w 104697"/>
                <a:gd name="connsiteY4" fmla="*/ 52245 h 104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97" h="104327">
                  <a:moveTo>
                    <a:pt x="105004" y="52245"/>
                  </a:moveTo>
                  <a:cubicBezTo>
                    <a:pt x="105004" y="81054"/>
                    <a:pt x="81567" y="104409"/>
                    <a:pt x="52655" y="104409"/>
                  </a:cubicBezTo>
                  <a:cubicBezTo>
                    <a:pt x="23743" y="104409"/>
                    <a:pt x="306" y="81054"/>
                    <a:pt x="306" y="52245"/>
                  </a:cubicBezTo>
                  <a:cubicBezTo>
                    <a:pt x="306" y="23436"/>
                    <a:pt x="23743" y="81"/>
                    <a:pt x="52655" y="81"/>
                  </a:cubicBezTo>
                  <a:cubicBezTo>
                    <a:pt x="81567" y="81"/>
                    <a:pt x="105004" y="23436"/>
                    <a:pt x="105004" y="52245"/>
                  </a:cubicBezTo>
                  <a:close/>
                </a:path>
              </a:pathLst>
            </a:custGeom>
            <a:solidFill>
              <a:srgbClr val="FFA3D7"/>
            </a:solidFill>
            <a:ln w="4606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5" name="Полилиния 254">
              <a:extLst>
                <a:ext uri="{FF2B5EF4-FFF2-40B4-BE49-F238E27FC236}">
                  <a16:creationId xmlns:a16="http://schemas.microsoft.com/office/drawing/2014/main" id="{5FBCDFCD-DFA6-C96A-7F30-F9ED1B91A3F0}"/>
                </a:ext>
              </a:extLst>
            </p:cNvPr>
            <p:cNvSpPr/>
            <p:nvPr/>
          </p:nvSpPr>
          <p:spPr>
            <a:xfrm rot="10800000" flipV="1">
              <a:off x="5477327" y="5603493"/>
              <a:ext cx="104697" cy="104327"/>
            </a:xfrm>
            <a:custGeom>
              <a:avLst/>
              <a:gdLst>
                <a:gd name="connsiteX0" fmla="*/ 105066 w 104697"/>
                <a:gd name="connsiteY0" fmla="*/ 52207 h 104327"/>
                <a:gd name="connsiteX1" fmla="*/ 52717 w 104697"/>
                <a:gd name="connsiteY1" fmla="*/ 104371 h 104327"/>
                <a:gd name="connsiteX2" fmla="*/ 368 w 104697"/>
                <a:gd name="connsiteY2" fmla="*/ 52207 h 104327"/>
                <a:gd name="connsiteX3" fmla="*/ 52717 w 104697"/>
                <a:gd name="connsiteY3" fmla="*/ 43 h 104327"/>
                <a:gd name="connsiteX4" fmla="*/ 105066 w 104697"/>
                <a:gd name="connsiteY4" fmla="*/ 52207 h 104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97" h="104327">
                  <a:moveTo>
                    <a:pt x="105066" y="52207"/>
                  </a:moveTo>
                  <a:cubicBezTo>
                    <a:pt x="105066" y="81016"/>
                    <a:pt x="81628" y="104371"/>
                    <a:pt x="52717" y="104371"/>
                  </a:cubicBezTo>
                  <a:cubicBezTo>
                    <a:pt x="23805" y="104371"/>
                    <a:pt x="368" y="81016"/>
                    <a:pt x="368" y="52207"/>
                  </a:cubicBezTo>
                  <a:cubicBezTo>
                    <a:pt x="368" y="23397"/>
                    <a:pt x="23805" y="43"/>
                    <a:pt x="52717" y="43"/>
                  </a:cubicBezTo>
                  <a:cubicBezTo>
                    <a:pt x="81628" y="43"/>
                    <a:pt x="105066" y="23397"/>
                    <a:pt x="105066" y="52207"/>
                  </a:cubicBezTo>
                  <a:close/>
                </a:path>
              </a:pathLst>
            </a:custGeom>
            <a:solidFill>
              <a:srgbClr val="FFA3D7"/>
            </a:solidFill>
            <a:ln w="4606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6" name="Полилиния 255">
              <a:extLst>
                <a:ext uri="{FF2B5EF4-FFF2-40B4-BE49-F238E27FC236}">
                  <a16:creationId xmlns:a16="http://schemas.microsoft.com/office/drawing/2014/main" id="{0BA9E645-E0B0-1052-A9EE-F0F140A6B166}"/>
                </a:ext>
              </a:extLst>
            </p:cNvPr>
            <p:cNvSpPr/>
            <p:nvPr/>
          </p:nvSpPr>
          <p:spPr>
            <a:xfrm rot="10800000" flipV="1">
              <a:off x="3363564" y="5818680"/>
              <a:ext cx="104697" cy="104327"/>
            </a:xfrm>
            <a:custGeom>
              <a:avLst/>
              <a:gdLst>
                <a:gd name="connsiteX0" fmla="*/ 104883 w 104697"/>
                <a:gd name="connsiteY0" fmla="*/ 52226 h 104327"/>
                <a:gd name="connsiteX1" fmla="*/ 52534 w 104697"/>
                <a:gd name="connsiteY1" fmla="*/ 104390 h 104327"/>
                <a:gd name="connsiteX2" fmla="*/ 185 w 104697"/>
                <a:gd name="connsiteY2" fmla="*/ 52226 h 104327"/>
                <a:gd name="connsiteX3" fmla="*/ 52534 w 104697"/>
                <a:gd name="connsiteY3" fmla="*/ 62 h 104327"/>
                <a:gd name="connsiteX4" fmla="*/ 104883 w 104697"/>
                <a:gd name="connsiteY4" fmla="*/ 52226 h 104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97" h="104327">
                  <a:moveTo>
                    <a:pt x="104883" y="52226"/>
                  </a:moveTo>
                  <a:cubicBezTo>
                    <a:pt x="104883" y="81035"/>
                    <a:pt x="81445" y="104390"/>
                    <a:pt x="52534" y="104390"/>
                  </a:cubicBezTo>
                  <a:cubicBezTo>
                    <a:pt x="23622" y="104390"/>
                    <a:pt x="185" y="81035"/>
                    <a:pt x="185" y="52226"/>
                  </a:cubicBezTo>
                  <a:cubicBezTo>
                    <a:pt x="185" y="23416"/>
                    <a:pt x="23622" y="62"/>
                    <a:pt x="52534" y="62"/>
                  </a:cubicBezTo>
                  <a:cubicBezTo>
                    <a:pt x="81445" y="62"/>
                    <a:pt x="104883" y="23416"/>
                    <a:pt x="104883" y="52226"/>
                  </a:cubicBezTo>
                  <a:close/>
                </a:path>
              </a:pathLst>
            </a:custGeom>
            <a:solidFill>
              <a:srgbClr val="FFA3D7"/>
            </a:solidFill>
            <a:ln w="4606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7" name="Полилиния 256">
              <a:extLst>
                <a:ext uri="{FF2B5EF4-FFF2-40B4-BE49-F238E27FC236}">
                  <a16:creationId xmlns:a16="http://schemas.microsoft.com/office/drawing/2014/main" id="{E460339A-4310-D3F6-CB96-D2C7B84EE399}"/>
                </a:ext>
              </a:extLst>
            </p:cNvPr>
            <p:cNvSpPr/>
            <p:nvPr/>
          </p:nvSpPr>
          <p:spPr>
            <a:xfrm rot="10800000" flipV="1">
              <a:off x="4077836" y="5818680"/>
              <a:ext cx="104697" cy="104327"/>
            </a:xfrm>
            <a:custGeom>
              <a:avLst/>
              <a:gdLst>
                <a:gd name="connsiteX0" fmla="*/ 104945 w 104697"/>
                <a:gd name="connsiteY0" fmla="*/ 52226 h 104327"/>
                <a:gd name="connsiteX1" fmla="*/ 52596 w 104697"/>
                <a:gd name="connsiteY1" fmla="*/ 104390 h 104327"/>
                <a:gd name="connsiteX2" fmla="*/ 247 w 104697"/>
                <a:gd name="connsiteY2" fmla="*/ 52226 h 104327"/>
                <a:gd name="connsiteX3" fmla="*/ 52596 w 104697"/>
                <a:gd name="connsiteY3" fmla="*/ 62 h 104327"/>
                <a:gd name="connsiteX4" fmla="*/ 104945 w 104697"/>
                <a:gd name="connsiteY4" fmla="*/ 52226 h 104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97" h="104327">
                  <a:moveTo>
                    <a:pt x="104945" y="52226"/>
                  </a:moveTo>
                  <a:cubicBezTo>
                    <a:pt x="104945" y="81035"/>
                    <a:pt x="81507" y="104390"/>
                    <a:pt x="52596" y="104390"/>
                  </a:cubicBezTo>
                  <a:cubicBezTo>
                    <a:pt x="23684" y="104390"/>
                    <a:pt x="247" y="81035"/>
                    <a:pt x="247" y="52226"/>
                  </a:cubicBezTo>
                  <a:cubicBezTo>
                    <a:pt x="247" y="23416"/>
                    <a:pt x="23684" y="62"/>
                    <a:pt x="52596" y="62"/>
                  </a:cubicBezTo>
                  <a:cubicBezTo>
                    <a:pt x="81507" y="62"/>
                    <a:pt x="104945" y="23416"/>
                    <a:pt x="104945" y="52226"/>
                  </a:cubicBezTo>
                  <a:close/>
                </a:path>
              </a:pathLst>
            </a:custGeom>
            <a:solidFill>
              <a:srgbClr val="FFA3D7"/>
            </a:solidFill>
            <a:ln w="4606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58" name="Text 3">
            <a:hlinkClick r:id="rId2"/>
            <a:extLst>
              <a:ext uri="{FF2B5EF4-FFF2-40B4-BE49-F238E27FC236}">
                <a16:creationId xmlns:a16="http://schemas.microsoft.com/office/drawing/2014/main" id="{92A1D86A-6E0A-12C7-74CB-DAFC7556626B}"/>
              </a:ext>
            </a:extLst>
          </p:cNvPr>
          <p:cNvSpPr/>
          <p:nvPr userDrawn="1"/>
        </p:nvSpPr>
        <p:spPr>
          <a:xfrm>
            <a:off x="1219352" y="2438400"/>
            <a:ext cx="10695557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1485991" rtl="0" eaLnBrk="1" fontAlgn="auto" latinLnBrk="0" hangingPunct="1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sng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Больше линейных иллюстраций здесь</a:t>
            </a:r>
            <a:endParaRPr kumimoji="0" lang="en-US" sz="3600" b="0" i="0" u="sng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 Medium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31742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закрывающий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7499B1-4F56-9A30-5973-87EB96B63F56}"/>
              </a:ext>
            </a:extLst>
          </p:cNvPr>
          <p:cNvSpPr txBox="1"/>
          <p:nvPr userDrawn="1"/>
        </p:nvSpPr>
        <p:spPr>
          <a:xfrm>
            <a:off x="1219351" y="817780"/>
            <a:ext cx="1895286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9000"/>
              </a:lnSpc>
              <a:spcBef>
                <a:spcPct val="0"/>
              </a:spcBef>
              <a:defRPr sz="8000" b="1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Semibold" panose="020B0503030202060203" pitchFamily="34" charset="0"/>
                <a:ea typeface="+mj-ea"/>
                <a:cs typeface="+mj-cs"/>
              </a:rPr>
              <a:t>Линейная графика</a:t>
            </a:r>
          </a:p>
        </p:txBody>
      </p:sp>
      <p:sp>
        <p:nvSpPr>
          <p:cNvPr id="3" name="Text 3">
            <a:hlinkClick r:id="rId2"/>
            <a:extLst>
              <a:ext uri="{FF2B5EF4-FFF2-40B4-BE49-F238E27FC236}">
                <a16:creationId xmlns:a16="http://schemas.microsoft.com/office/drawing/2014/main" id="{58794D2A-53CA-F559-313B-F231A82C399A}"/>
              </a:ext>
            </a:extLst>
          </p:cNvPr>
          <p:cNvSpPr/>
          <p:nvPr userDrawn="1"/>
        </p:nvSpPr>
        <p:spPr>
          <a:xfrm>
            <a:off x="1219352" y="2438400"/>
            <a:ext cx="10695557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1485991" rtl="0" eaLnBrk="1" fontAlgn="auto" latinLnBrk="0" hangingPunct="1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sng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Больше линейных иллюстраций здесь</a:t>
            </a:r>
            <a:endParaRPr kumimoji="0" lang="en-US" sz="3600" b="0" i="0" u="sng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 Medium" panose="020B0503030202060203" pitchFamily="34" charset="0"/>
              <a:ea typeface="+mn-ea"/>
              <a:cs typeface="+mn-cs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D6E7629D-0C2A-2E1E-EE32-B9F36A6B77C8}"/>
              </a:ext>
            </a:extLst>
          </p:cNvPr>
          <p:cNvSpPr/>
          <p:nvPr userDrawn="1"/>
        </p:nvSpPr>
        <p:spPr>
          <a:xfrm>
            <a:off x="15990849" y="2438400"/>
            <a:ext cx="7161945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1485991" rtl="0" eaLnBrk="1" fontAlgn="auto" latinLnBrk="0" hangingPunct="1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t>Толщина линии при масштабировании – 2 </a:t>
            </a:r>
            <a:r>
              <a:rPr kumimoji="0" lang="ru-RU" sz="3600" b="0" i="0" u="none" strike="noStrike" kern="1200" cap="none" spc="0" normalizeH="0" baseline="0" noProof="0" dirty="0" err="1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t>пт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9C9FE35D-5748-D385-21CB-8C3FC424C8B4}"/>
              </a:ext>
            </a:extLst>
          </p:cNvPr>
          <p:cNvGrpSpPr/>
          <p:nvPr userDrawn="1"/>
        </p:nvGrpSpPr>
        <p:grpSpPr>
          <a:xfrm>
            <a:off x="7296778" y="4981021"/>
            <a:ext cx="4031369" cy="2124533"/>
            <a:chOff x="7296778" y="4981021"/>
            <a:chExt cx="4031369" cy="2124533"/>
          </a:xfrm>
        </p:grpSpPr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B4A985AD-0036-884A-7E0E-AD02DD0D8FF0}"/>
                </a:ext>
              </a:extLst>
            </p:cNvPr>
            <p:cNvSpPr/>
            <p:nvPr/>
          </p:nvSpPr>
          <p:spPr>
            <a:xfrm>
              <a:off x="7296778" y="5379608"/>
              <a:ext cx="779140" cy="1327352"/>
            </a:xfrm>
            <a:custGeom>
              <a:avLst/>
              <a:gdLst>
                <a:gd name="connsiteX0" fmla="*/ 779140 w 779140"/>
                <a:gd name="connsiteY0" fmla="*/ 265741 h 1327352"/>
                <a:gd name="connsiteX1" fmla="*/ 0 w 779140"/>
                <a:gd name="connsiteY1" fmla="*/ 0 h 1327352"/>
                <a:gd name="connsiteX2" fmla="*/ 0 w 779140"/>
                <a:gd name="connsiteY2" fmla="*/ 1327352 h 1327352"/>
                <a:gd name="connsiteX3" fmla="*/ 779140 w 779140"/>
                <a:gd name="connsiteY3" fmla="*/ 1224790 h 1327352"/>
                <a:gd name="connsiteX4" fmla="*/ 779140 w 779140"/>
                <a:gd name="connsiteY4" fmla="*/ 265741 h 1327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9140" h="1327352">
                  <a:moveTo>
                    <a:pt x="779140" y="265741"/>
                  </a:moveTo>
                  <a:lnTo>
                    <a:pt x="0" y="0"/>
                  </a:lnTo>
                  <a:lnTo>
                    <a:pt x="0" y="1327352"/>
                  </a:lnTo>
                  <a:lnTo>
                    <a:pt x="779140" y="1224790"/>
                  </a:lnTo>
                  <a:lnTo>
                    <a:pt x="779140" y="265741"/>
                  </a:lnTo>
                  <a:close/>
                </a:path>
              </a:pathLst>
            </a:custGeom>
            <a:solidFill>
              <a:srgbClr val="141414"/>
            </a:solidFill>
            <a:ln w="1088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05DC7C3A-C8DE-65CA-1338-ABAA93EE1C29}"/>
                </a:ext>
              </a:extLst>
            </p:cNvPr>
            <p:cNvSpPr/>
            <p:nvPr/>
          </p:nvSpPr>
          <p:spPr>
            <a:xfrm>
              <a:off x="10549002" y="5379608"/>
              <a:ext cx="779145" cy="1327352"/>
            </a:xfrm>
            <a:custGeom>
              <a:avLst/>
              <a:gdLst>
                <a:gd name="connsiteX0" fmla="*/ 0 w 779145"/>
                <a:gd name="connsiteY0" fmla="*/ 265741 h 1327352"/>
                <a:gd name="connsiteX1" fmla="*/ 779146 w 779145"/>
                <a:gd name="connsiteY1" fmla="*/ 0 h 1327352"/>
                <a:gd name="connsiteX2" fmla="*/ 779146 w 779145"/>
                <a:gd name="connsiteY2" fmla="*/ 1327352 h 1327352"/>
                <a:gd name="connsiteX3" fmla="*/ 0 w 779145"/>
                <a:gd name="connsiteY3" fmla="*/ 1224790 h 1327352"/>
                <a:gd name="connsiteX4" fmla="*/ 0 w 779145"/>
                <a:gd name="connsiteY4" fmla="*/ 265741 h 1327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9145" h="1327352">
                  <a:moveTo>
                    <a:pt x="0" y="265741"/>
                  </a:moveTo>
                  <a:lnTo>
                    <a:pt x="779146" y="0"/>
                  </a:lnTo>
                  <a:lnTo>
                    <a:pt x="779146" y="1327352"/>
                  </a:lnTo>
                  <a:lnTo>
                    <a:pt x="0" y="1224790"/>
                  </a:lnTo>
                  <a:lnTo>
                    <a:pt x="0" y="265741"/>
                  </a:lnTo>
                  <a:close/>
                </a:path>
              </a:pathLst>
            </a:custGeom>
            <a:solidFill>
              <a:srgbClr val="141414"/>
            </a:solidFill>
            <a:ln w="1088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949146FF-C1A8-2098-F333-607414C9F066}"/>
                </a:ext>
              </a:extLst>
            </p:cNvPr>
            <p:cNvSpPr/>
            <p:nvPr/>
          </p:nvSpPr>
          <p:spPr>
            <a:xfrm>
              <a:off x="9897738" y="5147426"/>
              <a:ext cx="779145" cy="1791722"/>
            </a:xfrm>
            <a:custGeom>
              <a:avLst/>
              <a:gdLst>
                <a:gd name="connsiteX0" fmla="*/ 0 w 779145"/>
                <a:gd name="connsiteY0" fmla="*/ 652724 h 1791722"/>
                <a:gd name="connsiteX1" fmla="*/ 779146 w 779145"/>
                <a:gd name="connsiteY1" fmla="*/ 0 h 1791722"/>
                <a:gd name="connsiteX2" fmla="*/ 779146 w 779145"/>
                <a:gd name="connsiteY2" fmla="*/ 1791723 h 1791722"/>
                <a:gd name="connsiteX3" fmla="*/ 0 w 779145"/>
                <a:gd name="connsiteY3" fmla="*/ 1302188 h 1791722"/>
                <a:gd name="connsiteX4" fmla="*/ 0 w 779145"/>
                <a:gd name="connsiteY4" fmla="*/ 652724 h 17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9145" h="1791722">
                  <a:moveTo>
                    <a:pt x="0" y="652724"/>
                  </a:moveTo>
                  <a:lnTo>
                    <a:pt x="779146" y="0"/>
                  </a:lnTo>
                  <a:lnTo>
                    <a:pt x="779146" y="1791723"/>
                  </a:lnTo>
                  <a:lnTo>
                    <a:pt x="0" y="1302188"/>
                  </a:lnTo>
                  <a:lnTo>
                    <a:pt x="0" y="652724"/>
                  </a:lnTo>
                  <a:close/>
                </a:path>
              </a:pathLst>
            </a:custGeom>
            <a:solidFill>
              <a:srgbClr val="141414"/>
            </a:solidFill>
            <a:ln w="1088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F5F79E9D-2014-56DA-6957-E77DA816302A}"/>
                </a:ext>
              </a:extLst>
            </p:cNvPr>
            <p:cNvSpPr/>
            <p:nvPr/>
          </p:nvSpPr>
          <p:spPr>
            <a:xfrm>
              <a:off x="9308593" y="4988753"/>
              <a:ext cx="10900" cy="2087768"/>
            </a:xfrm>
            <a:custGeom>
              <a:avLst/>
              <a:gdLst>
                <a:gd name="connsiteX0" fmla="*/ 0 w 10900"/>
                <a:gd name="connsiteY0" fmla="*/ 0 h 2087768"/>
                <a:gd name="connsiteX1" fmla="*/ 0 w 10900"/>
                <a:gd name="connsiteY1" fmla="*/ 2087769 h 2087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900" h="2087768">
                  <a:moveTo>
                    <a:pt x="0" y="0"/>
                  </a:moveTo>
                  <a:lnTo>
                    <a:pt x="0" y="2087769"/>
                  </a:lnTo>
                </a:path>
              </a:pathLst>
            </a:custGeom>
            <a:noFill/>
            <a:ln w="10882" cap="flat">
              <a:solidFill>
                <a:srgbClr val="FFA3D7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E96D4C13-B7EB-7BE2-426B-A79C0519A5E6}"/>
                </a:ext>
              </a:extLst>
            </p:cNvPr>
            <p:cNvSpPr/>
            <p:nvPr/>
          </p:nvSpPr>
          <p:spPr>
            <a:xfrm>
              <a:off x="9268644" y="4984887"/>
              <a:ext cx="82895" cy="41377"/>
            </a:xfrm>
            <a:custGeom>
              <a:avLst/>
              <a:gdLst>
                <a:gd name="connsiteX0" fmla="*/ 82896 w 82895"/>
                <a:gd name="connsiteY0" fmla="*/ 41378 h 41377"/>
                <a:gd name="connsiteX1" fmla="*/ 41443 w 82895"/>
                <a:gd name="connsiteY1" fmla="*/ 0 h 41377"/>
                <a:gd name="connsiteX2" fmla="*/ 0 w 82895"/>
                <a:gd name="connsiteY2" fmla="*/ 41378 h 41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2895" h="41377">
                  <a:moveTo>
                    <a:pt x="82896" y="41378"/>
                  </a:moveTo>
                  <a:lnTo>
                    <a:pt x="41443" y="0"/>
                  </a:lnTo>
                  <a:lnTo>
                    <a:pt x="0" y="41378"/>
                  </a:lnTo>
                </a:path>
              </a:pathLst>
            </a:custGeom>
            <a:noFill/>
            <a:ln w="10882" cap="flat">
              <a:solidFill>
                <a:srgbClr val="FFA3D7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782847CE-B5FC-5D03-0562-224269CEA07F}"/>
                </a:ext>
              </a:extLst>
            </p:cNvPr>
            <p:cNvSpPr/>
            <p:nvPr/>
          </p:nvSpPr>
          <p:spPr>
            <a:xfrm>
              <a:off x="7548749" y="6095526"/>
              <a:ext cx="41446" cy="82757"/>
            </a:xfrm>
            <a:custGeom>
              <a:avLst/>
              <a:gdLst>
                <a:gd name="connsiteX0" fmla="*/ 41447 w 41446"/>
                <a:gd name="connsiteY0" fmla="*/ 0 h 82757"/>
                <a:gd name="connsiteX1" fmla="*/ 0 w 41446"/>
                <a:gd name="connsiteY1" fmla="*/ 41384 h 82757"/>
                <a:gd name="connsiteX2" fmla="*/ 41447 w 41446"/>
                <a:gd name="connsiteY2" fmla="*/ 82757 h 82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46" h="82757">
                  <a:moveTo>
                    <a:pt x="41447" y="0"/>
                  </a:moveTo>
                  <a:lnTo>
                    <a:pt x="0" y="41384"/>
                  </a:lnTo>
                  <a:lnTo>
                    <a:pt x="41447" y="82757"/>
                  </a:lnTo>
                </a:path>
              </a:pathLst>
            </a:custGeom>
            <a:noFill/>
            <a:ln w="10882" cap="flat">
              <a:solidFill>
                <a:srgbClr val="FFA3D7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2E66502A-B1BD-4ED6-7421-7A9763826274}"/>
                </a:ext>
              </a:extLst>
            </p:cNvPr>
            <p:cNvSpPr/>
            <p:nvPr/>
          </p:nvSpPr>
          <p:spPr>
            <a:xfrm>
              <a:off x="11020763" y="6095526"/>
              <a:ext cx="41442" cy="82757"/>
            </a:xfrm>
            <a:custGeom>
              <a:avLst/>
              <a:gdLst>
                <a:gd name="connsiteX0" fmla="*/ 0 w 41442"/>
                <a:gd name="connsiteY0" fmla="*/ 82757 h 82757"/>
                <a:gd name="connsiteX1" fmla="*/ 41443 w 41442"/>
                <a:gd name="connsiteY1" fmla="*/ 41384 h 82757"/>
                <a:gd name="connsiteX2" fmla="*/ 0 w 41442"/>
                <a:gd name="connsiteY2" fmla="*/ 0 h 82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42" h="82757">
                  <a:moveTo>
                    <a:pt x="0" y="82757"/>
                  </a:moveTo>
                  <a:lnTo>
                    <a:pt x="41443" y="41384"/>
                  </a:lnTo>
                  <a:lnTo>
                    <a:pt x="0" y="0"/>
                  </a:lnTo>
                </a:path>
              </a:pathLst>
            </a:custGeom>
            <a:noFill/>
            <a:ln w="10882" cap="flat">
              <a:solidFill>
                <a:srgbClr val="FFA3D7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8FA902C8-B47D-5BB8-ABD3-CEC184EBF2C4}"/>
                </a:ext>
              </a:extLst>
            </p:cNvPr>
            <p:cNvSpPr/>
            <p:nvPr/>
          </p:nvSpPr>
          <p:spPr>
            <a:xfrm>
              <a:off x="9440354" y="4981021"/>
              <a:ext cx="469035" cy="2124533"/>
            </a:xfrm>
            <a:custGeom>
              <a:avLst/>
              <a:gdLst>
                <a:gd name="connsiteX0" fmla="*/ 0 w 469035"/>
                <a:gd name="connsiteY0" fmla="*/ 773965 h 2124533"/>
                <a:gd name="connsiteX1" fmla="*/ 469035 w 469035"/>
                <a:gd name="connsiteY1" fmla="*/ 0 h 2124533"/>
                <a:gd name="connsiteX2" fmla="*/ 469035 w 469035"/>
                <a:gd name="connsiteY2" fmla="*/ 2124534 h 2124533"/>
                <a:gd name="connsiteX3" fmla="*/ 0 w 469035"/>
                <a:gd name="connsiteY3" fmla="*/ 1544059 h 2124533"/>
                <a:gd name="connsiteX4" fmla="*/ 0 w 469035"/>
                <a:gd name="connsiteY4" fmla="*/ 773965 h 2124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9035" h="2124533">
                  <a:moveTo>
                    <a:pt x="0" y="773965"/>
                  </a:moveTo>
                  <a:lnTo>
                    <a:pt x="469035" y="0"/>
                  </a:lnTo>
                  <a:lnTo>
                    <a:pt x="469035" y="2124534"/>
                  </a:lnTo>
                  <a:lnTo>
                    <a:pt x="0" y="1544059"/>
                  </a:lnTo>
                  <a:lnTo>
                    <a:pt x="0" y="773965"/>
                  </a:lnTo>
                  <a:close/>
                </a:path>
              </a:pathLst>
            </a:custGeom>
            <a:solidFill>
              <a:srgbClr val="141414"/>
            </a:solidFill>
            <a:ln w="1088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F2765786-4922-49EF-3764-192852B4924F}"/>
                </a:ext>
              </a:extLst>
            </p:cNvPr>
            <p:cNvSpPr/>
            <p:nvPr/>
          </p:nvSpPr>
          <p:spPr>
            <a:xfrm>
              <a:off x="7932523" y="5147426"/>
              <a:ext cx="779142" cy="1791722"/>
            </a:xfrm>
            <a:custGeom>
              <a:avLst/>
              <a:gdLst>
                <a:gd name="connsiteX0" fmla="*/ 779143 w 779142"/>
                <a:gd name="connsiteY0" fmla="*/ 652724 h 1791722"/>
                <a:gd name="connsiteX1" fmla="*/ 0 w 779142"/>
                <a:gd name="connsiteY1" fmla="*/ 0 h 1791722"/>
                <a:gd name="connsiteX2" fmla="*/ 0 w 779142"/>
                <a:gd name="connsiteY2" fmla="*/ 1791723 h 1791722"/>
                <a:gd name="connsiteX3" fmla="*/ 779143 w 779142"/>
                <a:gd name="connsiteY3" fmla="*/ 1302188 h 1791722"/>
                <a:gd name="connsiteX4" fmla="*/ 779143 w 779142"/>
                <a:gd name="connsiteY4" fmla="*/ 652724 h 17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9142" h="1791722">
                  <a:moveTo>
                    <a:pt x="779143" y="652724"/>
                  </a:moveTo>
                  <a:lnTo>
                    <a:pt x="0" y="0"/>
                  </a:lnTo>
                  <a:lnTo>
                    <a:pt x="0" y="1791723"/>
                  </a:lnTo>
                  <a:lnTo>
                    <a:pt x="779143" y="1302188"/>
                  </a:lnTo>
                  <a:lnTo>
                    <a:pt x="779143" y="652724"/>
                  </a:lnTo>
                  <a:close/>
                </a:path>
              </a:pathLst>
            </a:custGeom>
            <a:solidFill>
              <a:srgbClr val="141414"/>
            </a:solidFill>
            <a:ln w="1088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15841031-9FDC-05C1-04F2-05EEA0F47834}"/>
                </a:ext>
              </a:extLst>
            </p:cNvPr>
            <p:cNvSpPr/>
            <p:nvPr/>
          </p:nvSpPr>
          <p:spPr>
            <a:xfrm>
              <a:off x="8707763" y="4981021"/>
              <a:ext cx="469035" cy="2124533"/>
            </a:xfrm>
            <a:custGeom>
              <a:avLst/>
              <a:gdLst>
                <a:gd name="connsiteX0" fmla="*/ 469035 w 469035"/>
                <a:gd name="connsiteY0" fmla="*/ 773965 h 2124533"/>
                <a:gd name="connsiteX1" fmla="*/ 0 w 469035"/>
                <a:gd name="connsiteY1" fmla="*/ 0 h 2124533"/>
                <a:gd name="connsiteX2" fmla="*/ 0 w 469035"/>
                <a:gd name="connsiteY2" fmla="*/ 2124534 h 2124533"/>
                <a:gd name="connsiteX3" fmla="*/ 469035 w 469035"/>
                <a:gd name="connsiteY3" fmla="*/ 1544059 h 2124533"/>
                <a:gd name="connsiteX4" fmla="*/ 469035 w 469035"/>
                <a:gd name="connsiteY4" fmla="*/ 773965 h 2124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9035" h="2124533">
                  <a:moveTo>
                    <a:pt x="469035" y="773965"/>
                  </a:moveTo>
                  <a:lnTo>
                    <a:pt x="0" y="0"/>
                  </a:lnTo>
                  <a:lnTo>
                    <a:pt x="0" y="2124534"/>
                  </a:lnTo>
                  <a:lnTo>
                    <a:pt x="469035" y="1544059"/>
                  </a:lnTo>
                  <a:lnTo>
                    <a:pt x="469035" y="773965"/>
                  </a:lnTo>
                  <a:close/>
                </a:path>
              </a:pathLst>
            </a:custGeom>
            <a:solidFill>
              <a:srgbClr val="141414"/>
            </a:solidFill>
            <a:ln w="1088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48FE45FF-B4B4-178C-FED9-5B2BBE6B7E04}"/>
                </a:ext>
              </a:extLst>
            </p:cNvPr>
            <p:cNvSpPr/>
            <p:nvPr/>
          </p:nvSpPr>
          <p:spPr>
            <a:xfrm>
              <a:off x="8986852" y="6134222"/>
              <a:ext cx="645400" cy="10881"/>
            </a:xfrm>
            <a:custGeom>
              <a:avLst/>
              <a:gdLst>
                <a:gd name="connsiteX0" fmla="*/ 0 w 645400"/>
                <a:gd name="connsiteY0" fmla="*/ 0 h 10881"/>
                <a:gd name="connsiteX1" fmla="*/ 645401 w 645400"/>
                <a:gd name="connsiteY1" fmla="*/ 0 h 10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45400" h="10881">
                  <a:moveTo>
                    <a:pt x="0" y="0"/>
                  </a:moveTo>
                  <a:lnTo>
                    <a:pt x="645401" y="0"/>
                  </a:lnTo>
                </a:path>
              </a:pathLst>
            </a:custGeom>
            <a:noFill/>
            <a:ln w="10882" cap="flat">
              <a:solidFill>
                <a:srgbClr val="FFA3D7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3261B60C-E6F4-A5B9-8D96-CA9FD9DFBAF4}"/>
                </a:ext>
              </a:extLst>
            </p:cNvPr>
            <p:cNvSpPr/>
            <p:nvPr/>
          </p:nvSpPr>
          <p:spPr>
            <a:xfrm>
              <a:off x="8327879" y="6134222"/>
              <a:ext cx="379873" cy="10881"/>
            </a:xfrm>
            <a:custGeom>
              <a:avLst/>
              <a:gdLst>
                <a:gd name="connsiteX0" fmla="*/ 0 w 379873"/>
                <a:gd name="connsiteY0" fmla="*/ 0 h 10881"/>
                <a:gd name="connsiteX1" fmla="*/ 379874 w 379873"/>
                <a:gd name="connsiteY1" fmla="*/ 0 h 10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9873" h="10881">
                  <a:moveTo>
                    <a:pt x="0" y="0"/>
                  </a:moveTo>
                  <a:lnTo>
                    <a:pt x="379874" y="0"/>
                  </a:lnTo>
                </a:path>
              </a:pathLst>
            </a:custGeom>
            <a:noFill/>
            <a:ln w="10882" cap="flat">
              <a:solidFill>
                <a:srgbClr val="FFA3D7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29F953ED-1CA7-6331-A57A-3C40B5445DCF}"/>
                </a:ext>
              </a:extLst>
            </p:cNvPr>
            <p:cNvSpPr/>
            <p:nvPr/>
          </p:nvSpPr>
          <p:spPr>
            <a:xfrm>
              <a:off x="7552624" y="6134222"/>
              <a:ext cx="379878" cy="10881"/>
            </a:xfrm>
            <a:custGeom>
              <a:avLst/>
              <a:gdLst>
                <a:gd name="connsiteX0" fmla="*/ 0 w 379878"/>
                <a:gd name="connsiteY0" fmla="*/ 0 h 10881"/>
                <a:gd name="connsiteX1" fmla="*/ 379878 w 379878"/>
                <a:gd name="connsiteY1" fmla="*/ 0 h 10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9878" h="10881">
                  <a:moveTo>
                    <a:pt x="0" y="0"/>
                  </a:moveTo>
                  <a:lnTo>
                    <a:pt x="379878" y="0"/>
                  </a:lnTo>
                </a:path>
              </a:pathLst>
            </a:custGeom>
            <a:noFill/>
            <a:ln w="10882" cap="flat">
              <a:solidFill>
                <a:srgbClr val="FFA3D7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8CAD673C-FE87-17A2-C82F-995064141DA4}"/>
                </a:ext>
              </a:extLst>
            </p:cNvPr>
            <p:cNvSpPr/>
            <p:nvPr/>
          </p:nvSpPr>
          <p:spPr>
            <a:xfrm>
              <a:off x="9909434" y="6134222"/>
              <a:ext cx="379871" cy="10881"/>
            </a:xfrm>
            <a:custGeom>
              <a:avLst/>
              <a:gdLst>
                <a:gd name="connsiteX0" fmla="*/ 0 w 379871"/>
                <a:gd name="connsiteY0" fmla="*/ 0 h 10881"/>
                <a:gd name="connsiteX1" fmla="*/ 379872 w 379871"/>
                <a:gd name="connsiteY1" fmla="*/ 0 h 10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9871" h="10881">
                  <a:moveTo>
                    <a:pt x="0" y="0"/>
                  </a:moveTo>
                  <a:lnTo>
                    <a:pt x="379872" y="0"/>
                  </a:lnTo>
                </a:path>
              </a:pathLst>
            </a:custGeom>
            <a:noFill/>
            <a:ln w="10882" cap="flat">
              <a:solidFill>
                <a:srgbClr val="FFA3D7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0ED38309-F684-E9DE-F711-36FF2513C42B}"/>
                </a:ext>
              </a:extLst>
            </p:cNvPr>
            <p:cNvSpPr/>
            <p:nvPr/>
          </p:nvSpPr>
          <p:spPr>
            <a:xfrm>
              <a:off x="10676938" y="6134222"/>
              <a:ext cx="379871" cy="10881"/>
            </a:xfrm>
            <a:custGeom>
              <a:avLst/>
              <a:gdLst>
                <a:gd name="connsiteX0" fmla="*/ 0 w 379871"/>
                <a:gd name="connsiteY0" fmla="*/ 0 h 10881"/>
                <a:gd name="connsiteX1" fmla="*/ 379872 w 379871"/>
                <a:gd name="connsiteY1" fmla="*/ 0 h 10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9871" h="10881">
                  <a:moveTo>
                    <a:pt x="0" y="0"/>
                  </a:moveTo>
                  <a:lnTo>
                    <a:pt x="379872" y="0"/>
                  </a:lnTo>
                </a:path>
              </a:pathLst>
            </a:custGeom>
            <a:noFill/>
            <a:ln w="10882" cap="flat">
              <a:solidFill>
                <a:srgbClr val="FFA3D7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9B009C8E-685A-4A90-7593-B2A6D118A5E4}"/>
              </a:ext>
            </a:extLst>
          </p:cNvPr>
          <p:cNvGrpSpPr/>
          <p:nvPr userDrawn="1"/>
        </p:nvGrpSpPr>
        <p:grpSpPr>
          <a:xfrm>
            <a:off x="19433958" y="4766842"/>
            <a:ext cx="3740808" cy="2540933"/>
            <a:chOff x="19433958" y="4766842"/>
            <a:chExt cx="3740808" cy="2540933"/>
          </a:xfrm>
        </p:grpSpPr>
        <p:sp>
          <p:nvSpPr>
            <p:cNvPr id="24" name="Полилиния 23">
              <a:extLst>
                <a:ext uri="{FF2B5EF4-FFF2-40B4-BE49-F238E27FC236}">
                  <a16:creationId xmlns:a16="http://schemas.microsoft.com/office/drawing/2014/main" id="{1D4B45C1-D614-77B0-289D-B8700FBB0D71}"/>
                </a:ext>
              </a:extLst>
            </p:cNvPr>
            <p:cNvSpPr/>
            <p:nvPr/>
          </p:nvSpPr>
          <p:spPr>
            <a:xfrm>
              <a:off x="19433958" y="4864345"/>
              <a:ext cx="1874542" cy="2345944"/>
            </a:xfrm>
            <a:custGeom>
              <a:avLst/>
              <a:gdLst>
                <a:gd name="connsiteX0" fmla="*/ 1873267 w 1874542"/>
                <a:gd name="connsiteY0" fmla="*/ 1107360 h 2345944"/>
                <a:gd name="connsiteX1" fmla="*/ 1874543 w 1874542"/>
                <a:gd name="connsiteY1" fmla="*/ 1151019 h 2345944"/>
                <a:gd name="connsiteX2" fmla="*/ 1869092 w 1874542"/>
                <a:gd name="connsiteY2" fmla="*/ 1151106 h 2345944"/>
                <a:gd name="connsiteX3" fmla="*/ 1869256 w 1874542"/>
                <a:gd name="connsiteY3" fmla="*/ 1172974 h 2345944"/>
                <a:gd name="connsiteX4" fmla="*/ 1869092 w 1874542"/>
                <a:gd name="connsiteY4" fmla="*/ 1194841 h 2345944"/>
                <a:gd name="connsiteX5" fmla="*/ 1874543 w 1874542"/>
                <a:gd name="connsiteY5" fmla="*/ 1194928 h 2345944"/>
                <a:gd name="connsiteX6" fmla="*/ 1873267 w 1874542"/>
                <a:gd name="connsiteY6" fmla="*/ 1238587 h 2345944"/>
                <a:gd name="connsiteX7" fmla="*/ 1867817 w 1874542"/>
                <a:gd name="connsiteY7" fmla="*/ 1238347 h 2345944"/>
                <a:gd name="connsiteX8" fmla="*/ 1865256 w 1874542"/>
                <a:gd name="connsiteY8" fmla="*/ 1281875 h 2345944"/>
                <a:gd name="connsiteX9" fmla="*/ 1870695 w 1874542"/>
                <a:gd name="connsiteY9" fmla="*/ 1282278 h 2345944"/>
                <a:gd name="connsiteX10" fmla="*/ 1866814 w 1874542"/>
                <a:gd name="connsiteY10" fmla="*/ 1325871 h 2345944"/>
                <a:gd name="connsiteX11" fmla="*/ 1861397 w 1874542"/>
                <a:gd name="connsiteY11" fmla="*/ 1325316 h 2345944"/>
                <a:gd name="connsiteX12" fmla="*/ 1856241 w 1874542"/>
                <a:gd name="connsiteY12" fmla="*/ 1368572 h 2345944"/>
                <a:gd name="connsiteX13" fmla="*/ 1861637 w 1874542"/>
                <a:gd name="connsiteY13" fmla="*/ 1369291 h 2345944"/>
                <a:gd name="connsiteX14" fmla="*/ 1855162 w 1874542"/>
                <a:gd name="connsiteY14" fmla="*/ 1412492 h 2345944"/>
                <a:gd name="connsiteX15" fmla="*/ 1849777 w 1874542"/>
                <a:gd name="connsiteY15" fmla="*/ 1411610 h 2345944"/>
                <a:gd name="connsiteX16" fmla="*/ 1841994 w 1874542"/>
                <a:gd name="connsiteY16" fmla="*/ 1454507 h 2345944"/>
                <a:gd name="connsiteX17" fmla="*/ 1847336 w 1874542"/>
                <a:gd name="connsiteY17" fmla="*/ 1455563 h 2345944"/>
                <a:gd name="connsiteX18" fmla="*/ 1838190 w 1874542"/>
                <a:gd name="connsiteY18" fmla="*/ 1498373 h 2345944"/>
                <a:gd name="connsiteX19" fmla="*/ 1832871 w 1874542"/>
                <a:gd name="connsiteY19" fmla="*/ 1497154 h 2345944"/>
                <a:gd name="connsiteX20" fmla="*/ 1822440 w 1874542"/>
                <a:gd name="connsiteY20" fmla="*/ 1539441 h 2345944"/>
                <a:gd name="connsiteX21" fmla="*/ 1827704 w 1874542"/>
                <a:gd name="connsiteY21" fmla="*/ 1540834 h 2345944"/>
                <a:gd name="connsiteX22" fmla="*/ 1815899 w 1874542"/>
                <a:gd name="connsiteY22" fmla="*/ 1582914 h 2345944"/>
                <a:gd name="connsiteX23" fmla="*/ 1810678 w 1874542"/>
                <a:gd name="connsiteY23" fmla="*/ 1581358 h 2345944"/>
                <a:gd name="connsiteX24" fmla="*/ 1797565 w 1874542"/>
                <a:gd name="connsiteY24" fmla="*/ 1622905 h 2345944"/>
                <a:gd name="connsiteX25" fmla="*/ 1802732 w 1874542"/>
                <a:gd name="connsiteY25" fmla="*/ 1624625 h 2345944"/>
                <a:gd name="connsiteX26" fmla="*/ 1788202 w 1874542"/>
                <a:gd name="connsiteY26" fmla="*/ 1665921 h 2345944"/>
                <a:gd name="connsiteX27" fmla="*/ 1783090 w 1874542"/>
                <a:gd name="connsiteY27" fmla="*/ 1664027 h 2345944"/>
                <a:gd name="connsiteX28" fmla="*/ 1767274 w 1874542"/>
                <a:gd name="connsiteY28" fmla="*/ 1704638 h 2345944"/>
                <a:gd name="connsiteX29" fmla="*/ 1772320 w 1874542"/>
                <a:gd name="connsiteY29" fmla="*/ 1706696 h 2345944"/>
                <a:gd name="connsiteX30" fmla="*/ 1755087 w 1874542"/>
                <a:gd name="connsiteY30" fmla="*/ 1746893 h 2345944"/>
                <a:gd name="connsiteX31" fmla="*/ 1750117 w 1874542"/>
                <a:gd name="connsiteY31" fmla="*/ 1744662 h 2345944"/>
                <a:gd name="connsiteX32" fmla="*/ 1731608 w 1874542"/>
                <a:gd name="connsiteY32" fmla="*/ 1784064 h 2345944"/>
                <a:gd name="connsiteX33" fmla="*/ 1736502 w 1874542"/>
                <a:gd name="connsiteY33" fmla="*/ 1786459 h 2345944"/>
                <a:gd name="connsiteX34" fmla="*/ 1716533 w 1874542"/>
                <a:gd name="connsiteY34" fmla="*/ 1825383 h 2345944"/>
                <a:gd name="connsiteX35" fmla="*/ 1711726 w 1874542"/>
                <a:gd name="connsiteY35" fmla="*/ 1822814 h 2345944"/>
                <a:gd name="connsiteX36" fmla="*/ 1690471 w 1874542"/>
                <a:gd name="connsiteY36" fmla="*/ 1860867 h 2345944"/>
                <a:gd name="connsiteX37" fmla="*/ 1695180 w 1874542"/>
                <a:gd name="connsiteY37" fmla="*/ 1863610 h 2345944"/>
                <a:gd name="connsiteX38" fmla="*/ 1672453 w 1874542"/>
                <a:gd name="connsiteY38" fmla="*/ 1901010 h 2345944"/>
                <a:gd name="connsiteX39" fmla="*/ 1667842 w 1874542"/>
                <a:gd name="connsiteY39" fmla="*/ 1898104 h 2345944"/>
                <a:gd name="connsiteX40" fmla="*/ 1643862 w 1874542"/>
                <a:gd name="connsiteY40" fmla="*/ 1934459 h 2345944"/>
                <a:gd name="connsiteX41" fmla="*/ 1648364 w 1874542"/>
                <a:gd name="connsiteY41" fmla="*/ 1937539 h 2345944"/>
                <a:gd name="connsiteX42" fmla="*/ 1622901 w 1874542"/>
                <a:gd name="connsiteY42" fmla="*/ 1973110 h 2345944"/>
                <a:gd name="connsiteX43" fmla="*/ 1618530 w 1874542"/>
                <a:gd name="connsiteY43" fmla="*/ 1969867 h 2345944"/>
                <a:gd name="connsiteX44" fmla="*/ 1591835 w 1874542"/>
                <a:gd name="connsiteY44" fmla="*/ 2004241 h 2345944"/>
                <a:gd name="connsiteX45" fmla="*/ 1596075 w 1874542"/>
                <a:gd name="connsiteY45" fmla="*/ 2007658 h 2345944"/>
                <a:gd name="connsiteX46" fmla="*/ 1567898 w 1874542"/>
                <a:gd name="connsiteY46" fmla="*/ 2041107 h 2345944"/>
                <a:gd name="connsiteX47" fmla="*/ 1563800 w 1874542"/>
                <a:gd name="connsiteY47" fmla="*/ 2037515 h 2345944"/>
                <a:gd name="connsiteX48" fmla="*/ 1534369 w 1874542"/>
                <a:gd name="connsiteY48" fmla="*/ 2069647 h 2345944"/>
                <a:gd name="connsiteX49" fmla="*/ 1538315 w 1874542"/>
                <a:gd name="connsiteY49" fmla="*/ 2073402 h 2345944"/>
                <a:gd name="connsiteX50" fmla="*/ 1507402 w 1874542"/>
                <a:gd name="connsiteY50" fmla="*/ 2104402 h 2345944"/>
                <a:gd name="connsiteX51" fmla="*/ 1503620 w 1874542"/>
                <a:gd name="connsiteY51" fmla="*/ 2100483 h 2345944"/>
                <a:gd name="connsiteX52" fmla="*/ 1471562 w 1874542"/>
                <a:gd name="connsiteY52" fmla="*/ 2129938 h 2345944"/>
                <a:gd name="connsiteX53" fmla="*/ 1475159 w 1874542"/>
                <a:gd name="connsiteY53" fmla="*/ 2134030 h 2345944"/>
                <a:gd name="connsiteX54" fmla="*/ 1441619 w 1874542"/>
                <a:gd name="connsiteY54" fmla="*/ 2162156 h 2345944"/>
                <a:gd name="connsiteX55" fmla="*/ 1438208 w 1874542"/>
                <a:gd name="connsiteY55" fmla="*/ 2157911 h 2345944"/>
                <a:gd name="connsiteX56" fmla="*/ 1403610 w 1874542"/>
                <a:gd name="connsiteY56" fmla="*/ 2184296 h 2345944"/>
                <a:gd name="connsiteX57" fmla="*/ 1406815 w 1874542"/>
                <a:gd name="connsiteY57" fmla="*/ 2188693 h 2345944"/>
                <a:gd name="connsiteX58" fmla="*/ 1370779 w 1874542"/>
                <a:gd name="connsiteY58" fmla="*/ 2213543 h 2345944"/>
                <a:gd name="connsiteX59" fmla="*/ 1367792 w 1874542"/>
                <a:gd name="connsiteY59" fmla="*/ 2208993 h 2345944"/>
                <a:gd name="connsiteX60" fmla="*/ 1330808 w 1874542"/>
                <a:gd name="connsiteY60" fmla="*/ 2231884 h 2345944"/>
                <a:gd name="connsiteX61" fmla="*/ 1333555 w 1874542"/>
                <a:gd name="connsiteY61" fmla="*/ 2236575 h 2345944"/>
                <a:gd name="connsiteX62" fmla="*/ 1295219 w 1874542"/>
                <a:gd name="connsiteY62" fmla="*/ 2257692 h 2345944"/>
                <a:gd name="connsiteX63" fmla="*/ 1292701 w 1874542"/>
                <a:gd name="connsiteY63" fmla="*/ 2252870 h 2345944"/>
                <a:gd name="connsiteX64" fmla="*/ 1253569 w 1874542"/>
                <a:gd name="connsiteY64" fmla="*/ 2271831 h 2345944"/>
                <a:gd name="connsiteX65" fmla="*/ 1255815 w 1874542"/>
                <a:gd name="connsiteY65" fmla="*/ 2276783 h 2345944"/>
                <a:gd name="connsiteX66" fmla="*/ 1215451 w 1874542"/>
                <a:gd name="connsiteY66" fmla="*/ 2293742 h 2345944"/>
                <a:gd name="connsiteX67" fmla="*/ 1213468 w 1874542"/>
                <a:gd name="connsiteY67" fmla="*/ 2288670 h 2345944"/>
                <a:gd name="connsiteX68" fmla="*/ 1172505 w 1874542"/>
                <a:gd name="connsiteY68" fmla="*/ 2303288 h 2345944"/>
                <a:gd name="connsiteX69" fmla="*/ 1174205 w 1874542"/>
                <a:gd name="connsiteY69" fmla="*/ 2308469 h 2345944"/>
                <a:gd name="connsiteX70" fmla="*/ 1132196 w 1874542"/>
                <a:gd name="connsiteY70" fmla="*/ 2320867 h 2345944"/>
                <a:gd name="connsiteX71" fmla="*/ 1130800 w 1874542"/>
                <a:gd name="connsiteY71" fmla="*/ 2315598 h 2345944"/>
                <a:gd name="connsiteX72" fmla="*/ 1088475 w 1874542"/>
                <a:gd name="connsiteY72" fmla="*/ 2325525 h 2345944"/>
                <a:gd name="connsiteX73" fmla="*/ 1089565 w 1874542"/>
                <a:gd name="connsiteY73" fmla="*/ 2330859 h 2345944"/>
                <a:gd name="connsiteX74" fmla="*/ 1046437 w 1874542"/>
                <a:gd name="connsiteY74" fmla="*/ 2338391 h 2345944"/>
                <a:gd name="connsiteX75" fmla="*/ 1045654 w 1874542"/>
                <a:gd name="connsiteY75" fmla="*/ 2333003 h 2345944"/>
                <a:gd name="connsiteX76" fmla="*/ 1002475 w 1874542"/>
                <a:gd name="connsiteY76" fmla="*/ 2338010 h 2345944"/>
                <a:gd name="connsiteX77" fmla="*/ 1002945 w 1874542"/>
                <a:gd name="connsiteY77" fmla="*/ 2343431 h 2345944"/>
                <a:gd name="connsiteX78" fmla="*/ 959237 w 1874542"/>
                <a:gd name="connsiteY78" fmla="*/ 2345945 h 2345944"/>
                <a:gd name="connsiteX79" fmla="*/ 959080 w 1874542"/>
                <a:gd name="connsiteY79" fmla="*/ 2340503 h 2345944"/>
                <a:gd name="connsiteX80" fmla="*/ 937273 w 1874542"/>
                <a:gd name="connsiteY80" fmla="*/ 2340818 h 2345944"/>
                <a:gd name="connsiteX81" fmla="*/ 915467 w 1874542"/>
                <a:gd name="connsiteY81" fmla="*/ 2340503 h 2345944"/>
                <a:gd name="connsiteX82" fmla="*/ 915310 w 1874542"/>
                <a:gd name="connsiteY82" fmla="*/ 2345945 h 2345944"/>
                <a:gd name="connsiteX83" fmla="*/ 871600 w 1874542"/>
                <a:gd name="connsiteY83" fmla="*/ 2343431 h 2345944"/>
                <a:gd name="connsiteX84" fmla="*/ 872071 w 1874542"/>
                <a:gd name="connsiteY84" fmla="*/ 2338010 h 2345944"/>
                <a:gd name="connsiteX85" fmla="*/ 828892 w 1874542"/>
                <a:gd name="connsiteY85" fmla="*/ 2333003 h 2345944"/>
                <a:gd name="connsiteX86" fmla="*/ 828109 w 1874542"/>
                <a:gd name="connsiteY86" fmla="*/ 2338391 h 2345944"/>
                <a:gd name="connsiteX87" fmla="*/ 784978 w 1874542"/>
                <a:gd name="connsiteY87" fmla="*/ 2330859 h 2345944"/>
                <a:gd name="connsiteX88" fmla="*/ 786071 w 1874542"/>
                <a:gd name="connsiteY88" fmla="*/ 2325525 h 2345944"/>
                <a:gd name="connsiteX89" fmla="*/ 743742 w 1874542"/>
                <a:gd name="connsiteY89" fmla="*/ 2315598 h 2345944"/>
                <a:gd name="connsiteX90" fmla="*/ 742346 w 1874542"/>
                <a:gd name="connsiteY90" fmla="*/ 2320867 h 2345944"/>
                <a:gd name="connsiteX91" fmla="*/ 700345 w 1874542"/>
                <a:gd name="connsiteY91" fmla="*/ 2308469 h 2345944"/>
                <a:gd name="connsiteX92" fmla="*/ 702037 w 1874542"/>
                <a:gd name="connsiteY92" fmla="*/ 2303288 h 2345944"/>
                <a:gd name="connsiteX93" fmla="*/ 661076 w 1874542"/>
                <a:gd name="connsiteY93" fmla="*/ 2288670 h 2345944"/>
                <a:gd name="connsiteX94" fmla="*/ 659101 w 1874542"/>
                <a:gd name="connsiteY94" fmla="*/ 2293742 h 2345944"/>
                <a:gd name="connsiteX95" fmla="*/ 618731 w 1874542"/>
                <a:gd name="connsiteY95" fmla="*/ 2276783 h 2345944"/>
                <a:gd name="connsiteX96" fmla="*/ 620979 w 1874542"/>
                <a:gd name="connsiteY96" fmla="*/ 2271831 h 2345944"/>
                <a:gd name="connsiteX97" fmla="*/ 581840 w 1874542"/>
                <a:gd name="connsiteY97" fmla="*/ 2252870 h 2345944"/>
                <a:gd name="connsiteX98" fmla="*/ 579333 w 1874542"/>
                <a:gd name="connsiteY98" fmla="*/ 2257692 h 2345944"/>
                <a:gd name="connsiteX99" fmla="*/ 540989 w 1874542"/>
                <a:gd name="connsiteY99" fmla="*/ 2236575 h 2345944"/>
                <a:gd name="connsiteX100" fmla="*/ 543742 w 1874542"/>
                <a:gd name="connsiteY100" fmla="*/ 2231884 h 2345944"/>
                <a:gd name="connsiteX101" fmla="*/ 506754 w 1874542"/>
                <a:gd name="connsiteY101" fmla="*/ 2208993 h 2345944"/>
                <a:gd name="connsiteX102" fmla="*/ 503769 w 1874542"/>
                <a:gd name="connsiteY102" fmla="*/ 2213543 h 2345944"/>
                <a:gd name="connsiteX103" fmla="*/ 467732 w 1874542"/>
                <a:gd name="connsiteY103" fmla="*/ 2188704 h 2345944"/>
                <a:gd name="connsiteX104" fmla="*/ 470936 w 1874542"/>
                <a:gd name="connsiteY104" fmla="*/ 2184296 h 2345944"/>
                <a:gd name="connsiteX105" fmla="*/ 436334 w 1874542"/>
                <a:gd name="connsiteY105" fmla="*/ 2157911 h 2345944"/>
                <a:gd name="connsiteX106" fmla="*/ 432925 w 1874542"/>
                <a:gd name="connsiteY106" fmla="*/ 2162156 h 2345944"/>
                <a:gd name="connsiteX107" fmla="*/ 399387 w 1874542"/>
                <a:gd name="connsiteY107" fmla="*/ 2134030 h 2345944"/>
                <a:gd name="connsiteX108" fmla="*/ 402987 w 1874542"/>
                <a:gd name="connsiteY108" fmla="*/ 2129938 h 2345944"/>
                <a:gd name="connsiteX109" fmla="*/ 370926 w 1874542"/>
                <a:gd name="connsiteY109" fmla="*/ 2100483 h 2345944"/>
                <a:gd name="connsiteX110" fmla="*/ 367148 w 1874542"/>
                <a:gd name="connsiteY110" fmla="*/ 2104402 h 2345944"/>
                <a:gd name="connsiteX111" fmla="*/ 336231 w 1874542"/>
                <a:gd name="connsiteY111" fmla="*/ 2073402 h 2345944"/>
                <a:gd name="connsiteX112" fmla="*/ 340174 w 1874542"/>
                <a:gd name="connsiteY112" fmla="*/ 2069647 h 2345944"/>
                <a:gd name="connsiteX113" fmla="*/ 310749 w 1874542"/>
                <a:gd name="connsiteY113" fmla="*/ 2037515 h 2345944"/>
                <a:gd name="connsiteX114" fmla="*/ 306652 w 1874542"/>
                <a:gd name="connsiteY114" fmla="*/ 2041107 h 2345944"/>
                <a:gd name="connsiteX115" fmla="*/ 278466 w 1874542"/>
                <a:gd name="connsiteY115" fmla="*/ 2007658 h 2345944"/>
                <a:gd name="connsiteX116" fmla="*/ 282706 w 1874542"/>
                <a:gd name="connsiteY116" fmla="*/ 2004241 h 2345944"/>
                <a:gd name="connsiteX117" fmla="*/ 256016 w 1874542"/>
                <a:gd name="connsiteY117" fmla="*/ 1969867 h 2345944"/>
                <a:gd name="connsiteX118" fmla="*/ 251644 w 1874542"/>
                <a:gd name="connsiteY118" fmla="*/ 1973110 h 2345944"/>
                <a:gd name="connsiteX119" fmla="*/ 226186 w 1874542"/>
                <a:gd name="connsiteY119" fmla="*/ 1937539 h 2345944"/>
                <a:gd name="connsiteX120" fmla="*/ 230680 w 1874542"/>
                <a:gd name="connsiteY120" fmla="*/ 1934459 h 2345944"/>
                <a:gd name="connsiteX121" fmla="*/ 206700 w 1874542"/>
                <a:gd name="connsiteY121" fmla="*/ 1898104 h 2345944"/>
                <a:gd name="connsiteX122" fmla="*/ 202094 w 1874542"/>
                <a:gd name="connsiteY122" fmla="*/ 1901010 h 2345944"/>
                <a:gd name="connsiteX123" fmla="*/ 179368 w 1874542"/>
                <a:gd name="connsiteY123" fmla="*/ 1863610 h 2345944"/>
                <a:gd name="connsiteX124" fmla="*/ 184079 w 1874542"/>
                <a:gd name="connsiteY124" fmla="*/ 1860867 h 2345944"/>
                <a:gd name="connsiteX125" fmla="*/ 162815 w 1874542"/>
                <a:gd name="connsiteY125" fmla="*/ 1822814 h 2345944"/>
                <a:gd name="connsiteX126" fmla="*/ 158009 w 1874542"/>
                <a:gd name="connsiteY126" fmla="*/ 1825383 h 2345944"/>
                <a:gd name="connsiteX127" fmla="*/ 138042 w 1874542"/>
                <a:gd name="connsiteY127" fmla="*/ 1786459 h 2345944"/>
                <a:gd name="connsiteX128" fmla="*/ 142935 w 1874542"/>
                <a:gd name="connsiteY128" fmla="*/ 1784064 h 2345944"/>
                <a:gd name="connsiteX129" fmla="*/ 124428 w 1874542"/>
                <a:gd name="connsiteY129" fmla="*/ 1744662 h 2345944"/>
                <a:gd name="connsiteX130" fmla="*/ 119455 w 1874542"/>
                <a:gd name="connsiteY130" fmla="*/ 1746893 h 2345944"/>
                <a:gd name="connsiteX131" fmla="*/ 102223 w 1874542"/>
                <a:gd name="connsiteY131" fmla="*/ 1706696 h 2345944"/>
                <a:gd name="connsiteX132" fmla="*/ 107269 w 1874542"/>
                <a:gd name="connsiteY132" fmla="*/ 1704638 h 2345944"/>
                <a:gd name="connsiteX133" fmla="*/ 91455 w 1874542"/>
                <a:gd name="connsiteY133" fmla="*/ 1664038 h 2345944"/>
                <a:gd name="connsiteX134" fmla="*/ 86343 w 1874542"/>
                <a:gd name="connsiteY134" fmla="*/ 1665921 h 2345944"/>
                <a:gd name="connsiteX135" fmla="*/ 71812 w 1874542"/>
                <a:gd name="connsiteY135" fmla="*/ 1624625 h 2345944"/>
                <a:gd name="connsiteX136" fmla="*/ 76983 w 1874542"/>
                <a:gd name="connsiteY136" fmla="*/ 1622905 h 2345944"/>
                <a:gd name="connsiteX137" fmla="*/ 63872 w 1874542"/>
                <a:gd name="connsiteY137" fmla="*/ 1581358 h 2345944"/>
                <a:gd name="connsiteX138" fmla="*/ 58648 w 1874542"/>
                <a:gd name="connsiteY138" fmla="*/ 1582914 h 2345944"/>
                <a:gd name="connsiteX139" fmla="*/ 46838 w 1874542"/>
                <a:gd name="connsiteY139" fmla="*/ 1540834 h 2345944"/>
                <a:gd name="connsiteX140" fmla="*/ 52108 w 1874542"/>
                <a:gd name="connsiteY140" fmla="*/ 1539441 h 2345944"/>
                <a:gd name="connsiteX141" fmla="*/ 41671 w 1874542"/>
                <a:gd name="connsiteY141" fmla="*/ 1497154 h 2345944"/>
                <a:gd name="connsiteX142" fmla="*/ 36360 w 1874542"/>
                <a:gd name="connsiteY142" fmla="*/ 1498373 h 2345944"/>
                <a:gd name="connsiteX143" fmla="*/ 27210 w 1874542"/>
                <a:gd name="connsiteY143" fmla="*/ 1455563 h 2345944"/>
                <a:gd name="connsiteX144" fmla="*/ 32557 w 1874542"/>
                <a:gd name="connsiteY144" fmla="*/ 1454518 h 2345944"/>
                <a:gd name="connsiteX145" fmla="*/ 24766 w 1874542"/>
                <a:gd name="connsiteY145" fmla="*/ 1411610 h 2345944"/>
                <a:gd name="connsiteX146" fmla="*/ 19389 w 1874542"/>
                <a:gd name="connsiteY146" fmla="*/ 1412492 h 2345944"/>
                <a:gd name="connsiteX147" fmla="*/ 12904 w 1874542"/>
                <a:gd name="connsiteY147" fmla="*/ 1369291 h 2345944"/>
                <a:gd name="connsiteX148" fmla="*/ 18306 w 1874542"/>
                <a:gd name="connsiteY148" fmla="*/ 1368572 h 2345944"/>
                <a:gd name="connsiteX149" fmla="*/ 13148 w 1874542"/>
                <a:gd name="connsiteY149" fmla="*/ 1325316 h 2345944"/>
                <a:gd name="connsiteX150" fmla="*/ 7727 w 1874542"/>
                <a:gd name="connsiteY150" fmla="*/ 1325871 h 2345944"/>
                <a:gd name="connsiteX151" fmla="*/ 3853 w 1874542"/>
                <a:gd name="connsiteY151" fmla="*/ 1282278 h 2345944"/>
                <a:gd name="connsiteX152" fmla="*/ 9289 w 1874542"/>
                <a:gd name="connsiteY152" fmla="*/ 1281875 h 2345944"/>
                <a:gd name="connsiteX153" fmla="*/ 6725 w 1874542"/>
                <a:gd name="connsiteY153" fmla="*/ 1238347 h 2345944"/>
                <a:gd name="connsiteX154" fmla="*/ 1280 w 1874542"/>
                <a:gd name="connsiteY154" fmla="*/ 1238587 h 2345944"/>
                <a:gd name="connsiteX155" fmla="*/ 0 w 1874542"/>
                <a:gd name="connsiteY155" fmla="*/ 1194928 h 2345944"/>
                <a:gd name="connsiteX156" fmla="*/ 5450 w 1874542"/>
                <a:gd name="connsiteY156" fmla="*/ 1194841 h 2345944"/>
                <a:gd name="connsiteX157" fmla="*/ 5289 w 1874542"/>
                <a:gd name="connsiteY157" fmla="*/ 1172974 h 2345944"/>
                <a:gd name="connsiteX158" fmla="*/ 5450 w 1874542"/>
                <a:gd name="connsiteY158" fmla="*/ 1151106 h 2345944"/>
                <a:gd name="connsiteX159" fmla="*/ 0 w 1874542"/>
                <a:gd name="connsiteY159" fmla="*/ 1151019 h 2345944"/>
                <a:gd name="connsiteX160" fmla="*/ 1280 w 1874542"/>
                <a:gd name="connsiteY160" fmla="*/ 1107360 h 2345944"/>
                <a:gd name="connsiteX161" fmla="*/ 6725 w 1874542"/>
                <a:gd name="connsiteY161" fmla="*/ 1107600 h 2345944"/>
                <a:gd name="connsiteX162" fmla="*/ 9289 w 1874542"/>
                <a:gd name="connsiteY162" fmla="*/ 1064072 h 2345944"/>
                <a:gd name="connsiteX163" fmla="*/ 3853 w 1874542"/>
                <a:gd name="connsiteY163" fmla="*/ 1063669 h 2345944"/>
                <a:gd name="connsiteX164" fmla="*/ 7727 w 1874542"/>
                <a:gd name="connsiteY164" fmla="*/ 1020076 h 2345944"/>
                <a:gd name="connsiteX165" fmla="*/ 13148 w 1874542"/>
                <a:gd name="connsiteY165" fmla="*/ 1020631 h 2345944"/>
                <a:gd name="connsiteX166" fmla="*/ 18306 w 1874542"/>
                <a:gd name="connsiteY166" fmla="*/ 977377 h 2345944"/>
                <a:gd name="connsiteX167" fmla="*/ 12904 w 1874542"/>
                <a:gd name="connsiteY167" fmla="*/ 976652 h 2345944"/>
                <a:gd name="connsiteX168" fmla="*/ 19389 w 1874542"/>
                <a:gd name="connsiteY168" fmla="*/ 933449 h 2345944"/>
                <a:gd name="connsiteX169" fmla="*/ 24766 w 1874542"/>
                <a:gd name="connsiteY169" fmla="*/ 934337 h 2345944"/>
                <a:gd name="connsiteX170" fmla="*/ 32557 w 1874542"/>
                <a:gd name="connsiteY170" fmla="*/ 891433 h 2345944"/>
                <a:gd name="connsiteX171" fmla="*/ 27209 w 1874542"/>
                <a:gd name="connsiteY171" fmla="*/ 890380 h 2345944"/>
                <a:gd name="connsiteX172" fmla="*/ 36360 w 1874542"/>
                <a:gd name="connsiteY172" fmla="*/ 847578 h 2345944"/>
                <a:gd name="connsiteX173" fmla="*/ 41671 w 1874542"/>
                <a:gd name="connsiteY173" fmla="*/ 848797 h 2345944"/>
                <a:gd name="connsiteX174" fmla="*/ 52108 w 1874542"/>
                <a:gd name="connsiteY174" fmla="*/ 806501 h 2345944"/>
                <a:gd name="connsiteX175" fmla="*/ 46838 w 1874542"/>
                <a:gd name="connsiteY175" fmla="*/ 805116 h 2345944"/>
                <a:gd name="connsiteX176" fmla="*/ 58648 w 1874542"/>
                <a:gd name="connsiteY176" fmla="*/ 763036 h 2345944"/>
                <a:gd name="connsiteX177" fmla="*/ 63872 w 1874542"/>
                <a:gd name="connsiteY177" fmla="*/ 764588 h 2345944"/>
                <a:gd name="connsiteX178" fmla="*/ 76983 w 1874542"/>
                <a:gd name="connsiteY178" fmla="*/ 723046 h 2345944"/>
                <a:gd name="connsiteX179" fmla="*/ 71812 w 1874542"/>
                <a:gd name="connsiteY179" fmla="*/ 721326 h 2345944"/>
                <a:gd name="connsiteX180" fmla="*/ 86343 w 1874542"/>
                <a:gd name="connsiteY180" fmla="*/ 680025 h 2345944"/>
                <a:gd name="connsiteX181" fmla="*/ 91454 w 1874542"/>
                <a:gd name="connsiteY181" fmla="*/ 681913 h 2345944"/>
                <a:gd name="connsiteX182" fmla="*/ 107269 w 1874542"/>
                <a:gd name="connsiteY182" fmla="*/ 641308 h 2345944"/>
                <a:gd name="connsiteX183" fmla="*/ 102223 w 1874542"/>
                <a:gd name="connsiteY183" fmla="*/ 639251 h 2345944"/>
                <a:gd name="connsiteX184" fmla="*/ 119454 w 1874542"/>
                <a:gd name="connsiteY184" fmla="*/ 599053 h 2345944"/>
                <a:gd name="connsiteX185" fmla="*/ 124428 w 1874542"/>
                <a:gd name="connsiteY185" fmla="*/ 601279 h 2345944"/>
                <a:gd name="connsiteX186" fmla="*/ 142935 w 1874542"/>
                <a:gd name="connsiteY186" fmla="*/ 561882 h 2345944"/>
                <a:gd name="connsiteX187" fmla="*/ 138042 w 1874542"/>
                <a:gd name="connsiteY187" fmla="*/ 559485 h 2345944"/>
                <a:gd name="connsiteX188" fmla="*/ 158009 w 1874542"/>
                <a:gd name="connsiteY188" fmla="*/ 520564 h 2345944"/>
                <a:gd name="connsiteX189" fmla="*/ 162815 w 1874542"/>
                <a:gd name="connsiteY189" fmla="*/ 523130 h 2345944"/>
                <a:gd name="connsiteX190" fmla="*/ 184079 w 1874542"/>
                <a:gd name="connsiteY190" fmla="*/ 485077 h 2345944"/>
                <a:gd name="connsiteX191" fmla="*/ 179368 w 1874542"/>
                <a:gd name="connsiteY191" fmla="*/ 482339 h 2345944"/>
                <a:gd name="connsiteX192" fmla="*/ 202094 w 1874542"/>
                <a:gd name="connsiteY192" fmla="*/ 444932 h 2345944"/>
                <a:gd name="connsiteX193" fmla="*/ 206700 w 1874542"/>
                <a:gd name="connsiteY193" fmla="*/ 447839 h 2345944"/>
                <a:gd name="connsiteX194" fmla="*/ 230680 w 1874542"/>
                <a:gd name="connsiteY194" fmla="*/ 411483 h 2345944"/>
                <a:gd name="connsiteX195" fmla="*/ 226186 w 1874542"/>
                <a:gd name="connsiteY195" fmla="*/ 408405 h 2345944"/>
                <a:gd name="connsiteX196" fmla="*/ 251644 w 1874542"/>
                <a:gd name="connsiteY196" fmla="*/ 372830 h 2345944"/>
                <a:gd name="connsiteX197" fmla="*/ 256016 w 1874542"/>
                <a:gd name="connsiteY197" fmla="*/ 376079 h 2345944"/>
                <a:gd name="connsiteX198" fmla="*/ 282706 w 1874542"/>
                <a:gd name="connsiteY198" fmla="*/ 341702 h 2345944"/>
                <a:gd name="connsiteX199" fmla="*/ 278466 w 1874542"/>
                <a:gd name="connsiteY199" fmla="*/ 338283 h 2345944"/>
                <a:gd name="connsiteX200" fmla="*/ 306651 w 1874542"/>
                <a:gd name="connsiteY200" fmla="*/ 304839 h 2345944"/>
                <a:gd name="connsiteX201" fmla="*/ 310748 w 1874542"/>
                <a:gd name="connsiteY201" fmla="*/ 308428 h 2345944"/>
                <a:gd name="connsiteX202" fmla="*/ 340174 w 1874542"/>
                <a:gd name="connsiteY202" fmla="*/ 276300 h 2345944"/>
                <a:gd name="connsiteX203" fmla="*/ 336231 w 1874542"/>
                <a:gd name="connsiteY203" fmla="*/ 272543 h 2345944"/>
                <a:gd name="connsiteX204" fmla="*/ 367148 w 1874542"/>
                <a:gd name="connsiteY204" fmla="*/ 241539 h 2345944"/>
                <a:gd name="connsiteX205" fmla="*/ 370926 w 1874542"/>
                <a:gd name="connsiteY205" fmla="*/ 245462 h 2345944"/>
                <a:gd name="connsiteX206" fmla="*/ 402987 w 1874542"/>
                <a:gd name="connsiteY206" fmla="*/ 216008 h 2345944"/>
                <a:gd name="connsiteX207" fmla="*/ 399387 w 1874542"/>
                <a:gd name="connsiteY207" fmla="*/ 211920 h 2345944"/>
                <a:gd name="connsiteX208" fmla="*/ 432925 w 1874542"/>
                <a:gd name="connsiteY208" fmla="*/ 183789 h 2345944"/>
                <a:gd name="connsiteX209" fmla="*/ 436334 w 1874542"/>
                <a:gd name="connsiteY209" fmla="*/ 188036 h 2345944"/>
                <a:gd name="connsiteX210" fmla="*/ 470935 w 1874542"/>
                <a:gd name="connsiteY210" fmla="*/ 161649 h 2345944"/>
                <a:gd name="connsiteX211" fmla="*/ 467732 w 1874542"/>
                <a:gd name="connsiteY211" fmla="*/ 157247 h 2345944"/>
                <a:gd name="connsiteX212" fmla="*/ 503769 w 1874542"/>
                <a:gd name="connsiteY212" fmla="*/ 132403 h 2345944"/>
                <a:gd name="connsiteX213" fmla="*/ 506754 w 1874542"/>
                <a:gd name="connsiteY213" fmla="*/ 136956 h 2345944"/>
                <a:gd name="connsiteX214" fmla="*/ 543742 w 1874542"/>
                <a:gd name="connsiteY214" fmla="*/ 114063 h 2345944"/>
                <a:gd name="connsiteX215" fmla="*/ 540989 w 1874542"/>
                <a:gd name="connsiteY215" fmla="*/ 109367 h 2345944"/>
                <a:gd name="connsiteX216" fmla="*/ 579332 w 1874542"/>
                <a:gd name="connsiteY216" fmla="*/ 88249 h 2345944"/>
                <a:gd name="connsiteX217" fmla="*/ 581840 w 1874542"/>
                <a:gd name="connsiteY217" fmla="*/ 93081 h 2345944"/>
                <a:gd name="connsiteX218" fmla="*/ 620979 w 1874542"/>
                <a:gd name="connsiteY218" fmla="*/ 74116 h 2345944"/>
                <a:gd name="connsiteX219" fmla="*/ 618731 w 1874542"/>
                <a:gd name="connsiteY219" fmla="*/ 69159 h 2345944"/>
                <a:gd name="connsiteX220" fmla="*/ 659100 w 1874542"/>
                <a:gd name="connsiteY220" fmla="*/ 52203 h 2345944"/>
                <a:gd name="connsiteX221" fmla="*/ 661076 w 1874542"/>
                <a:gd name="connsiteY221" fmla="*/ 57275 h 2345944"/>
                <a:gd name="connsiteX222" fmla="*/ 702037 w 1874542"/>
                <a:gd name="connsiteY222" fmla="*/ 42654 h 2345944"/>
                <a:gd name="connsiteX223" fmla="*/ 700345 w 1874542"/>
                <a:gd name="connsiteY223" fmla="*/ 37480 h 2345944"/>
                <a:gd name="connsiteX224" fmla="*/ 742346 w 1874542"/>
                <a:gd name="connsiteY224" fmla="*/ 25084 h 2345944"/>
                <a:gd name="connsiteX225" fmla="*/ 743742 w 1874542"/>
                <a:gd name="connsiteY225" fmla="*/ 30344 h 2345944"/>
                <a:gd name="connsiteX226" fmla="*/ 786071 w 1874542"/>
                <a:gd name="connsiteY226" fmla="*/ 20421 h 2345944"/>
                <a:gd name="connsiteX227" fmla="*/ 784978 w 1874542"/>
                <a:gd name="connsiteY227" fmla="*/ 15090 h 2345944"/>
                <a:gd name="connsiteX228" fmla="*/ 828109 w 1874542"/>
                <a:gd name="connsiteY228" fmla="*/ 7555 h 2345944"/>
                <a:gd name="connsiteX229" fmla="*/ 828892 w 1874542"/>
                <a:gd name="connsiteY229" fmla="*/ 12941 h 2345944"/>
                <a:gd name="connsiteX230" fmla="*/ 872071 w 1874542"/>
                <a:gd name="connsiteY230" fmla="*/ 7940 h 2345944"/>
                <a:gd name="connsiteX231" fmla="*/ 871600 w 1874542"/>
                <a:gd name="connsiteY231" fmla="*/ 2519 h 2345944"/>
                <a:gd name="connsiteX232" fmla="*/ 915310 w 1874542"/>
                <a:gd name="connsiteY232" fmla="*/ 0 h 2345944"/>
                <a:gd name="connsiteX233" fmla="*/ 915467 w 1874542"/>
                <a:gd name="connsiteY233" fmla="*/ 5440 h 2345944"/>
                <a:gd name="connsiteX234" fmla="*/ 937273 w 1874542"/>
                <a:gd name="connsiteY234" fmla="*/ 5127 h 2345944"/>
                <a:gd name="connsiteX235" fmla="*/ 959080 w 1874542"/>
                <a:gd name="connsiteY235" fmla="*/ 5440 h 2345944"/>
                <a:gd name="connsiteX236" fmla="*/ 959237 w 1874542"/>
                <a:gd name="connsiteY236" fmla="*/ 0 h 2345944"/>
                <a:gd name="connsiteX237" fmla="*/ 1002945 w 1874542"/>
                <a:gd name="connsiteY237" fmla="*/ 2519 h 2345944"/>
                <a:gd name="connsiteX238" fmla="*/ 1002475 w 1874542"/>
                <a:gd name="connsiteY238" fmla="*/ 7940 h 2345944"/>
                <a:gd name="connsiteX239" fmla="*/ 1045654 w 1874542"/>
                <a:gd name="connsiteY239" fmla="*/ 12941 h 2345944"/>
                <a:gd name="connsiteX240" fmla="*/ 1046437 w 1874542"/>
                <a:gd name="connsiteY240" fmla="*/ 7555 h 2345944"/>
                <a:gd name="connsiteX241" fmla="*/ 1089565 w 1874542"/>
                <a:gd name="connsiteY241" fmla="*/ 15090 h 2345944"/>
                <a:gd name="connsiteX242" fmla="*/ 1088475 w 1874542"/>
                <a:gd name="connsiteY242" fmla="*/ 20421 h 2345944"/>
                <a:gd name="connsiteX243" fmla="*/ 1130800 w 1874542"/>
                <a:gd name="connsiteY243" fmla="*/ 30344 h 2345944"/>
                <a:gd name="connsiteX244" fmla="*/ 1132196 w 1874542"/>
                <a:gd name="connsiteY244" fmla="*/ 25084 h 2345944"/>
                <a:gd name="connsiteX245" fmla="*/ 1174205 w 1874542"/>
                <a:gd name="connsiteY245" fmla="*/ 37480 h 2345944"/>
                <a:gd name="connsiteX246" fmla="*/ 1172505 w 1874542"/>
                <a:gd name="connsiteY246" fmla="*/ 42654 h 2345944"/>
                <a:gd name="connsiteX247" fmla="*/ 1213468 w 1874542"/>
                <a:gd name="connsiteY247" fmla="*/ 57275 h 2345944"/>
                <a:gd name="connsiteX248" fmla="*/ 1215440 w 1874542"/>
                <a:gd name="connsiteY248" fmla="*/ 52203 h 2345944"/>
                <a:gd name="connsiteX249" fmla="*/ 1255815 w 1874542"/>
                <a:gd name="connsiteY249" fmla="*/ 69158 h 2345944"/>
                <a:gd name="connsiteX250" fmla="*/ 1253569 w 1874542"/>
                <a:gd name="connsiteY250" fmla="*/ 74116 h 2345944"/>
                <a:gd name="connsiteX251" fmla="*/ 1292701 w 1874542"/>
                <a:gd name="connsiteY251" fmla="*/ 93081 h 2345944"/>
                <a:gd name="connsiteX252" fmla="*/ 1295208 w 1874542"/>
                <a:gd name="connsiteY252" fmla="*/ 88249 h 2345944"/>
                <a:gd name="connsiteX253" fmla="*/ 1333555 w 1874542"/>
                <a:gd name="connsiteY253" fmla="*/ 109367 h 2345944"/>
                <a:gd name="connsiteX254" fmla="*/ 1330808 w 1874542"/>
                <a:gd name="connsiteY254" fmla="*/ 114063 h 2345944"/>
                <a:gd name="connsiteX255" fmla="*/ 1367792 w 1874542"/>
                <a:gd name="connsiteY255" fmla="*/ 136956 h 2345944"/>
                <a:gd name="connsiteX256" fmla="*/ 1370779 w 1874542"/>
                <a:gd name="connsiteY256" fmla="*/ 132403 h 2345944"/>
                <a:gd name="connsiteX257" fmla="*/ 1406815 w 1874542"/>
                <a:gd name="connsiteY257" fmla="*/ 157247 h 2345944"/>
                <a:gd name="connsiteX258" fmla="*/ 1403610 w 1874542"/>
                <a:gd name="connsiteY258" fmla="*/ 161649 h 2345944"/>
                <a:gd name="connsiteX259" fmla="*/ 1438208 w 1874542"/>
                <a:gd name="connsiteY259" fmla="*/ 188035 h 2345944"/>
                <a:gd name="connsiteX260" fmla="*/ 1441619 w 1874542"/>
                <a:gd name="connsiteY260" fmla="*/ 183789 h 2345944"/>
                <a:gd name="connsiteX261" fmla="*/ 1475159 w 1874542"/>
                <a:gd name="connsiteY261" fmla="*/ 211920 h 2345944"/>
                <a:gd name="connsiteX262" fmla="*/ 1471562 w 1874542"/>
                <a:gd name="connsiteY262" fmla="*/ 216006 h 2345944"/>
                <a:gd name="connsiteX263" fmla="*/ 1503620 w 1874542"/>
                <a:gd name="connsiteY263" fmla="*/ 245462 h 2345944"/>
                <a:gd name="connsiteX264" fmla="*/ 1507402 w 1874542"/>
                <a:gd name="connsiteY264" fmla="*/ 241539 h 2345944"/>
                <a:gd name="connsiteX265" fmla="*/ 1538315 w 1874542"/>
                <a:gd name="connsiteY265" fmla="*/ 272543 h 2345944"/>
                <a:gd name="connsiteX266" fmla="*/ 1534369 w 1874542"/>
                <a:gd name="connsiteY266" fmla="*/ 276299 h 2345944"/>
                <a:gd name="connsiteX267" fmla="*/ 1563800 w 1874542"/>
                <a:gd name="connsiteY267" fmla="*/ 308428 h 2345944"/>
                <a:gd name="connsiteX268" fmla="*/ 1567898 w 1874542"/>
                <a:gd name="connsiteY268" fmla="*/ 304839 h 2345944"/>
                <a:gd name="connsiteX269" fmla="*/ 1596075 w 1874542"/>
                <a:gd name="connsiteY269" fmla="*/ 338283 h 2345944"/>
                <a:gd name="connsiteX270" fmla="*/ 1591835 w 1874542"/>
                <a:gd name="connsiteY270" fmla="*/ 341702 h 2345944"/>
                <a:gd name="connsiteX271" fmla="*/ 1618530 w 1874542"/>
                <a:gd name="connsiteY271" fmla="*/ 376079 h 2345944"/>
                <a:gd name="connsiteX272" fmla="*/ 1622901 w 1874542"/>
                <a:gd name="connsiteY272" fmla="*/ 372830 h 2345944"/>
                <a:gd name="connsiteX273" fmla="*/ 1648364 w 1874542"/>
                <a:gd name="connsiteY273" fmla="*/ 408405 h 2345944"/>
                <a:gd name="connsiteX274" fmla="*/ 1643862 w 1874542"/>
                <a:gd name="connsiteY274" fmla="*/ 411483 h 2345944"/>
                <a:gd name="connsiteX275" fmla="*/ 1667842 w 1874542"/>
                <a:gd name="connsiteY275" fmla="*/ 447839 h 2345944"/>
                <a:gd name="connsiteX276" fmla="*/ 1672453 w 1874542"/>
                <a:gd name="connsiteY276" fmla="*/ 444931 h 2345944"/>
                <a:gd name="connsiteX277" fmla="*/ 1695180 w 1874542"/>
                <a:gd name="connsiteY277" fmla="*/ 482339 h 2345944"/>
                <a:gd name="connsiteX278" fmla="*/ 1690471 w 1874542"/>
                <a:gd name="connsiteY278" fmla="*/ 485077 h 2345944"/>
                <a:gd name="connsiteX279" fmla="*/ 1711726 w 1874542"/>
                <a:gd name="connsiteY279" fmla="*/ 523130 h 2345944"/>
                <a:gd name="connsiteX280" fmla="*/ 1716533 w 1874542"/>
                <a:gd name="connsiteY280" fmla="*/ 520563 h 2345944"/>
                <a:gd name="connsiteX281" fmla="*/ 1736502 w 1874542"/>
                <a:gd name="connsiteY281" fmla="*/ 559485 h 2345944"/>
                <a:gd name="connsiteX282" fmla="*/ 1731608 w 1874542"/>
                <a:gd name="connsiteY282" fmla="*/ 561882 h 2345944"/>
                <a:gd name="connsiteX283" fmla="*/ 1750117 w 1874542"/>
                <a:gd name="connsiteY283" fmla="*/ 601279 h 2345944"/>
                <a:gd name="connsiteX284" fmla="*/ 1755087 w 1874542"/>
                <a:gd name="connsiteY284" fmla="*/ 599053 h 2345944"/>
                <a:gd name="connsiteX285" fmla="*/ 1772320 w 1874542"/>
                <a:gd name="connsiteY285" fmla="*/ 639249 h 2345944"/>
                <a:gd name="connsiteX286" fmla="*/ 1767274 w 1874542"/>
                <a:gd name="connsiteY286" fmla="*/ 641307 h 2345944"/>
                <a:gd name="connsiteX287" fmla="*/ 1783090 w 1874542"/>
                <a:gd name="connsiteY287" fmla="*/ 681912 h 2345944"/>
                <a:gd name="connsiteX288" fmla="*/ 1788202 w 1874542"/>
                <a:gd name="connsiteY288" fmla="*/ 680025 h 2345944"/>
                <a:gd name="connsiteX289" fmla="*/ 1802732 w 1874542"/>
                <a:gd name="connsiteY289" fmla="*/ 721326 h 2345944"/>
                <a:gd name="connsiteX290" fmla="*/ 1797565 w 1874542"/>
                <a:gd name="connsiteY290" fmla="*/ 723046 h 2345944"/>
                <a:gd name="connsiteX291" fmla="*/ 1810678 w 1874542"/>
                <a:gd name="connsiteY291" fmla="*/ 764588 h 2345944"/>
                <a:gd name="connsiteX292" fmla="*/ 1815899 w 1874542"/>
                <a:gd name="connsiteY292" fmla="*/ 763036 h 2345944"/>
                <a:gd name="connsiteX293" fmla="*/ 1827704 w 1874542"/>
                <a:gd name="connsiteY293" fmla="*/ 805115 h 2345944"/>
                <a:gd name="connsiteX294" fmla="*/ 1822440 w 1874542"/>
                <a:gd name="connsiteY294" fmla="*/ 806501 h 2345944"/>
                <a:gd name="connsiteX295" fmla="*/ 1832871 w 1874542"/>
                <a:gd name="connsiteY295" fmla="*/ 848797 h 2345944"/>
                <a:gd name="connsiteX296" fmla="*/ 1838190 w 1874542"/>
                <a:gd name="connsiteY296" fmla="*/ 847578 h 2345944"/>
                <a:gd name="connsiteX297" fmla="*/ 1847336 w 1874542"/>
                <a:gd name="connsiteY297" fmla="*/ 890380 h 2345944"/>
                <a:gd name="connsiteX298" fmla="*/ 1841994 w 1874542"/>
                <a:gd name="connsiteY298" fmla="*/ 891432 h 2345944"/>
                <a:gd name="connsiteX299" fmla="*/ 1849777 w 1874542"/>
                <a:gd name="connsiteY299" fmla="*/ 934337 h 2345944"/>
                <a:gd name="connsiteX300" fmla="*/ 1855162 w 1874542"/>
                <a:gd name="connsiteY300" fmla="*/ 933449 h 2345944"/>
                <a:gd name="connsiteX301" fmla="*/ 1861637 w 1874542"/>
                <a:gd name="connsiteY301" fmla="*/ 976652 h 2345944"/>
                <a:gd name="connsiteX302" fmla="*/ 1856241 w 1874542"/>
                <a:gd name="connsiteY302" fmla="*/ 977377 h 2345944"/>
                <a:gd name="connsiteX303" fmla="*/ 1861397 w 1874542"/>
                <a:gd name="connsiteY303" fmla="*/ 1020631 h 2345944"/>
                <a:gd name="connsiteX304" fmla="*/ 1866814 w 1874542"/>
                <a:gd name="connsiteY304" fmla="*/ 1020076 h 2345944"/>
                <a:gd name="connsiteX305" fmla="*/ 1870695 w 1874542"/>
                <a:gd name="connsiteY305" fmla="*/ 1063669 h 2345944"/>
                <a:gd name="connsiteX306" fmla="*/ 1865256 w 1874542"/>
                <a:gd name="connsiteY306" fmla="*/ 1064072 h 2345944"/>
                <a:gd name="connsiteX307" fmla="*/ 1867817 w 1874542"/>
                <a:gd name="connsiteY307" fmla="*/ 1107600 h 2345944"/>
                <a:gd name="connsiteX308" fmla="*/ 1873267 w 1874542"/>
                <a:gd name="connsiteY308" fmla="*/ 1107360 h 234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</a:cxnLst>
              <a:rect l="l" t="t" r="r" b="b"/>
              <a:pathLst>
                <a:path w="1874542" h="2345944">
                  <a:moveTo>
                    <a:pt x="1873267" y="1107360"/>
                  </a:moveTo>
                  <a:cubicBezTo>
                    <a:pt x="1873899" y="1121848"/>
                    <a:pt x="1874335" y="1136401"/>
                    <a:pt x="1874543" y="1151019"/>
                  </a:cubicBezTo>
                  <a:lnTo>
                    <a:pt x="1869092" y="1151106"/>
                  </a:lnTo>
                  <a:cubicBezTo>
                    <a:pt x="1869201" y="1158377"/>
                    <a:pt x="1869256" y="1165670"/>
                    <a:pt x="1869256" y="1172974"/>
                  </a:cubicBezTo>
                  <a:cubicBezTo>
                    <a:pt x="1869256" y="1180277"/>
                    <a:pt x="1869201" y="1187570"/>
                    <a:pt x="1869092" y="1194841"/>
                  </a:cubicBezTo>
                  <a:lnTo>
                    <a:pt x="1874543" y="1194928"/>
                  </a:lnTo>
                  <a:cubicBezTo>
                    <a:pt x="1874335" y="1209546"/>
                    <a:pt x="1873899" y="1224099"/>
                    <a:pt x="1873267" y="1238587"/>
                  </a:cubicBezTo>
                  <a:lnTo>
                    <a:pt x="1867817" y="1238347"/>
                  </a:lnTo>
                  <a:cubicBezTo>
                    <a:pt x="1867174" y="1252933"/>
                    <a:pt x="1866324" y="1267442"/>
                    <a:pt x="1865256" y="1281875"/>
                  </a:cubicBezTo>
                  <a:lnTo>
                    <a:pt x="1870695" y="1282278"/>
                  </a:lnTo>
                  <a:cubicBezTo>
                    <a:pt x="1869616" y="1296885"/>
                    <a:pt x="1868319" y="1311427"/>
                    <a:pt x="1866814" y="1325871"/>
                  </a:cubicBezTo>
                  <a:lnTo>
                    <a:pt x="1861397" y="1325316"/>
                  </a:lnTo>
                  <a:cubicBezTo>
                    <a:pt x="1859893" y="1339815"/>
                    <a:pt x="1858170" y="1354237"/>
                    <a:pt x="1856241" y="1368572"/>
                  </a:cubicBezTo>
                  <a:lnTo>
                    <a:pt x="1861637" y="1369291"/>
                  </a:lnTo>
                  <a:cubicBezTo>
                    <a:pt x="1859696" y="1383789"/>
                    <a:pt x="1857527" y="1398190"/>
                    <a:pt x="1855162" y="1412492"/>
                  </a:cubicBezTo>
                  <a:lnTo>
                    <a:pt x="1849777" y="1411610"/>
                  </a:lnTo>
                  <a:cubicBezTo>
                    <a:pt x="1847390" y="1426011"/>
                    <a:pt x="1844796" y="1440314"/>
                    <a:pt x="1841994" y="1454507"/>
                  </a:cubicBezTo>
                  <a:lnTo>
                    <a:pt x="1847336" y="1455563"/>
                  </a:lnTo>
                  <a:cubicBezTo>
                    <a:pt x="1844501" y="1469942"/>
                    <a:pt x="1841449" y="1484212"/>
                    <a:pt x="1838190" y="1498373"/>
                  </a:cubicBezTo>
                  <a:lnTo>
                    <a:pt x="1832871" y="1497154"/>
                  </a:lnTo>
                  <a:cubicBezTo>
                    <a:pt x="1829601" y="1511358"/>
                    <a:pt x="1826124" y="1525465"/>
                    <a:pt x="1822440" y="1539441"/>
                  </a:cubicBezTo>
                  <a:lnTo>
                    <a:pt x="1827704" y="1540834"/>
                  </a:lnTo>
                  <a:cubicBezTo>
                    <a:pt x="1823976" y="1554973"/>
                    <a:pt x="1820042" y="1569004"/>
                    <a:pt x="1815899" y="1582914"/>
                  </a:cubicBezTo>
                  <a:lnTo>
                    <a:pt x="1810678" y="1581358"/>
                  </a:lnTo>
                  <a:cubicBezTo>
                    <a:pt x="1806514" y="1595334"/>
                    <a:pt x="1802143" y="1609179"/>
                    <a:pt x="1797565" y="1622905"/>
                  </a:cubicBezTo>
                  <a:lnTo>
                    <a:pt x="1802732" y="1624625"/>
                  </a:lnTo>
                  <a:cubicBezTo>
                    <a:pt x="1798099" y="1638524"/>
                    <a:pt x="1793249" y="1652294"/>
                    <a:pt x="1788202" y="1665921"/>
                  </a:cubicBezTo>
                  <a:lnTo>
                    <a:pt x="1783090" y="1664027"/>
                  </a:lnTo>
                  <a:cubicBezTo>
                    <a:pt x="1778021" y="1677710"/>
                    <a:pt x="1772746" y="1691250"/>
                    <a:pt x="1767274" y="1704638"/>
                  </a:cubicBezTo>
                  <a:lnTo>
                    <a:pt x="1772320" y="1706696"/>
                  </a:lnTo>
                  <a:cubicBezTo>
                    <a:pt x="1766783" y="1720247"/>
                    <a:pt x="1761039" y="1733646"/>
                    <a:pt x="1755087" y="1746893"/>
                  </a:cubicBezTo>
                  <a:lnTo>
                    <a:pt x="1750117" y="1744662"/>
                  </a:lnTo>
                  <a:cubicBezTo>
                    <a:pt x="1744143" y="1757963"/>
                    <a:pt x="1737974" y="1771101"/>
                    <a:pt x="1731608" y="1784064"/>
                  </a:cubicBezTo>
                  <a:lnTo>
                    <a:pt x="1736502" y="1786459"/>
                  </a:lnTo>
                  <a:cubicBezTo>
                    <a:pt x="1730049" y="1799608"/>
                    <a:pt x="1723390" y="1812582"/>
                    <a:pt x="1716533" y="1825383"/>
                  </a:cubicBezTo>
                  <a:lnTo>
                    <a:pt x="1711726" y="1822814"/>
                  </a:lnTo>
                  <a:cubicBezTo>
                    <a:pt x="1704837" y="1835680"/>
                    <a:pt x="1697752" y="1848371"/>
                    <a:pt x="1690471" y="1860867"/>
                  </a:cubicBezTo>
                  <a:lnTo>
                    <a:pt x="1695180" y="1863610"/>
                  </a:lnTo>
                  <a:cubicBezTo>
                    <a:pt x="1687800" y="1876269"/>
                    <a:pt x="1680225" y="1888743"/>
                    <a:pt x="1672453" y="1901010"/>
                  </a:cubicBezTo>
                  <a:lnTo>
                    <a:pt x="1667842" y="1898104"/>
                  </a:lnTo>
                  <a:cubicBezTo>
                    <a:pt x="1660048" y="1910425"/>
                    <a:pt x="1652048" y="1922551"/>
                    <a:pt x="1643862" y="1934459"/>
                  </a:cubicBezTo>
                  <a:lnTo>
                    <a:pt x="1648364" y="1937539"/>
                  </a:lnTo>
                  <a:cubicBezTo>
                    <a:pt x="1640068" y="1949610"/>
                    <a:pt x="1631577" y="1961474"/>
                    <a:pt x="1622901" y="1973110"/>
                  </a:cubicBezTo>
                  <a:lnTo>
                    <a:pt x="1618530" y="1969867"/>
                  </a:lnTo>
                  <a:cubicBezTo>
                    <a:pt x="1609820" y="1981557"/>
                    <a:pt x="1600926" y="1993019"/>
                    <a:pt x="1591835" y="2004241"/>
                  </a:cubicBezTo>
                  <a:lnTo>
                    <a:pt x="1596075" y="2007658"/>
                  </a:lnTo>
                  <a:cubicBezTo>
                    <a:pt x="1586875" y="2019055"/>
                    <a:pt x="1577469" y="2030201"/>
                    <a:pt x="1567898" y="2041107"/>
                  </a:cubicBezTo>
                  <a:lnTo>
                    <a:pt x="1563800" y="2037515"/>
                  </a:lnTo>
                  <a:cubicBezTo>
                    <a:pt x="1554175" y="2048476"/>
                    <a:pt x="1544365" y="2059187"/>
                    <a:pt x="1534369" y="2069647"/>
                  </a:cubicBezTo>
                  <a:lnTo>
                    <a:pt x="1538315" y="2073402"/>
                  </a:lnTo>
                  <a:cubicBezTo>
                    <a:pt x="1528189" y="2084004"/>
                    <a:pt x="1517877" y="2094344"/>
                    <a:pt x="1507402" y="2104402"/>
                  </a:cubicBezTo>
                  <a:lnTo>
                    <a:pt x="1503620" y="2100483"/>
                  </a:lnTo>
                  <a:cubicBezTo>
                    <a:pt x="1493112" y="2110584"/>
                    <a:pt x="1482419" y="2120402"/>
                    <a:pt x="1471562" y="2129938"/>
                  </a:cubicBezTo>
                  <a:lnTo>
                    <a:pt x="1475159" y="2134030"/>
                  </a:lnTo>
                  <a:cubicBezTo>
                    <a:pt x="1464150" y="2143696"/>
                    <a:pt x="1452967" y="2153078"/>
                    <a:pt x="1441619" y="2162156"/>
                  </a:cubicBezTo>
                  <a:lnTo>
                    <a:pt x="1438208" y="2157911"/>
                  </a:lnTo>
                  <a:cubicBezTo>
                    <a:pt x="1426839" y="2167011"/>
                    <a:pt x="1415306" y="2175806"/>
                    <a:pt x="1403610" y="2184296"/>
                  </a:cubicBezTo>
                  <a:lnTo>
                    <a:pt x="1406815" y="2188693"/>
                  </a:lnTo>
                  <a:cubicBezTo>
                    <a:pt x="1394967" y="2197303"/>
                    <a:pt x="1382955" y="2205586"/>
                    <a:pt x="1370779" y="2213543"/>
                  </a:cubicBezTo>
                  <a:lnTo>
                    <a:pt x="1367792" y="2208993"/>
                  </a:lnTo>
                  <a:cubicBezTo>
                    <a:pt x="1355617" y="2216950"/>
                    <a:pt x="1343289" y="2224580"/>
                    <a:pt x="1330808" y="2231884"/>
                  </a:cubicBezTo>
                  <a:lnTo>
                    <a:pt x="1333555" y="2236575"/>
                  </a:lnTo>
                  <a:cubicBezTo>
                    <a:pt x="1320932" y="2243966"/>
                    <a:pt x="1308147" y="2251008"/>
                    <a:pt x="1295219" y="2257692"/>
                  </a:cubicBezTo>
                  <a:lnTo>
                    <a:pt x="1292701" y="2252870"/>
                  </a:lnTo>
                  <a:cubicBezTo>
                    <a:pt x="1279806" y="2259542"/>
                    <a:pt x="1266759" y="2265866"/>
                    <a:pt x="1253569" y="2271831"/>
                  </a:cubicBezTo>
                  <a:lnTo>
                    <a:pt x="1255815" y="2276783"/>
                  </a:lnTo>
                  <a:cubicBezTo>
                    <a:pt x="1242495" y="2282814"/>
                    <a:pt x="1229033" y="2288463"/>
                    <a:pt x="1215451" y="2293742"/>
                  </a:cubicBezTo>
                  <a:lnTo>
                    <a:pt x="1213468" y="2288670"/>
                  </a:lnTo>
                  <a:cubicBezTo>
                    <a:pt x="1199940" y="2293927"/>
                    <a:pt x="1186293" y="2298803"/>
                    <a:pt x="1172505" y="2303288"/>
                  </a:cubicBezTo>
                  <a:lnTo>
                    <a:pt x="1174205" y="2308469"/>
                  </a:lnTo>
                  <a:cubicBezTo>
                    <a:pt x="1160318" y="2312986"/>
                    <a:pt x="1146322" y="2317122"/>
                    <a:pt x="1132196" y="2320867"/>
                  </a:cubicBezTo>
                  <a:lnTo>
                    <a:pt x="1130800" y="2315598"/>
                  </a:lnTo>
                  <a:cubicBezTo>
                    <a:pt x="1116805" y="2319310"/>
                    <a:pt x="1102700" y="2322619"/>
                    <a:pt x="1088475" y="2325525"/>
                  </a:cubicBezTo>
                  <a:lnTo>
                    <a:pt x="1089565" y="2330859"/>
                  </a:lnTo>
                  <a:cubicBezTo>
                    <a:pt x="1075298" y="2333776"/>
                    <a:pt x="1060918" y="2336290"/>
                    <a:pt x="1046437" y="2338391"/>
                  </a:cubicBezTo>
                  <a:lnTo>
                    <a:pt x="1045654" y="2333003"/>
                  </a:lnTo>
                  <a:cubicBezTo>
                    <a:pt x="1031357" y="2335082"/>
                    <a:pt x="1016962" y="2336747"/>
                    <a:pt x="1002475" y="2338010"/>
                  </a:cubicBezTo>
                  <a:lnTo>
                    <a:pt x="1002945" y="2343431"/>
                  </a:lnTo>
                  <a:cubicBezTo>
                    <a:pt x="988465" y="2344682"/>
                    <a:pt x="973892" y="2345521"/>
                    <a:pt x="959237" y="2345945"/>
                  </a:cubicBezTo>
                  <a:lnTo>
                    <a:pt x="959080" y="2340503"/>
                  </a:lnTo>
                  <a:cubicBezTo>
                    <a:pt x="951831" y="2340709"/>
                    <a:pt x="944562" y="2340818"/>
                    <a:pt x="937273" y="2340818"/>
                  </a:cubicBezTo>
                  <a:cubicBezTo>
                    <a:pt x="929984" y="2340818"/>
                    <a:pt x="922716" y="2340709"/>
                    <a:pt x="915467" y="2340503"/>
                  </a:cubicBezTo>
                  <a:lnTo>
                    <a:pt x="915310" y="2345945"/>
                  </a:lnTo>
                  <a:cubicBezTo>
                    <a:pt x="900655" y="2345521"/>
                    <a:pt x="886082" y="2344682"/>
                    <a:pt x="871600" y="2343431"/>
                  </a:cubicBezTo>
                  <a:lnTo>
                    <a:pt x="872071" y="2338010"/>
                  </a:lnTo>
                  <a:cubicBezTo>
                    <a:pt x="857585" y="2336747"/>
                    <a:pt x="843189" y="2335082"/>
                    <a:pt x="828892" y="2333003"/>
                  </a:cubicBezTo>
                  <a:lnTo>
                    <a:pt x="828109" y="2338391"/>
                  </a:lnTo>
                  <a:cubicBezTo>
                    <a:pt x="813629" y="2336290"/>
                    <a:pt x="799249" y="2333776"/>
                    <a:pt x="784978" y="2330859"/>
                  </a:cubicBezTo>
                  <a:lnTo>
                    <a:pt x="786071" y="2325525"/>
                  </a:lnTo>
                  <a:cubicBezTo>
                    <a:pt x="771850" y="2322619"/>
                    <a:pt x="757739" y="2319310"/>
                    <a:pt x="743742" y="2315598"/>
                  </a:cubicBezTo>
                  <a:lnTo>
                    <a:pt x="742346" y="2320867"/>
                  </a:lnTo>
                  <a:cubicBezTo>
                    <a:pt x="728226" y="2317122"/>
                    <a:pt x="714223" y="2312986"/>
                    <a:pt x="700345" y="2308469"/>
                  </a:cubicBezTo>
                  <a:lnTo>
                    <a:pt x="702037" y="2303288"/>
                  </a:lnTo>
                  <a:cubicBezTo>
                    <a:pt x="688257" y="2298803"/>
                    <a:pt x="674601" y="2293927"/>
                    <a:pt x="661076" y="2288670"/>
                  </a:cubicBezTo>
                  <a:lnTo>
                    <a:pt x="659101" y="2293742"/>
                  </a:lnTo>
                  <a:cubicBezTo>
                    <a:pt x="645508" y="2288463"/>
                    <a:pt x="632050" y="2282814"/>
                    <a:pt x="618731" y="2276783"/>
                  </a:cubicBezTo>
                  <a:lnTo>
                    <a:pt x="620979" y="2271831"/>
                  </a:lnTo>
                  <a:cubicBezTo>
                    <a:pt x="607793" y="2265866"/>
                    <a:pt x="594744" y="2259542"/>
                    <a:pt x="581840" y="2252870"/>
                  </a:cubicBezTo>
                  <a:lnTo>
                    <a:pt x="579333" y="2257692"/>
                  </a:lnTo>
                  <a:cubicBezTo>
                    <a:pt x="566404" y="2251008"/>
                    <a:pt x="553620" y="2243966"/>
                    <a:pt x="540989" y="2236575"/>
                  </a:cubicBezTo>
                  <a:lnTo>
                    <a:pt x="543742" y="2231884"/>
                  </a:lnTo>
                  <a:cubicBezTo>
                    <a:pt x="531261" y="2224580"/>
                    <a:pt x="518930" y="2216950"/>
                    <a:pt x="506754" y="2208993"/>
                  </a:cubicBezTo>
                  <a:lnTo>
                    <a:pt x="503769" y="2213543"/>
                  </a:lnTo>
                  <a:cubicBezTo>
                    <a:pt x="491597" y="2205586"/>
                    <a:pt x="479582" y="2197303"/>
                    <a:pt x="467732" y="2188704"/>
                  </a:cubicBezTo>
                  <a:lnTo>
                    <a:pt x="470936" y="2184296"/>
                  </a:lnTo>
                  <a:cubicBezTo>
                    <a:pt x="459239" y="2175806"/>
                    <a:pt x="447703" y="2167011"/>
                    <a:pt x="436334" y="2157911"/>
                  </a:cubicBezTo>
                  <a:lnTo>
                    <a:pt x="432925" y="2162156"/>
                  </a:lnTo>
                  <a:cubicBezTo>
                    <a:pt x="421577" y="2153078"/>
                    <a:pt x="410396" y="2143696"/>
                    <a:pt x="399387" y="2134030"/>
                  </a:cubicBezTo>
                  <a:lnTo>
                    <a:pt x="402987" y="2129938"/>
                  </a:lnTo>
                  <a:cubicBezTo>
                    <a:pt x="392129" y="2120402"/>
                    <a:pt x="381439" y="2110584"/>
                    <a:pt x="370926" y="2100483"/>
                  </a:cubicBezTo>
                  <a:lnTo>
                    <a:pt x="367148" y="2104402"/>
                  </a:lnTo>
                  <a:cubicBezTo>
                    <a:pt x="356665" y="2094344"/>
                    <a:pt x="346357" y="2084004"/>
                    <a:pt x="336231" y="2073402"/>
                  </a:cubicBezTo>
                  <a:lnTo>
                    <a:pt x="340174" y="2069647"/>
                  </a:lnTo>
                  <a:cubicBezTo>
                    <a:pt x="330187" y="2059187"/>
                    <a:pt x="320376" y="2048476"/>
                    <a:pt x="310749" y="2037515"/>
                  </a:cubicBezTo>
                  <a:lnTo>
                    <a:pt x="306652" y="2041107"/>
                  </a:lnTo>
                  <a:cubicBezTo>
                    <a:pt x="297073" y="2030201"/>
                    <a:pt x="287676" y="2019055"/>
                    <a:pt x="278466" y="2007658"/>
                  </a:cubicBezTo>
                  <a:lnTo>
                    <a:pt x="282706" y="2004241"/>
                  </a:lnTo>
                  <a:cubicBezTo>
                    <a:pt x="273625" y="1993019"/>
                    <a:pt x="264726" y="1981557"/>
                    <a:pt x="256016" y="1969867"/>
                  </a:cubicBezTo>
                  <a:lnTo>
                    <a:pt x="251644" y="1973110"/>
                  </a:lnTo>
                  <a:cubicBezTo>
                    <a:pt x="242969" y="1961474"/>
                    <a:pt x="234481" y="1949610"/>
                    <a:pt x="226186" y="1937539"/>
                  </a:cubicBezTo>
                  <a:lnTo>
                    <a:pt x="230680" y="1934459"/>
                  </a:lnTo>
                  <a:cubicBezTo>
                    <a:pt x="222497" y="1922551"/>
                    <a:pt x="214502" y="1910425"/>
                    <a:pt x="206700" y="1898104"/>
                  </a:cubicBezTo>
                  <a:lnTo>
                    <a:pt x="202094" y="1901010"/>
                  </a:lnTo>
                  <a:cubicBezTo>
                    <a:pt x="194324" y="1888743"/>
                    <a:pt x="186748" y="1876269"/>
                    <a:pt x="179368" y="1863610"/>
                  </a:cubicBezTo>
                  <a:lnTo>
                    <a:pt x="184079" y="1860867"/>
                  </a:lnTo>
                  <a:cubicBezTo>
                    <a:pt x="176796" y="1848371"/>
                    <a:pt x="169706" y="1835680"/>
                    <a:pt x="162815" y="1822814"/>
                  </a:cubicBezTo>
                  <a:lnTo>
                    <a:pt x="158009" y="1825383"/>
                  </a:lnTo>
                  <a:cubicBezTo>
                    <a:pt x="151156" y="1812582"/>
                    <a:pt x="144498" y="1799608"/>
                    <a:pt x="138042" y="1786459"/>
                  </a:cubicBezTo>
                  <a:lnTo>
                    <a:pt x="142935" y="1784064"/>
                  </a:lnTo>
                  <a:cubicBezTo>
                    <a:pt x="136569" y="1771101"/>
                    <a:pt x="130397" y="1757963"/>
                    <a:pt x="124428" y="1744662"/>
                  </a:cubicBezTo>
                  <a:lnTo>
                    <a:pt x="119455" y="1746893"/>
                  </a:lnTo>
                  <a:cubicBezTo>
                    <a:pt x="113509" y="1733646"/>
                    <a:pt x="107764" y="1720247"/>
                    <a:pt x="102223" y="1706696"/>
                  </a:cubicBezTo>
                  <a:lnTo>
                    <a:pt x="107269" y="1704638"/>
                  </a:lnTo>
                  <a:cubicBezTo>
                    <a:pt x="101795" y="1691250"/>
                    <a:pt x="96522" y="1677710"/>
                    <a:pt x="91455" y="1664038"/>
                  </a:cubicBezTo>
                  <a:lnTo>
                    <a:pt x="86343" y="1665921"/>
                  </a:lnTo>
                  <a:cubicBezTo>
                    <a:pt x="81295" y="1652294"/>
                    <a:pt x="76450" y="1638524"/>
                    <a:pt x="71812" y="1624625"/>
                  </a:cubicBezTo>
                  <a:lnTo>
                    <a:pt x="76983" y="1622905"/>
                  </a:lnTo>
                  <a:cubicBezTo>
                    <a:pt x="72408" y="1609179"/>
                    <a:pt x="68036" y="1595334"/>
                    <a:pt x="63872" y="1581358"/>
                  </a:cubicBezTo>
                  <a:lnTo>
                    <a:pt x="58648" y="1582914"/>
                  </a:lnTo>
                  <a:cubicBezTo>
                    <a:pt x="54505" y="1569004"/>
                    <a:pt x="50567" y="1554973"/>
                    <a:pt x="46838" y="1540834"/>
                  </a:cubicBezTo>
                  <a:lnTo>
                    <a:pt x="52108" y="1539441"/>
                  </a:lnTo>
                  <a:cubicBezTo>
                    <a:pt x="48423" y="1525465"/>
                    <a:pt x="44942" y="1511358"/>
                    <a:pt x="41671" y="1497154"/>
                  </a:cubicBezTo>
                  <a:lnTo>
                    <a:pt x="36360" y="1498373"/>
                  </a:lnTo>
                  <a:cubicBezTo>
                    <a:pt x="33101" y="1484212"/>
                    <a:pt x="30049" y="1469942"/>
                    <a:pt x="27210" y="1455563"/>
                  </a:cubicBezTo>
                  <a:lnTo>
                    <a:pt x="32557" y="1454518"/>
                  </a:lnTo>
                  <a:cubicBezTo>
                    <a:pt x="29751" y="1440314"/>
                    <a:pt x="27153" y="1426011"/>
                    <a:pt x="24766" y="1411610"/>
                  </a:cubicBezTo>
                  <a:lnTo>
                    <a:pt x="19389" y="1412492"/>
                  </a:lnTo>
                  <a:cubicBezTo>
                    <a:pt x="17018" y="1398190"/>
                    <a:pt x="14855" y="1383789"/>
                    <a:pt x="12904" y="1369291"/>
                  </a:cubicBezTo>
                  <a:lnTo>
                    <a:pt x="18306" y="1368572"/>
                  </a:lnTo>
                  <a:cubicBezTo>
                    <a:pt x="16377" y="1354237"/>
                    <a:pt x="14656" y="1339815"/>
                    <a:pt x="13148" y="1325316"/>
                  </a:cubicBezTo>
                  <a:lnTo>
                    <a:pt x="7727" y="1325871"/>
                  </a:lnTo>
                  <a:cubicBezTo>
                    <a:pt x="6225" y="1311427"/>
                    <a:pt x="4932" y="1296885"/>
                    <a:pt x="3853" y="1282278"/>
                  </a:cubicBezTo>
                  <a:lnTo>
                    <a:pt x="9289" y="1281875"/>
                  </a:lnTo>
                  <a:cubicBezTo>
                    <a:pt x="8223" y="1267442"/>
                    <a:pt x="7368" y="1252933"/>
                    <a:pt x="6725" y="1238347"/>
                  </a:cubicBezTo>
                  <a:lnTo>
                    <a:pt x="1280" y="1238587"/>
                  </a:lnTo>
                  <a:cubicBezTo>
                    <a:pt x="642" y="1224099"/>
                    <a:pt x="214" y="1209546"/>
                    <a:pt x="0" y="1194928"/>
                  </a:cubicBezTo>
                  <a:lnTo>
                    <a:pt x="5450" y="1194841"/>
                  </a:lnTo>
                  <a:cubicBezTo>
                    <a:pt x="5343" y="1187570"/>
                    <a:pt x="5289" y="1180277"/>
                    <a:pt x="5289" y="1172974"/>
                  </a:cubicBezTo>
                  <a:cubicBezTo>
                    <a:pt x="5289" y="1165670"/>
                    <a:pt x="5343" y="1158377"/>
                    <a:pt x="5450" y="1151106"/>
                  </a:cubicBezTo>
                  <a:lnTo>
                    <a:pt x="0" y="1151019"/>
                  </a:lnTo>
                  <a:cubicBezTo>
                    <a:pt x="214" y="1136401"/>
                    <a:pt x="642" y="1121848"/>
                    <a:pt x="1280" y="1107360"/>
                  </a:cubicBezTo>
                  <a:lnTo>
                    <a:pt x="6725" y="1107600"/>
                  </a:lnTo>
                  <a:cubicBezTo>
                    <a:pt x="7368" y="1093014"/>
                    <a:pt x="8223" y="1078505"/>
                    <a:pt x="9289" y="1064072"/>
                  </a:cubicBezTo>
                  <a:lnTo>
                    <a:pt x="3853" y="1063669"/>
                  </a:lnTo>
                  <a:cubicBezTo>
                    <a:pt x="4932" y="1049062"/>
                    <a:pt x="6225" y="1034520"/>
                    <a:pt x="7727" y="1020076"/>
                  </a:cubicBezTo>
                  <a:lnTo>
                    <a:pt x="13148" y="1020631"/>
                  </a:lnTo>
                  <a:cubicBezTo>
                    <a:pt x="14656" y="1006132"/>
                    <a:pt x="16377" y="991710"/>
                    <a:pt x="18306" y="977377"/>
                  </a:cubicBezTo>
                  <a:lnTo>
                    <a:pt x="12904" y="976652"/>
                  </a:lnTo>
                  <a:cubicBezTo>
                    <a:pt x="14855" y="962159"/>
                    <a:pt x="17018" y="947757"/>
                    <a:pt x="19389" y="933449"/>
                  </a:cubicBezTo>
                  <a:lnTo>
                    <a:pt x="24766" y="934337"/>
                  </a:lnTo>
                  <a:cubicBezTo>
                    <a:pt x="27153" y="919936"/>
                    <a:pt x="29751" y="905634"/>
                    <a:pt x="32557" y="891433"/>
                  </a:cubicBezTo>
                  <a:lnTo>
                    <a:pt x="27209" y="890380"/>
                  </a:lnTo>
                  <a:cubicBezTo>
                    <a:pt x="30049" y="876006"/>
                    <a:pt x="33101" y="861737"/>
                    <a:pt x="36360" y="847578"/>
                  </a:cubicBezTo>
                  <a:lnTo>
                    <a:pt x="41671" y="848797"/>
                  </a:lnTo>
                  <a:cubicBezTo>
                    <a:pt x="44942" y="834585"/>
                    <a:pt x="48423" y="820485"/>
                    <a:pt x="52108" y="806501"/>
                  </a:cubicBezTo>
                  <a:lnTo>
                    <a:pt x="46838" y="805116"/>
                  </a:lnTo>
                  <a:cubicBezTo>
                    <a:pt x="50567" y="790968"/>
                    <a:pt x="54505" y="776940"/>
                    <a:pt x="58648" y="763036"/>
                  </a:cubicBezTo>
                  <a:lnTo>
                    <a:pt x="63872" y="764588"/>
                  </a:lnTo>
                  <a:cubicBezTo>
                    <a:pt x="68036" y="750611"/>
                    <a:pt x="72408" y="736763"/>
                    <a:pt x="76983" y="723046"/>
                  </a:cubicBezTo>
                  <a:lnTo>
                    <a:pt x="71812" y="721326"/>
                  </a:lnTo>
                  <a:cubicBezTo>
                    <a:pt x="76449" y="707422"/>
                    <a:pt x="81295" y="693652"/>
                    <a:pt x="86343" y="680025"/>
                  </a:cubicBezTo>
                  <a:lnTo>
                    <a:pt x="91454" y="681913"/>
                  </a:lnTo>
                  <a:cubicBezTo>
                    <a:pt x="96522" y="668232"/>
                    <a:pt x="101795" y="654695"/>
                    <a:pt x="107269" y="641308"/>
                  </a:cubicBezTo>
                  <a:lnTo>
                    <a:pt x="102223" y="639251"/>
                  </a:lnTo>
                  <a:cubicBezTo>
                    <a:pt x="107764" y="625697"/>
                    <a:pt x="113509" y="612296"/>
                    <a:pt x="119454" y="599053"/>
                  </a:cubicBezTo>
                  <a:lnTo>
                    <a:pt x="124428" y="601279"/>
                  </a:lnTo>
                  <a:cubicBezTo>
                    <a:pt x="130397" y="587983"/>
                    <a:pt x="136569" y="574849"/>
                    <a:pt x="142935" y="561882"/>
                  </a:cubicBezTo>
                  <a:lnTo>
                    <a:pt x="138042" y="559485"/>
                  </a:lnTo>
                  <a:cubicBezTo>
                    <a:pt x="144498" y="546338"/>
                    <a:pt x="151156" y="533362"/>
                    <a:pt x="158009" y="520564"/>
                  </a:cubicBezTo>
                  <a:lnTo>
                    <a:pt x="162815" y="523130"/>
                  </a:lnTo>
                  <a:cubicBezTo>
                    <a:pt x="169706" y="510262"/>
                    <a:pt x="176796" y="497575"/>
                    <a:pt x="184079" y="485077"/>
                  </a:cubicBezTo>
                  <a:lnTo>
                    <a:pt x="179368" y="482339"/>
                  </a:lnTo>
                  <a:cubicBezTo>
                    <a:pt x="186748" y="469676"/>
                    <a:pt x="194324" y="457204"/>
                    <a:pt x="202094" y="444932"/>
                  </a:cubicBezTo>
                  <a:lnTo>
                    <a:pt x="206700" y="447839"/>
                  </a:lnTo>
                  <a:cubicBezTo>
                    <a:pt x="214502" y="435516"/>
                    <a:pt x="222497" y="423395"/>
                    <a:pt x="230680" y="411483"/>
                  </a:cubicBezTo>
                  <a:lnTo>
                    <a:pt x="226186" y="408405"/>
                  </a:lnTo>
                  <a:cubicBezTo>
                    <a:pt x="234481" y="396331"/>
                    <a:pt x="242969" y="384469"/>
                    <a:pt x="251644" y="372830"/>
                  </a:cubicBezTo>
                  <a:lnTo>
                    <a:pt x="256016" y="376079"/>
                  </a:lnTo>
                  <a:cubicBezTo>
                    <a:pt x="264725" y="364394"/>
                    <a:pt x="273624" y="352932"/>
                    <a:pt x="282706" y="341702"/>
                  </a:cubicBezTo>
                  <a:lnTo>
                    <a:pt x="278466" y="338283"/>
                  </a:lnTo>
                  <a:cubicBezTo>
                    <a:pt x="287676" y="326896"/>
                    <a:pt x="297073" y="315744"/>
                    <a:pt x="306651" y="304839"/>
                  </a:cubicBezTo>
                  <a:lnTo>
                    <a:pt x="310748" y="308428"/>
                  </a:lnTo>
                  <a:cubicBezTo>
                    <a:pt x="320376" y="297466"/>
                    <a:pt x="330187" y="286754"/>
                    <a:pt x="340174" y="276300"/>
                  </a:cubicBezTo>
                  <a:lnTo>
                    <a:pt x="336231" y="272543"/>
                  </a:lnTo>
                  <a:cubicBezTo>
                    <a:pt x="346357" y="261943"/>
                    <a:pt x="356665" y="251605"/>
                    <a:pt x="367148" y="241539"/>
                  </a:cubicBezTo>
                  <a:lnTo>
                    <a:pt x="370926" y="245462"/>
                  </a:lnTo>
                  <a:cubicBezTo>
                    <a:pt x="381439" y="235366"/>
                    <a:pt x="392129" y="225545"/>
                    <a:pt x="402987" y="216008"/>
                  </a:cubicBezTo>
                  <a:lnTo>
                    <a:pt x="399387" y="211920"/>
                  </a:lnTo>
                  <a:cubicBezTo>
                    <a:pt x="410396" y="202251"/>
                    <a:pt x="421577" y="192872"/>
                    <a:pt x="432925" y="183789"/>
                  </a:cubicBezTo>
                  <a:lnTo>
                    <a:pt x="436334" y="188036"/>
                  </a:lnTo>
                  <a:cubicBezTo>
                    <a:pt x="447703" y="178936"/>
                    <a:pt x="459239" y="170138"/>
                    <a:pt x="470935" y="161649"/>
                  </a:cubicBezTo>
                  <a:lnTo>
                    <a:pt x="467732" y="157247"/>
                  </a:lnTo>
                  <a:cubicBezTo>
                    <a:pt x="479582" y="148647"/>
                    <a:pt x="491597" y="140363"/>
                    <a:pt x="503769" y="132403"/>
                  </a:cubicBezTo>
                  <a:lnTo>
                    <a:pt x="506754" y="136956"/>
                  </a:lnTo>
                  <a:cubicBezTo>
                    <a:pt x="518929" y="128995"/>
                    <a:pt x="531261" y="121360"/>
                    <a:pt x="543742" y="114063"/>
                  </a:cubicBezTo>
                  <a:lnTo>
                    <a:pt x="540989" y="109367"/>
                  </a:lnTo>
                  <a:cubicBezTo>
                    <a:pt x="553619" y="101982"/>
                    <a:pt x="566402" y="94940"/>
                    <a:pt x="579332" y="88249"/>
                  </a:cubicBezTo>
                  <a:lnTo>
                    <a:pt x="581840" y="93081"/>
                  </a:lnTo>
                  <a:cubicBezTo>
                    <a:pt x="594744" y="86403"/>
                    <a:pt x="607793" y="80079"/>
                    <a:pt x="620979" y="74116"/>
                  </a:cubicBezTo>
                  <a:lnTo>
                    <a:pt x="618731" y="69159"/>
                  </a:lnTo>
                  <a:cubicBezTo>
                    <a:pt x="632050" y="63137"/>
                    <a:pt x="645508" y="57482"/>
                    <a:pt x="659100" y="52203"/>
                  </a:cubicBezTo>
                  <a:lnTo>
                    <a:pt x="661076" y="57275"/>
                  </a:lnTo>
                  <a:cubicBezTo>
                    <a:pt x="674601" y="52022"/>
                    <a:pt x="688257" y="47146"/>
                    <a:pt x="702037" y="42654"/>
                  </a:cubicBezTo>
                  <a:lnTo>
                    <a:pt x="700345" y="37480"/>
                  </a:lnTo>
                  <a:cubicBezTo>
                    <a:pt x="714223" y="32957"/>
                    <a:pt x="728226" y="28822"/>
                    <a:pt x="742346" y="25084"/>
                  </a:cubicBezTo>
                  <a:lnTo>
                    <a:pt x="743742" y="30344"/>
                  </a:lnTo>
                  <a:cubicBezTo>
                    <a:pt x="757739" y="26640"/>
                    <a:pt x="771850" y="23329"/>
                    <a:pt x="786071" y="20421"/>
                  </a:cubicBezTo>
                  <a:lnTo>
                    <a:pt x="784978" y="15090"/>
                  </a:lnTo>
                  <a:cubicBezTo>
                    <a:pt x="799248" y="12171"/>
                    <a:pt x="813628" y="9657"/>
                    <a:pt x="828109" y="7555"/>
                  </a:cubicBezTo>
                  <a:lnTo>
                    <a:pt x="828892" y="12941"/>
                  </a:lnTo>
                  <a:cubicBezTo>
                    <a:pt x="843189" y="10865"/>
                    <a:pt x="857585" y="9195"/>
                    <a:pt x="872071" y="7940"/>
                  </a:cubicBezTo>
                  <a:lnTo>
                    <a:pt x="871600" y="2519"/>
                  </a:lnTo>
                  <a:cubicBezTo>
                    <a:pt x="886082" y="1264"/>
                    <a:pt x="900655" y="422"/>
                    <a:pt x="915310" y="0"/>
                  </a:cubicBezTo>
                  <a:lnTo>
                    <a:pt x="915467" y="5440"/>
                  </a:lnTo>
                  <a:cubicBezTo>
                    <a:pt x="922715" y="5231"/>
                    <a:pt x="929984" y="5127"/>
                    <a:pt x="937273" y="5127"/>
                  </a:cubicBezTo>
                  <a:cubicBezTo>
                    <a:pt x="944562" y="5127"/>
                    <a:pt x="951831" y="5231"/>
                    <a:pt x="959080" y="5440"/>
                  </a:cubicBezTo>
                  <a:lnTo>
                    <a:pt x="959237" y="0"/>
                  </a:lnTo>
                  <a:cubicBezTo>
                    <a:pt x="973892" y="422"/>
                    <a:pt x="988463" y="1264"/>
                    <a:pt x="1002945" y="2519"/>
                  </a:cubicBezTo>
                  <a:lnTo>
                    <a:pt x="1002475" y="7940"/>
                  </a:lnTo>
                  <a:cubicBezTo>
                    <a:pt x="1016961" y="9195"/>
                    <a:pt x="1031357" y="10865"/>
                    <a:pt x="1045654" y="12941"/>
                  </a:cubicBezTo>
                  <a:lnTo>
                    <a:pt x="1046437" y="7555"/>
                  </a:lnTo>
                  <a:cubicBezTo>
                    <a:pt x="1060918" y="9657"/>
                    <a:pt x="1075298" y="12171"/>
                    <a:pt x="1089565" y="15090"/>
                  </a:cubicBezTo>
                  <a:lnTo>
                    <a:pt x="1088475" y="20421"/>
                  </a:lnTo>
                  <a:cubicBezTo>
                    <a:pt x="1102700" y="23329"/>
                    <a:pt x="1116805" y="26640"/>
                    <a:pt x="1130800" y="30344"/>
                  </a:cubicBezTo>
                  <a:lnTo>
                    <a:pt x="1132196" y="25084"/>
                  </a:lnTo>
                  <a:cubicBezTo>
                    <a:pt x="1146322" y="28822"/>
                    <a:pt x="1160318" y="32957"/>
                    <a:pt x="1174205" y="37480"/>
                  </a:cubicBezTo>
                  <a:lnTo>
                    <a:pt x="1172505" y="42654"/>
                  </a:lnTo>
                  <a:cubicBezTo>
                    <a:pt x="1186293" y="47146"/>
                    <a:pt x="1199940" y="52022"/>
                    <a:pt x="1213468" y="57275"/>
                  </a:cubicBezTo>
                  <a:lnTo>
                    <a:pt x="1215440" y="52203"/>
                  </a:lnTo>
                  <a:cubicBezTo>
                    <a:pt x="1229033" y="57481"/>
                    <a:pt x="1242495" y="63137"/>
                    <a:pt x="1255815" y="69158"/>
                  </a:cubicBezTo>
                  <a:lnTo>
                    <a:pt x="1253569" y="74116"/>
                  </a:lnTo>
                  <a:cubicBezTo>
                    <a:pt x="1266748" y="80079"/>
                    <a:pt x="1279806" y="86403"/>
                    <a:pt x="1292701" y="93081"/>
                  </a:cubicBezTo>
                  <a:lnTo>
                    <a:pt x="1295208" y="88249"/>
                  </a:lnTo>
                  <a:cubicBezTo>
                    <a:pt x="1308147" y="94940"/>
                    <a:pt x="1320922" y="101982"/>
                    <a:pt x="1333555" y="109367"/>
                  </a:cubicBezTo>
                  <a:lnTo>
                    <a:pt x="1330808" y="114063"/>
                  </a:lnTo>
                  <a:cubicBezTo>
                    <a:pt x="1343289" y="121360"/>
                    <a:pt x="1355617" y="128994"/>
                    <a:pt x="1367792" y="136956"/>
                  </a:cubicBezTo>
                  <a:lnTo>
                    <a:pt x="1370779" y="132403"/>
                  </a:lnTo>
                  <a:cubicBezTo>
                    <a:pt x="1382944" y="140363"/>
                    <a:pt x="1394967" y="148647"/>
                    <a:pt x="1406815" y="157247"/>
                  </a:cubicBezTo>
                  <a:lnTo>
                    <a:pt x="1403610" y="161649"/>
                  </a:lnTo>
                  <a:cubicBezTo>
                    <a:pt x="1415306" y="170138"/>
                    <a:pt x="1426839" y="178936"/>
                    <a:pt x="1438208" y="188035"/>
                  </a:cubicBezTo>
                  <a:lnTo>
                    <a:pt x="1441619" y="183789"/>
                  </a:lnTo>
                  <a:cubicBezTo>
                    <a:pt x="1452967" y="192871"/>
                    <a:pt x="1464150" y="202251"/>
                    <a:pt x="1475159" y="211920"/>
                  </a:cubicBezTo>
                  <a:lnTo>
                    <a:pt x="1471562" y="216006"/>
                  </a:lnTo>
                  <a:cubicBezTo>
                    <a:pt x="1482419" y="225545"/>
                    <a:pt x="1493112" y="235366"/>
                    <a:pt x="1503620" y="245462"/>
                  </a:cubicBezTo>
                  <a:lnTo>
                    <a:pt x="1507402" y="241539"/>
                  </a:lnTo>
                  <a:cubicBezTo>
                    <a:pt x="1517877" y="251605"/>
                    <a:pt x="1528189" y="261942"/>
                    <a:pt x="1538315" y="272543"/>
                  </a:cubicBezTo>
                  <a:lnTo>
                    <a:pt x="1534369" y="276299"/>
                  </a:lnTo>
                  <a:cubicBezTo>
                    <a:pt x="1544365" y="286754"/>
                    <a:pt x="1554175" y="297466"/>
                    <a:pt x="1563800" y="308428"/>
                  </a:cubicBezTo>
                  <a:lnTo>
                    <a:pt x="1567898" y="304839"/>
                  </a:lnTo>
                  <a:cubicBezTo>
                    <a:pt x="1577469" y="315744"/>
                    <a:pt x="1586875" y="326896"/>
                    <a:pt x="1596075" y="338283"/>
                  </a:cubicBezTo>
                  <a:lnTo>
                    <a:pt x="1591835" y="341702"/>
                  </a:lnTo>
                  <a:cubicBezTo>
                    <a:pt x="1600926" y="352932"/>
                    <a:pt x="1609820" y="364394"/>
                    <a:pt x="1618530" y="376079"/>
                  </a:cubicBezTo>
                  <a:lnTo>
                    <a:pt x="1622901" y="372830"/>
                  </a:lnTo>
                  <a:cubicBezTo>
                    <a:pt x="1631577" y="384469"/>
                    <a:pt x="1640068" y="396331"/>
                    <a:pt x="1648364" y="408405"/>
                  </a:cubicBezTo>
                  <a:lnTo>
                    <a:pt x="1643862" y="411483"/>
                  </a:lnTo>
                  <a:cubicBezTo>
                    <a:pt x="1652048" y="423394"/>
                    <a:pt x="1660048" y="435516"/>
                    <a:pt x="1667842" y="447839"/>
                  </a:cubicBezTo>
                  <a:lnTo>
                    <a:pt x="1672453" y="444931"/>
                  </a:lnTo>
                  <a:cubicBezTo>
                    <a:pt x="1680225" y="457204"/>
                    <a:pt x="1687800" y="469676"/>
                    <a:pt x="1695180" y="482339"/>
                  </a:cubicBezTo>
                  <a:lnTo>
                    <a:pt x="1690471" y="485077"/>
                  </a:lnTo>
                  <a:cubicBezTo>
                    <a:pt x="1697752" y="497575"/>
                    <a:pt x="1704837" y="510262"/>
                    <a:pt x="1711726" y="523130"/>
                  </a:cubicBezTo>
                  <a:lnTo>
                    <a:pt x="1716533" y="520563"/>
                  </a:lnTo>
                  <a:cubicBezTo>
                    <a:pt x="1723390" y="533362"/>
                    <a:pt x="1730049" y="546337"/>
                    <a:pt x="1736502" y="559485"/>
                  </a:cubicBezTo>
                  <a:lnTo>
                    <a:pt x="1731608" y="561882"/>
                  </a:lnTo>
                  <a:cubicBezTo>
                    <a:pt x="1737974" y="574848"/>
                    <a:pt x="1744143" y="587982"/>
                    <a:pt x="1750117" y="601279"/>
                  </a:cubicBezTo>
                  <a:lnTo>
                    <a:pt x="1755087" y="599053"/>
                  </a:lnTo>
                  <a:cubicBezTo>
                    <a:pt x="1761039" y="612294"/>
                    <a:pt x="1766783" y="625696"/>
                    <a:pt x="1772320" y="639249"/>
                  </a:cubicBezTo>
                  <a:lnTo>
                    <a:pt x="1767274" y="641307"/>
                  </a:lnTo>
                  <a:cubicBezTo>
                    <a:pt x="1772746" y="654694"/>
                    <a:pt x="1778021" y="668231"/>
                    <a:pt x="1783090" y="681912"/>
                  </a:cubicBezTo>
                  <a:lnTo>
                    <a:pt x="1788202" y="680025"/>
                  </a:lnTo>
                  <a:cubicBezTo>
                    <a:pt x="1793249" y="693651"/>
                    <a:pt x="1798099" y="707421"/>
                    <a:pt x="1802732" y="721326"/>
                  </a:cubicBezTo>
                  <a:lnTo>
                    <a:pt x="1797565" y="723046"/>
                  </a:lnTo>
                  <a:cubicBezTo>
                    <a:pt x="1802143" y="736761"/>
                    <a:pt x="1806514" y="750611"/>
                    <a:pt x="1810678" y="764588"/>
                  </a:cubicBezTo>
                  <a:lnTo>
                    <a:pt x="1815899" y="763036"/>
                  </a:lnTo>
                  <a:cubicBezTo>
                    <a:pt x="1820042" y="776939"/>
                    <a:pt x="1823976" y="790968"/>
                    <a:pt x="1827704" y="805115"/>
                  </a:cubicBezTo>
                  <a:lnTo>
                    <a:pt x="1822440" y="806501"/>
                  </a:lnTo>
                  <a:cubicBezTo>
                    <a:pt x="1826124" y="820485"/>
                    <a:pt x="1829601" y="834585"/>
                    <a:pt x="1832871" y="848797"/>
                  </a:cubicBezTo>
                  <a:lnTo>
                    <a:pt x="1838190" y="847578"/>
                  </a:lnTo>
                  <a:cubicBezTo>
                    <a:pt x="1841449" y="861737"/>
                    <a:pt x="1844501" y="876005"/>
                    <a:pt x="1847336" y="890380"/>
                  </a:cubicBezTo>
                  <a:lnTo>
                    <a:pt x="1841994" y="891432"/>
                  </a:lnTo>
                  <a:cubicBezTo>
                    <a:pt x="1844796" y="905634"/>
                    <a:pt x="1847390" y="919936"/>
                    <a:pt x="1849777" y="934337"/>
                  </a:cubicBezTo>
                  <a:lnTo>
                    <a:pt x="1855162" y="933449"/>
                  </a:lnTo>
                  <a:cubicBezTo>
                    <a:pt x="1857527" y="947755"/>
                    <a:pt x="1859696" y="962159"/>
                    <a:pt x="1861637" y="976652"/>
                  </a:cubicBezTo>
                  <a:lnTo>
                    <a:pt x="1856241" y="977377"/>
                  </a:lnTo>
                  <a:cubicBezTo>
                    <a:pt x="1858170" y="991710"/>
                    <a:pt x="1859893" y="1006132"/>
                    <a:pt x="1861397" y="1020631"/>
                  </a:cubicBezTo>
                  <a:lnTo>
                    <a:pt x="1866814" y="1020076"/>
                  </a:lnTo>
                  <a:cubicBezTo>
                    <a:pt x="1868319" y="1034520"/>
                    <a:pt x="1869616" y="1049062"/>
                    <a:pt x="1870695" y="1063669"/>
                  </a:cubicBezTo>
                  <a:lnTo>
                    <a:pt x="1865256" y="1064072"/>
                  </a:lnTo>
                  <a:cubicBezTo>
                    <a:pt x="1866324" y="1078505"/>
                    <a:pt x="1867174" y="1093014"/>
                    <a:pt x="1867817" y="1107600"/>
                  </a:cubicBezTo>
                  <a:lnTo>
                    <a:pt x="1873267" y="1107360"/>
                  </a:lnTo>
                  <a:close/>
                </a:path>
              </a:pathLst>
            </a:custGeom>
            <a:noFill/>
            <a:ln w="10882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920A5AA2-758B-AC8D-B5E5-E2026B631B79}"/>
                </a:ext>
              </a:extLst>
            </p:cNvPr>
            <p:cNvSpPr/>
            <p:nvPr/>
          </p:nvSpPr>
          <p:spPr>
            <a:xfrm>
              <a:off x="20058753" y="4766842"/>
              <a:ext cx="1245602" cy="2540931"/>
            </a:xfrm>
            <a:custGeom>
              <a:avLst/>
              <a:gdLst>
                <a:gd name="connsiteX0" fmla="*/ 1245602 w 1245602"/>
                <a:gd name="connsiteY0" fmla="*/ 1270466 h 2540931"/>
                <a:gd name="connsiteX1" fmla="*/ 622801 w 1245602"/>
                <a:gd name="connsiteY1" fmla="*/ 2540932 h 2540931"/>
                <a:gd name="connsiteX2" fmla="*/ 0 w 1245602"/>
                <a:gd name="connsiteY2" fmla="*/ 1270466 h 2540931"/>
                <a:gd name="connsiteX3" fmla="*/ 622801 w 1245602"/>
                <a:gd name="connsiteY3" fmla="*/ 0 h 2540931"/>
                <a:gd name="connsiteX4" fmla="*/ 1245602 w 1245602"/>
                <a:gd name="connsiteY4" fmla="*/ 1270466 h 2540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5602" h="2540931">
                  <a:moveTo>
                    <a:pt x="1245602" y="1270466"/>
                  </a:moveTo>
                  <a:cubicBezTo>
                    <a:pt x="1245602" y="1972125"/>
                    <a:pt x="966765" y="2540932"/>
                    <a:pt x="622801" y="2540932"/>
                  </a:cubicBezTo>
                  <a:cubicBezTo>
                    <a:pt x="278838" y="2540932"/>
                    <a:pt x="0" y="1972125"/>
                    <a:pt x="0" y="1270466"/>
                  </a:cubicBezTo>
                  <a:cubicBezTo>
                    <a:pt x="0" y="568807"/>
                    <a:pt x="278838" y="0"/>
                    <a:pt x="622801" y="0"/>
                  </a:cubicBezTo>
                  <a:cubicBezTo>
                    <a:pt x="966765" y="0"/>
                    <a:pt x="1245602" y="568807"/>
                    <a:pt x="1245602" y="1270466"/>
                  </a:cubicBezTo>
                  <a:close/>
                </a:path>
              </a:pathLst>
            </a:custGeom>
            <a:noFill/>
            <a:ln w="1088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Полилиния 25">
              <a:extLst>
                <a:ext uri="{FF2B5EF4-FFF2-40B4-BE49-F238E27FC236}">
                  <a16:creationId xmlns:a16="http://schemas.microsoft.com/office/drawing/2014/main" id="{A7013A79-5DDE-C2F1-74F7-A16DC5915B02}"/>
                </a:ext>
              </a:extLst>
            </p:cNvPr>
            <p:cNvSpPr/>
            <p:nvPr/>
          </p:nvSpPr>
          <p:spPr>
            <a:xfrm>
              <a:off x="20666432" y="5295905"/>
              <a:ext cx="637885" cy="1482805"/>
            </a:xfrm>
            <a:custGeom>
              <a:avLst/>
              <a:gdLst>
                <a:gd name="connsiteX0" fmla="*/ 637886 w 637885"/>
                <a:gd name="connsiteY0" fmla="*/ 741403 h 1482805"/>
                <a:gd name="connsiteX1" fmla="*/ 318943 w 637885"/>
                <a:gd name="connsiteY1" fmla="*/ 1482805 h 1482805"/>
                <a:gd name="connsiteX2" fmla="*/ 0 w 637885"/>
                <a:gd name="connsiteY2" fmla="*/ 741403 h 1482805"/>
                <a:gd name="connsiteX3" fmla="*/ 318943 w 637885"/>
                <a:gd name="connsiteY3" fmla="*/ 0 h 1482805"/>
                <a:gd name="connsiteX4" fmla="*/ 637886 w 637885"/>
                <a:gd name="connsiteY4" fmla="*/ 741403 h 1482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7885" h="1482805">
                  <a:moveTo>
                    <a:pt x="637886" y="741403"/>
                  </a:moveTo>
                  <a:cubicBezTo>
                    <a:pt x="637886" y="1150868"/>
                    <a:pt x="495090" y="1482805"/>
                    <a:pt x="318943" y="1482805"/>
                  </a:cubicBezTo>
                  <a:cubicBezTo>
                    <a:pt x="142796" y="1482805"/>
                    <a:pt x="0" y="1150868"/>
                    <a:pt x="0" y="741403"/>
                  </a:cubicBezTo>
                  <a:cubicBezTo>
                    <a:pt x="0" y="331937"/>
                    <a:pt x="142796" y="0"/>
                    <a:pt x="318943" y="0"/>
                  </a:cubicBezTo>
                  <a:cubicBezTo>
                    <a:pt x="495090" y="0"/>
                    <a:pt x="637886" y="331937"/>
                    <a:pt x="637886" y="741403"/>
                  </a:cubicBezTo>
                  <a:close/>
                </a:path>
              </a:pathLst>
            </a:custGeom>
            <a:noFill/>
            <a:ln w="1088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Полилиния 26">
              <a:extLst>
                <a:ext uri="{FF2B5EF4-FFF2-40B4-BE49-F238E27FC236}">
                  <a16:creationId xmlns:a16="http://schemas.microsoft.com/office/drawing/2014/main" id="{B709CC7A-1232-ABBB-346A-55730D3CE24B}"/>
                </a:ext>
              </a:extLst>
            </p:cNvPr>
            <p:cNvSpPr/>
            <p:nvPr/>
          </p:nvSpPr>
          <p:spPr>
            <a:xfrm>
              <a:off x="21300216" y="4864337"/>
              <a:ext cx="1874550" cy="2345941"/>
            </a:xfrm>
            <a:custGeom>
              <a:avLst/>
              <a:gdLst>
                <a:gd name="connsiteX0" fmla="*/ 1286 w 1874550"/>
                <a:gd name="connsiteY0" fmla="*/ 1107358 h 2345941"/>
                <a:gd name="connsiteX1" fmla="*/ 0 w 1874550"/>
                <a:gd name="connsiteY1" fmla="*/ 1151027 h 2345941"/>
                <a:gd name="connsiteX2" fmla="*/ 5450 w 1874550"/>
                <a:gd name="connsiteY2" fmla="*/ 1151103 h 2345941"/>
                <a:gd name="connsiteX3" fmla="*/ 5298 w 1874550"/>
                <a:gd name="connsiteY3" fmla="*/ 1172971 h 2345941"/>
                <a:gd name="connsiteX4" fmla="*/ 5450 w 1874550"/>
                <a:gd name="connsiteY4" fmla="*/ 1194849 h 2345941"/>
                <a:gd name="connsiteX5" fmla="*/ 0 w 1874550"/>
                <a:gd name="connsiteY5" fmla="*/ 1194925 h 2345941"/>
                <a:gd name="connsiteX6" fmla="*/ 1286 w 1874550"/>
                <a:gd name="connsiteY6" fmla="*/ 1238595 h 2345941"/>
                <a:gd name="connsiteX7" fmla="*/ 6725 w 1874550"/>
                <a:gd name="connsiteY7" fmla="*/ 1238355 h 2345941"/>
                <a:gd name="connsiteX8" fmla="*/ 9298 w 1874550"/>
                <a:gd name="connsiteY8" fmla="*/ 1281872 h 2345941"/>
                <a:gd name="connsiteX9" fmla="*/ 3859 w 1874550"/>
                <a:gd name="connsiteY9" fmla="*/ 1282275 h 2345941"/>
                <a:gd name="connsiteX10" fmla="*/ 7728 w 1874550"/>
                <a:gd name="connsiteY10" fmla="*/ 1325879 h 2345941"/>
                <a:gd name="connsiteX11" fmla="*/ 13157 w 1874550"/>
                <a:gd name="connsiteY11" fmla="*/ 1325313 h 2345941"/>
                <a:gd name="connsiteX12" fmla="*/ 18312 w 1874550"/>
                <a:gd name="connsiteY12" fmla="*/ 1368569 h 2345941"/>
                <a:gd name="connsiteX13" fmla="*/ 12906 w 1874550"/>
                <a:gd name="connsiteY13" fmla="*/ 1369299 h 2345941"/>
                <a:gd name="connsiteX14" fmla="*/ 19392 w 1874550"/>
                <a:gd name="connsiteY14" fmla="*/ 1412500 h 2345941"/>
                <a:gd name="connsiteX15" fmla="*/ 24765 w 1874550"/>
                <a:gd name="connsiteY15" fmla="*/ 1411608 h 2345941"/>
                <a:gd name="connsiteX16" fmla="*/ 32559 w 1874550"/>
                <a:gd name="connsiteY16" fmla="*/ 1454515 h 2345941"/>
                <a:gd name="connsiteX17" fmla="*/ 27218 w 1874550"/>
                <a:gd name="connsiteY17" fmla="*/ 1455571 h 2345941"/>
                <a:gd name="connsiteX18" fmla="*/ 36363 w 1874550"/>
                <a:gd name="connsiteY18" fmla="*/ 1498370 h 2345941"/>
                <a:gd name="connsiteX19" fmla="*/ 41671 w 1874550"/>
                <a:gd name="connsiteY19" fmla="*/ 1497151 h 2345941"/>
                <a:gd name="connsiteX20" fmla="*/ 52114 w 1874550"/>
                <a:gd name="connsiteY20" fmla="*/ 1539449 h 2345941"/>
                <a:gd name="connsiteX21" fmla="*/ 46838 w 1874550"/>
                <a:gd name="connsiteY21" fmla="*/ 1540831 h 2345941"/>
                <a:gd name="connsiteX22" fmla="*/ 58654 w 1874550"/>
                <a:gd name="connsiteY22" fmla="*/ 1582911 h 2345941"/>
                <a:gd name="connsiteX23" fmla="*/ 63875 w 1874550"/>
                <a:gd name="connsiteY23" fmla="*/ 1581355 h 2345941"/>
                <a:gd name="connsiteX24" fmla="*/ 76988 w 1874550"/>
                <a:gd name="connsiteY24" fmla="*/ 1622902 h 2345941"/>
                <a:gd name="connsiteX25" fmla="*/ 71821 w 1874550"/>
                <a:gd name="connsiteY25" fmla="*/ 1624622 h 2345941"/>
                <a:gd name="connsiteX26" fmla="*/ 86351 w 1874550"/>
                <a:gd name="connsiteY26" fmla="*/ 1665918 h 2345941"/>
                <a:gd name="connsiteX27" fmla="*/ 91464 w 1874550"/>
                <a:gd name="connsiteY27" fmla="*/ 1664035 h 2345941"/>
                <a:gd name="connsiteX28" fmla="*/ 107269 w 1874550"/>
                <a:gd name="connsiteY28" fmla="*/ 1704635 h 2345941"/>
                <a:gd name="connsiteX29" fmla="*/ 102222 w 1874550"/>
                <a:gd name="connsiteY29" fmla="*/ 1706693 h 2345941"/>
                <a:gd name="connsiteX30" fmla="*/ 119455 w 1874550"/>
                <a:gd name="connsiteY30" fmla="*/ 1746890 h 2345941"/>
                <a:gd name="connsiteX31" fmla="*/ 124437 w 1874550"/>
                <a:gd name="connsiteY31" fmla="*/ 1744669 h 2345941"/>
                <a:gd name="connsiteX32" fmla="*/ 142934 w 1874550"/>
                <a:gd name="connsiteY32" fmla="*/ 1784061 h 2345941"/>
                <a:gd name="connsiteX33" fmla="*/ 138051 w 1874550"/>
                <a:gd name="connsiteY33" fmla="*/ 1786456 h 2345941"/>
                <a:gd name="connsiteX34" fmla="*/ 158009 w 1874550"/>
                <a:gd name="connsiteY34" fmla="*/ 1825380 h 2345941"/>
                <a:gd name="connsiteX35" fmla="*/ 162816 w 1874550"/>
                <a:gd name="connsiteY35" fmla="*/ 1822811 h 2345941"/>
                <a:gd name="connsiteX36" fmla="*/ 184083 w 1874550"/>
                <a:gd name="connsiteY36" fmla="*/ 1860864 h 2345941"/>
                <a:gd name="connsiteX37" fmla="*/ 179374 w 1874550"/>
                <a:gd name="connsiteY37" fmla="*/ 1863607 h 2345941"/>
                <a:gd name="connsiteX38" fmla="*/ 202101 w 1874550"/>
                <a:gd name="connsiteY38" fmla="*/ 1901018 h 2345941"/>
                <a:gd name="connsiteX39" fmla="*/ 206700 w 1874550"/>
                <a:gd name="connsiteY39" fmla="*/ 1898112 h 2345941"/>
                <a:gd name="connsiteX40" fmla="*/ 230681 w 1874550"/>
                <a:gd name="connsiteY40" fmla="*/ 1934467 h 2345941"/>
                <a:gd name="connsiteX41" fmla="*/ 226190 w 1874550"/>
                <a:gd name="connsiteY41" fmla="*/ 1937536 h 2345941"/>
                <a:gd name="connsiteX42" fmla="*/ 251653 w 1874550"/>
                <a:gd name="connsiteY42" fmla="*/ 1973118 h 2345941"/>
                <a:gd name="connsiteX43" fmla="*/ 256024 w 1874550"/>
                <a:gd name="connsiteY43" fmla="*/ 1969864 h 2345941"/>
                <a:gd name="connsiteX44" fmla="*/ 282708 w 1874550"/>
                <a:gd name="connsiteY44" fmla="*/ 2004238 h 2345941"/>
                <a:gd name="connsiteX45" fmla="*/ 278467 w 1874550"/>
                <a:gd name="connsiteY45" fmla="*/ 2007666 h 2345941"/>
                <a:gd name="connsiteX46" fmla="*/ 306655 w 1874550"/>
                <a:gd name="connsiteY46" fmla="*/ 2041104 h 2345941"/>
                <a:gd name="connsiteX47" fmla="*/ 310754 w 1874550"/>
                <a:gd name="connsiteY47" fmla="*/ 2037523 h 2345941"/>
                <a:gd name="connsiteX48" fmla="*/ 340173 w 1874550"/>
                <a:gd name="connsiteY48" fmla="*/ 2069644 h 2345941"/>
                <a:gd name="connsiteX49" fmla="*/ 336238 w 1874550"/>
                <a:gd name="connsiteY49" fmla="*/ 2073399 h 2345941"/>
                <a:gd name="connsiteX50" fmla="*/ 367151 w 1874550"/>
                <a:gd name="connsiteY50" fmla="*/ 2104410 h 2345941"/>
                <a:gd name="connsiteX51" fmla="*/ 370934 w 1874550"/>
                <a:gd name="connsiteY51" fmla="*/ 2100481 h 2345941"/>
                <a:gd name="connsiteX52" fmla="*/ 402991 w 1874550"/>
                <a:gd name="connsiteY52" fmla="*/ 2129935 h 2345941"/>
                <a:gd name="connsiteX53" fmla="*/ 399394 w 1874550"/>
                <a:gd name="connsiteY53" fmla="*/ 2134027 h 2345941"/>
                <a:gd name="connsiteX54" fmla="*/ 432934 w 1874550"/>
                <a:gd name="connsiteY54" fmla="*/ 2162153 h 2345941"/>
                <a:gd name="connsiteX55" fmla="*/ 436335 w 1874550"/>
                <a:gd name="connsiteY55" fmla="*/ 2157908 h 2345941"/>
                <a:gd name="connsiteX56" fmla="*/ 470943 w 1874550"/>
                <a:gd name="connsiteY56" fmla="*/ 2184293 h 2345941"/>
                <a:gd name="connsiteX57" fmla="*/ 467738 w 1874550"/>
                <a:gd name="connsiteY57" fmla="*/ 2188701 h 2345941"/>
                <a:gd name="connsiteX58" fmla="*/ 503774 w 1874550"/>
                <a:gd name="connsiteY58" fmla="*/ 2213540 h 2345941"/>
                <a:gd name="connsiteX59" fmla="*/ 506761 w 1874550"/>
                <a:gd name="connsiteY59" fmla="*/ 2208990 h 2345941"/>
                <a:gd name="connsiteX60" fmla="*/ 543745 w 1874550"/>
                <a:gd name="connsiteY60" fmla="*/ 2231881 h 2345941"/>
                <a:gd name="connsiteX61" fmla="*/ 540988 w 1874550"/>
                <a:gd name="connsiteY61" fmla="*/ 2236583 h 2345941"/>
                <a:gd name="connsiteX62" fmla="*/ 579335 w 1874550"/>
                <a:gd name="connsiteY62" fmla="*/ 2257700 h 2345941"/>
                <a:gd name="connsiteX63" fmla="*/ 581842 w 1874550"/>
                <a:gd name="connsiteY63" fmla="*/ 2252867 h 2345941"/>
                <a:gd name="connsiteX64" fmla="*/ 620984 w 1874550"/>
                <a:gd name="connsiteY64" fmla="*/ 2271828 h 2345941"/>
                <a:gd name="connsiteX65" fmla="*/ 618739 w 1874550"/>
                <a:gd name="connsiteY65" fmla="*/ 2276791 h 2345941"/>
                <a:gd name="connsiteX66" fmla="*/ 659102 w 1874550"/>
                <a:gd name="connsiteY66" fmla="*/ 2293739 h 2345941"/>
                <a:gd name="connsiteX67" fmla="*/ 661075 w 1874550"/>
                <a:gd name="connsiteY67" fmla="*/ 2288667 h 2345941"/>
                <a:gd name="connsiteX68" fmla="*/ 702038 w 1874550"/>
                <a:gd name="connsiteY68" fmla="*/ 2303296 h 2345941"/>
                <a:gd name="connsiteX69" fmla="*/ 700349 w 1874550"/>
                <a:gd name="connsiteY69" fmla="*/ 2308466 h 2345941"/>
                <a:gd name="connsiteX70" fmla="*/ 742347 w 1874550"/>
                <a:gd name="connsiteY70" fmla="*/ 2320864 h 2345941"/>
                <a:gd name="connsiteX71" fmla="*/ 743742 w 1874550"/>
                <a:gd name="connsiteY71" fmla="*/ 2315595 h 2345941"/>
                <a:gd name="connsiteX72" fmla="*/ 786078 w 1874550"/>
                <a:gd name="connsiteY72" fmla="*/ 2325522 h 2345941"/>
                <a:gd name="connsiteX73" fmla="*/ 784978 w 1874550"/>
                <a:gd name="connsiteY73" fmla="*/ 2330856 h 2345941"/>
                <a:gd name="connsiteX74" fmla="*/ 828110 w 1874550"/>
                <a:gd name="connsiteY74" fmla="*/ 2338388 h 2345941"/>
                <a:gd name="connsiteX75" fmla="*/ 828895 w 1874550"/>
                <a:gd name="connsiteY75" fmla="*/ 2333000 h 2345941"/>
                <a:gd name="connsiteX76" fmla="*/ 872070 w 1874550"/>
                <a:gd name="connsiteY76" fmla="*/ 2338007 h 2345941"/>
                <a:gd name="connsiteX77" fmla="*/ 871601 w 1874550"/>
                <a:gd name="connsiteY77" fmla="*/ 2343428 h 2345941"/>
                <a:gd name="connsiteX78" fmla="*/ 915311 w 1874550"/>
                <a:gd name="connsiteY78" fmla="*/ 2345942 h 2345941"/>
                <a:gd name="connsiteX79" fmla="*/ 915475 w 1874550"/>
                <a:gd name="connsiteY79" fmla="*/ 2340511 h 2345941"/>
                <a:gd name="connsiteX80" fmla="*/ 937275 w 1874550"/>
                <a:gd name="connsiteY80" fmla="*/ 2340815 h 2345941"/>
                <a:gd name="connsiteX81" fmla="*/ 959086 w 1874550"/>
                <a:gd name="connsiteY81" fmla="*/ 2340511 h 2345941"/>
                <a:gd name="connsiteX82" fmla="*/ 959239 w 1874550"/>
                <a:gd name="connsiteY82" fmla="*/ 2345942 h 2345941"/>
                <a:gd name="connsiteX83" fmla="*/ 1002949 w 1874550"/>
                <a:gd name="connsiteY83" fmla="*/ 2343428 h 2345941"/>
                <a:gd name="connsiteX84" fmla="*/ 1002480 w 1874550"/>
                <a:gd name="connsiteY84" fmla="*/ 2338007 h 2345941"/>
                <a:gd name="connsiteX85" fmla="*/ 1045656 w 1874550"/>
                <a:gd name="connsiteY85" fmla="*/ 2333000 h 2345941"/>
                <a:gd name="connsiteX86" fmla="*/ 1046441 w 1874550"/>
                <a:gd name="connsiteY86" fmla="*/ 2338388 h 2345941"/>
                <a:gd name="connsiteX87" fmla="*/ 1089573 w 1874550"/>
                <a:gd name="connsiteY87" fmla="*/ 2330856 h 2345941"/>
                <a:gd name="connsiteX88" fmla="*/ 1088483 w 1874550"/>
                <a:gd name="connsiteY88" fmla="*/ 2325522 h 2345941"/>
                <a:gd name="connsiteX89" fmla="*/ 1130808 w 1874550"/>
                <a:gd name="connsiteY89" fmla="*/ 2315595 h 2345941"/>
                <a:gd name="connsiteX90" fmla="*/ 1132203 w 1874550"/>
                <a:gd name="connsiteY90" fmla="*/ 2320864 h 2345941"/>
                <a:gd name="connsiteX91" fmla="*/ 1174202 w 1874550"/>
                <a:gd name="connsiteY91" fmla="*/ 2308466 h 2345941"/>
                <a:gd name="connsiteX92" fmla="*/ 1172512 w 1874550"/>
                <a:gd name="connsiteY92" fmla="*/ 2303296 h 2345941"/>
                <a:gd name="connsiteX93" fmla="*/ 1213475 w 1874550"/>
                <a:gd name="connsiteY93" fmla="*/ 2288667 h 2345941"/>
                <a:gd name="connsiteX94" fmla="*/ 1215448 w 1874550"/>
                <a:gd name="connsiteY94" fmla="*/ 2293739 h 2345941"/>
                <a:gd name="connsiteX95" fmla="*/ 1255823 w 1874550"/>
                <a:gd name="connsiteY95" fmla="*/ 2276791 h 2345941"/>
                <a:gd name="connsiteX96" fmla="*/ 1253566 w 1874550"/>
                <a:gd name="connsiteY96" fmla="*/ 2271828 h 2345941"/>
                <a:gd name="connsiteX97" fmla="*/ 1292709 w 1874550"/>
                <a:gd name="connsiteY97" fmla="*/ 2252867 h 2345941"/>
                <a:gd name="connsiteX98" fmla="*/ 1295216 w 1874550"/>
                <a:gd name="connsiteY98" fmla="*/ 2257700 h 2345941"/>
                <a:gd name="connsiteX99" fmla="*/ 1333563 w 1874550"/>
                <a:gd name="connsiteY99" fmla="*/ 2236583 h 2345941"/>
                <a:gd name="connsiteX100" fmla="*/ 1330805 w 1874550"/>
                <a:gd name="connsiteY100" fmla="*/ 2231881 h 2345941"/>
                <a:gd name="connsiteX101" fmla="*/ 1367800 w 1874550"/>
                <a:gd name="connsiteY101" fmla="*/ 2208990 h 2345941"/>
                <a:gd name="connsiteX102" fmla="*/ 1370776 w 1874550"/>
                <a:gd name="connsiteY102" fmla="*/ 2213540 h 2345941"/>
                <a:gd name="connsiteX103" fmla="*/ 1406823 w 1874550"/>
                <a:gd name="connsiteY103" fmla="*/ 2188701 h 2345941"/>
                <a:gd name="connsiteX104" fmla="*/ 1403618 w 1874550"/>
                <a:gd name="connsiteY104" fmla="*/ 2184293 h 2345941"/>
                <a:gd name="connsiteX105" fmla="*/ 1438216 w 1874550"/>
                <a:gd name="connsiteY105" fmla="*/ 2157908 h 2345941"/>
                <a:gd name="connsiteX106" fmla="*/ 1441627 w 1874550"/>
                <a:gd name="connsiteY106" fmla="*/ 2162153 h 2345941"/>
                <a:gd name="connsiteX107" fmla="*/ 1475167 w 1874550"/>
                <a:gd name="connsiteY107" fmla="*/ 2134027 h 2345941"/>
                <a:gd name="connsiteX108" fmla="*/ 1471559 w 1874550"/>
                <a:gd name="connsiteY108" fmla="*/ 2129935 h 2345941"/>
                <a:gd name="connsiteX109" fmla="*/ 1503627 w 1874550"/>
                <a:gd name="connsiteY109" fmla="*/ 2100481 h 2345941"/>
                <a:gd name="connsiteX110" fmla="*/ 1507399 w 1874550"/>
                <a:gd name="connsiteY110" fmla="*/ 2104410 h 2345941"/>
                <a:gd name="connsiteX111" fmla="*/ 1538323 w 1874550"/>
                <a:gd name="connsiteY111" fmla="*/ 2073399 h 2345941"/>
                <a:gd name="connsiteX112" fmla="*/ 1534377 w 1874550"/>
                <a:gd name="connsiteY112" fmla="*/ 2069644 h 2345941"/>
                <a:gd name="connsiteX113" fmla="*/ 1563797 w 1874550"/>
                <a:gd name="connsiteY113" fmla="*/ 2037523 h 2345941"/>
                <a:gd name="connsiteX114" fmla="*/ 1567895 w 1874550"/>
                <a:gd name="connsiteY114" fmla="*/ 2041104 h 2345941"/>
                <a:gd name="connsiteX115" fmla="*/ 1596083 w 1874550"/>
                <a:gd name="connsiteY115" fmla="*/ 2007666 h 2345941"/>
                <a:gd name="connsiteX116" fmla="*/ 1591843 w 1874550"/>
                <a:gd name="connsiteY116" fmla="*/ 2004238 h 2345941"/>
                <a:gd name="connsiteX117" fmla="*/ 1618537 w 1874550"/>
                <a:gd name="connsiteY117" fmla="*/ 1969864 h 2345941"/>
                <a:gd name="connsiteX118" fmla="*/ 1622908 w 1874550"/>
                <a:gd name="connsiteY118" fmla="*/ 1973118 h 2345941"/>
                <a:gd name="connsiteX119" fmla="*/ 1648360 w 1874550"/>
                <a:gd name="connsiteY119" fmla="*/ 1937536 h 2345941"/>
                <a:gd name="connsiteX120" fmla="*/ 1643869 w 1874550"/>
                <a:gd name="connsiteY120" fmla="*/ 1934467 h 2345941"/>
                <a:gd name="connsiteX121" fmla="*/ 1667850 w 1874550"/>
                <a:gd name="connsiteY121" fmla="*/ 1898112 h 2345941"/>
                <a:gd name="connsiteX122" fmla="*/ 1672461 w 1874550"/>
                <a:gd name="connsiteY122" fmla="*/ 1901018 h 2345941"/>
                <a:gd name="connsiteX123" fmla="*/ 1695176 w 1874550"/>
                <a:gd name="connsiteY123" fmla="*/ 1863607 h 2345941"/>
                <a:gd name="connsiteX124" fmla="*/ 1690468 w 1874550"/>
                <a:gd name="connsiteY124" fmla="*/ 1860864 h 2345941"/>
                <a:gd name="connsiteX125" fmla="*/ 1711734 w 1874550"/>
                <a:gd name="connsiteY125" fmla="*/ 1822811 h 2345941"/>
                <a:gd name="connsiteX126" fmla="*/ 1716541 w 1874550"/>
                <a:gd name="connsiteY126" fmla="*/ 1825380 h 2345941"/>
                <a:gd name="connsiteX127" fmla="*/ 1736510 w 1874550"/>
                <a:gd name="connsiteY127" fmla="*/ 1786456 h 2345941"/>
                <a:gd name="connsiteX128" fmla="*/ 1731616 w 1874550"/>
                <a:gd name="connsiteY128" fmla="*/ 1784061 h 2345941"/>
                <a:gd name="connsiteX129" fmla="*/ 1750124 w 1874550"/>
                <a:gd name="connsiteY129" fmla="*/ 1744669 h 2345941"/>
                <a:gd name="connsiteX130" fmla="*/ 1755095 w 1874550"/>
                <a:gd name="connsiteY130" fmla="*/ 1746890 h 2345941"/>
                <a:gd name="connsiteX131" fmla="*/ 1772328 w 1874550"/>
                <a:gd name="connsiteY131" fmla="*/ 1706693 h 2345941"/>
                <a:gd name="connsiteX132" fmla="*/ 1767281 w 1874550"/>
                <a:gd name="connsiteY132" fmla="*/ 1704635 h 2345941"/>
                <a:gd name="connsiteX133" fmla="*/ 1783098 w 1874550"/>
                <a:gd name="connsiteY133" fmla="*/ 1664035 h 2345941"/>
                <a:gd name="connsiteX134" fmla="*/ 1788210 w 1874550"/>
                <a:gd name="connsiteY134" fmla="*/ 1665918 h 2345941"/>
                <a:gd name="connsiteX135" fmla="*/ 1802740 w 1874550"/>
                <a:gd name="connsiteY135" fmla="*/ 1624622 h 2345941"/>
                <a:gd name="connsiteX136" fmla="*/ 1797562 w 1874550"/>
                <a:gd name="connsiteY136" fmla="*/ 1622902 h 2345941"/>
                <a:gd name="connsiteX137" fmla="*/ 1810675 w 1874550"/>
                <a:gd name="connsiteY137" fmla="*/ 1581355 h 2345941"/>
                <a:gd name="connsiteX138" fmla="*/ 1815907 w 1874550"/>
                <a:gd name="connsiteY138" fmla="*/ 1582911 h 2345941"/>
                <a:gd name="connsiteX139" fmla="*/ 1827712 w 1874550"/>
                <a:gd name="connsiteY139" fmla="*/ 1540831 h 2345941"/>
                <a:gd name="connsiteX140" fmla="*/ 1822436 w 1874550"/>
                <a:gd name="connsiteY140" fmla="*/ 1539449 h 2345941"/>
                <a:gd name="connsiteX141" fmla="*/ 1832879 w 1874550"/>
                <a:gd name="connsiteY141" fmla="*/ 1497151 h 2345941"/>
                <a:gd name="connsiteX142" fmla="*/ 1838187 w 1874550"/>
                <a:gd name="connsiteY142" fmla="*/ 1498370 h 2345941"/>
                <a:gd name="connsiteX143" fmla="*/ 1847343 w 1874550"/>
                <a:gd name="connsiteY143" fmla="*/ 1455571 h 2345941"/>
                <a:gd name="connsiteX144" fmla="*/ 1841991 w 1874550"/>
                <a:gd name="connsiteY144" fmla="*/ 1454515 h 2345941"/>
                <a:gd name="connsiteX145" fmla="*/ 1849785 w 1874550"/>
                <a:gd name="connsiteY145" fmla="*/ 1411608 h 2345941"/>
                <a:gd name="connsiteX146" fmla="*/ 1855159 w 1874550"/>
                <a:gd name="connsiteY146" fmla="*/ 1412500 h 2345941"/>
                <a:gd name="connsiteX147" fmla="*/ 1861644 w 1874550"/>
                <a:gd name="connsiteY147" fmla="*/ 1369299 h 2345941"/>
                <a:gd name="connsiteX148" fmla="*/ 1856249 w 1874550"/>
                <a:gd name="connsiteY148" fmla="*/ 1368569 h 2345941"/>
                <a:gd name="connsiteX149" fmla="*/ 1861404 w 1874550"/>
                <a:gd name="connsiteY149" fmla="*/ 1325313 h 2345941"/>
                <a:gd name="connsiteX150" fmla="*/ 1866822 w 1874550"/>
                <a:gd name="connsiteY150" fmla="*/ 1325879 h 2345941"/>
                <a:gd name="connsiteX151" fmla="*/ 1870692 w 1874550"/>
                <a:gd name="connsiteY151" fmla="*/ 1282275 h 2345941"/>
                <a:gd name="connsiteX152" fmla="*/ 1865263 w 1874550"/>
                <a:gd name="connsiteY152" fmla="*/ 1281872 h 2345941"/>
                <a:gd name="connsiteX153" fmla="*/ 1867825 w 1874550"/>
                <a:gd name="connsiteY153" fmla="*/ 1238355 h 2345941"/>
                <a:gd name="connsiteX154" fmla="*/ 1873275 w 1874550"/>
                <a:gd name="connsiteY154" fmla="*/ 1238595 h 2345941"/>
                <a:gd name="connsiteX155" fmla="*/ 1874550 w 1874550"/>
                <a:gd name="connsiteY155" fmla="*/ 1194925 h 2345941"/>
                <a:gd name="connsiteX156" fmla="*/ 1869100 w 1874550"/>
                <a:gd name="connsiteY156" fmla="*/ 1194849 h 2345941"/>
                <a:gd name="connsiteX157" fmla="*/ 1869264 w 1874550"/>
                <a:gd name="connsiteY157" fmla="*/ 1172971 h 2345941"/>
                <a:gd name="connsiteX158" fmla="*/ 1869100 w 1874550"/>
                <a:gd name="connsiteY158" fmla="*/ 1151103 h 2345941"/>
                <a:gd name="connsiteX159" fmla="*/ 1874550 w 1874550"/>
                <a:gd name="connsiteY159" fmla="*/ 1151027 h 2345941"/>
                <a:gd name="connsiteX160" fmla="*/ 1873275 w 1874550"/>
                <a:gd name="connsiteY160" fmla="*/ 1107358 h 2345941"/>
                <a:gd name="connsiteX161" fmla="*/ 1867825 w 1874550"/>
                <a:gd name="connsiteY161" fmla="*/ 1107597 h 2345941"/>
                <a:gd name="connsiteX162" fmla="*/ 1865263 w 1874550"/>
                <a:gd name="connsiteY162" fmla="*/ 1064069 h 2345941"/>
                <a:gd name="connsiteX163" fmla="*/ 1870692 w 1874550"/>
                <a:gd name="connsiteY163" fmla="*/ 1063666 h 2345941"/>
                <a:gd name="connsiteX164" fmla="*/ 1866822 w 1874550"/>
                <a:gd name="connsiteY164" fmla="*/ 1020073 h 2345941"/>
                <a:gd name="connsiteX165" fmla="*/ 1861404 w 1874550"/>
                <a:gd name="connsiteY165" fmla="*/ 1020628 h 2345941"/>
                <a:gd name="connsiteX166" fmla="*/ 1856249 w 1874550"/>
                <a:gd name="connsiteY166" fmla="*/ 977377 h 2345941"/>
                <a:gd name="connsiteX167" fmla="*/ 1861644 w 1874550"/>
                <a:gd name="connsiteY167" fmla="*/ 976653 h 2345941"/>
                <a:gd name="connsiteX168" fmla="*/ 1855159 w 1874550"/>
                <a:gd name="connsiteY168" fmla="*/ 933449 h 2345941"/>
                <a:gd name="connsiteX169" fmla="*/ 1849785 w 1874550"/>
                <a:gd name="connsiteY169" fmla="*/ 934337 h 2345941"/>
                <a:gd name="connsiteX170" fmla="*/ 1841991 w 1874550"/>
                <a:gd name="connsiteY170" fmla="*/ 891433 h 2345941"/>
                <a:gd name="connsiteX171" fmla="*/ 1847343 w 1874550"/>
                <a:gd name="connsiteY171" fmla="*/ 890380 h 2345941"/>
                <a:gd name="connsiteX172" fmla="*/ 1838187 w 1874550"/>
                <a:gd name="connsiteY172" fmla="*/ 847578 h 2345941"/>
                <a:gd name="connsiteX173" fmla="*/ 1832879 w 1874550"/>
                <a:gd name="connsiteY173" fmla="*/ 848797 h 2345941"/>
                <a:gd name="connsiteX174" fmla="*/ 1822447 w 1874550"/>
                <a:gd name="connsiteY174" fmla="*/ 806501 h 2345941"/>
                <a:gd name="connsiteX175" fmla="*/ 1827712 w 1874550"/>
                <a:gd name="connsiteY175" fmla="*/ 805116 h 2345941"/>
                <a:gd name="connsiteX176" fmla="*/ 1815907 w 1874550"/>
                <a:gd name="connsiteY176" fmla="*/ 763036 h 2345941"/>
                <a:gd name="connsiteX177" fmla="*/ 1810675 w 1874550"/>
                <a:gd name="connsiteY177" fmla="*/ 764589 h 2345941"/>
                <a:gd name="connsiteX178" fmla="*/ 1797562 w 1874550"/>
                <a:gd name="connsiteY178" fmla="*/ 723046 h 2345941"/>
                <a:gd name="connsiteX179" fmla="*/ 1802740 w 1874550"/>
                <a:gd name="connsiteY179" fmla="*/ 721326 h 2345941"/>
                <a:gd name="connsiteX180" fmla="*/ 1788210 w 1874550"/>
                <a:gd name="connsiteY180" fmla="*/ 680025 h 2345941"/>
                <a:gd name="connsiteX181" fmla="*/ 1783098 w 1874550"/>
                <a:gd name="connsiteY181" fmla="*/ 681912 h 2345941"/>
                <a:gd name="connsiteX182" fmla="*/ 1767281 w 1874550"/>
                <a:gd name="connsiteY182" fmla="*/ 641307 h 2345941"/>
                <a:gd name="connsiteX183" fmla="*/ 1772328 w 1874550"/>
                <a:gd name="connsiteY183" fmla="*/ 639250 h 2345941"/>
                <a:gd name="connsiteX184" fmla="*/ 1755095 w 1874550"/>
                <a:gd name="connsiteY184" fmla="*/ 599054 h 2345941"/>
                <a:gd name="connsiteX185" fmla="*/ 1750124 w 1874550"/>
                <a:gd name="connsiteY185" fmla="*/ 601280 h 2345941"/>
                <a:gd name="connsiteX186" fmla="*/ 1731616 w 1874550"/>
                <a:gd name="connsiteY186" fmla="*/ 561882 h 2345941"/>
                <a:gd name="connsiteX187" fmla="*/ 1736510 w 1874550"/>
                <a:gd name="connsiteY187" fmla="*/ 559485 h 2345941"/>
                <a:gd name="connsiteX188" fmla="*/ 1716541 w 1874550"/>
                <a:gd name="connsiteY188" fmla="*/ 520564 h 2345941"/>
                <a:gd name="connsiteX189" fmla="*/ 1711734 w 1874550"/>
                <a:gd name="connsiteY189" fmla="*/ 523130 h 2345941"/>
                <a:gd name="connsiteX190" fmla="*/ 1690468 w 1874550"/>
                <a:gd name="connsiteY190" fmla="*/ 485077 h 2345941"/>
                <a:gd name="connsiteX191" fmla="*/ 1695176 w 1874550"/>
                <a:gd name="connsiteY191" fmla="*/ 482340 h 2345941"/>
                <a:gd name="connsiteX192" fmla="*/ 1672461 w 1874550"/>
                <a:gd name="connsiteY192" fmla="*/ 444931 h 2345941"/>
                <a:gd name="connsiteX193" fmla="*/ 1667850 w 1874550"/>
                <a:gd name="connsiteY193" fmla="*/ 447840 h 2345941"/>
                <a:gd name="connsiteX194" fmla="*/ 1643869 w 1874550"/>
                <a:gd name="connsiteY194" fmla="*/ 411483 h 2345941"/>
                <a:gd name="connsiteX195" fmla="*/ 1648360 w 1874550"/>
                <a:gd name="connsiteY195" fmla="*/ 408404 h 2345941"/>
                <a:gd name="connsiteX196" fmla="*/ 1622908 w 1874550"/>
                <a:gd name="connsiteY196" fmla="*/ 372831 h 2345941"/>
                <a:gd name="connsiteX197" fmla="*/ 1618537 w 1874550"/>
                <a:gd name="connsiteY197" fmla="*/ 376080 h 2345941"/>
                <a:gd name="connsiteX198" fmla="*/ 1591843 w 1874550"/>
                <a:gd name="connsiteY198" fmla="*/ 341703 h 2345941"/>
                <a:gd name="connsiteX199" fmla="*/ 1596083 w 1874550"/>
                <a:gd name="connsiteY199" fmla="*/ 338284 h 2345941"/>
                <a:gd name="connsiteX200" fmla="*/ 1567895 w 1874550"/>
                <a:gd name="connsiteY200" fmla="*/ 304839 h 2345941"/>
                <a:gd name="connsiteX201" fmla="*/ 1563797 w 1874550"/>
                <a:gd name="connsiteY201" fmla="*/ 308428 h 2345941"/>
                <a:gd name="connsiteX202" fmla="*/ 1534377 w 1874550"/>
                <a:gd name="connsiteY202" fmla="*/ 276299 h 2345941"/>
                <a:gd name="connsiteX203" fmla="*/ 1538323 w 1874550"/>
                <a:gd name="connsiteY203" fmla="*/ 272543 h 2345941"/>
                <a:gd name="connsiteX204" fmla="*/ 1507399 w 1874550"/>
                <a:gd name="connsiteY204" fmla="*/ 241539 h 2345941"/>
                <a:gd name="connsiteX205" fmla="*/ 1503627 w 1874550"/>
                <a:gd name="connsiteY205" fmla="*/ 245462 h 2345941"/>
                <a:gd name="connsiteX206" fmla="*/ 1471559 w 1874550"/>
                <a:gd name="connsiteY206" fmla="*/ 216007 h 2345941"/>
                <a:gd name="connsiteX207" fmla="*/ 1475167 w 1874550"/>
                <a:gd name="connsiteY207" fmla="*/ 211921 h 2345941"/>
                <a:gd name="connsiteX208" fmla="*/ 1441627 w 1874550"/>
                <a:gd name="connsiteY208" fmla="*/ 183789 h 2345941"/>
                <a:gd name="connsiteX209" fmla="*/ 1438216 w 1874550"/>
                <a:gd name="connsiteY209" fmla="*/ 188035 h 2345941"/>
                <a:gd name="connsiteX210" fmla="*/ 1403618 w 1874550"/>
                <a:gd name="connsiteY210" fmla="*/ 161649 h 2345941"/>
                <a:gd name="connsiteX211" fmla="*/ 1406823 w 1874550"/>
                <a:gd name="connsiteY211" fmla="*/ 157247 h 2345941"/>
                <a:gd name="connsiteX212" fmla="*/ 1370787 w 1874550"/>
                <a:gd name="connsiteY212" fmla="*/ 132403 h 2345941"/>
                <a:gd name="connsiteX213" fmla="*/ 1367800 w 1874550"/>
                <a:gd name="connsiteY213" fmla="*/ 136956 h 2345941"/>
                <a:gd name="connsiteX214" fmla="*/ 1330805 w 1874550"/>
                <a:gd name="connsiteY214" fmla="*/ 114064 h 2345941"/>
                <a:gd name="connsiteX215" fmla="*/ 1333563 w 1874550"/>
                <a:gd name="connsiteY215" fmla="*/ 109367 h 2345941"/>
                <a:gd name="connsiteX216" fmla="*/ 1295216 w 1874550"/>
                <a:gd name="connsiteY216" fmla="*/ 88248 h 2345941"/>
                <a:gd name="connsiteX217" fmla="*/ 1292709 w 1874550"/>
                <a:gd name="connsiteY217" fmla="*/ 93081 h 2345941"/>
                <a:gd name="connsiteX218" fmla="*/ 1253566 w 1874550"/>
                <a:gd name="connsiteY218" fmla="*/ 74117 h 2345941"/>
                <a:gd name="connsiteX219" fmla="*/ 1255823 w 1874550"/>
                <a:gd name="connsiteY219" fmla="*/ 69159 h 2345941"/>
                <a:gd name="connsiteX220" fmla="*/ 1215448 w 1874550"/>
                <a:gd name="connsiteY220" fmla="*/ 52203 h 2345941"/>
                <a:gd name="connsiteX221" fmla="*/ 1213475 w 1874550"/>
                <a:gd name="connsiteY221" fmla="*/ 57276 h 2345941"/>
                <a:gd name="connsiteX222" fmla="*/ 1172512 w 1874550"/>
                <a:gd name="connsiteY222" fmla="*/ 42654 h 2345941"/>
                <a:gd name="connsiteX223" fmla="*/ 1174202 w 1874550"/>
                <a:gd name="connsiteY223" fmla="*/ 37481 h 2345941"/>
                <a:gd name="connsiteX224" fmla="*/ 1132203 w 1874550"/>
                <a:gd name="connsiteY224" fmla="*/ 25084 h 2345941"/>
                <a:gd name="connsiteX225" fmla="*/ 1130808 w 1874550"/>
                <a:gd name="connsiteY225" fmla="*/ 30345 h 2345941"/>
                <a:gd name="connsiteX226" fmla="*/ 1088483 w 1874550"/>
                <a:gd name="connsiteY226" fmla="*/ 20421 h 2345941"/>
                <a:gd name="connsiteX227" fmla="*/ 1089573 w 1874550"/>
                <a:gd name="connsiteY227" fmla="*/ 15090 h 2345941"/>
                <a:gd name="connsiteX228" fmla="*/ 1046441 w 1874550"/>
                <a:gd name="connsiteY228" fmla="*/ 7554 h 2345941"/>
                <a:gd name="connsiteX229" fmla="*/ 1045656 w 1874550"/>
                <a:gd name="connsiteY229" fmla="*/ 12940 h 2345941"/>
                <a:gd name="connsiteX230" fmla="*/ 1002480 w 1874550"/>
                <a:gd name="connsiteY230" fmla="*/ 7941 h 2345941"/>
                <a:gd name="connsiteX231" fmla="*/ 1002949 w 1874550"/>
                <a:gd name="connsiteY231" fmla="*/ 2519 h 2345941"/>
                <a:gd name="connsiteX232" fmla="*/ 959239 w 1874550"/>
                <a:gd name="connsiteY232" fmla="*/ 0 h 2345941"/>
                <a:gd name="connsiteX233" fmla="*/ 959086 w 1874550"/>
                <a:gd name="connsiteY233" fmla="*/ 5441 h 2345941"/>
                <a:gd name="connsiteX234" fmla="*/ 937275 w 1874550"/>
                <a:gd name="connsiteY234" fmla="*/ 5127 h 2345941"/>
                <a:gd name="connsiteX235" fmla="*/ 915475 w 1874550"/>
                <a:gd name="connsiteY235" fmla="*/ 5441 h 2345941"/>
                <a:gd name="connsiteX236" fmla="*/ 915311 w 1874550"/>
                <a:gd name="connsiteY236" fmla="*/ 0 h 2345941"/>
                <a:gd name="connsiteX237" fmla="*/ 871601 w 1874550"/>
                <a:gd name="connsiteY237" fmla="*/ 2519 h 2345941"/>
                <a:gd name="connsiteX238" fmla="*/ 872070 w 1874550"/>
                <a:gd name="connsiteY238" fmla="*/ 7941 h 2345941"/>
                <a:gd name="connsiteX239" fmla="*/ 828895 w 1874550"/>
                <a:gd name="connsiteY239" fmla="*/ 12940 h 2345941"/>
                <a:gd name="connsiteX240" fmla="*/ 828110 w 1874550"/>
                <a:gd name="connsiteY240" fmla="*/ 7554 h 2345941"/>
                <a:gd name="connsiteX241" fmla="*/ 784978 w 1874550"/>
                <a:gd name="connsiteY241" fmla="*/ 15090 h 2345941"/>
                <a:gd name="connsiteX242" fmla="*/ 786078 w 1874550"/>
                <a:gd name="connsiteY242" fmla="*/ 20421 h 2345941"/>
                <a:gd name="connsiteX243" fmla="*/ 743742 w 1874550"/>
                <a:gd name="connsiteY243" fmla="*/ 30345 h 2345941"/>
                <a:gd name="connsiteX244" fmla="*/ 742347 w 1874550"/>
                <a:gd name="connsiteY244" fmla="*/ 25084 h 2345941"/>
                <a:gd name="connsiteX245" fmla="*/ 700349 w 1874550"/>
                <a:gd name="connsiteY245" fmla="*/ 37481 h 2345941"/>
                <a:gd name="connsiteX246" fmla="*/ 702038 w 1874550"/>
                <a:gd name="connsiteY246" fmla="*/ 42654 h 2345941"/>
                <a:gd name="connsiteX247" fmla="*/ 661075 w 1874550"/>
                <a:gd name="connsiteY247" fmla="*/ 57275 h 2345941"/>
                <a:gd name="connsiteX248" fmla="*/ 659102 w 1874550"/>
                <a:gd name="connsiteY248" fmla="*/ 52203 h 2345941"/>
                <a:gd name="connsiteX249" fmla="*/ 618739 w 1874550"/>
                <a:gd name="connsiteY249" fmla="*/ 69159 h 2345941"/>
                <a:gd name="connsiteX250" fmla="*/ 620984 w 1874550"/>
                <a:gd name="connsiteY250" fmla="*/ 74117 h 2345941"/>
                <a:gd name="connsiteX251" fmla="*/ 581842 w 1874550"/>
                <a:gd name="connsiteY251" fmla="*/ 93081 h 2345941"/>
                <a:gd name="connsiteX252" fmla="*/ 579335 w 1874550"/>
                <a:gd name="connsiteY252" fmla="*/ 88248 h 2345941"/>
                <a:gd name="connsiteX253" fmla="*/ 540988 w 1874550"/>
                <a:gd name="connsiteY253" fmla="*/ 109367 h 2345941"/>
                <a:gd name="connsiteX254" fmla="*/ 543745 w 1874550"/>
                <a:gd name="connsiteY254" fmla="*/ 114064 h 2345941"/>
                <a:gd name="connsiteX255" fmla="*/ 506761 w 1874550"/>
                <a:gd name="connsiteY255" fmla="*/ 136955 h 2345941"/>
                <a:gd name="connsiteX256" fmla="*/ 503774 w 1874550"/>
                <a:gd name="connsiteY256" fmla="*/ 132403 h 2345941"/>
                <a:gd name="connsiteX257" fmla="*/ 467738 w 1874550"/>
                <a:gd name="connsiteY257" fmla="*/ 157247 h 2345941"/>
                <a:gd name="connsiteX258" fmla="*/ 470943 w 1874550"/>
                <a:gd name="connsiteY258" fmla="*/ 161649 h 2345941"/>
                <a:gd name="connsiteX259" fmla="*/ 436335 w 1874550"/>
                <a:gd name="connsiteY259" fmla="*/ 188035 h 2345941"/>
                <a:gd name="connsiteX260" fmla="*/ 432934 w 1874550"/>
                <a:gd name="connsiteY260" fmla="*/ 183789 h 2345941"/>
                <a:gd name="connsiteX261" fmla="*/ 399394 w 1874550"/>
                <a:gd name="connsiteY261" fmla="*/ 211921 h 2345941"/>
                <a:gd name="connsiteX262" fmla="*/ 402991 w 1874550"/>
                <a:gd name="connsiteY262" fmla="*/ 216007 h 2345941"/>
                <a:gd name="connsiteX263" fmla="*/ 370934 w 1874550"/>
                <a:gd name="connsiteY263" fmla="*/ 245461 h 2345941"/>
                <a:gd name="connsiteX264" fmla="*/ 367151 w 1874550"/>
                <a:gd name="connsiteY264" fmla="*/ 241538 h 2345941"/>
                <a:gd name="connsiteX265" fmla="*/ 336238 w 1874550"/>
                <a:gd name="connsiteY265" fmla="*/ 272543 h 2345941"/>
                <a:gd name="connsiteX266" fmla="*/ 340173 w 1874550"/>
                <a:gd name="connsiteY266" fmla="*/ 276299 h 2345941"/>
                <a:gd name="connsiteX267" fmla="*/ 310754 w 1874550"/>
                <a:gd name="connsiteY267" fmla="*/ 308427 h 2345941"/>
                <a:gd name="connsiteX268" fmla="*/ 306655 w 1874550"/>
                <a:gd name="connsiteY268" fmla="*/ 304839 h 2345941"/>
                <a:gd name="connsiteX269" fmla="*/ 278467 w 1874550"/>
                <a:gd name="connsiteY269" fmla="*/ 338283 h 2345941"/>
                <a:gd name="connsiteX270" fmla="*/ 282708 w 1874550"/>
                <a:gd name="connsiteY270" fmla="*/ 341703 h 2345941"/>
                <a:gd name="connsiteX271" fmla="*/ 256024 w 1874550"/>
                <a:gd name="connsiteY271" fmla="*/ 376080 h 2345941"/>
                <a:gd name="connsiteX272" fmla="*/ 251653 w 1874550"/>
                <a:gd name="connsiteY272" fmla="*/ 372831 h 2345941"/>
                <a:gd name="connsiteX273" fmla="*/ 226190 w 1874550"/>
                <a:gd name="connsiteY273" fmla="*/ 408404 h 2345941"/>
                <a:gd name="connsiteX274" fmla="*/ 230681 w 1874550"/>
                <a:gd name="connsiteY274" fmla="*/ 411483 h 2345941"/>
                <a:gd name="connsiteX275" fmla="*/ 206700 w 1874550"/>
                <a:gd name="connsiteY275" fmla="*/ 447840 h 2345941"/>
                <a:gd name="connsiteX276" fmla="*/ 202101 w 1874550"/>
                <a:gd name="connsiteY276" fmla="*/ 444931 h 2345941"/>
                <a:gd name="connsiteX277" fmla="*/ 179374 w 1874550"/>
                <a:gd name="connsiteY277" fmla="*/ 482340 h 2345941"/>
                <a:gd name="connsiteX278" fmla="*/ 184083 w 1874550"/>
                <a:gd name="connsiteY278" fmla="*/ 485077 h 2345941"/>
                <a:gd name="connsiteX279" fmla="*/ 162816 w 1874550"/>
                <a:gd name="connsiteY279" fmla="*/ 523130 h 2345941"/>
                <a:gd name="connsiteX280" fmla="*/ 158009 w 1874550"/>
                <a:gd name="connsiteY280" fmla="*/ 520564 h 2345941"/>
                <a:gd name="connsiteX281" fmla="*/ 138051 w 1874550"/>
                <a:gd name="connsiteY281" fmla="*/ 559485 h 2345941"/>
                <a:gd name="connsiteX282" fmla="*/ 142945 w 1874550"/>
                <a:gd name="connsiteY282" fmla="*/ 561881 h 2345941"/>
                <a:gd name="connsiteX283" fmla="*/ 124437 w 1874550"/>
                <a:gd name="connsiteY283" fmla="*/ 601280 h 2345941"/>
                <a:gd name="connsiteX284" fmla="*/ 119455 w 1874550"/>
                <a:gd name="connsiteY284" fmla="*/ 599052 h 2345941"/>
                <a:gd name="connsiteX285" fmla="*/ 102222 w 1874550"/>
                <a:gd name="connsiteY285" fmla="*/ 639250 h 2345941"/>
                <a:gd name="connsiteX286" fmla="*/ 107269 w 1874550"/>
                <a:gd name="connsiteY286" fmla="*/ 641307 h 2345941"/>
                <a:gd name="connsiteX287" fmla="*/ 91464 w 1874550"/>
                <a:gd name="connsiteY287" fmla="*/ 681912 h 2345941"/>
                <a:gd name="connsiteX288" fmla="*/ 86351 w 1874550"/>
                <a:gd name="connsiteY288" fmla="*/ 680024 h 2345941"/>
                <a:gd name="connsiteX289" fmla="*/ 71821 w 1874550"/>
                <a:gd name="connsiteY289" fmla="*/ 721326 h 2345941"/>
                <a:gd name="connsiteX290" fmla="*/ 76988 w 1874550"/>
                <a:gd name="connsiteY290" fmla="*/ 723045 h 2345941"/>
                <a:gd name="connsiteX291" fmla="*/ 63875 w 1874550"/>
                <a:gd name="connsiteY291" fmla="*/ 764587 h 2345941"/>
                <a:gd name="connsiteX292" fmla="*/ 58654 w 1874550"/>
                <a:gd name="connsiteY292" fmla="*/ 763035 h 2345941"/>
                <a:gd name="connsiteX293" fmla="*/ 46838 w 1874550"/>
                <a:gd name="connsiteY293" fmla="*/ 805116 h 2345941"/>
                <a:gd name="connsiteX294" fmla="*/ 52114 w 1874550"/>
                <a:gd name="connsiteY294" fmla="*/ 806501 h 2345941"/>
                <a:gd name="connsiteX295" fmla="*/ 41671 w 1874550"/>
                <a:gd name="connsiteY295" fmla="*/ 848796 h 2345941"/>
                <a:gd name="connsiteX296" fmla="*/ 36363 w 1874550"/>
                <a:gd name="connsiteY296" fmla="*/ 847577 h 2345941"/>
                <a:gd name="connsiteX297" fmla="*/ 27218 w 1874550"/>
                <a:gd name="connsiteY297" fmla="*/ 890379 h 2345941"/>
                <a:gd name="connsiteX298" fmla="*/ 32559 w 1874550"/>
                <a:gd name="connsiteY298" fmla="*/ 891433 h 2345941"/>
                <a:gd name="connsiteX299" fmla="*/ 24765 w 1874550"/>
                <a:gd name="connsiteY299" fmla="*/ 934337 h 2345941"/>
                <a:gd name="connsiteX300" fmla="*/ 19392 w 1874550"/>
                <a:gd name="connsiteY300" fmla="*/ 933448 h 2345941"/>
                <a:gd name="connsiteX301" fmla="*/ 12906 w 1874550"/>
                <a:gd name="connsiteY301" fmla="*/ 976651 h 2345941"/>
                <a:gd name="connsiteX302" fmla="*/ 18312 w 1874550"/>
                <a:gd name="connsiteY302" fmla="*/ 977376 h 2345941"/>
                <a:gd name="connsiteX303" fmla="*/ 13157 w 1874550"/>
                <a:gd name="connsiteY303" fmla="*/ 1020628 h 2345941"/>
                <a:gd name="connsiteX304" fmla="*/ 7728 w 1874550"/>
                <a:gd name="connsiteY304" fmla="*/ 1020073 h 2345941"/>
                <a:gd name="connsiteX305" fmla="*/ 3859 w 1874550"/>
                <a:gd name="connsiteY305" fmla="*/ 1063666 h 2345941"/>
                <a:gd name="connsiteX306" fmla="*/ 9298 w 1874550"/>
                <a:gd name="connsiteY306" fmla="*/ 1064069 h 2345941"/>
                <a:gd name="connsiteX307" fmla="*/ 6725 w 1874550"/>
                <a:gd name="connsiteY307" fmla="*/ 1107597 h 2345941"/>
                <a:gd name="connsiteX308" fmla="*/ 1286 w 1874550"/>
                <a:gd name="connsiteY308" fmla="*/ 1107358 h 2345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</a:cxnLst>
              <a:rect l="l" t="t" r="r" b="b"/>
              <a:pathLst>
                <a:path w="1874550" h="2345941">
                  <a:moveTo>
                    <a:pt x="1286" y="1107358"/>
                  </a:moveTo>
                  <a:cubicBezTo>
                    <a:pt x="643" y="1121845"/>
                    <a:pt x="218" y="1136398"/>
                    <a:pt x="0" y="1151027"/>
                  </a:cubicBezTo>
                  <a:lnTo>
                    <a:pt x="5450" y="1151103"/>
                  </a:lnTo>
                  <a:cubicBezTo>
                    <a:pt x="5352" y="1158374"/>
                    <a:pt x="5298" y="1165667"/>
                    <a:pt x="5298" y="1172971"/>
                  </a:cubicBezTo>
                  <a:cubicBezTo>
                    <a:pt x="5298" y="1180274"/>
                    <a:pt x="5352" y="1187567"/>
                    <a:pt x="5450" y="1194849"/>
                  </a:cubicBezTo>
                  <a:lnTo>
                    <a:pt x="0" y="1194925"/>
                  </a:lnTo>
                  <a:cubicBezTo>
                    <a:pt x="218" y="1209543"/>
                    <a:pt x="643" y="1224107"/>
                    <a:pt x="1286" y="1238595"/>
                  </a:cubicBezTo>
                  <a:lnTo>
                    <a:pt x="6725" y="1238355"/>
                  </a:lnTo>
                  <a:cubicBezTo>
                    <a:pt x="7369" y="1252930"/>
                    <a:pt x="8230" y="1267439"/>
                    <a:pt x="9298" y="1281872"/>
                  </a:cubicBezTo>
                  <a:lnTo>
                    <a:pt x="3859" y="1282275"/>
                  </a:lnTo>
                  <a:cubicBezTo>
                    <a:pt x="4938" y="1296882"/>
                    <a:pt x="6224" y="1311424"/>
                    <a:pt x="7728" y="1325879"/>
                  </a:cubicBezTo>
                  <a:lnTo>
                    <a:pt x="13157" y="1325313"/>
                  </a:lnTo>
                  <a:cubicBezTo>
                    <a:pt x="14661" y="1339812"/>
                    <a:pt x="16383" y="1354234"/>
                    <a:pt x="18312" y="1368569"/>
                  </a:cubicBezTo>
                  <a:lnTo>
                    <a:pt x="12906" y="1369299"/>
                  </a:lnTo>
                  <a:cubicBezTo>
                    <a:pt x="14857" y="1383786"/>
                    <a:pt x="17026" y="1398187"/>
                    <a:pt x="19392" y="1412500"/>
                  </a:cubicBezTo>
                  <a:lnTo>
                    <a:pt x="24765" y="1411608"/>
                  </a:lnTo>
                  <a:cubicBezTo>
                    <a:pt x="27152" y="1426008"/>
                    <a:pt x="29758" y="1440311"/>
                    <a:pt x="32559" y="1454515"/>
                  </a:cubicBezTo>
                  <a:lnTo>
                    <a:pt x="27218" y="1455571"/>
                  </a:lnTo>
                  <a:cubicBezTo>
                    <a:pt x="30052" y="1469939"/>
                    <a:pt x="33104" y="1484209"/>
                    <a:pt x="36363" y="1498370"/>
                  </a:cubicBezTo>
                  <a:lnTo>
                    <a:pt x="41671" y="1497151"/>
                  </a:lnTo>
                  <a:cubicBezTo>
                    <a:pt x="44942" y="1511366"/>
                    <a:pt x="48430" y="1525462"/>
                    <a:pt x="52114" y="1539449"/>
                  </a:cubicBezTo>
                  <a:lnTo>
                    <a:pt x="46838" y="1540831"/>
                  </a:lnTo>
                  <a:cubicBezTo>
                    <a:pt x="50566" y="1554981"/>
                    <a:pt x="54512" y="1569001"/>
                    <a:pt x="58654" y="1582911"/>
                  </a:cubicBezTo>
                  <a:lnTo>
                    <a:pt x="63875" y="1581355"/>
                  </a:lnTo>
                  <a:cubicBezTo>
                    <a:pt x="68039" y="1595331"/>
                    <a:pt x="72410" y="1609187"/>
                    <a:pt x="76988" y="1622902"/>
                  </a:cubicBezTo>
                  <a:lnTo>
                    <a:pt x="71821" y="1624622"/>
                  </a:lnTo>
                  <a:cubicBezTo>
                    <a:pt x="76454" y="1638522"/>
                    <a:pt x="81294" y="1652291"/>
                    <a:pt x="86351" y="1665918"/>
                  </a:cubicBezTo>
                  <a:lnTo>
                    <a:pt x="91464" y="1664035"/>
                  </a:lnTo>
                  <a:cubicBezTo>
                    <a:pt x="96521" y="1677718"/>
                    <a:pt x="101797" y="1691247"/>
                    <a:pt x="107269" y="1704635"/>
                  </a:cubicBezTo>
                  <a:lnTo>
                    <a:pt x="102222" y="1706693"/>
                  </a:lnTo>
                  <a:cubicBezTo>
                    <a:pt x="107770" y="1720244"/>
                    <a:pt x="113515" y="1733654"/>
                    <a:pt x="119455" y="1746890"/>
                  </a:cubicBezTo>
                  <a:lnTo>
                    <a:pt x="124437" y="1744669"/>
                  </a:lnTo>
                  <a:cubicBezTo>
                    <a:pt x="130399" y="1757960"/>
                    <a:pt x="136569" y="1771098"/>
                    <a:pt x="142934" y="1784061"/>
                  </a:cubicBezTo>
                  <a:lnTo>
                    <a:pt x="138051" y="1786456"/>
                  </a:lnTo>
                  <a:cubicBezTo>
                    <a:pt x="144504" y="1799605"/>
                    <a:pt x="151164" y="1812579"/>
                    <a:pt x="158009" y="1825380"/>
                  </a:cubicBezTo>
                  <a:lnTo>
                    <a:pt x="162816" y="1822811"/>
                  </a:lnTo>
                  <a:cubicBezTo>
                    <a:pt x="169705" y="1835688"/>
                    <a:pt x="176801" y="1848368"/>
                    <a:pt x="184083" y="1860864"/>
                  </a:cubicBezTo>
                  <a:lnTo>
                    <a:pt x="179374" y="1863607"/>
                  </a:lnTo>
                  <a:cubicBezTo>
                    <a:pt x="186753" y="1876266"/>
                    <a:pt x="194329" y="1888740"/>
                    <a:pt x="202101" y="1901018"/>
                  </a:cubicBezTo>
                  <a:lnTo>
                    <a:pt x="206700" y="1898112"/>
                  </a:lnTo>
                  <a:cubicBezTo>
                    <a:pt x="214505" y="1910433"/>
                    <a:pt x="222506" y="1922548"/>
                    <a:pt x="230681" y="1934467"/>
                  </a:cubicBezTo>
                  <a:lnTo>
                    <a:pt x="226190" y="1937536"/>
                  </a:lnTo>
                  <a:cubicBezTo>
                    <a:pt x="234485" y="1949618"/>
                    <a:pt x="242976" y="1961472"/>
                    <a:pt x="251653" y="1973118"/>
                  </a:cubicBezTo>
                  <a:lnTo>
                    <a:pt x="256024" y="1969864"/>
                  </a:lnTo>
                  <a:cubicBezTo>
                    <a:pt x="264733" y="1981554"/>
                    <a:pt x="273628" y="1993015"/>
                    <a:pt x="282708" y="2004238"/>
                  </a:cubicBezTo>
                  <a:lnTo>
                    <a:pt x="278467" y="2007666"/>
                  </a:lnTo>
                  <a:cubicBezTo>
                    <a:pt x="287678" y="2019052"/>
                    <a:pt x="297074" y="2030198"/>
                    <a:pt x="306655" y="2041104"/>
                  </a:cubicBezTo>
                  <a:lnTo>
                    <a:pt x="310754" y="2037523"/>
                  </a:lnTo>
                  <a:cubicBezTo>
                    <a:pt x="320379" y="2048484"/>
                    <a:pt x="330189" y="2059195"/>
                    <a:pt x="340173" y="2069644"/>
                  </a:cubicBezTo>
                  <a:lnTo>
                    <a:pt x="336238" y="2073399"/>
                  </a:lnTo>
                  <a:cubicBezTo>
                    <a:pt x="346365" y="2084001"/>
                    <a:pt x="356665" y="2094342"/>
                    <a:pt x="367151" y="2104410"/>
                  </a:cubicBezTo>
                  <a:lnTo>
                    <a:pt x="370934" y="2100481"/>
                  </a:lnTo>
                  <a:cubicBezTo>
                    <a:pt x="381441" y="2110581"/>
                    <a:pt x="392135" y="2120400"/>
                    <a:pt x="402991" y="2129935"/>
                  </a:cubicBezTo>
                  <a:lnTo>
                    <a:pt x="399394" y="2134027"/>
                  </a:lnTo>
                  <a:cubicBezTo>
                    <a:pt x="410403" y="2143693"/>
                    <a:pt x="421576" y="2153076"/>
                    <a:pt x="432934" y="2162153"/>
                  </a:cubicBezTo>
                  <a:lnTo>
                    <a:pt x="436335" y="2157908"/>
                  </a:lnTo>
                  <a:cubicBezTo>
                    <a:pt x="447704" y="2167008"/>
                    <a:pt x="459247" y="2175803"/>
                    <a:pt x="470943" y="2184293"/>
                  </a:cubicBezTo>
                  <a:lnTo>
                    <a:pt x="467738" y="2188701"/>
                  </a:lnTo>
                  <a:cubicBezTo>
                    <a:pt x="479587" y="2197300"/>
                    <a:pt x="491599" y="2205584"/>
                    <a:pt x="503774" y="2213540"/>
                  </a:cubicBezTo>
                  <a:lnTo>
                    <a:pt x="506761" y="2208990"/>
                  </a:lnTo>
                  <a:cubicBezTo>
                    <a:pt x="518937" y="2216947"/>
                    <a:pt x="531265" y="2224588"/>
                    <a:pt x="543745" y="2231881"/>
                  </a:cubicBezTo>
                  <a:lnTo>
                    <a:pt x="540988" y="2236583"/>
                  </a:lnTo>
                  <a:cubicBezTo>
                    <a:pt x="553621" y="2243963"/>
                    <a:pt x="566407" y="2251005"/>
                    <a:pt x="579335" y="2257700"/>
                  </a:cubicBezTo>
                  <a:lnTo>
                    <a:pt x="581842" y="2252867"/>
                  </a:lnTo>
                  <a:cubicBezTo>
                    <a:pt x="594747" y="2259539"/>
                    <a:pt x="607795" y="2265863"/>
                    <a:pt x="620984" y="2271828"/>
                  </a:cubicBezTo>
                  <a:lnTo>
                    <a:pt x="618739" y="2276791"/>
                  </a:lnTo>
                  <a:cubicBezTo>
                    <a:pt x="632059" y="2282811"/>
                    <a:pt x="645510" y="2288460"/>
                    <a:pt x="659102" y="2293739"/>
                  </a:cubicBezTo>
                  <a:lnTo>
                    <a:pt x="661075" y="2288667"/>
                  </a:lnTo>
                  <a:cubicBezTo>
                    <a:pt x="674602" y="2293924"/>
                    <a:pt x="688260" y="2298800"/>
                    <a:pt x="702038" y="2303296"/>
                  </a:cubicBezTo>
                  <a:lnTo>
                    <a:pt x="700349" y="2308466"/>
                  </a:lnTo>
                  <a:cubicBezTo>
                    <a:pt x="714224" y="2312983"/>
                    <a:pt x="728231" y="2317119"/>
                    <a:pt x="742347" y="2320864"/>
                  </a:cubicBezTo>
                  <a:lnTo>
                    <a:pt x="743742" y="2315595"/>
                  </a:lnTo>
                  <a:cubicBezTo>
                    <a:pt x="757738" y="2319307"/>
                    <a:pt x="771854" y="2322616"/>
                    <a:pt x="786078" y="2325522"/>
                  </a:cubicBezTo>
                  <a:lnTo>
                    <a:pt x="784978" y="2330856"/>
                  </a:lnTo>
                  <a:cubicBezTo>
                    <a:pt x="799257" y="2333773"/>
                    <a:pt x="813634" y="2336287"/>
                    <a:pt x="828110" y="2338388"/>
                  </a:cubicBezTo>
                  <a:lnTo>
                    <a:pt x="828895" y="2333000"/>
                  </a:lnTo>
                  <a:cubicBezTo>
                    <a:pt x="843196" y="2335079"/>
                    <a:pt x="857584" y="2336755"/>
                    <a:pt x="872070" y="2338007"/>
                  </a:cubicBezTo>
                  <a:lnTo>
                    <a:pt x="871601" y="2343428"/>
                  </a:lnTo>
                  <a:cubicBezTo>
                    <a:pt x="886088" y="2344679"/>
                    <a:pt x="900661" y="2345528"/>
                    <a:pt x="915311" y="2345942"/>
                  </a:cubicBezTo>
                  <a:lnTo>
                    <a:pt x="915475" y="2340511"/>
                  </a:lnTo>
                  <a:cubicBezTo>
                    <a:pt x="922723" y="2340717"/>
                    <a:pt x="929994" y="2340815"/>
                    <a:pt x="937275" y="2340815"/>
                  </a:cubicBezTo>
                  <a:cubicBezTo>
                    <a:pt x="944567" y="2340815"/>
                    <a:pt x="951838" y="2340717"/>
                    <a:pt x="959086" y="2340511"/>
                  </a:cubicBezTo>
                  <a:lnTo>
                    <a:pt x="959239" y="2345942"/>
                  </a:lnTo>
                  <a:cubicBezTo>
                    <a:pt x="973900" y="2345528"/>
                    <a:pt x="988473" y="2344679"/>
                    <a:pt x="1002949" y="2343428"/>
                  </a:cubicBezTo>
                  <a:lnTo>
                    <a:pt x="1002480" y="2338007"/>
                  </a:lnTo>
                  <a:cubicBezTo>
                    <a:pt x="1016967" y="2336755"/>
                    <a:pt x="1031366" y="2335079"/>
                    <a:pt x="1045656" y="2333000"/>
                  </a:cubicBezTo>
                  <a:lnTo>
                    <a:pt x="1046441" y="2338388"/>
                  </a:lnTo>
                  <a:cubicBezTo>
                    <a:pt x="1060927" y="2336287"/>
                    <a:pt x="1075304" y="2333773"/>
                    <a:pt x="1089573" y="2330856"/>
                  </a:cubicBezTo>
                  <a:lnTo>
                    <a:pt x="1088483" y="2325522"/>
                  </a:lnTo>
                  <a:cubicBezTo>
                    <a:pt x="1102697" y="2322616"/>
                    <a:pt x="1116812" y="2319307"/>
                    <a:pt x="1130808" y="2315595"/>
                  </a:cubicBezTo>
                  <a:lnTo>
                    <a:pt x="1132203" y="2320864"/>
                  </a:lnTo>
                  <a:cubicBezTo>
                    <a:pt x="1146319" y="2317119"/>
                    <a:pt x="1160326" y="2312983"/>
                    <a:pt x="1174202" y="2308466"/>
                  </a:cubicBezTo>
                  <a:lnTo>
                    <a:pt x="1172512" y="2303296"/>
                  </a:lnTo>
                  <a:cubicBezTo>
                    <a:pt x="1186290" y="2298800"/>
                    <a:pt x="1199948" y="2293924"/>
                    <a:pt x="1213475" y="2288667"/>
                  </a:cubicBezTo>
                  <a:lnTo>
                    <a:pt x="1215448" y="2293739"/>
                  </a:lnTo>
                  <a:cubicBezTo>
                    <a:pt x="1229041" y="2288460"/>
                    <a:pt x="1242502" y="2282811"/>
                    <a:pt x="1255823" y="2276791"/>
                  </a:cubicBezTo>
                  <a:lnTo>
                    <a:pt x="1253566" y="2271828"/>
                  </a:lnTo>
                  <a:cubicBezTo>
                    <a:pt x="1266755" y="2265863"/>
                    <a:pt x="1279803" y="2259539"/>
                    <a:pt x="1292709" y="2252867"/>
                  </a:cubicBezTo>
                  <a:lnTo>
                    <a:pt x="1295216" y="2257700"/>
                  </a:lnTo>
                  <a:cubicBezTo>
                    <a:pt x="1308143" y="2251005"/>
                    <a:pt x="1320929" y="2243963"/>
                    <a:pt x="1333563" y="2236583"/>
                  </a:cubicBezTo>
                  <a:lnTo>
                    <a:pt x="1330805" y="2231881"/>
                  </a:lnTo>
                  <a:cubicBezTo>
                    <a:pt x="1343286" y="2224588"/>
                    <a:pt x="1355624" y="2216947"/>
                    <a:pt x="1367800" y="2208990"/>
                  </a:cubicBezTo>
                  <a:lnTo>
                    <a:pt x="1370776" y="2213540"/>
                  </a:lnTo>
                  <a:cubicBezTo>
                    <a:pt x="1382951" y="2205584"/>
                    <a:pt x="1394963" y="2197300"/>
                    <a:pt x="1406823" y="2188701"/>
                  </a:cubicBezTo>
                  <a:lnTo>
                    <a:pt x="1403618" y="2184293"/>
                  </a:lnTo>
                  <a:cubicBezTo>
                    <a:pt x="1415314" y="2175803"/>
                    <a:pt x="1426847" y="2167008"/>
                    <a:pt x="1438216" y="2157908"/>
                  </a:cubicBezTo>
                  <a:lnTo>
                    <a:pt x="1441627" y="2162153"/>
                  </a:lnTo>
                  <a:cubicBezTo>
                    <a:pt x="1452974" y="2153076"/>
                    <a:pt x="1464158" y="2143693"/>
                    <a:pt x="1475167" y="2134027"/>
                  </a:cubicBezTo>
                  <a:lnTo>
                    <a:pt x="1471559" y="2129935"/>
                  </a:lnTo>
                  <a:cubicBezTo>
                    <a:pt x="1482427" y="2120400"/>
                    <a:pt x="1493109" y="2110581"/>
                    <a:pt x="1503627" y="2100481"/>
                  </a:cubicBezTo>
                  <a:lnTo>
                    <a:pt x="1507399" y="2104410"/>
                  </a:lnTo>
                  <a:cubicBezTo>
                    <a:pt x="1517885" y="2094342"/>
                    <a:pt x="1528196" y="2084001"/>
                    <a:pt x="1538323" y="2073399"/>
                  </a:cubicBezTo>
                  <a:lnTo>
                    <a:pt x="1534377" y="2069644"/>
                  </a:lnTo>
                  <a:cubicBezTo>
                    <a:pt x="1544361" y="2059195"/>
                    <a:pt x="1554172" y="2048484"/>
                    <a:pt x="1563797" y="2037523"/>
                  </a:cubicBezTo>
                  <a:lnTo>
                    <a:pt x="1567895" y="2041104"/>
                  </a:lnTo>
                  <a:cubicBezTo>
                    <a:pt x="1577476" y="2030198"/>
                    <a:pt x="1586872" y="2019052"/>
                    <a:pt x="1596083" y="2007666"/>
                  </a:cubicBezTo>
                  <a:lnTo>
                    <a:pt x="1591843" y="2004238"/>
                  </a:lnTo>
                  <a:cubicBezTo>
                    <a:pt x="1600923" y="1993015"/>
                    <a:pt x="1609828" y="1981554"/>
                    <a:pt x="1618537" y="1969864"/>
                  </a:cubicBezTo>
                  <a:lnTo>
                    <a:pt x="1622908" y="1973118"/>
                  </a:lnTo>
                  <a:cubicBezTo>
                    <a:pt x="1631585" y="1961472"/>
                    <a:pt x="1640065" y="1949618"/>
                    <a:pt x="1648360" y="1937536"/>
                  </a:cubicBezTo>
                  <a:lnTo>
                    <a:pt x="1643869" y="1934467"/>
                  </a:lnTo>
                  <a:cubicBezTo>
                    <a:pt x="1652055" y="1922548"/>
                    <a:pt x="1660045" y="1910433"/>
                    <a:pt x="1667850" y="1898112"/>
                  </a:cubicBezTo>
                  <a:lnTo>
                    <a:pt x="1672461" y="1901018"/>
                  </a:lnTo>
                  <a:cubicBezTo>
                    <a:pt x="1680222" y="1888740"/>
                    <a:pt x="1687797" y="1876266"/>
                    <a:pt x="1695176" y="1863607"/>
                  </a:cubicBezTo>
                  <a:lnTo>
                    <a:pt x="1690468" y="1860864"/>
                  </a:lnTo>
                  <a:cubicBezTo>
                    <a:pt x="1697749" y="1848368"/>
                    <a:pt x="1704845" y="1835688"/>
                    <a:pt x="1711734" y="1822811"/>
                  </a:cubicBezTo>
                  <a:lnTo>
                    <a:pt x="1716541" y="1825380"/>
                  </a:lnTo>
                  <a:cubicBezTo>
                    <a:pt x="1723397" y="1812579"/>
                    <a:pt x="1730057" y="1799605"/>
                    <a:pt x="1736510" y="1786456"/>
                  </a:cubicBezTo>
                  <a:lnTo>
                    <a:pt x="1731616" y="1784061"/>
                  </a:lnTo>
                  <a:cubicBezTo>
                    <a:pt x="1737982" y="1771098"/>
                    <a:pt x="1744151" y="1757960"/>
                    <a:pt x="1750124" y="1744669"/>
                  </a:cubicBezTo>
                  <a:lnTo>
                    <a:pt x="1755095" y="1746890"/>
                  </a:lnTo>
                  <a:cubicBezTo>
                    <a:pt x="1761036" y="1733654"/>
                    <a:pt x="1766791" y="1720244"/>
                    <a:pt x="1772328" y="1706693"/>
                  </a:cubicBezTo>
                  <a:lnTo>
                    <a:pt x="1767281" y="1704635"/>
                  </a:lnTo>
                  <a:cubicBezTo>
                    <a:pt x="1772753" y="1691247"/>
                    <a:pt x="1778029" y="1677718"/>
                    <a:pt x="1783098" y="1664035"/>
                  </a:cubicBezTo>
                  <a:lnTo>
                    <a:pt x="1788210" y="1665918"/>
                  </a:lnTo>
                  <a:cubicBezTo>
                    <a:pt x="1793257" y="1652291"/>
                    <a:pt x="1798096" y="1638522"/>
                    <a:pt x="1802740" y="1624622"/>
                  </a:cubicBezTo>
                  <a:lnTo>
                    <a:pt x="1797562" y="1622902"/>
                  </a:lnTo>
                  <a:cubicBezTo>
                    <a:pt x="1802140" y="1609187"/>
                    <a:pt x="1806511" y="1595331"/>
                    <a:pt x="1810675" y="1581355"/>
                  </a:cubicBezTo>
                  <a:lnTo>
                    <a:pt x="1815907" y="1582911"/>
                  </a:lnTo>
                  <a:cubicBezTo>
                    <a:pt x="1820049" y="1569001"/>
                    <a:pt x="1823984" y="1554981"/>
                    <a:pt x="1827712" y="1540831"/>
                  </a:cubicBezTo>
                  <a:lnTo>
                    <a:pt x="1822436" y="1539449"/>
                  </a:lnTo>
                  <a:cubicBezTo>
                    <a:pt x="1826131" y="1525462"/>
                    <a:pt x="1829609" y="1511366"/>
                    <a:pt x="1832879" y="1497151"/>
                  </a:cubicBezTo>
                  <a:lnTo>
                    <a:pt x="1838187" y="1498370"/>
                  </a:lnTo>
                  <a:cubicBezTo>
                    <a:pt x="1841446" y="1484209"/>
                    <a:pt x="1844498" y="1469939"/>
                    <a:pt x="1847343" y="1455571"/>
                  </a:cubicBezTo>
                  <a:lnTo>
                    <a:pt x="1841991" y="1454515"/>
                  </a:lnTo>
                  <a:cubicBezTo>
                    <a:pt x="1844804" y="1440311"/>
                    <a:pt x="1847398" y="1426008"/>
                    <a:pt x="1849785" y="1411608"/>
                  </a:cubicBezTo>
                  <a:lnTo>
                    <a:pt x="1855159" y="1412500"/>
                  </a:lnTo>
                  <a:cubicBezTo>
                    <a:pt x="1857535" y="1398187"/>
                    <a:pt x="1859693" y="1383786"/>
                    <a:pt x="1861644" y="1369299"/>
                  </a:cubicBezTo>
                  <a:lnTo>
                    <a:pt x="1856249" y="1368569"/>
                  </a:lnTo>
                  <a:cubicBezTo>
                    <a:pt x="1858178" y="1354234"/>
                    <a:pt x="1859890" y="1339812"/>
                    <a:pt x="1861404" y="1325313"/>
                  </a:cubicBezTo>
                  <a:lnTo>
                    <a:pt x="1866822" y="1325879"/>
                  </a:lnTo>
                  <a:cubicBezTo>
                    <a:pt x="1868326" y="1311424"/>
                    <a:pt x="1869623" y="1296893"/>
                    <a:pt x="1870692" y="1282275"/>
                  </a:cubicBezTo>
                  <a:lnTo>
                    <a:pt x="1865263" y="1281872"/>
                  </a:lnTo>
                  <a:cubicBezTo>
                    <a:pt x="1866332" y="1267439"/>
                    <a:pt x="1867182" y="1252930"/>
                    <a:pt x="1867825" y="1238355"/>
                  </a:cubicBezTo>
                  <a:lnTo>
                    <a:pt x="1873275" y="1238595"/>
                  </a:lnTo>
                  <a:cubicBezTo>
                    <a:pt x="1873907" y="1224107"/>
                    <a:pt x="1874332" y="1209543"/>
                    <a:pt x="1874550" y="1194925"/>
                  </a:cubicBezTo>
                  <a:lnTo>
                    <a:pt x="1869100" y="1194849"/>
                  </a:lnTo>
                  <a:cubicBezTo>
                    <a:pt x="1869209" y="1187567"/>
                    <a:pt x="1869264" y="1180274"/>
                    <a:pt x="1869264" y="1172971"/>
                  </a:cubicBezTo>
                  <a:cubicBezTo>
                    <a:pt x="1869264" y="1165667"/>
                    <a:pt x="1869209" y="1158374"/>
                    <a:pt x="1869100" y="1151103"/>
                  </a:cubicBezTo>
                  <a:lnTo>
                    <a:pt x="1874550" y="1151027"/>
                  </a:lnTo>
                  <a:cubicBezTo>
                    <a:pt x="1874332" y="1136398"/>
                    <a:pt x="1873907" y="1121845"/>
                    <a:pt x="1873275" y="1107358"/>
                  </a:cubicBezTo>
                  <a:lnTo>
                    <a:pt x="1867825" y="1107597"/>
                  </a:lnTo>
                  <a:cubicBezTo>
                    <a:pt x="1867182" y="1093011"/>
                    <a:pt x="1866332" y="1078502"/>
                    <a:pt x="1865263" y="1064069"/>
                  </a:cubicBezTo>
                  <a:lnTo>
                    <a:pt x="1870692" y="1063666"/>
                  </a:lnTo>
                  <a:cubicBezTo>
                    <a:pt x="1869623" y="1049059"/>
                    <a:pt x="1868326" y="1034528"/>
                    <a:pt x="1866822" y="1020073"/>
                  </a:cubicBezTo>
                  <a:lnTo>
                    <a:pt x="1861404" y="1020628"/>
                  </a:lnTo>
                  <a:cubicBezTo>
                    <a:pt x="1859890" y="1006129"/>
                    <a:pt x="1858178" y="991707"/>
                    <a:pt x="1856249" y="977377"/>
                  </a:cubicBezTo>
                  <a:lnTo>
                    <a:pt x="1861644" y="976653"/>
                  </a:lnTo>
                  <a:cubicBezTo>
                    <a:pt x="1859693" y="962160"/>
                    <a:pt x="1857535" y="947756"/>
                    <a:pt x="1855159" y="933449"/>
                  </a:cubicBezTo>
                  <a:lnTo>
                    <a:pt x="1849785" y="934337"/>
                  </a:lnTo>
                  <a:cubicBezTo>
                    <a:pt x="1847398" y="919937"/>
                    <a:pt x="1844804" y="905634"/>
                    <a:pt x="1841991" y="891433"/>
                  </a:cubicBezTo>
                  <a:lnTo>
                    <a:pt x="1847343" y="890380"/>
                  </a:lnTo>
                  <a:cubicBezTo>
                    <a:pt x="1844498" y="876006"/>
                    <a:pt x="1841446" y="861737"/>
                    <a:pt x="1838187" y="847578"/>
                  </a:cubicBezTo>
                  <a:lnTo>
                    <a:pt x="1832879" y="848797"/>
                  </a:lnTo>
                  <a:cubicBezTo>
                    <a:pt x="1829609" y="834585"/>
                    <a:pt x="1826131" y="820485"/>
                    <a:pt x="1822447" y="806501"/>
                  </a:cubicBezTo>
                  <a:lnTo>
                    <a:pt x="1827712" y="805116"/>
                  </a:lnTo>
                  <a:cubicBezTo>
                    <a:pt x="1823984" y="790969"/>
                    <a:pt x="1820049" y="776939"/>
                    <a:pt x="1815907" y="763036"/>
                  </a:cubicBezTo>
                  <a:lnTo>
                    <a:pt x="1810675" y="764589"/>
                  </a:lnTo>
                  <a:cubicBezTo>
                    <a:pt x="1806511" y="750611"/>
                    <a:pt x="1802140" y="736762"/>
                    <a:pt x="1797562" y="723046"/>
                  </a:cubicBezTo>
                  <a:lnTo>
                    <a:pt x="1802740" y="721326"/>
                  </a:lnTo>
                  <a:cubicBezTo>
                    <a:pt x="1798096" y="707421"/>
                    <a:pt x="1793257" y="693652"/>
                    <a:pt x="1788210" y="680025"/>
                  </a:cubicBezTo>
                  <a:lnTo>
                    <a:pt x="1783098" y="681912"/>
                  </a:lnTo>
                  <a:cubicBezTo>
                    <a:pt x="1778029" y="668231"/>
                    <a:pt x="1772753" y="654694"/>
                    <a:pt x="1767281" y="641307"/>
                  </a:cubicBezTo>
                  <a:lnTo>
                    <a:pt x="1772328" y="639250"/>
                  </a:lnTo>
                  <a:cubicBezTo>
                    <a:pt x="1766791" y="625696"/>
                    <a:pt x="1761036" y="612295"/>
                    <a:pt x="1755095" y="599054"/>
                  </a:cubicBezTo>
                  <a:lnTo>
                    <a:pt x="1750124" y="601280"/>
                  </a:lnTo>
                  <a:cubicBezTo>
                    <a:pt x="1744151" y="587983"/>
                    <a:pt x="1737982" y="574848"/>
                    <a:pt x="1731616" y="561882"/>
                  </a:cubicBezTo>
                  <a:lnTo>
                    <a:pt x="1736510" y="559485"/>
                  </a:lnTo>
                  <a:cubicBezTo>
                    <a:pt x="1730057" y="546338"/>
                    <a:pt x="1723397" y="533362"/>
                    <a:pt x="1716541" y="520564"/>
                  </a:cubicBezTo>
                  <a:lnTo>
                    <a:pt x="1711734" y="523130"/>
                  </a:lnTo>
                  <a:cubicBezTo>
                    <a:pt x="1704845" y="510262"/>
                    <a:pt x="1697749" y="497575"/>
                    <a:pt x="1690468" y="485077"/>
                  </a:cubicBezTo>
                  <a:lnTo>
                    <a:pt x="1695176" y="482340"/>
                  </a:lnTo>
                  <a:cubicBezTo>
                    <a:pt x="1687808" y="469677"/>
                    <a:pt x="1680222" y="457204"/>
                    <a:pt x="1672461" y="444931"/>
                  </a:cubicBezTo>
                  <a:lnTo>
                    <a:pt x="1667850" y="447840"/>
                  </a:lnTo>
                  <a:cubicBezTo>
                    <a:pt x="1660045" y="435516"/>
                    <a:pt x="1652055" y="423395"/>
                    <a:pt x="1643869" y="411483"/>
                  </a:cubicBezTo>
                  <a:lnTo>
                    <a:pt x="1648360" y="408404"/>
                  </a:lnTo>
                  <a:cubicBezTo>
                    <a:pt x="1640065" y="396331"/>
                    <a:pt x="1631585" y="384470"/>
                    <a:pt x="1622908" y="372831"/>
                  </a:cubicBezTo>
                  <a:lnTo>
                    <a:pt x="1618537" y="376080"/>
                  </a:lnTo>
                  <a:cubicBezTo>
                    <a:pt x="1609828" y="364394"/>
                    <a:pt x="1600923" y="352932"/>
                    <a:pt x="1591843" y="341703"/>
                  </a:cubicBezTo>
                  <a:lnTo>
                    <a:pt x="1596083" y="338284"/>
                  </a:lnTo>
                  <a:cubicBezTo>
                    <a:pt x="1586872" y="326896"/>
                    <a:pt x="1577476" y="315745"/>
                    <a:pt x="1567895" y="304839"/>
                  </a:cubicBezTo>
                  <a:lnTo>
                    <a:pt x="1563797" y="308428"/>
                  </a:lnTo>
                  <a:cubicBezTo>
                    <a:pt x="1554172" y="297466"/>
                    <a:pt x="1544361" y="286754"/>
                    <a:pt x="1534377" y="276299"/>
                  </a:cubicBezTo>
                  <a:lnTo>
                    <a:pt x="1538323" y="272543"/>
                  </a:lnTo>
                  <a:cubicBezTo>
                    <a:pt x="1528196" y="261942"/>
                    <a:pt x="1517885" y="251605"/>
                    <a:pt x="1507399" y="241539"/>
                  </a:cubicBezTo>
                  <a:lnTo>
                    <a:pt x="1503627" y="245462"/>
                  </a:lnTo>
                  <a:cubicBezTo>
                    <a:pt x="1493109" y="235365"/>
                    <a:pt x="1482427" y="225545"/>
                    <a:pt x="1471559" y="216007"/>
                  </a:cubicBezTo>
                  <a:lnTo>
                    <a:pt x="1475167" y="211921"/>
                  </a:lnTo>
                  <a:cubicBezTo>
                    <a:pt x="1464158" y="202252"/>
                    <a:pt x="1452974" y="192871"/>
                    <a:pt x="1441627" y="183789"/>
                  </a:cubicBezTo>
                  <a:lnTo>
                    <a:pt x="1438216" y="188035"/>
                  </a:lnTo>
                  <a:cubicBezTo>
                    <a:pt x="1426847" y="178937"/>
                    <a:pt x="1415314" y="170137"/>
                    <a:pt x="1403618" y="161649"/>
                  </a:cubicBezTo>
                  <a:lnTo>
                    <a:pt x="1406823" y="157247"/>
                  </a:lnTo>
                  <a:cubicBezTo>
                    <a:pt x="1394963" y="148648"/>
                    <a:pt x="1382951" y="140362"/>
                    <a:pt x="1370787" y="132403"/>
                  </a:cubicBezTo>
                  <a:lnTo>
                    <a:pt x="1367800" y="136956"/>
                  </a:lnTo>
                  <a:cubicBezTo>
                    <a:pt x="1355624" y="128994"/>
                    <a:pt x="1343286" y="121361"/>
                    <a:pt x="1330805" y="114064"/>
                  </a:cubicBezTo>
                  <a:lnTo>
                    <a:pt x="1333563" y="109367"/>
                  </a:lnTo>
                  <a:cubicBezTo>
                    <a:pt x="1320929" y="101983"/>
                    <a:pt x="1308143" y="94939"/>
                    <a:pt x="1295216" y="88248"/>
                  </a:cubicBezTo>
                  <a:lnTo>
                    <a:pt x="1292709" y="93081"/>
                  </a:lnTo>
                  <a:cubicBezTo>
                    <a:pt x="1279803" y="86403"/>
                    <a:pt x="1266755" y="80079"/>
                    <a:pt x="1253566" y="74117"/>
                  </a:cubicBezTo>
                  <a:lnTo>
                    <a:pt x="1255823" y="69159"/>
                  </a:lnTo>
                  <a:cubicBezTo>
                    <a:pt x="1242502" y="63137"/>
                    <a:pt x="1229041" y="57482"/>
                    <a:pt x="1215448" y="52203"/>
                  </a:cubicBezTo>
                  <a:lnTo>
                    <a:pt x="1213475" y="57276"/>
                  </a:lnTo>
                  <a:cubicBezTo>
                    <a:pt x="1199948" y="52023"/>
                    <a:pt x="1186290" y="47145"/>
                    <a:pt x="1172512" y="42654"/>
                  </a:cubicBezTo>
                  <a:lnTo>
                    <a:pt x="1174202" y="37481"/>
                  </a:lnTo>
                  <a:cubicBezTo>
                    <a:pt x="1160326" y="32957"/>
                    <a:pt x="1146330" y="28822"/>
                    <a:pt x="1132203" y="25084"/>
                  </a:cubicBezTo>
                  <a:lnTo>
                    <a:pt x="1130808" y="30345"/>
                  </a:lnTo>
                  <a:cubicBezTo>
                    <a:pt x="1116812" y="26640"/>
                    <a:pt x="1102697" y="23328"/>
                    <a:pt x="1088483" y="20421"/>
                  </a:cubicBezTo>
                  <a:lnTo>
                    <a:pt x="1089573" y="15090"/>
                  </a:lnTo>
                  <a:cubicBezTo>
                    <a:pt x="1075304" y="12172"/>
                    <a:pt x="1060927" y="9656"/>
                    <a:pt x="1046441" y="7554"/>
                  </a:cubicBezTo>
                  <a:lnTo>
                    <a:pt x="1045656" y="12940"/>
                  </a:lnTo>
                  <a:cubicBezTo>
                    <a:pt x="1031366" y="10865"/>
                    <a:pt x="1016967" y="9196"/>
                    <a:pt x="1002480" y="7941"/>
                  </a:cubicBezTo>
                  <a:lnTo>
                    <a:pt x="1002949" y="2519"/>
                  </a:lnTo>
                  <a:cubicBezTo>
                    <a:pt x="988473" y="1264"/>
                    <a:pt x="973900" y="422"/>
                    <a:pt x="959239" y="0"/>
                  </a:cubicBezTo>
                  <a:lnTo>
                    <a:pt x="959086" y="5441"/>
                  </a:lnTo>
                  <a:cubicBezTo>
                    <a:pt x="951838" y="5232"/>
                    <a:pt x="944567" y="5127"/>
                    <a:pt x="937275" y="5127"/>
                  </a:cubicBezTo>
                  <a:cubicBezTo>
                    <a:pt x="929994" y="5127"/>
                    <a:pt x="922723" y="5232"/>
                    <a:pt x="915475" y="5441"/>
                  </a:cubicBezTo>
                  <a:lnTo>
                    <a:pt x="915311" y="0"/>
                  </a:lnTo>
                  <a:cubicBezTo>
                    <a:pt x="900661" y="422"/>
                    <a:pt x="886088" y="1264"/>
                    <a:pt x="871601" y="2519"/>
                  </a:cubicBezTo>
                  <a:lnTo>
                    <a:pt x="872070" y="7941"/>
                  </a:lnTo>
                  <a:cubicBezTo>
                    <a:pt x="857584" y="9196"/>
                    <a:pt x="843196" y="10865"/>
                    <a:pt x="828895" y="12940"/>
                  </a:cubicBezTo>
                  <a:lnTo>
                    <a:pt x="828110" y="7554"/>
                  </a:lnTo>
                  <a:cubicBezTo>
                    <a:pt x="813634" y="9656"/>
                    <a:pt x="799257" y="12172"/>
                    <a:pt x="784978" y="15090"/>
                  </a:cubicBezTo>
                  <a:lnTo>
                    <a:pt x="786078" y="20421"/>
                  </a:lnTo>
                  <a:cubicBezTo>
                    <a:pt x="771854" y="23328"/>
                    <a:pt x="757738" y="26640"/>
                    <a:pt x="743742" y="30345"/>
                  </a:cubicBezTo>
                  <a:lnTo>
                    <a:pt x="742347" y="25084"/>
                  </a:lnTo>
                  <a:cubicBezTo>
                    <a:pt x="728231" y="28822"/>
                    <a:pt x="714224" y="32957"/>
                    <a:pt x="700349" y="37481"/>
                  </a:cubicBezTo>
                  <a:lnTo>
                    <a:pt x="702038" y="42654"/>
                  </a:lnTo>
                  <a:cubicBezTo>
                    <a:pt x="688260" y="47145"/>
                    <a:pt x="674602" y="52023"/>
                    <a:pt x="661075" y="57275"/>
                  </a:cubicBezTo>
                  <a:lnTo>
                    <a:pt x="659102" y="52203"/>
                  </a:lnTo>
                  <a:cubicBezTo>
                    <a:pt x="645510" y="57482"/>
                    <a:pt x="632059" y="63137"/>
                    <a:pt x="618739" y="69159"/>
                  </a:cubicBezTo>
                  <a:lnTo>
                    <a:pt x="620984" y="74117"/>
                  </a:lnTo>
                  <a:cubicBezTo>
                    <a:pt x="607795" y="80078"/>
                    <a:pt x="594747" y="86403"/>
                    <a:pt x="581842" y="93081"/>
                  </a:cubicBezTo>
                  <a:lnTo>
                    <a:pt x="579335" y="88248"/>
                  </a:lnTo>
                  <a:cubicBezTo>
                    <a:pt x="566407" y="94939"/>
                    <a:pt x="553621" y="101982"/>
                    <a:pt x="540988" y="109367"/>
                  </a:cubicBezTo>
                  <a:lnTo>
                    <a:pt x="543745" y="114064"/>
                  </a:lnTo>
                  <a:cubicBezTo>
                    <a:pt x="531265" y="121361"/>
                    <a:pt x="518937" y="128994"/>
                    <a:pt x="506761" y="136955"/>
                  </a:cubicBezTo>
                  <a:lnTo>
                    <a:pt x="503774" y="132403"/>
                  </a:lnTo>
                  <a:cubicBezTo>
                    <a:pt x="491599" y="140362"/>
                    <a:pt x="479587" y="148647"/>
                    <a:pt x="467738" y="157247"/>
                  </a:cubicBezTo>
                  <a:lnTo>
                    <a:pt x="470943" y="161649"/>
                  </a:lnTo>
                  <a:cubicBezTo>
                    <a:pt x="459247" y="170137"/>
                    <a:pt x="447704" y="178936"/>
                    <a:pt x="436335" y="188035"/>
                  </a:cubicBezTo>
                  <a:lnTo>
                    <a:pt x="432934" y="183789"/>
                  </a:lnTo>
                  <a:cubicBezTo>
                    <a:pt x="421576" y="192871"/>
                    <a:pt x="410403" y="202252"/>
                    <a:pt x="399394" y="211921"/>
                  </a:cubicBezTo>
                  <a:lnTo>
                    <a:pt x="402991" y="216007"/>
                  </a:lnTo>
                  <a:cubicBezTo>
                    <a:pt x="392135" y="225545"/>
                    <a:pt x="381441" y="235365"/>
                    <a:pt x="370934" y="245461"/>
                  </a:cubicBezTo>
                  <a:lnTo>
                    <a:pt x="367151" y="241538"/>
                  </a:lnTo>
                  <a:cubicBezTo>
                    <a:pt x="356665" y="251605"/>
                    <a:pt x="346365" y="261942"/>
                    <a:pt x="336238" y="272543"/>
                  </a:cubicBezTo>
                  <a:lnTo>
                    <a:pt x="340173" y="276299"/>
                  </a:lnTo>
                  <a:cubicBezTo>
                    <a:pt x="330189" y="286754"/>
                    <a:pt x="320379" y="297466"/>
                    <a:pt x="310754" y="308427"/>
                  </a:cubicBezTo>
                  <a:lnTo>
                    <a:pt x="306655" y="304839"/>
                  </a:lnTo>
                  <a:cubicBezTo>
                    <a:pt x="297074" y="315745"/>
                    <a:pt x="287678" y="326895"/>
                    <a:pt x="278467" y="338283"/>
                  </a:cubicBezTo>
                  <a:lnTo>
                    <a:pt x="282708" y="341703"/>
                  </a:lnTo>
                  <a:cubicBezTo>
                    <a:pt x="273628" y="352931"/>
                    <a:pt x="264733" y="364393"/>
                    <a:pt x="256024" y="376080"/>
                  </a:cubicBezTo>
                  <a:lnTo>
                    <a:pt x="251653" y="372831"/>
                  </a:lnTo>
                  <a:cubicBezTo>
                    <a:pt x="242976" y="384470"/>
                    <a:pt x="234485" y="396330"/>
                    <a:pt x="226190" y="408404"/>
                  </a:cubicBezTo>
                  <a:lnTo>
                    <a:pt x="230681" y="411483"/>
                  </a:lnTo>
                  <a:cubicBezTo>
                    <a:pt x="222506" y="423395"/>
                    <a:pt x="214505" y="435516"/>
                    <a:pt x="206700" y="447840"/>
                  </a:cubicBezTo>
                  <a:lnTo>
                    <a:pt x="202101" y="444931"/>
                  </a:lnTo>
                  <a:cubicBezTo>
                    <a:pt x="194329" y="457204"/>
                    <a:pt x="186753" y="469675"/>
                    <a:pt x="179374" y="482340"/>
                  </a:cubicBezTo>
                  <a:lnTo>
                    <a:pt x="184083" y="485077"/>
                  </a:lnTo>
                  <a:cubicBezTo>
                    <a:pt x="176801" y="497575"/>
                    <a:pt x="169705" y="510261"/>
                    <a:pt x="162816" y="523130"/>
                  </a:cubicBezTo>
                  <a:lnTo>
                    <a:pt x="158009" y="520564"/>
                  </a:lnTo>
                  <a:cubicBezTo>
                    <a:pt x="151164" y="533362"/>
                    <a:pt x="144504" y="546338"/>
                    <a:pt x="138051" y="559485"/>
                  </a:cubicBezTo>
                  <a:lnTo>
                    <a:pt x="142945" y="561881"/>
                  </a:lnTo>
                  <a:cubicBezTo>
                    <a:pt x="136569" y="574848"/>
                    <a:pt x="130399" y="587983"/>
                    <a:pt x="124437" y="601280"/>
                  </a:cubicBezTo>
                  <a:lnTo>
                    <a:pt x="119455" y="599052"/>
                  </a:lnTo>
                  <a:cubicBezTo>
                    <a:pt x="113515" y="612295"/>
                    <a:pt x="107770" y="625696"/>
                    <a:pt x="102222" y="639250"/>
                  </a:cubicBezTo>
                  <a:lnTo>
                    <a:pt x="107269" y="641307"/>
                  </a:lnTo>
                  <a:cubicBezTo>
                    <a:pt x="101797" y="654694"/>
                    <a:pt x="96521" y="668231"/>
                    <a:pt x="91464" y="681912"/>
                  </a:cubicBezTo>
                  <a:lnTo>
                    <a:pt x="86351" y="680024"/>
                  </a:lnTo>
                  <a:cubicBezTo>
                    <a:pt x="81294" y="693652"/>
                    <a:pt x="76454" y="707421"/>
                    <a:pt x="71821" y="721326"/>
                  </a:cubicBezTo>
                  <a:lnTo>
                    <a:pt x="76988" y="723045"/>
                  </a:lnTo>
                  <a:cubicBezTo>
                    <a:pt x="72410" y="736762"/>
                    <a:pt x="68039" y="750611"/>
                    <a:pt x="63875" y="764587"/>
                  </a:cubicBezTo>
                  <a:lnTo>
                    <a:pt x="58654" y="763035"/>
                  </a:lnTo>
                  <a:cubicBezTo>
                    <a:pt x="54512" y="776939"/>
                    <a:pt x="50566" y="790968"/>
                    <a:pt x="46838" y="805116"/>
                  </a:cubicBezTo>
                  <a:lnTo>
                    <a:pt x="52114" y="806501"/>
                  </a:lnTo>
                  <a:cubicBezTo>
                    <a:pt x="48430" y="820484"/>
                    <a:pt x="44942" y="834585"/>
                    <a:pt x="41671" y="848796"/>
                  </a:cubicBezTo>
                  <a:lnTo>
                    <a:pt x="36363" y="847577"/>
                  </a:lnTo>
                  <a:cubicBezTo>
                    <a:pt x="33104" y="861737"/>
                    <a:pt x="30052" y="876006"/>
                    <a:pt x="27218" y="890379"/>
                  </a:cubicBezTo>
                  <a:lnTo>
                    <a:pt x="32559" y="891433"/>
                  </a:lnTo>
                  <a:cubicBezTo>
                    <a:pt x="29758" y="905633"/>
                    <a:pt x="27152" y="919937"/>
                    <a:pt x="24765" y="934337"/>
                  </a:cubicBezTo>
                  <a:lnTo>
                    <a:pt x="19392" y="933448"/>
                  </a:lnTo>
                  <a:cubicBezTo>
                    <a:pt x="17026" y="947756"/>
                    <a:pt x="14857" y="962158"/>
                    <a:pt x="12906" y="976651"/>
                  </a:cubicBezTo>
                  <a:lnTo>
                    <a:pt x="18312" y="977376"/>
                  </a:lnTo>
                  <a:cubicBezTo>
                    <a:pt x="16383" y="991707"/>
                    <a:pt x="14661" y="1006129"/>
                    <a:pt x="13157" y="1020628"/>
                  </a:cubicBezTo>
                  <a:lnTo>
                    <a:pt x="7728" y="1020073"/>
                  </a:lnTo>
                  <a:cubicBezTo>
                    <a:pt x="6224" y="1034528"/>
                    <a:pt x="4938" y="1049059"/>
                    <a:pt x="3859" y="1063666"/>
                  </a:cubicBezTo>
                  <a:lnTo>
                    <a:pt x="9298" y="1064069"/>
                  </a:lnTo>
                  <a:cubicBezTo>
                    <a:pt x="8230" y="1078502"/>
                    <a:pt x="7369" y="1093011"/>
                    <a:pt x="6725" y="1107597"/>
                  </a:cubicBezTo>
                  <a:lnTo>
                    <a:pt x="1286" y="1107358"/>
                  </a:lnTo>
                  <a:close/>
                </a:path>
              </a:pathLst>
            </a:custGeom>
            <a:noFill/>
            <a:ln w="10882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Полилиния 27">
              <a:extLst>
                <a:ext uri="{FF2B5EF4-FFF2-40B4-BE49-F238E27FC236}">
                  <a16:creationId xmlns:a16="http://schemas.microsoft.com/office/drawing/2014/main" id="{B8EBD3A8-98D7-A28E-0C52-38ED12149DB3}"/>
                </a:ext>
              </a:extLst>
            </p:cNvPr>
            <p:cNvSpPr/>
            <p:nvPr/>
          </p:nvSpPr>
          <p:spPr>
            <a:xfrm rot="10800000" flipV="1">
              <a:off x="21304376" y="4766844"/>
              <a:ext cx="1245602" cy="2540931"/>
            </a:xfrm>
            <a:custGeom>
              <a:avLst/>
              <a:gdLst>
                <a:gd name="connsiteX0" fmla="*/ 1245775 w 1245602"/>
                <a:gd name="connsiteY0" fmla="*/ 1270467 h 2540931"/>
                <a:gd name="connsiteX1" fmla="*/ 622973 w 1245602"/>
                <a:gd name="connsiteY1" fmla="*/ 2540933 h 2540931"/>
                <a:gd name="connsiteX2" fmla="*/ 172 w 1245602"/>
                <a:gd name="connsiteY2" fmla="*/ 1270467 h 2540931"/>
                <a:gd name="connsiteX3" fmla="*/ 622973 w 1245602"/>
                <a:gd name="connsiteY3" fmla="*/ 1 h 2540931"/>
                <a:gd name="connsiteX4" fmla="*/ 1245775 w 1245602"/>
                <a:gd name="connsiteY4" fmla="*/ 1270467 h 2540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5602" h="2540931">
                  <a:moveTo>
                    <a:pt x="1245775" y="1270467"/>
                  </a:moveTo>
                  <a:cubicBezTo>
                    <a:pt x="1245775" y="1972126"/>
                    <a:pt x="966937" y="2540933"/>
                    <a:pt x="622973" y="2540933"/>
                  </a:cubicBezTo>
                  <a:cubicBezTo>
                    <a:pt x="279010" y="2540933"/>
                    <a:pt x="172" y="1972126"/>
                    <a:pt x="172" y="1270467"/>
                  </a:cubicBezTo>
                  <a:cubicBezTo>
                    <a:pt x="172" y="568808"/>
                    <a:pt x="279010" y="1"/>
                    <a:pt x="622973" y="1"/>
                  </a:cubicBezTo>
                  <a:cubicBezTo>
                    <a:pt x="966937" y="1"/>
                    <a:pt x="1245775" y="568808"/>
                    <a:pt x="1245775" y="1270467"/>
                  </a:cubicBezTo>
                  <a:close/>
                </a:path>
              </a:pathLst>
            </a:custGeom>
            <a:noFill/>
            <a:ln w="1088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Полилиния 28">
              <a:extLst>
                <a:ext uri="{FF2B5EF4-FFF2-40B4-BE49-F238E27FC236}">
                  <a16:creationId xmlns:a16="http://schemas.microsoft.com/office/drawing/2014/main" id="{1CAB615B-38C0-4D3A-C2D6-2AFC0CF85A40}"/>
                </a:ext>
              </a:extLst>
            </p:cNvPr>
            <p:cNvSpPr/>
            <p:nvPr/>
          </p:nvSpPr>
          <p:spPr>
            <a:xfrm rot="10800000" flipV="1">
              <a:off x="21304407" y="5295910"/>
              <a:ext cx="637885" cy="1482805"/>
            </a:xfrm>
            <a:custGeom>
              <a:avLst/>
              <a:gdLst>
                <a:gd name="connsiteX0" fmla="*/ 638058 w 637885"/>
                <a:gd name="connsiteY0" fmla="*/ 741452 h 1482805"/>
                <a:gd name="connsiteX1" fmla="*/ 319115 w 637885"/>
                <a:gd name="connsiteY1" fmla="*/ 1482855 h 1482805"/>
                <a:gd name="connsiteX2" fmla="*/ 172 w 637885"/>
                <a:gd name="connsiteY2" fmla="*/ 741452 h 1482805"/>
                <a:gd name="connsiteX3" fmla="*/ 319115 w 637885"/>
                <a:gd name="connsiteY3" fmla="*/ 49 h 1482805"/>
                <a:gd name="connsiteX4" fmla="*/ 638058 w 637885"/>
                <a:gd name="connsiteY4" fmla="*/ 741452 h 1482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7885" h="1482805">
                  <a:moveTo>
                    <a:pt x="638058" y="741452"/>
                  </a:moveTo>
                  <a:cubicBezTo>
                    <a:pt x="638058" y="1150917"/>
                    <a:pt x="495263" y="1482855"/>
                    <a:pt x="319115" y="1482855"/>
                  </a:cubicBezTo>
                  <a:cubicBezTo>
                    <a:pt x="142968" y="1482855"/>
                    <a:pt x="172" y="1150917"/>
                    <a:pt x="172" y="741452"/>
                  </a:cubicBezTo>
                  <a:cubicBezTo>
                    <a:pt x="172" y="331987"/>
                    <a:pt x="142968" y="49"/>
                    <a:pt x="319115" y="49"/>
                  </a:cubicBezTo>
                  <a:cubicBezTo>
                    <a:pt x="495263" y="49"/>
                    <a:pt x="638058" y="331987"/>
                    <a:pt x="638058" y="741452"/>
                  </a:cubicBezTo>
                  <a:close/>
                </a:path>
              </a:pathLst>
            </a:custGeom>
            <a:noFill/>
            <a:ln w="1088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Полилиния 29">
              <a:extLst>
                <a:ext uri="{FF2B5EF4-FFF2-40B4-BE49-F238E27FC236}">
                  <a16:creationId xmlns:a16="http://schemas.microsoft.com/office/drawing/2014/main" id="{BB7704AF-305A-41CF-1C30-A3872D74564C}"/>
                </a:ext>
              </a:extLst>
            </p:cNvPr>
            <p:cNvSpPr/>
            <p:nvPr/>
          </p:nvSpPr>
          <p:spPr>
            <a:xfrm>
              <a:off x="20943965" y="6037308"/>
              <a:ext cx="713624" cy="10884"/>
            </a:xfrm>
            <a:custGeom>
              <a:avLst/>
              <a:gdLst>
                <a:gd name="connsiteX0" fmla="*/ 0 w 713624"/>
                <a:gd name="connsiteY0" fmla="*/ 0 h 10884"/>
                <a:gd name="connsiteX1" fmla="*/ 713625 w 713624"/>
                <a:gd name="connsiteY1" fmla="*/ 0 h 10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13624" h="10884">
                  <a:moveTo>
                    <a:pt x="0" y="0"/>
                  </a:moveTo>
                  <a:lnTo>
                    <a:pt x="713625" y="0"/>
                  </a:lnTo>
                </a:path>
              </a:pathLst>
            </a:custGeom>
            <a:noFill/>
            <a:ln w="10882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Полилиния 30">
              <a:extLst>
                <a:ext uri="{FF2B5EF4-FFF2-40B4-BE49-F238E27FC236}">
                  <a16:creationId xmlns:a16="http://schemas.microsoft.com/office/drawing/2014/main" id="{14822717-BB8D-786D-EBE5-082C4AAD0B07}"/>
                </a:ext>
              </a:extLst>
            </p:cNvPr>
            <p:cNvSpPr/>
            <p:nvPr/>
          </p:nvSpPr>
          <p:spPr>
            <a:xfrm>
              <a:off x="20306026" y="6037308"/>
              <a:ext cx="360420" cy="10884"/>
            </a:xfrm>
            <a:custGeom>
              <a:avLst/>
              <a:gdLst>
                <a:gd name="connsiteX0" fmla="*/ 0 w 360420"/>
                <a:gd name="connsiteY0" fmla="*/ 0 h 10884"/>
                <a:gd name="connsiteX1" fmla="*/ 360420 w 360420"/>
                <a:gd name="connsiteY1" fmla="*/ 0 h 10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60420" h="10884">
                  <a:moveTo>
                    <a:pt x="0" y="0"/>
                  </a:moveTo>
                  <a:lnTo>
                    <a:pt x="360420" y="0"/>
                  </a:lnTo>
                </a:path>
              </a:pathLst>
            </a:custGeom>
            <a:noFill/>
            <a:ln w="10882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Полилиния 31">
              <a:extLst>
                <a:ext uri="{FF2B5EF4-FFF2-40B4-BE49-F238E27FC236}">
                  <a16:creationId xmlns:a16="http://schemas.microsoft.com/office/drawing/2014/main" id="{0994E914-B0AF-84A6-8816-233DE9CB1DF6}"/>
                </a:ext>
              </a:extLst>
            </p:cNvPr>
            <p:cNvSpPr/>
            <p:nvPr/>
          </p:nvSpPr>
          <p:spPr>
            <a:xfrm>
              <a:off x="21938630" y="6037308"/>
              <a:ext cx="360415" cy="10884"/>
            </a:xfrm>
            <a:custGeom>
              <a:avLst/>
              <a:gdLst>
                <a:gd name="connsiteX0" fmla="*/ 0 w 360415"/>
                <a:gd name="connsiteY0" fmla="*/ 0 h 10884"/>
                <a:gd name="connsiteX1" fmla="*/ 360415 w 360415"/>
                <a:gd name="connsiteY1" fmla="*/ 0 h 10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60415" h="10884">
                  <a:moveTo>
                    <a:pt x="0" y="0"/>
                  </a:moveTo>
                  <a:lnTo>
                    <a:pt x="360415" y="0"/>
                  </a:lnTo>
                </a:path>
              </a:pathLst>
            </a:custGeom>
            <a:noFill/>
            <a:ln w="10882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Полилиния 32">
              <a:extLst>
                <a:ext uri="{FF2B5EF4-FFF2-40B4-BE49-F238E27FC236}">
                  <a16:creationId xmlns:a16="http://schemas.microsoft.com/office/drawing/2014/main" id="{29BF5169-62DD-42DC-F5A7-304E01EBAE1A}"/>
                </a:ext>
              </a:extLst>
            </p:cNvPr>
            <p:cNvSpPr/>
            <p:nvPr/>
          </p:nvSpPr>
          <p:spPr>
            <a:xfrm>
              <a:off x="19700512" y="6037308"/>
              <a:ext cx="360416" cy="10884"/>
            </a:xfrm>
            <a:custGeom>
              <a:avLst/>
              <a:gdLst>
                <a:gd name="connsiteX0" fmla="*/ 0 w 360416"/>
                <a:gd name="connsiteY0" fmla="*/ 0 h 10884"/>
                <a:gd name="connsiteX1" fmla="*/ 360416 w 360416"/>
                <a:gd name="connsiteY1" fmla="*/ 0 h 10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60416" h="10884">
                  <a:moveTo>
                    <a:pt x="0" y="0"/>
                  </a:moveTo>
                  <a:lnTo>
                    <a:pt x="360416" y="0"/>
                  </a:lnTo>
                </a:path>
              </a:pathLst>
            </a:custGeom>
            <a:noFill/>
            <a:ln w="10882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Полилиния 33">
              <a:extLst>
                <a:ext uri="{FF2B5EF4-FFF2-40B4-BE49-F238E27FC236}">
                  <a16:creationId xmlns:a16="http://schemas.microsoft.com/office/drawing/2014/main" id="{5353E977-4BBB-60FD-B111-F354D035A998}"/>
                </a:ext>
              </a:extLst>
            </p:cNvPr>
            <p:cNvSpPr/>
            <p:nvPr/>
          </p:nvSpPr>
          <p:spPr>
            <a:xfrm>
              <a:off x="22547787" y="6037308"/>
              <a:ext cx="360414" cy="10884"/>
            </a:xfrm>
            <a:custGeom>
              <a:avLst/>
              <a:gdLst>
                <a:gd name="connsiteX0" fmla="*/ 0 w 360414"/>
                <a:gd name="connsiteY0" fmla="*/ 0 h 10884"/>
                <a:gd name="connsiteX1" fmla="*/ 360415 w 360414"/>
                <a:gd name="connsiteY1" fmla="*/ 0 h 10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60414" h="10884">
                  <a:moveTo>
                    <a:pt x="0" y="0"/>
                  </a:moveTo>
                  <a:lnTo>
                    <a:pt x="360415" y="0"/>
                  </a:lnTo>
                </a:path>
              </a:pathLst>
            </a:custGeom>
            <a:noFill/>
            <a:ln w="10882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Полилиния 34">
              <a:extLst>
                <a:ext uri="{FF2B5EF4-FFF2-40B4-BE49-F238E27FC236}">
                  <a16:creationId xmlns:a16="http://schemas.microsoft.com/office/drawing/2014/main" id="{2B10CEBB-63F4-646A-D694-6F0C5C86E600}"/>
                </a:ext>
              </a:extLst>
            </p:cNvPr>
            <p:cNvSpPr/>
            <p:nvPr/>
          </p:nvSpPr>
          <p:spPr>
            <a:xfrm>
              <a:off x="22844186" y="5972522"/>
              <a:ext cx="66752" cy="132336"/>
            </a:xfrm>
            <a:custGeom>
              <a:avLst/>
              <a:gdLst>
                <a:gd name="connsiteX0" fmla="*/ 0 w 66752"/>
                <a:gd name="connsiteY0" fmla="*/ 132337 h 132336"/>
                <a:gd name="connsiteX1" fmla="*/ 66753 w 66752"/>
                <a:gd name="connsiteY1" fmla="*/ 66658 h 132336"/>
                <a:gd name="connsiteX2" fmla="*/ 981 w 66752"/>
                <a:gd name="connsiteY2" fmla="*/ 0 h 13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6752" h="132336">
                  <a:moveTo>
                    <a:pt x="0" y="132337"/>
                  </a:moveTo>
                  <a:lnTo>
                    <a:pt x="66753" y="66658"/>
                  </a:lnTo>
                  <a:lnTo>
                    <a:pt x="981" y="0"/>
                  </a:lnTo>
                </a:path>
              </a:pathLst>
            </a:custGeom>
            <a:noFill/>
            <a:ln w="10882" cap="flat">
              <a:solidFill>
                <a:srgbClr val="E3FF7C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C21EA28C-E0EE-2FE7-8568-780223D39967}"/>
              </a:ext>
            </a:extLst>
          </p:cNvPr>
          <p:cNvGrpSpPr/>
          <p:nvPr userDrawn="1"/>
        </p:nvGrpSpPr>
        <p:grpSpPr>
          <a:xfrm>
            <a:off x="1057227" y="4823481"/>
            <a:ext cx="4078591" cy="2437679"/>
            <a:chOff x="1057227" y="4823481"/>
            <a:chExt cx="4078591" cy="2437679"/>
          </a:xfrm>
        </p:grpSpPr>
        <p:sp>
          <p:nvSpPr>
            <p:cNvPr id="37" name="Полилиния 36">
              <a:extLst>
                <a:ext uri="{FF2B5EF4-FFF2-40B4-BE49-F238E27FC236}">
                  <a16:creationId xmlns:a16="http://schemas.microsoft.com/office/drawing/2014/main" id="{1F546A89-8BD9-CBFB-150E-AD8ED760EED0}"/>
                </a:ext>
              </a:extLst>
            </p:cNvPr>
            <p:cNvSpPr/>
            <p:nvPr/>
          </p:nvSpPr>
          <p:spPr>
            <a:xfrm>
              <a:off x="2145104" y="4823481"/>
              <a:ext cx="1902838" cy="2437679"/>
            </a:xfrm>
            <a:custGeom>
              <a:avLst/>
              <a:gdLst>
                <a:gd name="connsiteX0" fmla="*/ 1902838 w 1902838"/>
                <a:gd name="connsiteY0" fmla="*/ 1218840 h 2437679"/>
                <a:gd name="connsiteX1" fmla="*/ 951419 w 1902838"/>
                <a:gd name="connsiteY1" fmla="*/ 2437680 h 2437679"/>
                <a:gd name="connsiteX2" fmla="*/ 0 w 1902838"/>
                <a:gd name="connsiteY2" fmla="*/ 1218840 h 2437679"/>
                <a:gd name="connsiteX3" fmla="*/ 951419 w 1902838"/>
                <a:gd name="connsiteY3" fmla="*/ 0 h 2437679"/>
                <a:gd name="connsiteX4" fmla="*/ 1902838 w 1902838"/>
                <a:gd name="connsiteY4" fmla="*/ 1218840 h 2437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2838" h="2437679">
                  <a:moveTo>
                    <a:pt x="1902838" y="1218840"/>
                  </a:moveTo>
                  <a:cubicBezTo>
                    <a:pt x="1902838" y="1891986"/>
                    <a:pt x="1476873" y="2437680"/>
                    <a:pt x="951419" y="2437680"/>
                  </a:cubicBezTo>
                  <a:cubicBezTo>
                    <a:pt x="425965" y="2437680"/>
                    <a:pt x="0" y="1891986"/>
                    <a:pt x="0" y="1218840"/>
                  </a:cubicBezTo>
                  <a:cubicBezTo>
                    <a:pt x="0" y="545693"/>
                    <a:pt x="425965" y="0"/>
                    <a:pt x="951419" y="0"/>
                  </a:cubicBezTo>
                  <a:cubicBezTo>
                    <a:pt x="1476873" y="0"/>
                    <a:pt x="1902838" y="545693"/>
                    <a:pt x="1902838" y="1218840"/>
                  </a:cubicBezTo>
                  <a:close/>
                </a:path>
              </a:pathLst>
            </a:custGeom>
            <a:noFill/>
            <a:ln w="1089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Полилиния 37">
              <a:extLst>
                <a:ext uri="{FF2B5EF4-FFF2-40B4-BE49-F238E27FC236}">
                  <a16:creationId xmlns:a16="http://schemas.microsoft.com/office/drawing/2014/main" id="{A94625F7-EC3D-F93B-EB68-E083A16CDC96}"/>
                </a:ext>
              </a:extLst>
            </p:cNvPr>
            <p:cNvSpPr/>
            <p:nvPr/>
          </p:nvSpPr>
          <p:spPr>
            <a:xfrm>
              <a:off x="1648497" y="5050235"/>
              <a:ext cx="2895963" cy="1984149"/>
            </a:xfrm>
            <a:custGeom>
              <a:avLst/>
              <a:gdLst>
                <a:gd name="connsiteX0" fmla="*/ 2895964 w 2895963"/>
                <a:gd name="connsiteY0" fmla="*/ 992075 h 1984149"/>
                <a:gd name="connsiteX1" fmla="*/ 1447982 w 2895963"/>
                <a:gd name="connsiteY1" fmla="*/ 1984150 h 1984149"/>
                <a:gd name="connsiteX2" fmla="*/ 0 w 2895963"/>
                <a:gd name="connsiteY2" fmla="*/ 992075 h 1984149"/>
                <a:gd name="connsiteX3" fmla="*/ 1447982 w 2895963"/>
                <a:gd name="connsiteY3" fmla="*/ 0 h 1984149"/>
                <a:gd name="connsiteX4" fmla="*/ 2895964 w 2895963"/>
                <a:gd name="connsiteY4" fmla="*/ 992075 h 198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95963" h="1984149">
                  <a:moveTo>
                    <a:pt x="2895964" y="992075"/>
                  </a:moveTo>
                  <a:cubicBezTo>
                    <a:pt x="2895964" y="1539983"/>
                    <a:pt x="2247680" y="1984150"/>
                    <a:pt x="1447982" y="1984150"/>
                  </a:cubicBezTo>
                  <a:cubicBezTo>
                    <a:pt x="648283" y="1984150"/>
                    <a:pt x="0" y="1539983"/>
                    <a:pt x="0" y="992075"/>
                  </a:cubicBezTo>
                  <a:cubicBezTo>
                    <a:pt x="0" y="444167"/>
                    <a:pt x="648283" y="0"/>
                    <a:pt x="1447982" y="0"/>
                  </a:cubicBezTo>
                  <a:cubicBezTo>
                    <a:pt x="2247680" y="0"/>
                    <a:pt x="2895964" y="444167"/>
                    <a:pt x="2895964" y="992075"/>
                  </a:cubicBezTo>
                  <a:close/>
                </a:path>
              </a:pathLst>
            </a:custGeom>
            <a:noFill/>
            <a:ln w="1089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184366F3-04FC-8CD3-8275-A292ACB3A7BC}"/>
                </a:ext>
              </a:extLst>
            </p:cNvPr>
            <p:cNvSpPr/>
            <p:nvPr/>
          </p:nvSpPr>
          <p:spPr>
            <a:xfrm>
              <a:off x="1299844" y="5375269"/>
              <a:ext cx="3593401" cy="1334104"/>
            </a:xfrm>
            <a:custGeom>
              <a:avLst/>
              <a:gdLst>
                <a:gd name="connsiteX0" fmla="*/ 3593402 w 3593401"/>
                <a:gd name="connsiteY0" fmla="*/ 667052 h 1334104"/>
                <a:gd name="connsiteX1" fmla="*/ 1796701 w 3593401"/>
                <a:gd name="connsiteY1" fmla="*/ 1334104 h 1334104"/>
                <a:gd name="connsiteX2" fmla="*/ 0 w 3593401"/>
                <a:gd name="connsiteY2" fmla="*/ 667052 h 1334104"/>
                <a:gd name="connsiteX3" fmla="*/ 1796701 w 3593401"/>
                <a:gd name="connsiteY3" fmla="*/ 0 h 1334104"/>
                <a:gd name="connsiteX4" fmla="*/ 3593402 w 3593401"/>
                <a:gd name="connsiteY4" fmla="*/ 667052 h 1334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3401" h="1334104">
                  <a:moveTo>
                    <a:pt x="3593402" y="667052"/>
                  </a:moveTo>
                  <a:cubicBezTo>
                    <a:pt x="3593402" y="1035455"/>
                    <a:pt x="2788992" y="1334104"/>
                    <a:pt x="1796701" y="1334104"/>
                  </a:cubicBezTo>
                  <a:cubicBezTo>
                    <a:pt x="804410" y="1334104"/>
                    <a:pt x="0" y="1035455"/>
                    <a:pt x="0" y="667052"/>
                  </a:cubicBezTo>
                  <a:cubicBezTo>
                    <a:pt x="0" y="298649"/>
                    <a:pt x="804410" y="0"/>
                    <a:pt x="1796701" y="0"/>
                  </a:cubicBezTo>
                  <a:cubicBezTo>
                    <a:pt x="2788992" y="0"/>
                    <a:pt x="3593402" y="298649"/>
                    <a:pt x="3593402" y="667052"/>
                  </a:cubicBezTo>
                  <a:close/>
                </a:path>
              </a:pathLst>
            </a:custGeom>
            <a:noFill/>
            <a:ln w="1089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Полилиния 39">
              <a:extLst>
                <a:ext uri="{FF2B5EF4-FFF2-40B4-BE49-F238E27FC236}">
                  <a16:creationId xmlns:a16="http://schemas.microsoft.com/office/drawing/2014/main" id="{F4237A5D-74E9-A4CA-570A-CCD3536C6071}"/>
                </a:ext>
              </a:extLst>
            </p:cNvPr>
            <p:cNvSpPr/>
            <p:nvPr/>
          </p:nvSpPr>
          <p:spPr>
            <a:xfrm>
              <a:off x="1057227" y="5738073"/>
              <a:ext cx="4078591" cy="608473"/>
            </a:xfrm>
            <a:custGeom>
              <a:avLst/>
              <a:gdLst>
                <a:gd name="connsiteX0" fmla="*/ 4078591 w 4078591"/>
                <a:gd name="connsiteY0" fmla="*/ 304237 h 608473"/>
                <a:gd name="connsiteX1" fmla="*/ 2039296 w 4078591"/>
                <a:gd name="connsiteY1" fmla="*/ 608473 h 608473"/>
                <a:gd name="connsiteX2" fmla="*/ 0 w 4078591"/>
                <a:gd name="connsiteY2" fmla="*/ 304237 h 608473"/>
                <a:gd name="connsiteX3" fmla="*/ 2039296 w 4078591"/>
                <a:gd name="connsiteY3" fmla="*/ 0 h 608473"/>
                <a:gd name="connsiteX4" fmla="*/ 4078591 w 4078591"/>
                <a:gd name="connsiteY4" fmla="*/ 304237 h 608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8591" h="608473">
                  <a:moveTo>
                    <a:pt x="4078591" y="304237"/>
                  </a:moveTo>
                  <a:cubicBezTo>
                    <a:pt x="4078591" y="472262"/>
                    <a:pt x="3165568" y="608473"/>
                    <a:pt x="2039296" y="608473"/>
                  </a:cubicBezTo>
                  <a:cubicBezTo>
                    <a:pt x="913024" y="608473"/>
                    <a:pt x="0" y="472262"/>
                    <a:pt x="0" y="304237"/>
                  </a:cubicBezTo>
                  <a:cubicBezTo>
                    <a:pt x="0" y="136211"/>
                    <a:pt x="913024" y="0"/>
                    <a:pt x="2039296" y="0"/>
                  </a:cubicBezTo>
                  <a:cubicBezTo>
                    <a:pt x="3165568" y="0"/>
                    <a:pt x="4078591" y="136211"/>
                    <a:pt x="4078591" y="304237"/>
                  </a:cubicBezTo>
                  <a:close/>
                </a:path>
              </a:pathLst>
            </a:custGeom>
            <a:noFill/>
            <a:ln w="1089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Полилиния 40">
              <a:extLst>
                <a:ext uri="{FF2B5EF4-FFF2-40B4-BE49-F238E27FC236}">
                  <a16:creationId xmlns:a16="http://schemas.microsoft.com/office/drawing/2014/main" id="{C5F936FF-DCA3-06C9-5C57-8B0F1B7A2DA9}"/>
                </a:ext>
              </a:extLst>
            </p:cNvPr>
            <p:cNvSpPr/>
            <p:nvPr/>
          </p:nvSpPr>
          <p:spPr>
            <a:xfrm rot="10800000" flipV="1">
              <a:off x="3053694" y="5997675"/>
              <a:ext cx="89558" cy="89294"/>
            </a:xfrm>
            <a:custGeom>
              <a:avLst/>
              <a:gdLst>
                <a:gd name="connsiteX0" fmla="*/ 89744 w 89558"/>
                <a:gd name="connsiteY0" fmla="*/ 44758 h 89294"/>
                <a:gd name="connsiteX1" fmla="*/ 44965 w 89558"/>
                <a:gd name="connsiteY1" fmla="*/ 89405 h 89294"/>
                <a:gd name="connsiteX2" fmla="*/ 185 w 89558"/>
                <a:gd name="connsiteY2" fmla="*/ 44758 h 89294"/>
                <a:gd name="connsiteX3" fmla="*/ 44965 w 89558"/>
                <a:gd name="connsiteY3" fmla="*/ 111 h 89294"/>
                <a:gd name="connsiteX4" fmla="*/ 89744 w 89558"/>
                <a:gd name="connsiteY4" fmla="*/ 44758 h 89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558" h="89294">
                  <a:moveTo>
                    <a:pt x="89744" y="44758"/>
                  </a:moveTo>
                  <a:cubicBezTo>
                    <a:pt x="89744" y="69416"/>
                    <a:pt x="69696" y="89405"/>
                    <a:pt x="44965" y="89405"/>
                  </a:cubicBezTo>
                  <a:cubicBezTo>
                    <a:pt x="20234" y="89405"/>
                    <a:pt x="185" y="69416"/>
                    <a:pt x="185" y="44758"/>
                  </a:cubicBezTo>
                  <a:cubicBezTo>
                    <a:pt x="185" y="20100"/>
                    <a:pt x="20234" y="111"/>
                    <a:pt x="44965" y="111"/>
                  </a:cubicBezTo>
                  <a:cubicBezTo>
                    <a:pt x="69696" y="111"/>
                    <a:pt x="89744" y="20100"/>
                    <a:pt x="89744" y="44758"/>
                  </a:cubicBezTo>
                  <a:close/>
                </a:path>
              </a:pathLst>
            </a:custGeom>
            <a:solidFill>
              <a:srgbClr val="2CB9FF"/>
            </a:solidFill>
            <a:ln w="32679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Полилиния 41">
              <a:extLst>
                <a:ext uri="{FF2B5EF4-FFF2-40B4-BE49-F238E27FC236}">
                  <a16:creationId xmlns:a16="http://schemas.microsoft.com/office/drawing/2014/main" id="{D495F459-4051-049F-71A2-6984076C2001}"/>
                </a:ext>
              </a:extLst>
            </p:cNvPr>
            <p:cNvSpPr/>
            <p:nvPr/>
          </p:nvSpPr>
          <p:spPr>
            <a:xfrm>
              <a:off x="2501360" y="5447077"/>
              <a:ext cx="1197802" cy="1194269"/>
            </a:xfrm>
            <a:custGeom>
              <a:avLst/>
              <a:gdLst>
                <a:gd name="connsiteX0" fmla="*/ 1197803 w 1197802"/>
                <a:gd name="connsiteY0" fmla="*/ 597135 h 1194269"/>
                <a:gd name="connsiteX1" fmla="*/ 598901 w 1197802"/>
                <a:gd name="connsiteY1" fmla="*/ 1194269 h 1194269"/>
                <a:gd name="connsiteX2" fmla="*/ 0 w 1197802"/>
                <a:gd name="connsiteY2" fmla="*/ 597135 h 1194269"/>
                <a:gd name="connsiteX3" fmla="*/ 598901 w 1197802"/>
                <a:gd name="connsiteY3" fmla="*/ 0 h 1194269"/>
                <a:gd name="connsiteX4" fmla="*/ 1197803 w 1197802"/>
                <a:gd name="connsiteY4" fmla="*/ 597135 h 1194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7802" h="1194269">
                  <a:moveTo>
                    <a:pt x="1197803" y="597135"/>
                  </a:moveTo>
                  <a:cubicBezTo>
                    <a:pt x="1197803" y="926923"/>
                    <a:pt x="929666" y="1194269"/>
                    <a:pt x="598901" y="1194269"/>
                  </a:cubicBezTo>
                  <a:cubicBezTo>
                    <a:pt x="268137" y="1194269"/>
                    <a:pt x="0" y="926923"/>
                    <a:pt x="0" y="597135"/>
                  </a:cubicBezTo>
                  <a:cubicBezTo>
                    <a:pt x="0" y="267346"/>
                    <a:pt x="268137" y="0"/>
                    <a:pt x="598901" y="0"/>
                  </a:cubicBezTo>
                  <a:cubicBezTo>
                    <a:pt x="929665" y="0"/>
                    <a:pt x="1197803" y="267346"/>
                    <a:pt x="1197803" y="597135"/>
                  </a:cubicBezTo>
                  <a:close/>
                </a:path>
              </a:pathLst>
            </a:custGeom>
            <a:noFill/>
            <a:ln w="10893" cap="flat">
              <a:solidFill>
                <a:srgbClr val="2CB9FF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1BC07E40-7898-E6A3-B359-6D8CBC87D194}"/>
              </a:ext>
            </a:extLst>
          </p:cNvPr>
          <p:cNvGrpSpPr/>
          <p:nvPr userDrawn="1"/>
        </p:nvGrpSpPr>
        <p:grpSpPr>
          <a:xfrm>
            <a:off x="13506193" y="5198201"/>
            <a:ext cx="3755070" cy="1675225"/>
            <a:chOff x="13506193" y="5198201"/>
            <a:chExt cx="3755070" cy="1675225"/>
          </a:xfrm>
        </p:grpSpPr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6829DB51-65B5-B4A1-01A7-F1F0C57BAE73}"/>
                </a:ext>
              </a:extLst>
            </p:cNvPr>
            <p:cNvSpPr/>
            <p:nvPr/>
          </p:nvSpPr>
          <p:spPr>
            <a:xfrm>
              <a:off x="13527952" y="5244904"/>
              <a:ext cx="1617701" cy="1613950"/>
            </a:xfrm>
            <a:custGeom>
              <a:avLst/>
              <a:gdLst>
                <a:gd name="connsiteX0" fmla="*/ 1617702 w 1617701"/>
                <a:gd name="connsiteY0" fmla="*/ 806975 h 1613950"/>
                <a:gd name="connsiteX1" fmla="*/ 808851 w 1617701"/>
                <a:gd name="connsiteY1" fmla="*/ 1613951 h 1613950"/>
                <a:gd name="connsiteX2" fmla="*/ 0 w 1617701"/>
                <a:gd name="connsiteY2" fmla="*/ 806975 h 1613950"/>
                <a:gd name="connsiteX3" fmla="*/ 808851 w 1617701"/>
                <a:gd name="connsiteY3" fmla="*/ 0 h 1613950"/>
                <a:gd name="connsiteX4" fmla="*/ 1617702 w 1617701"/>
                <a:gd name="connsiteY4" fmla="*/ 806975 h 1613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7701" h="1613950">
                  <a:moveTo>
                    <a:pt x="1617702" y="806975"/>
                  </a:moveTo>
                  <a:cubicBezTo>
                    <a:pt x="1617702" y="1252655"/>
                    <a:pt x="1255567" y="1613951"/>
                    <a:pt x="808851" y="1613951"/>
                  </a:cubicBezTo>
                  <a:cubicBezTo>
                    <a:pt x="362135" y="1613951"/>
                    <a:pt x="0" y="1252655"/>
                    <a:pt x="0" y="806975"/>
                  </a:cubicBezTo>
                  <a:cubicBezTo>
                    <a:pt x="0" y="361295"/>
                    <a:pt x="362135" y="0"/>
                    <a:pt x="808851" y="0"/>
                  </a:cubicBezTo>
                  <a:cubicBezTo>
                    <a:pt x="1255567" y="0"/>
                    <a:pt x="1617702" y="361295"/>
                    <a:pt x="1617702" y="806975"/>
                  </a:cubicBezTo>
                  <a:close/>
                </a:path>
              </a:pathLst>
            </a:custGeom>
            <a:noFill/>
            <a:ln w="10859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53625F20-6B09-5C94-181C-151EF2D8AD33}"/>
                </a:ext>
              </a:extLst>
            </p:cNvPr>
            <p:cNvSpPr/>
            <p:nvPr/>
          </p:nvSpPr>
          <p:spPr>
            <a:xfrm>
              <a:off x="15621818" y="5244904"/>
              <a:ext cx="1617701" cy="1613950"/>
            </a:xfrm>
            <a:custGeom>
              <a:avLst/>
              <a:gdLst>
                <a:gd name="connsiteX0" fmla="*/ 1617702 w 1617701"/>
                <a:gd name="connsiteY0" fmla="*/ 806975 h 1613950"/>
                <a:gd name="connsiteX1" fmla="*/ 808851 w 1617701"/>
                <a:gd name="connsiteY1" fmla="*/ 1613951 h 1613950"/>
                <a:gd name="connsiteX2" fmla="*/ 0 w 1617701"/>
                <a:gd name="connsiteY2" fmla="*/ 806975 h 1613950"/>
                <a:gd name="connsiteX3" fmla="*/ 808851 w 1617701"/>
                <a:gd name="connsiteY3" fmla="*/ 0 h 1613950"/>
                <a:gd name="connsiteX4" fmla="*/ 1617702 w 1617701"/>
                <a:gd name="connsiteY4" fmla="*/ 806975 h 1613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7701" h="1613950">
                  <a:moveTo>
                    <a:pt x="1617702" y="806975"/>
                  </a:moveTo>
                  <a:cubicBezTo>
                    <a:pt x="1617702" y="1252655"/>
                    <a:pt x="1255567" y="1613951"/>
                    <a:pt x="808851" y="1613951"/>
                  </a:cubicBezTo>
                  <a:cubicBezTo>
                    <a:pt x="362135" y="1613951"/>
                    <a:pt x="0" y="1252655"/>
                    <a:pt x="0" y="806975"/>
                  </a:cubicBezTo>
                  <a:cubicBezTo>
                    <a:pt x="0" y="361295"/>
                    <a:pt x="362135" y="0"/>
                    <a:pt x="808851" y="0"/>
                  </a:cubicBezTo>
                  <a:cubicBezTo>
                    <a:pt x="1255567" y="0"/>
                    <a:pt x="1617702" y="361295"/>
                    <a:pt x="1617702" y="806975"/>
                  </a:cubicBezTo>
                  <a:close/>
                </a:path>
              </a:pathLst>
            </a:custGeom>
            <a:noFill/>
            <a:ln w="10859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F7709B76-9C2D-7D65-7C3A-EC4AE3DDD5FC}"/>
                </a:ext>
              </a:extLst>
            </p:cNvPr>
            <p:cNvSpPr/>
            <p:nvPr/>
          </p:nvSpPr>
          <p:spPr>
            <a:xfrm>
              <a:off x="14225935" y="5244904"/>
              <a:ext cx="1614122" cy="1613951"/>
            </a:xfrm>
            <a:custGeom>
              <a:avLst/>
              <a:gdLst>
                <a:gd name="connsiteX0" fmla="*/ 1614123 w 1614122"/>
                <a:gd name="connsiteY0" fmla="*/ 806975 h 1613951"/>
                <a:gd name="connsiteX1" fmla="*/ 807064 w 1614122"/>
                <a:gd name="connsiteY1" fmla="*/ 1613952 h 1613951"/>
                <a:gd name="connsiteX2" fmla="*/ 0 w 1614122"/>
                <a:gd name="connsiteY2" fmla="*/ 806975 h 1613951"/>
                <a:gd name="connsiteX3" fmla="*/ 807064 w 1614122"/>
                <a:gd name="connsiteY3" fmla="*/ 0 h 1613951"/>
                <a:gd name="connsiteX4" fmla="*/ 1614123 w 1614122"/>
                <a:gd name="connsiteY4" fmla="*/ 806975 h 161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4122" h="1613951">
                  <a:moveTo>
                    <a:pt x="1614123" y="806975"/>
                  </a:moveTo>
                  <a:cubicBezTo>
                    <a:pt x="1614123" y="1252669"/>
                    <a:pt x="1252773" y="1613952"/>
                    <a:pt x="807064" y="1613952"/>
                  </a:cubicBezTo>
                  <a:cubicBezTo>
                    <a:pt x="361345" y="1613952"/>
                    <a:pt x="0" y="1252669"/>
                    <a:pt x="0" y="806975"/>
                  </a:cubicBezTo>
                  <a:cubicBezTo>
                    <a:pt x="0" y="361284"/>
                    <a:pt x="361345" y="0"/>
                    <a:pt x="807064" y="0"/>
                  </a:cubicBezTo>
                  <a:cubicBezTo>
                    <a:pt x="1252773" y="0"/>
                    <a:pt x="1614123" y="361284"/>
                    <a:pt x="1614123" y="806975"/>
                  </a:cubicBezTo>
                  <a:close/>
                </a:path>
              </a:pathLst>
            </a:custGeom>
            <a:noFill/>
            <a:ln w="10859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6C25129E-12E6-12B8-6960-078E8B93A366}"/>
                </a:ext>
              </a:extLst>
            </p:cNvPr>
            <p:cNvSpPr/>
            <p:nvPr/>
          </p:nvSpPr>
          <p:spPr>
            <a:xfrm>
              <a:off x="14923837" y="5244904"/>
              <a:ext cx="1617701" cy="1613950"/>
            </a:xfrm>
            <a:custGeom>
              <a:avLst/>
              <a:gdLst>
                <a:gd name="connsiteX0" fmla="*/ 1617702 w 1617701"/>
                <a:gd name="connsiteY0" fmla="*/ 806975 h 1613950"/>
                <a:gd name="connsiteX1" fmla="*/ 808851 w 1617701"/>
                <a:gd name="connsiteY1" fmla="*/ 1613951 h 1613950"/>
                <a:gd name="connsiteX2" fmla="*/ 0 w 1617701"/>
                <a:gd name="connsiteY2" fmla="*/ 806975 h 1613950"/>
                <a:gd name="connsiteX3" fmla="*/ 808851 w 1617701"/>
                <a:gd name="connsiteY3" fmla="*/ 0 h 1613950"/>
                <a:gd name="connsiteX4" fmla="*/ 1617702 w 1617701"/>
                <a:gd name="connsiteY4" fmla="*/ 806975 h 1613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7701" h="1613950">
                  <a:moveTo>
                    <a:pt x="1617702" y="806975"/>
                  </a:moveTo>
                  <a:cubicBezTo>
                    <a:pt x="1617702" y="1252655"/>
                    <a:pt x="1255567" y="1613951"/>
                    <a:pt x="808851" y="1613951"/>
                  </a:cubicBezTo>
                  <a:cubicBezTo>
                    <a:pt x="362135" y="1613951"/>
                    <a:pt x="0" y="1252655"/>
                    <a:pt x="0" y="806975"/>
                  </a:cubicBezTo>
                  <a:cubicBezTo>
                    <a:pt x="0" y="361295"/>
                    <a:pt x="362135" y="0"/>
                    <a:pt x="808851" y="0"/>
                  </a:cubicBezTo>
                  <a:cubicBezTo>
                    <a:pt x="1255567" y="0"/>
                    <a:pt x="1617702" y="361295"/>
                    <a:pt x="1617702" y="806975"/>
                  </a:cubicBezTo>
                  <a:close/>
                </a:path>
              </a:pathLst>
            </a:custGeom>
            <a:noFill/>
            <a:ln w="10859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7716EAF0-0552-64C8-E5E2-A6EA80569801}"/>
                </a:ext>
              </a:extLst>
            </p:cNvPr>
            <p:cNvSpPr/>
            <p:nvPr/>
          </p:nvSpPr>
          <p:spPr>
            <a:xfrm>
              <a:off x="13554683" y="6153654"/>
              <a:ext cx="3690257" cy="671346"/>
            </a:xfrm>
            <a:custGeom>
              <a:avLst/>
              <a:gdLst>
                <a:gd name="connsiteX0" fmla="*/ 3690258 w 3690257"/>
                <a:gd name="connsiteY0" fmla="*/ 671347 h 671346"/>
                <a:gd name="connsiteX1" fmla="*/ 1828297 w 3690257"/>
                <a:gd name="connsiteY1" fmla="*/ 0 h 671346"/>
                <a:gd name="connsiteX2" fmla="*/ 0 w 3690257"/>
                <a:gd name="connsiteY2" fmla="*/ 671347 h 671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90257" h="671346">
                  <a:moveTo>
                    <a:pt x="3690258" y="671347"/>
                  </a:moveTo>
                  <a:cubicBezTo>
                    <a:pt x="3385046" y="340022"/>
                    <a:pt x="2666307" y="0"/>
                    <a:pt x="1828297" y="0"/>
                  </a:cubicBezTo>
                  <a:cubicBezTo>
                    <a:pt x="1019705" y="0"/>
                    <a:pt x="322165" y="358941"/>
                    <a:pt x="0" y="671347"/>
                  </a:cubicBezTo>
                </a:path>
              </a:pathLst>
            </a:custGeom>
            <a:noFill/>
            <a:ln w="10859" cap="flat">
              <a:solidFill>
                <a:srgbClr val="FFA3D7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FF6A5756-0929-5DEA-A735-D77D1C3920D3}"/>
                </a:ext>
              </a:extLst>
            </p:cNvPr>
            <p:cNvSpPr/>
            <p:nvPr/>
          </p:nvSpPr>
          <p:spPr>
            <a:xfrm>
              <a:off x="13536786" y="5239475"/>
              <a:ext cx="3690257" cy="671348"/>
            </a:xfrm>
            <a:custGeom>
              <a:avLst/>
              <a:gdLst>
                <a:gd name="connsiteX0" fmla="*/ 0 w 3690257"/>
                <a:gd name="connsiteY0" fmla="*/ 0 h 671348"/>
                <a:gd name="connsiteX1" fmla="*/ 1861959 w 3690257"/>
                <a:gd name="connsiteY1" fmla="*/ 671348 h 671348"/>
                <a:gd name="connsiteX2" fmla="*/ 3690258 w 3690257"/>
                <a:gd name="connsiteY2" fmla="*/ 0 h 671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90257" h="671348">
                  <a:moveTo>
                    <a:pt x="0" y="0"/>
                  </a:moveTo>
                  <a:cubicBezTo>
                    <a:pt x="305216" y="331321"/>
                    <a:pt x="1023949" y="671348"/>
                    <a:pt x="1861959" y="671348"/>
                  </a:cubicBezTo>
                  <a:cubicBezTo>
                    <a:pt x="2670551" y="671348"/>
                    <a:pt x="3368096" y="312407"/>
                    <a:pt x="3690258" y="0"/>
                  </a:cubicBezTo>
                </a:path>
              </a:pathLst>
            </a:custGeom>
            <a:noFill/>
            <a:ln w="10859" cap="flat">
              <a:solidFill>
                <a:srgbClr val="FFA3D7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3E9459D7-621F-3231-2EA5-4F433C4D624A}"/>
                </a:ext>
              </a:extLst>
            </p:cNvPr>
            <p:cNvSpPr/>
            <p:nvPr/>
          </p:nvSpPr>
          <p:spPr>
            <a:xfrm>
              <a:off x="13506193" y="6773010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Полилиния 50">
              <a:extLst>
                <a:ext uri="{FF2B5EF4-FFF2-40B4-BE49-F238E27FC236}">
                  <a16:creationId xmlns:a16="http://schemas.microsoft.com/office/drawing/2014/main" id="{03793737-012F-1DAF-2D83-7819C3F27194}"/>
                </a:ext>
              </a:extLst>
            </p:cNvPr>
            <p:cNvSpPr/>
            <p:nvPr/>
          </p:nvSpPr>
          <p:spPr>
            <a:xfrm>
              <a:off x="13506193" y="5198201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7C2F86B7-7E59-EFE1-D80D-3D8220EA8E8E}"/>
                </a:ext>
              </a:extLst>
            </p:cNvPr>
            <p:cNvSpPr/>
            <p:nvPr/>
          </p:nvSpPr>
          <p:spPr>
            <a:xfrm>
              <a:off x="17160619" y="6773015"/>
              <a:ext cx="100644" cy="100411"/>
            </a:xfrm>
            <a:custGeom>
              <a:avLst/>
              <a:gdLst>
                <a:gd name="connsiteX0" fmla="*/ 100645 w 100644"/>
                <a:gd name="connsiteY0" fmla="*/ 50206 h 100411"/>
                <a:gd name="connsiteX1" fmla="*/ 50323 w 100644"/>
                <a:gd name="connsiteY1" fmla="*/ 100412 h 100411"/>
                <a:gd name="connsiteX2" fmla="*/ 0 w 100644"/>
                <a:gd name="connsiteY2" fmla="*/ 50206 h 100411"/>
                <a:gd name="connsiteX3" fmla="*/ 50323 w 100644"/>
                <a:gd name="connsiteY3" fmla="*/ 0 h 100411"/>
                <a:gd name="connsiteX4" fmla="*/ 100645 w 100644"/>
                <a:gd name="connsiteY4" fmla="*/ 50206 h 100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644" h="100411">
                  <a:moveTo>
                    <a:pt x="100645" y="50206"/>
                  </a:moveTo>
                  <a:cubicBezTo>
                    <a:pt x="100645" y="77934"/>
                    <a:pt x="78115" y="100412"/>
                    <a:pt x="50323" y="100412"/>
                  </a:cubicBezTo>
                  <a:cubicBezTo>
                    <a:pt x="22530" y="100412"/>
                    <a:pt x="0" y="77934"/>
                    <a:pt x="0" y="50206"/>
                  </a:cubicBezTo>
                  <a:cubicBezTo>
                    <a:pt x="0" y="22478"/>
                    <a:pt x="22530" y="0"/>
                    <a:pt x="50323" y="0"/>
                  </a:cubicBezTo>
                  <a:cubicBezTo>
                    <a:pt x="78115" y="0"/>
                    <a:pt x="100645" y="22478"/>
                    <a:pt x="100645" y="50206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Полилиния 52">
              <a:extLst>
                <a:ext uri="{FF2B5EF4-FFF2-40B4-BE49-F238E27FC236}">
                  <a16:creationId xmlns:a16="http://schemas.microsoft.com/office/drawing/2014/main" id="{6B0FEE78-1F75-D24E-A364-0CFD28E02F04}"/>
                </a:ext>
              </a:extLst>
            </p:cNvPr>
            <p:cNvSpPr/>
            <p:nvPr/>
          </p:nvSpPr>
          <p:spPr>
            <a:xfrm>
              <a:off x="17160614" y="5198201"/>
              <a:ext cx="82748" cy="82556"/>
            </a:xfrm>
            <a:custGeom>
              <a:avLst/>
              <a:gdLst>
                <a:gd name="connsiteX0" fmla="*/ 82748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8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8" y="41278"/>
                  </a:moveTo>
                  <a:cubicBezTo>
                    <a:pt x="82748" y="64076"/>
                    <a:pt x="64224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8" y="18481"/>
                    <a:pt x="82748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Полилиния 53">
              <a:extLst>
                <a:ext uri="{FF2B5EF4-FFF2-40B4-BE49-F238E27FC236}">
                  <a16:creationId xmlns:a16="http://schemas.microsoft.com/office/drawing/2014/main" id="{D31B9380-753F-A945-E55D-E5DE1801AB84}"/>
                </a:ext>
              </a:extLst>
            </p:cNvPr>
            <p:cNvSpPr/>
            <p:nvPr/>
          </p:nvSpPr>
          <p:spPr>
            <a:xfrm>
              <a:off x="14869884" y="5826691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Полилиния 54">
              <a:extLst>
                <a:ext uri="{FF2B5EF4-FFF2-40B4-BE49-F238E27FC236}">
                  <a16:creationId xmlns:a16="http://schemas.microsoft.com/office/drawing/2014/main" id="{97CED6F1-A638-CCCB-9F47-67FBAF579421}"/>
                </a:ext>
              </a:extLst>
            </p:cNvPr>
            <p:cNvSpPr/>
            <p:nvPr/>
          </p:nvSpPr>
          <p:spPr>
            <a:xfrm>
              <a:off x="14869884" y="6137373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Полилиния 55">
              <a:extLst>
                <a:ext uri="{FF2B5EF4-FFF2-40B4-BE49-F238E27FC236}">
                  <a16:creationId xmlns:a16="http://schemas.microsoft.com/office/drawing/2014/main" id="{15958D0E-0EA8-2A6E-D1E6-53AF6D32B5E5}"/>
                </a:ext>
              </a:extLst>
            </p:cNvPr>
            <p:cNvSpPr/>
            <p:nvPr/>
          </p:nvSpPr>
          <p:spPr>
            <a:xfrm>
              <a:off x="14250668" y="5666004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Полилиния 56">
              <a:extLst>
                <a:ext uri="{FF2B5EF4-FFF2-40B4-BE49-F238E27FC236}">
                  <a16:creationId xmlns:a16="http://schemas.microsoft.com/office/drawing/2014/main" id="{93BB9787-620D-86A1-CBA1-44179BFF5EF8}"/>
                </a:ext>
              </a:extLst>
            </p:cNvPr>
            <p:cNvSpPr/>
            <p:nvPr/>
          </p:nvSpPr>
          <p:spPr>
            <a:xfrm>
              <a:off x="13749535" y="5423172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Полилиния 57">
              <a:extLst>
                <a:ext uri="{FF2B5EF4-FFF2-40B4-BE49-F238E27FC236}">
                  <a16:creationId xmlns:a16="http://schemas.microsoft.com/office/drawing/2014/main" id="{4BBBC3C7-7BB2-1919-8EB8-822EF9B6BEA1}"/>
                </a:ext>
              </a:extLst>
            </p:cNvPr>
            <p:cNvSpPr/>
            <p:nvPr/>
          </p:nvSpPr>
          <p:spPr>
            <a:xfrm>
              <a:off x="13749535" y="6573043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Полилиния 58">
              <a:extLst>
                <a:ext uri="{FF2B5EF4-FFF2-40B4-BE49-F238E27FC236}">
                  <a16:creationId xmlns:a16="http://schemas.microsoft.com/office/drawing/2014/main" id="{DC2E3112-E257-3AB6-99D0-2A29A46BB32A}"/>
                </a:ext>
              </a:extLst>
            </p:cNvPr>
            <p:cNvSpPr/>
            <p:nvPr/>
          </p:nvSpPr>
          <p:spPr>
            <a:xfrm>
              <a:off x="14250668" y="6301633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Полилиния 59">
              <a:extLst>
                <a:ext uri="{FF2B5EF4-FFF2-40B4-BE49-F238E27FC236}">
                  <a16:creationId xmlns:a16="http://schemas.microsoft.com/office/drawing/2014/main" id="{0C1AA7B8-AA6C-13AC-9500-74BED1900560}"/>
                </a:ext>
              </a:extLst>
            </p:cNvPr>
            <p:cNvSpPr/>
            <p:nvPr/>
          </p:nvSpPr>
          <p:spPr>
            <a:xfrm>
              <a:off x="16412620" y="5666004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4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Полилиния 60">
              <a:extLst>
                <a:ext uri="{FF2B5EF4-FFF2-40B4-BE49-F238E27FC236}">
                  <a16:creationId xmlns:a16="http://schemas.microsoft.com/office/drawing/2014/main" id="{DCD9BD2E-EEB6-18FC-EF34-5E0E2A1F5322}"/>
                </a:ext>
              </a:extLst>
            </p:cNvPr>
            <p:cNvSpPr/>
            <p:nvPr/>
          </p:nvSpPr>
          <p:spPr>
            <a:xfrm>
              <a:off x="16917274" y="5391035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Полилиния 61">
              <a:extLst>
                <a:ext uri="{FF2B5EF4-FFF2-40B4-BE49-F238E27FC236}">
                  <a16:creationId xmlns:a16="http://schemas.microsoft.com/office/drawing/2014/main" id="{2D72BFEE-85E7-1FDB-EBDB-6CCAD9035AB6}"/>
                </a:ext>
              </a:extLst>
            </p:cNvPr>
            <p:cNvSpPr/>
            <p:nvPr/>
          </p:nvSpPr>
          <p:spPr>
            <a:xfrm>
              <a:off x="16927990" y="6573043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4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Полилиния 62">
              <a:extLst>
                <a:ext uri="{FF2B5EF4-FFF2-40B4-BE49-F238E27FC236}">
                  <a16:creationId xmlns:a16="http://schemas.microsoft.com/office/drawing/2014/main" id="{D043E15C-C9CF-7303-8034-0F665088AC6C}"/>
                </a:ext>
              </a:extLst>
            </p:cNvPr>
            <p:cNvSpPr/>
            <p:nvPr/>
          </p:nvSpPr>
          <p:spPr>
            <a:xfrm>
              <a:off x="16412620" y="6301633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4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Полилиния 63">
              <a:extLst>
                <a:ext uri="{FF2B5EF4-FFF2-40B4-BE49-F238E27FC236}">
                  <a16:creationId xmlns:a16="http://schemas.microsoft.com/office/drawing/2014/main" id="{C28B2B78-773A-C339-A61C-F011E4A1F437}"/>
                </a:ext>
              </a:extLst>
            </p:cNvPr>
            <p:cNvSpPr/>
            <p:nvPr/>
          </p:nvSpPr>
          <p:spPr>
            <a:xfrm>
              <a:off x="15796910" y="5826691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Полилиния 64">
              <a:extLst>
                <a:ext uri="{FF2B5EF4-FFF2-40B4-BE49-F238E27FC236}">
                  <a16:creationId xmlns:a16="http://schemas.microsoft.com/office/drawing/2014/main" id="{B4BE835F-B216-BE7D-3E67-F03DA23B6A49}"/>
                </a:ext>
              </a:extLst>
            </p:cNvPr>
            <p:cNvSpPr/>
            <p:nvPr/>
          </p:nvSpPr>
          <p:spPr>
            <a:xfrm>
              <a:off x="15796910" y="6137373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Полилиния 65">
              <a:extLst>
                <a:ext uri="{FF2B5EF4-FFF2-40B4-BE49-F238E27FC236}">
                  <a16:creationId xmlns:a16="http://schemas.microsoft.com/office/drawing/2014/main" id="{3169DF7D-80B5-A7F3-20EB-003FF58CBDD5}"/>
                </a:ext>
              </a:extLst>
            </p:cNvPr>
            <p:cNvSpPr/>
            <p:nvPr/>
          </p:nvSpPr>
          <p:spPr>
            <a:xfrm>
              <a:off x="15102563" y="5848119"/>
              <a:ext cx="82748" cy="82556"/>
            </a:xfrm>
            <a:custGeom>
              <a:avLst/>
              <a:gdLst>
                <a:gd name="connsiteX0" fmla="*/ 82748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8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8" y="41278"/>
                  </a:moveTo>
                  <a:cubicBezTo>
                    <a:pt x="82748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8" y="18481"/>
                    <a:pt x="82748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Полилиния 66">
              <a:extLst>
                <a:ext uri="{FF2B5EF4-FFF2-40B4-BE49-F238E27FC236}">
                  <a16:creationId xmlns:a16="http://schemas.microsoft.com/office/drawing/2014/main" id="{5F16ED4E-4555-6B50-485F-E9797C990C56}"/>
                </a:ext>
              </a:extLst>
            </p:cNvPr>
            <p:cNvSpPr/>
            <p:nvPr/>
          </p:nvSpPr>
          <p:spPr>
            <a:xfrm>
              <a:off x="15102563" y="6105235"/>
              <a:ext cx="82748" cy="82556"/>
            </a:xfrm>
            <a:custGeom>
              <a:avLst/>
              <a:gdLst>
                <a:gd name="connsiteX0" fmla="*/ 82748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8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8" y="41278"/>
                  </a:moveTo>
                  <a:cubicBezTo>
                    <a:pt x="82748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8" y="18481"/>
                    <a:pt x="82748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Полилиния 67">
              <a:extLst>
                <a:ext uri="{FF2B5EF4-FFF2-40B4-BE49-F238E27FC236}">
                  <a16:creationId xmlns:a16="http://schemas.microsoft.com/office/drawing/2014/main" id="{5F5B3FEB-F1F4-618E-7508-04C584B03EA4}"/>
                </a:ext>
              </a:extLst>
            </p:cNvPr>
            <p:cNvSpPr/>
            <p:nvPr/>
          </p:nvSpPr>
          <p:spPr>
            <a:xfrm>
              <a:off x="15592920" y="5848119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Полилиния 68">
              <a:extLst>
                <a:ext uri="{FF2B5EF4-FFF2-40B4-BE49-F238E27FC236}">
                  <a16:creationId xmlns:a16="http://schemas.microsoft.com/office/drawing/2014/main" id="{968ADAB2-F7C6-D4C6-FEF8-A7A83CA0A50B}"/>
                </a:ext>
              </a:extLst>
            </p:cNvPr>
            <p:cNvSpPr/>
            <p:nvPr/>
          </p:nvSpPr>
          <p:spPr>
            <a:xfrm>
              <a:off x="15592920" y="6105235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0" name="Группа 69">
            <a:extLst>
              <a:ext uri="{FF2B5EF4-FFF2-40B4-BE49-F238E27FC236}">
                <a16:creationId xmlns:a16="http://schemas.microsoft.com/office/drawing/2014/main" id="{0E8EBC0B-E573-68AE-1368-156B5626368B}"/>
              </a:ext>
            </a:extLst>
          </p:cNvPr>
          <p:cNvGrpSpPr/>
          <p:nvPr userDrawn="1"/>
        </p:nvGrpSpPr>
        <p:grpSpPr>
          <a:xfrm>
            <a:off x="19694768" y="8661660"/>
            <a:ext cx="3452600" cy="3202346"/>
            <a:chOff x="19694768" y="8661660"/>
            <a:chExt cx="3452600" cy="3202346"/>
          </a:xfrm>
        </p:grpSpPr>
        <p:sp>
          <p:nvSpPr>
            <p:cNvPr id="71" name="Полилиния 70">
              <a:extLst>
                <a:ext uri="{FF2B5EF4-FFF2-40B4-BE49-F238E27FC236}">
                  <a16:creationId xmlns:a16="http://schemas.microsoft.com/office/drawing/2014/main" id="{BCC90763-9DF5-6A66-2655-922EE769ACB6}"/>
                </a:ext>
              </a:extLst>
            </p:cNvPr>
            <p:cNvSpPr/>
            <p:nvPr/>
          </p:nvSpPr>
          <p:spPr>
            <a:xfrm>
              <a:off x="19694768" y="9182760"/>
              <a:ext cx="3452600" cy="2289302"/>
            </a:xfrm>
            <a:custGeom>
              <a:avLst/>
              <a:gdLst>
                <a:gd name="connsiteX0" fmla="*/ 0 w 3452600"/>
                <a:gd name="connsiteY0" fmla="*/ 0 h 2289302"/>
                <a:gd name="connsiteX1" fmla="*/ 3452601 w 3452600"/>
                <a:gd name="connsiteY1" fmla="*/ 0 h 2289302"/>
                <a:gd name="connsiteX2" fmla="*/ 3452601 w 3452600"/>
                <a:gd name="connsiteY2" fmla="*/ 2289303 h 2289302"/>
                <a:gd name="connsiteX3" fmla="*/ 0 w 3452600"/>
                <a:gd name="connsiteY3" fmla="*/ 2289303 h 228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2600" h="2289302">
                  <a:moveTo>
                    <a:pt x="0" y="0"/>
                  </a:moveTo>
                  <a:lnTo>
                    <a:pt x="3452601" y="0"/>
                  </a:lnTo>
                  <a:lnTo>
                    <a:pt x="3452601" y="2289303"/>
                  </a:lnTo>
                  <a:lnTo>
                    <a:pt x="0" y="2289303"/>
                  </a:lnTo>
                  <a:close/>
                </a:path>
              </a:pathLst>
            </a:custGeom>
            <a:noFill/>
            <a:ln w="10869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2" name="Полилиния 71">
              <a:extLst>
                <a:ext uri="{FF2B5EF4-FFF2-40B4-BE49-F238E27FC236}">
                  <a16:creationId xmlns:a16="http://schemas.microsoft.com/office/drawing/2014/main" id="{4A543BAF-8042-1E1D-0D41-83B7969E5A0D}"/>
                </a:ext>
              </a:extLst>
            </p:cNvPr>
            <p:cNvSpPr/>
            <p:nvPr/>
          </p:nvSpPr>
          <p:spPr>
            <a:xfrm>
              <a:off x="20090721" y="8915522"/>
              <a:ext cx="2660645" cy="2828222"/>
            </a:xfrm>
            <a:custGeom>
              <a:avLst/>
              <a:gdLst>
                <a:gd name="connsiteX0" fmla="*/ 0 w 2660645"/>
                <a:gd name="connsiteY0" fmla="*/ 547650 h 2828222"/>
                <a:gd name="connsiteX1" fmla="*/ 2660646 w 2660645"/>
                <a:gd name="connsiteY1" fmla="*/ 0 h 2828222"/>
                <a:gd name="connsiteX2" fmla="*/ 2660646 w 2660645"/>
                <a:gd name="connsiteY2" fmla="*/ 2280575 h 2828222"/>
                <a:gd name="connsiteX3" fmla="*/ 0 w 2660645"/>
                <a:gd name="connsiteY3" fmla="*/ 2828223 h 2828222"/>
                <a:gd name="connsiteX4" fmla="*/ 0 w 2660645"/>
                <a:gd name="connsiteY4" fmla="*/ 547650 h 28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60645" h="2828222">
                  <a:moveTo>
                    <a:pt x="0" y="547650"/>
                  </a:moveTo>
                  <a:lnTo>
                    <a:pt x="2660646" y="0"/>
                  </a:lnTo>
                  <a:lnTo>
                    <a:pt x="2660646" y="2280575"/>
                  </a:lnTo>
                  <a:lnTo>
                    <a:pt x="0" y="2828223"/>
                  </a:lnTo>
                  <a:lnTo>
                    <a:pt x="0" y="547650"/>
                  </a:lnTo>
                  <a:close/>
                </a:path>
              </a:pathLst>
            </a:custGeom>
            <a:noFill/>
            <a:ln w="10869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" name="Полилиния 72">
              <a:extLst>
                <a:ext uri="{FF2B5EF4-FFF2-40B4-BE49-F238E27FC236}">
                  <a16:creationId xmlns:a16="http://schemas.microsoft.com/office/drawing/2014/main" id="{FC32258E-B2B1-893F-A41C-C432B3414A71}"/>
                </a:ext>
              </a:extLst>
            </p:cNvPr>
            <p:cNvSpPr/>
            <p:nvPr/>
          </p:nvSpPr>
          <p:spPr>
            <a:xfrm>
              <a:off x="20767018" y="8710655"/>
              <a:ext cx="1450448" cy="3153351"/>
            </a:xfrm>
            <a:custGeom>
              <a:avLst/>
              <a:gdLst>
                <a:gd name="connsiteX0" fmla="*/ 0 w 1450448"/>
                <a:gd name="connsiteY0" fmla="*/ 863934 h 3153351"/>
                <a:gd name="connsiteX1" fmla="*/ 1450449 w 1450448"/>
                <a:gd name="connsiteY1" fmla="*/ 0 h 3153351"/>
                <a:gd name="connsiteX2" fmla="*/ 1450449 w 1450448"/>
                <a:gd name="connsiteY2" fmla="*/ 2289424 h 3153351"/>
                <a:gd name="connsiteX3" fmla="*/ 0 w 1450448"/>
                <a:gd name="connsiteY3" fmla="*/ 3153352 h 3153351"/>
                <a:gd name="connsiteX4" fmla="*/ 0 w 1450448"/>
                <a:gd name="connsiteY4" fmla="*/ 863934 h 315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50448" h="3153351">
                  <a:moveTo>
                    <a:pt x="0" y="863934"/>
                  </a:moveTo>
                  <a:lnTo>
                    <a:pt x="1450449" y="0"/>
                  </a:lnTo>
                  <a:lnTo>
                    <a:pt x="1450449" y="2289424"/>
                  </a:lnTo>
                  <a:lnTo>
                    <a:pt x="0" y="3153352"/>
                  </a:lnTo>
                  <a:lnTo>
                    <a:pt x="0" y="863934"/>
                  </a:lnTo>
                  <a:close/>
                </a:path>
              </a:pathLst>
            </a:custGeom>
            <a:noFill/>
            <a:ln w="10869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" name="Полилиния 73">
              <a:extLst>
                <a:ext uri="{FF2B5EF4-FFF2-40B4-BE49-F238E27FC236}">
                  <a16:creationId xmlns:a16="http://schemas.microsoft.com/office/drawing/2014/main" id="{97813192-FC13-01EE-1399-5414D3657ED8}"/>
                </a:ext>
              </a:extLst>
            </p:cNvPr>
            <p:cNvSpPr/>
            <p:nvPr/>
          </p:nvSpPr>
          <p:spPr>
            <a:xfrm>
              <a:off x="20615755" y="8710655"/>
              <a:ext cx="1454898" cy="3153351"/>
            </a:xfrm>
            <a:custGeom>
              <a:avLst/>
              <a:gdLst>
                <a:gd name="connsiteX0" fmla="*/ 1454898 w 1454898"/>
                <a:gd name="connsiteY0" fmla="*/ 863934 h 3153351"/>
                <a:gd name="connsiteX1" fmla="*/ 0 w 1454898"/>
                <a:gd name="connsiteY1" fmla="*/ 0 h 3153351"/>
                <a:gd name="connsiteX2" fmla="*/ 0 w 1454898"/>
                <a:gd name="connsiteY2" fmla="*/ 2289424 h 3153351"/>
                <a:gd name="connsiteX3" fmla="*/ 1454898 w 1454898"/>
                <a:gd name="connsiteY3" fmla="*/ 3153352 h 3153351"/>
                <a:gd name="connsiteX4" fmla="*/ 1454898 w 1454898"/>
                <a:gd name="connsiteY4" fmla="*/ 863934 h 315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54898" h="3153351">
                  <a:moveTo>
                    <a:pt x="1454898" y="863934"/>
                  </a:moveTo>
                  <a:lnTo>
                    <a:pt x="0" y="0"/>
                  </a:lnTo>
                  <a:lnTo>
                    <a:pt x="0" y="2289424"/>
                  </a:lnTo>
                  <a:lnTo>
                    <a:pt x="1454898" y="3153352"/>
                  </a:lnTo>
                  <a:lnTo>
                    <a:pt x="1454898" y="863934"/>
                  </a:lnTo>
                  <a:close/>
                </a:path>
              </a:pathLst>
            </a:custGeom>
            <a:noFill/>
            <a:ln w="10869" cap="flat">
              <a:solidFill>
                <a:srgbClr val="2CB9FF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" name="Полилиния 74">
              <a:extLst>
                <a:ext uri="{FF2B5EF4-FFF2-40B4-BE49-F238E27FC236}">
                  <a16:creationId xmlns:a16="http://schemas.microsoft.com/office/drawing/2014/main" id="{437A2B9F-9F4D-C4D3-1E5F-F608A8234B90}"/>
                </a:ext>
              </a:extLst>
            </p:cNvPr>
            <p:cNvSpPr/>
            <p:nvPr/>
          </p:nvSpPr>
          <p:spPr>
            <a:xfrm>
              <a:off x="20090733" y="8915522"/>
              <a:ext cx="2660644" cy="2828222"/>
            </a:xfrm>
            <a:custGeom>
              <a:avLst/>
              <a:gdLst>
                <a:gd name="connsiteX0" fmla="*/ 2660645 w 2660644"/>
                <a:gd name="connsiteY0" fmla="*/ 547650 h 2828222"/>
                <a:gd name="connsiteX1" fmla="*/ 0 w 2660644"/>
                <a:gd name="connsiteY1" fmla="*/ 0 h 2828222"/>
                <a:gd name="connsiteX2" fmla="*/ 0 w 2660644"/>
                <a:gd name="connsiteY2" fmla="*/ 2280575 h 2828222"/>
                <a:gd name="connsiteX3" fmla="*/ 2660645 w 2660644"/>
                <a:gd name="connsiteY3" fmla="*/ 2828223 h 2828222"/>
                <a:gd name="connsiteX4" fmla="*/ 2660645 w 2660644"/>
                <a:gd name="connsiteY4" fmla="*/ 547650 h 28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60644" h="2828222">
                  <a:moveTo>
                    <a:pt x="2660645" y="547650"/>
                  </a:moveTo>
                  <a:lnTo>
                    <a:pt x="0" y="0"/>
                  </a:lnTo>
                  <a:lnTo>
                    <a:pt x="0" y="2280575"/>
                  </a:lnTo>
                  <a:lnTo>
                    <a:pt x="2660645" y="2828223"/>
                  </a:lnTo>
                  <a:lnTo>
                    <a:pt x="2660645" y="547650"/>
                  </a:lnTo>
                  <a:close/>
                </a:path>
              </a:pathLst>
            </a:custGeom>
            <a:noFill/>
            <a:ln w="10869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6" name="Полилиния 75">
              <a:extLst>
                <a:ext uri="{FF2B5EF4-FFF2-40B4-BE49-F238E27FC236}">
                  <a16:creationId xmlns:a16="http://schemas.microsoft.com/office/drawing/2014/main" id="{2E145D9E-6C54-9FF3-D981-05314981124C}"/>
                </a:ext>
              </a:extLst>
            </p:cNvPr>
            <p:cNvSpPr/>
            <p:nvPr/>
          </p:nvSpPr>
          <p:spPr>
            <a:xfrm>
              <a:off x="21425491" y="8666113"/>
              <a:ext cx="10888" cy="2810403"/>
            </a:xfrm>
            <a:custGeom>
              <a:avLst/>
              <a:gdLst>
                <a:gd name="connsiteX0" fmla="*/ 0 w 10888"/>
                <a:gd name="connsiteY0" fmla="*/ 0 h 2810403"/>
                <a:gd name="connsiteX1" fmla="*/ 0 w 10888"/>
                <a:gd name="connsiteY1" fmla="*/ 2810403 h 2810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888" h="2810403">
                  <a:moveTo>
                    <a:pt x="0" y="0"/>
                  </a:moveTo>
                  <a:lnTo>
                    <a:pt x="0" y="2810403"/>
                  </a:lnTo>
                </a:path>
              </a:pathLst>
            </a:custGeom>
            <a:noFill/>
            <a:ln w="10869" cap="flat">
              <a:solidFill>
                <a:srgbClr val="2CB9FF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7" name="Полилиния 76">
              <a:extLst>
                <a:ext uri="{FF2B5EF4-FFF2-40B4-BE49-F238E27FC236}">
                  <a16:creationId xmlns:a16="http://schemas.microsoft.com/office/drawing/2014/main" id="{836448CE-4630-3E45-A686-280074D5AB6C}"/>
                </a:ext>
              </a:extLst>
            </p:cNvPr>
            <p:cNvSpPr/>
            <p:nvPr/>
          </p:nvSpPr>
          <p:spPr>
            <a:xfrm>
              <a:off x="21374553" y="8661660"/>
              <a:ext cx="99850" cy="50929"/>
            </a:xfrm>
            <a:custGeom>
              <a:avLst/>
              <a:gdLst>
                <a:gd name="connsiteX0" fmla="*/ 99850 w 99850"/>
                <a:gd name="connsiteY0" fmla="*/ 49021 h 50929"/>
                <a:gd name="connsiteX1" fmla="*/ 50873 w 99850"/>
                <a:gd name="connsiteY1" fmla="*/ 0 h 50929"/>
                <a:gd name="connsiteX2" fmla="*/ 0 w 99850"/>
                <a:gd name="connsiteY2" fmla="*/ 50930 h 50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850" h="50929">
                  <a:moveTo>
                    <a:pt x="99850" y="49021"/>
                  </a:moveTo>
                  <a:lnTo>
                    <a:pt x="50873" y="0"/>
                  </a:lnTo>
                  <a:lnTo>
                    <a:pt x="0" y="50930"/>
                  </a:lnTo>
                </a:path>
              </a:pathLst>
            </a:custGeom>
            <a:noFill/>
            <a:ln w="10869" cap="flat">
              <a:solidFill>
                <a:srgbClr val="2CB9FF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" name="Полилиния 77">
              <a:extLst>
                <a:ext uri="{FF2B5EF4-FFF2-40B4-BE49-F238E27FC236}">
                  <a16:creationId xmlns:a16="http://schemas.microsoft.com/office/drawing/2014/main" id="{7DED4CF7-DD2E-FE12-1072-83F727E98D4A}"/>
                </a:ext>
              </a:extLst>
            </p:cNvPr>
            <p:cNvSpPr/>
            <p:nvPr/>
          </p:nvSpPr>
          <p:spPr>
            <a:xfrm rot="10800000" flipV="1">
              <a:off x="21369173" y="9139693"/>
              <a:ext cx="99404" cy="99508"/>
            </a:xfrm>
            <a:custGeom>
              <a:avLst/>
              <a:gdLst>
                <a:gd name="connsiteX0" fmla="*/ 99562 w 99404"/>
                <a:gd name="connsiteY0" fmla="*/ 49801 h 99508"/>
                <a:gd name="connsiteX1" fmla="*/ 49859 w 99404"/>
                <a:gd name="connsiteY1" fmla="*/ 99555 h 99508"/>
                <a:gd name="connsiteX2" fmla="*/ 157 w 99404"/>
                <a:gd name="connsiteY2" fmla="*/ 49801 h 99508"/>
                <a:gd name="connsiteX3" fmla="*/ 49859 w 99404"/>
                <a:gd name="connsiteY3" fmla="*/ 46 h 99508"/>
                <a:gd name="connsiteX4" fmla="*/ 99562 w 99404"/>
                <a:gd name="connsiteY4" fmla="*/ 49801 h 9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404" h="99508">
                  <a:moveTo>
                    <a:pt x="99562" y="49801"/>
                  </a:moveTo>
                  <a:cubicBezTo>
                    <a:pt x="99562" y="77279"/>
                    <a:pt x="77309" y="99555"/>
                    <a:pt x="49859" y="99555"/>
                  </a:cubicBezTo>
                  <a:cubicBezTo>
                    <a:pt x="22409" y="99555"/>
                    <a:pt x="157" y="77279"/>
                    <a:pt x="157" y="49801"/>
                  </a:cubicBezTo>
                  <a:cubicBezTo>
                    <a:pt x="157" y="22322"/>
                    <a:pt x="22409" y="46"/>
                    <a:pt x="49859" y="46"/>
                  </a:cubicBezTo>
                  <a:cubicBezTo>
                    <a:pt x="77309" y="46"/>
                    <a:pt x="99562" y="22322"/>
                    <a:pt x="99562" y="49801"/>
                  </a:cubicBezTo>
                  <a:close/>
                </a:path>
              </a:pathLst>
            </a:custGeom>
            <a:solidFill>
              <a:srgbClr val="2CB9FF"/>
            </a:solidFill>
            <a:ln w="3260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Полилиния 78">
              <a:extLst>
                <a:ext uri="{FF2B5EF4-FFF2-40B4-BE49-F238E27FC236}">
                  <a16:creationId xmlns:a16="http://schemas.microsoft.com/office/drawing/2014/main" id="{71B58A56-5A33-4731-9F95-F08C6F624BE2}"/>
                </a:ext>
              </a:extLst>
            </p:cNvPr>
            <p:cNvSpPr/>
            <p:nvPr/>
          </p:nvSpPr>
          <p:spPr>
            <a:xfrm rot="10800000" flipV="1">
              <a:off x="21369173" y="11424532"/>
              <a:ext cx="99404" cy="99508"/>
            </a:xfrm>
            <a:custGeom>
              <a:avLst/>
              <a:gdLst>
                <a:gd name="connsiteX0" fmla="*/ 99562 w 99404"/>
                <a:gd name="connsiteY0" fmla="*/ 50010 h 99508"/>
                <a:gd name="connsiteX1" fmla="*/ 49859 w 99404"/>
                <a:gd name="connsiteY1" fmla="*/ 99765 h 99508"/>
                <a:gd name="connsiteX2" fmla="*/ 157 w 99404"/>
                <a:gd name="connsiteY2" fmla="*/ 50010 h 99508"/>
                <a:gd name="connsiteX3" fmla="*/ 49859 w 99404"/>
                <a:gd name="connsiteY3" fmla="*/ 256 h 99508"/>
                <a:gd name="connsiteX4" fmla="*/ 99562 w 99404"/>
                <a:gd name="connsiteY4" fmla="*/ 50010 h 9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404" h="99508">
                  <a:moveTo>
                    <a:pt x="99562" y="50010"/>
                  </a:moveTo>
                  <a:cubicBezTo>
                    <a:pt x="99562" y="77489"/>
                    <a:pt x="77309" y="99765"/>
                    <a:pt x="49859" y="99765"/>
                  </a:cubicBezTo>
                  <a:cubicBezTo>
                    <a:pt x="22409" y="99765"/>
                    <a:pt x="157" y="77489"/>
                    <a:pt x="157" y="50010"/>
                  </a:cubicBezTo>
                  <a:cubicBezTo>
                    <a:pt x="157" y="22532"/>
                    <a:pt x="22409" y="256"/>
                    <a:pt x="49859" y="256"/>
                  </a:cubicBezTo>
                  <a:cubicBezTo>
                    <a:pt x="77309" y="256"/>
                    <a:pt x="99562" y="22532"/>
                    <a:pt x="99562" y="50010"/>
                  </a:cubicBezTo>
                  <a:close/>
                </a:path>
              </a:pathLst>
            </a:custGeom>
            <a:solidFill>
              <a:srgbClr val="2CB9FF"/>
            </a:solidFill>
            <a:ln w="3260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0" name="Группа 79">
            <a:extLst>
              <a:ext uri="{FF2B5EF4-FFF2-40B4-BE49-F238E27FC236}">
                <a16:creationId xmlns:a16="http://schemas.microsoft.com/office/drawing/2014/main" id="{D5C5405E-DC56-9F98-39D5-336E144C2A3F}"/>
              </a:ext>
            </a:extLst>
          </p:cNvPr>
          <p:cNvGrpSpPr/>
          <p:nvPr userDrawn="1"/>
        </p:nvGrpSpPr>
        <p:grpSpPr>
          <a:xfrm>
            <a:off x="1226009" y="8963554"/>
            <a:ext cx="3696883" cy="2600048"/>
            <a:chOff x="1226009" y="8963554"/>
            <a:chExt cx="3696883" cy="2600048"/>
          </a:xfrm>
        </p:grpSpPr>
        <p:sp>
          <p:nvSpPr>
            <p:cNvPr id="81" name="Полилиния 80">
              <a:extLst>
                <a:ext uri="{FF2B5EF4-FFF2-40B4-BE49-F238E27FC236}">
                  <a16:creationId xmlns:a16="http://schemas.microsoft.com/office/drawing/2014/main" id="{17D301C0-7010-B6FE-DDF9-FE8C1BE4FD55}"/>
                </a:ext>
              </a:extLst>
            </p:cNvPr>
            <p:cNvSpPr/>
            <p:nvPr/>
          </p:nvSpPr>
          <p:spPr>
            <a:xfrm>
              <a:off x="1226009" y="9312299"/>
              <a:ext cx="2470477" cy="813359"/>
            </a:xfrm>
            <a:custGeom>
              <a:avLst/>
              <a:gdLst>
                <a:gd name="connsiteX0" fmla="*/ 2470478 w 2470477"/>
                <a:gd name="connsiteY0" fmla="*/ 787823 h 813359"/>
                <a:gd name="connsiteX1" fmla="*/ 1848735 w 2470477"/>
                <a:gd name="connsiteY1" fmla="*/ 813360 h 813359"/>
                <a:gd name="connsiteX2" fmla="*/ 0 w 2470477"/>
                <a:gd name="connsiteY2" fmla="*/ 372707 h 813359"/>
                <a:gd name="connsiteX3" fmla="*/ 862008 w 2470477"/>
                <a:gd name="connsiteY3" fmla="*/ 0 h 813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70477" h="813359">
                  <a:moveTo>
                    <a:pt x="2470478" y="787823"/>
                  </a:moveTo>
                  <a:cubicBezTo>
                    <a:pt x="2276180" y="804357"/>
                    <a:pt x="2066869" y="813360"/>
                    <a:pt x="1848735" y="813360"/>
                  </a:cubicBezTo>
                  <a:cubicBezTo>
                    <a:pt x="827706" y="813360"/>
                    <a:pt x="0" y="616073"/>
                    <a:pt x="0" y="372707"/>
                  </a:cubicBezTo>
                  <a:cubicBezTo>
                    <a:pt x="0" y="215817"/>
                    <a:pt x="343991" y="78078"/>
                    <a:pt x="862008" y="0"/>
                  </a:cubicBezTo>
                </a:path>
              </a:pathLst>
            </a:custGeom>
            <a:noFill/>
            <a:ln w="1086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2" name="Полилиния 81">
              <a:extLst>
                <a:ext uri="{FF2B5EF4-FFF2-40B4-BE49-F238E27FC236}">
                  <a16:creationId xmlns:a16="http://schemas.microsoft.com/office/drawing/2014/main" id="{D4B2E4E4-D5D9-38FE-AB2D-7A0020BA0721}"/>
                </a:ext>
              </a:extLst>
            </p:cNvPr>
            <p:cNvSpPr/>
            <p:nvPr/>
          </p:nvSpPr>
          <p:spPr>
            <a:xfrm>
              <a:off x="2448911" y="9230966"/>
              <a:ext cx="2470478" cy="774459"/>
            </a:xfrm>
            <a:custGeom>
              <a:avLst/>
              <a:gdLst>
                <a:gd name="connsiteX0" fmla="*/ 0 w 2470478"/>
                <a:gd name="connsiteY0" fmla="*/ 25432 h 774459"/>
                <a:gd name="connsiteX1" fmla="*/ 621743 w 2470478"/>
                <a:gd name="connsiteY1" fmla="*/ 0 h 774459"/>
                <a:gd name="connsiteX2" fmla="*/ 2470478 w 2470478"/>
                <a:gd name="connsiteY2" fmla="*/ 438798 h 774459"/>
                <a:gd name="connsiteX3" fmla="*/ 1812541 w 2470478"/>
                <a:gd name="connsiteY3" fmla="*/ 774460 h 774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70478" h="774459">
                  <a:moveTo>
                    <a:pt x="0" y="25432"/>
                  </a:moveTo>
                  <a:cubicBezTo>
                    <a:pt x="194298" y="8967"/>
                    <a:pt x="403609" y="0"/>
                    <a:pt x="621743" y="0"/>
                  </a:cubicBezTo>
                  <a:cubicBezTo>
                    <a:pt x="1642776" y="0"/>
                    <a:pt x="2470478" y="196457"/>
                    <a:pt x="2470478" y="438798"/>
                  </a:cubicBezTo>
                  <a:cubicBezTo>
                    <a:pt x="2470478" y="573468"/>
                    <a:pt x="2214878" y="693968"/>
                    <a:pt x="1812541" y="774460"/>
                  </a:cubicBezTo>
                </a:path>
              </a:pathLst>
            </a:custGeom>
            <a:noFill/>
            <a:ln w="1086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3" name="Полилиния 82">
              <a:extLst>
                <a:ext uri="{FF2B5EF4-FFF2-40B4-BE49-F238E27FC236}">
                  <a16:creationId xmlns:a16="http://schemas.microsoft.com/office/drawing/2014/main" id="{9F3DAB7A-111E-D248-0707-392020A8AA28}"/>
                </a:ext>
              </a:extLst>
            </p:cNvPr>
            <p:cNvSpPr/>
            <p:nvPr/>
          </p:nvSpPr>
          <p:spPr>
            <a:xfrm>
              <a:off x="1226009" y="9775561"/>
              <a:ext cx="3696883" cy="866407"/>
            </a:xfrm>
            <a:custGeom>
              <a:avLst/>
              <a:gdLst>
                <a:gd name="connsiteX0" fmla="*/ 2479257 w 3696883"/>
                <a:gd name="connsiteY0" fmla="*/ 840087 h 866407"/>
                <a:gd name="connsiteX1" fmla="*/ 1848441 w 3696883"/>
                <a:gd name="connsiteY1" fmla="*/ 866407 h 866407"/>
                <a:gd name="connsiteX2" fmla="*/ 0 w 3696883"/>
                <a:gd name="connsiteY2" fmla="*/ 425859 h 866407"/>
                <a:gd name="connsiteX3" fmla="*/ 856371 w 3696883"/>
                <a:gd name="connsiteY3" fmla="*/ 54073 h 866407"/>
                <a:gd name="connsiteX4" fmla="*/ 3088065 w 3696883"/>
                <a:gd name="connsiteY4" fmla="*/ 752656 h 866407"/>
                <a:gd name="connsiteX5" fmla="*/ 3696883 w 3696883"/>
                <a:gd name="connsiteY5" fmla="*/ 425859 h 866407"/>
                <a:gd name="connsiteX6" fmla="*/ 1287305 w 3696883"/>
                <a:gd name="connsiteY6" fmla="*/ 16780 h 86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96883" h="866407">
                  <a:moveTo>
                    <a:pt x="2479257" y="840087"/>
                  </a:moveTo>
                  <a:cubicBezTo>
                    <a:pt x="2282413" y="857122"/>
                    <a:pt x="2069980" y="866407"/>
                    <a:pt x="1848441" y="866407"/>
                  </a:cubicBezTo>
                  <a:cubicBezTo>
                    <a:pt x="827575" y="866407"/>
                    <a:pt x="0" y="669166"/>
                    <a:pt x="0" y="425859"/>
                  </a:cubicBezTo>
                  <a:cubicBezTo>
                    <a:pt x="0" y="269558"/>
                    <a:pt x="341503" y="132277"/>
                    <a:pt x="856371" y="54073"/>
                  </a:cubicBezTo>
                  <a:moveTo>
                    <a:pt x="3088065" y="752656"/>
                  </a:moveTo>
                  <a:cubicBezTo>
                    <a:pt x="3461964" y="672040"/>
                    <a:pt x="3696883" y="555492"/>
                    <a:pt x="3696883" y="425859"/>
                  </a:cubicBezTo>
                  <a:cubicBezTo>
                    <a:pt x="3696883" y="54072"/>
                    <a:pt x="1912627" y="-44190"/>
                    <a:pt x="1287305" y="16780"/>
                  </a:cubicBezTo>
                </a:path>
              </a:pathLst>
            </a:custGeom>
            <a:noFill/>
            <a:ln w="1086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4" name="Полилиния 83">
              <a:extLst>
                <a:ext uri="{FF2B5EF4-FFF2-40B4-BE49-F238E27FC236}">
                  <a16:creationId xmlns:a16="http://schemas.microsoft.com/office/drawing/2014/main" id="{0FDF5CA9-41A8-C348-E993-035346E0E78A}"/>
                </a:ext>
              </a:extLst>
            </p:cNvPr>
            <p:cNvSpPr/>
            <p:nvPr/>
          </p:nvSpPr>
          <p:spPr>
            <a:xfrm>
              <a:off x="1226009" y="10291866"/>
              <a:ext cx="3696883" cy="880550"/>
            </a:xfrm>
            <a:custGeom>
              <a:avLst/>
              <a:gdLst>
                <a:gd name="connsiteX0" fmla="*/ 3080732 w 3696883"/>
                <a:gd name="connsiteY0" fmla="*/ 768444 h 880550"/>
                <a:gd name="connsiteX1" fmla="*/ 1848441 w 3696883"/>
                <a:gd name="connsiteY1" fmla="*/ 880551 h 880550"/>
                <a:gd name="connsiteX2" fmla="*/ 0 w 3696883"/>
                <a:gd name="connsiteY2" fmla="*/ 440275 h 880550"/>
                <a:gd name="connsiteX3" fmla="*/ 143034 w 3696883"/>
                <a:gd name="connsiteY3" fmla="*/ 270161 h 880550"/>
                <a:gd name="connsiteX4" fmla="*/ 3594186 w 3696883"/>
                <a:gd name="connsiteY4" fmla="*/ 585343 h 880550"/>
                <a:gd name="connsiteX5" fmla="*/ 3696883 w 3696883"/>
                <a:gd name="connsiteY5" fmla="*/ 440275 h 880550"/>
                <a:gd name="connsiteX6" fmla="*/ 3491500 w 3696883"/>
                <a:gd name="connsiteY6" fmla="*/ 238376 h 880550"/>
                <a:gd name="connsiteX7" fmla="*/ 632650 w 3696883"/>
                <a:gd name="connsiteY7" fmla="*/ 108635 h 880550"/>
                <a:gd name="connsiteX8" fmla="*/ 1848441 w 3696883"/>
                <a:gd name="connsiteY8" fmla="*/ 0 h 880550"/>
                <a:gd name="connsiteX9" fmla="*/ 3117405 w 3696883"/>
                <a:gd name="connsiteY9" fmla="*/ 120141 h 88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96883" h="880550">
                  <a:moveTo>
                    <a:pt x="3080732" y="768444"/>
                  </a:moveTo>
                  <a:cubicBezTo>
                    <a:pt x="2753711" y="838164"/>
                    <a:pt x="2321861" y="880551"/>
                    <a:pt x="1848441" y="880551"/>
                  </a:cubicBezTo>
                  <a:cubicBezTo>
                    <a:pt x="827575" y="880551"/>
                    <a:pt x="0" y="683430"/>
                    <a:pt x="0" y="440275"/>
                  </a:cubicBezTo>
                  <a:cubicBezTo>
                    <a:pt x="0" y="379971"/>
                    <a:pt x="50903" y="322497"/>
                    <a:pt x="143034" y="270161"/>
                  </a:cubicBezTo>
                  <a:moveTo>
                    <a:pt x="3594186" y="585343"/>
                  </a:moveTo>
                  <a:cubicBezTo>
                    <a:pt x="3660722" y="539919"/>
                    <a:pt x="3696883" y="491109"/>
                    <a:pt x="3696883" y="440275"/>
                  </a:cubicBezTo>
                  <a:cubicBezTo>
                    <a:pt x="3696883" y="367508"/>
                    <a:pt x="3622754" y="298854"/>
                    <a:pt x="3491500" y="238376"/>
                  </a:cubicBezTo>
                  <a:moveTo>
                    <a:pt x="632650" y="108635"/>
                  </a:moveTo>
                  <a:cubicBezTo>
                    <a:pt x="957635" y="40983"/>
                    <a:pt x="1382942" y="0"/>
                    <a:pt x="1848441" y="0"/>
                  </a:cubicBezTo>
                  <a:cubicBezTo>
                    <a:pt x="2339778" y="0"/>
                    <a:pt x="2786337" y="45664"/>
                    <a:pt x="3117405" y="120141"/>
                  </a:cubicBezTo>
                </a:path>
              </a:pathLst>
            </a:custGeom>
            <a:noFill/>
            <a:ln w="1086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5" name="Полилиния 84">
              <a:extLst>
                <a:ext uri="{FF2B5EF4-FFF2-40B4-BE49-F238E27FC236}">
                  <a16:creationId xmlns:a16="http://schemas.microsoft.com/office/drawing/2014/main" id="{07BC06F8-2FD4-21B9-F02B-83476B4F3EEB}"/>
                </a:ext>
              </a:extLst>
            </p:cNvPr>
            <p:cNvSpPr/>
            <p:nvPr/>
          </p:nvSpPr>
          <p:spPr>
            <a:xfrm>
              <a:off x="2240343" y="8986950"/>
              <a:ext cx="1" cy="2362286"/>
            </a:xfrm>
            <a:custGeom>
              <a:avLst/>
              <a:gdLst>
                <a:gd name="connsiteX0" fmla="*/ 0 w 1"/>
                <a:gd name="connsiteY0" fmla="*/ 0 h 2362286"/>
                <a:gd name="connsiteX1" fmla="*/ 1 w 1"/>
                <a:gd name="connsiteY1" fmla="*/ 2362286 h 2362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" h="2362286">
                  <a:moveTo>
                    <a:pt x="0" y="0"/>
                  </a:moveTo>
                  <a:lnTo>
                    <a:pt x="1" y="2362286"/>
                  </a:lnTo>
                </a:path>
              </a:pathLst>
            </a:custGeom>
            <a:noFill/>
            <a:ln w="10862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Полилиния 85">
              <a:extLst>
                <a:ext uri="{FF2B5EF4-FFF2-40B4-BE49-F238E27FC236}">
                  <a16:creationId xmlns:a16="http://schemas.microsoft.com/office/drawing/2014/main" id="{0455EBF6-6180-5DBA-9EDD-1ABCD034EE46}"/>
                </a:ext>
              </a:extLst>
            </p:cNvPr>
            <p:cNvSpPr/>
            <p:nvPr/>
          </p:nvSpPr>
          <p:spPr>
            <a:xfrm>
              <a:off x="3069142" y="9319368"/>
              <a:ext cx="10878" cy="2196074"/>
            </a:xfrm>
            <a:custGeom>
              <a:avLst/>
              <a:gdLst>
                <a:gd name="connsiteX0" fmla="*/ 0 w 10878"/>
                <a:gd name="connsiteY0" fmla="*/ 0 h 2196074"/>
                <a:gd name="connsiteX1" fmla="*/ 0 w 10878"/>
                <a:gd name="connsiteY1" fmla="*/ 2196075 h 2196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878" h="2196074">
                  <a:moveTo>
                    <a:pt x="0" y="0"/>
                  </a:moveTo>
                  <a:lnTo>
                    <a:pt x="0" y="2196075"/>
                  </a:lnTo>
                </a:path>
              </a:pathLst>
            </a:custGeom>
            <a:noFill/>
            <a:ln w="10862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7" name="Полилиния 86">
              <a:extLst>
                <a:ext uri="{FF2B5EF4-FFF2-40B4-BE49-F238E27FC236}">
                  <a16:creationId xmlns:a16="http://schemas.microsoft.com/office/drawing/2014/main" id="{E81D4451-939E-FC29-4C8E-A70F144B6920}"/>
                </a:ext>
              </a:extLst>
            </p:cNvPr>
            <p:cNvSpPr/>
            <p:nvPr/>
          </p:nvSpPr>
          <p:spPr>
            <a:xfrm>
              <a:off x="3890861" y="8986950"/>
              <a:ext cx="10878" cy="2362286"/>
            </a:xfrm>
            <a:custGeom>
              <a:avLst/>
              <a:gdLst>
                <a:gd name="connsiteX0" fmla="*/ 0 w 10878"/>
                <a:gd name="connsiteY0" fmla="*/ 0 h 2362286"/>
                <a:gd name="connsiteX1" fmla="*/ 0 w 10878"/>
                <a:gd name="connsiteY1" fmla="*/ 2362286 h 2362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878" h="2362286">
                  <a:moveTo>
                    <a:pt x="0" y="0"/>
                  </a:moveTo>
                  <a:lnTo>
                    <a:pt x="0" y="2362286"/>
                  </a:lnTo>
                </a:path>
              </a:pathLst>
            </a:custGeom>
            <a:noFill/>
            <a:ln w="10862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8" name="Полилиния 87">
              <a:extLst>
                <a:ext uri="{FF2B5EF4-FFF2-40B4-BE49-F238E27FC236}">
                  <a16:creationId xmlns:a16="http://schemas.microsoft.com/office/drawing/2014/main" id="{3BD132A2-1877-3156-364D-8D68E68A24B8}"/>
                </a:ext>
              </a:extLst>
            </p:cNvPr>
            <p:cNvSpPr/>
            <p:nvPr/>
          </p:nvSpPr>
          <p:spPr>
            <a:xfrm>
              <a:off x="2185120" y="10568293"/>
              <a:ext cx="99788" cy="99846"/>
            </a:xfrm>
            <a:custGeom>
              <a:avLst/>
              <a:gdLst>
                <a:gd name="connsiteX0" fmla="*/ 99789 w 99788"/>
                <a:gd name="connsiteY0" fmla="*/ 49923 h 99846"/>
                <a:gd name="connsiteX1" fmla="*/ 49894 w 99788"/>
                <a:gd name="connsiteY1" fmla="*/ 99846 h 99846"/>
                <a:gd name="connsiteX2" fmla="*/ 0 w 99788"/>
                <a:gd name="connsiteY2" fmla="*/ 49923 h 99846"/>
                <a:gd name="connsiteX3" fmla="*/ 49894 w 99788"/>
                <a:gd name="connsiteY3" fmla="*/ 0 h 99846"/>
                <a:gd name="connsiteX4" fmla="*/ 99789 w 99788"/>
                <a:gd name="connsiteY4" fmla="*/ 49923 h 9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88" h="99846">
                  <a:moveTo>
                    <a:pt x="99789" y="49923"/>
                  </a:moveTo>
                  <a:cubicBezTo>
                    <a:pt x="99789" y="77495"/>
                    <a:pt x="77450" y="99846"/>
                    <a:pt x="49894" y="99846"/>
                  </a:cubicBezTo>
                  <a:cubicBezTo>
                    <a:pt x="22338" y="99846"/>
                    <a:pt x="0" y="77495"/>
                    <a:pt x="0" y="49923"/>
                  </a:cubicBezTo>
                  <a:cubicBezTo>
                    <a:pt x="0" y="22351"/>
                    <a:pt x="22338" y="0"/>
                    <a:pt x="49894" y="0"/>
                  </a:cubicBezTo>
                  <a:cubicBezTo>
                    <a:pt x="77450" y="0"/>
                    <a:pt x="99789" y="22351"/>
                    <a:pt x="99789" y="49923"/>
                  </a:cubicBezTo>
                  <a:close/>
                </a:path>
              </a:pathLst>
            </a:custGeom>
            <a:solidFill>
              <a:srgbClr val="E3FF7C"/>
            </a:solidFill>
            <a:ln w="3258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9" name="Полилиния 88">
              <a:extLst>
                <a:ext uri="{FF2B5EF4-FFF2-40B4-BE49-F238E27FC236}">
                  <a16:creationId xmlns:a16="http://schemas.microsoft.com/office/drawing/2014/main" id="{0289FFE3-B009-9C58-0DB5-D087CB2E21EB}"/>
                </a:ext>
              </a:extLst>
            </p:cNvPr>
            <p:cNvSpPr/>
            <p:nvPr/>
          </p:nvSpPr>
          <p:spPr>
            <a:xfrm>
              <a:off x="3015744" y="10607197"/>
              <a:ext cx="99788" cy="99846"/>
            </a:xfrm>
            <a:custGeom>
              <a:avLst/>
              <a:gdLst>
                <a:gd name="connsiteX0" fmla="*/ 99789 w 99788"/>
                <a:gd name="connsiteY0" fmla="*/ 49923 h 99846"/>
                <a:gd name="connsiteX1" fmla="*/ 49894 w 99788"/>
                <a:gd name="connsiteY1" fmla="*/ 99846 h 99846"/>
                <a:gd name="connsiteX2" fmla="*/ 0 w 99788"/>
                <a:gd name="connsiteY2" fmla="*/ 49923 h 99846"/>
                <a:gd name="connsiteX3" fmla="*/ 49894 w 99788"/>
                <a:gd name="connsiteY3" fmla="*/ 0 h 99846"/>
                <a:gd name="connsiteX4" fmla="*/ 99789 w 99788"/>
                <a:gd name="connsiteY4" fmla="*/ 49923 h 9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88" h="99846">
                  <a:moveTo>
                    <a:pt x="99789" y="49923"/>
                  </a:moveTo>
                  <a:cubicBezTo>
                    <a:pt x="99789" y="77495"/>
                    <a:pt x="77450" y="99846"/>
                    <a:pt x="49894" y="99846"/>
                  </a:cubicBezTo>
                  <a:cubicBezTo>
                    <a:pt x="22338" y="99846"/>
                    <a:pt x="0" y="77495"/>
                    <a:pt x="0" y="49923"/>
                  </a:cubicBezTo>
                  <a:cubicBezTo>
                    <a:pt x="0" y="22351"/>
                    <a:pt x="22338" y="0"/>
                    <a:pt x="49894" y="0"/>
                  </a:cubicBezTo>
                  <a:cubicBezTo>
                    <a:pt x="77450" y="0"/>
                    <a:pt x="99789" y="22351"/>
                    <a:pt x="99789" y="49923"/>
                  </a:cubicBezTo>
                  <a:close/>
                </a:path>
              </a:pathLst>
            </a:custGeom>
            <a:solidFill>
              <a:srgbClr val="E3FF7C"/>
            </a:solidFill>
            <a:ln w="3258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0" name="Полилиния 89">
              <a:extLst>
                <a:ext uri="{FF2B5EF4-FFF2-40B4-BE49-F238E27FC236}">
                  <a16:creationId xmlns:a16="http://schemas.microsoft.com/office/drawing/2014/main" id="{1CA7215F-D94F-1515-A526-5AC449FED28E}"/>
                </a:ext>
              </a:extLst>
            </p:cNvPr>
            <p:cNvSpPr/>
            <p:nvPr/>
          </p:nvSpPr>
          <p:spPr>
            <a:xfrm>
              <a:off x="3015744" y="9714026"/>
              <a:ext cx="99788" cy="99846"/>
            </a:xfrm>
            <a:custGeom>
              <a:avLst/>
              <a:gdLst>
                <a:gd name="connsiteX0" fmla="*/ 99789 w 99788"/>
                <a:gd name="connsiteY0" fmla="*/ 49923 h 99846"/>
                <a:gd name="connsiteX1" fmla="*/ 49894 w 99788"/>
                <a:gd name="connsiteY1" fmla="*/ 99846 h 99846"/>
                <a:gd name="connsiteX2" fmla="*/ 0 w 99788"/>
                <a:gd name="connsiteY2" fmla="*/ 49923 h 99846"/>
                <a:gd name="connsiteX3" fmla="*/ 49894 w 99788"/>
                <a:gd name="connsiteY3" fmla="*/ 0 h 99846"/>
                <a:gd name="connsiteX4" fmla="*/ 99789 w 99788"/>
                <a:gd name="connsiteY4" fmla="*/ 49923 h 9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88" h="99846">
                  <a:moveTo>
                    <a:pt x="99789" y="49923"/>
                  </a:moveTo>
                  <a:cubicBezTo>
                    <a:pt x="99789" y="77495"/>
                    <a:pt x="77450" y="99846"/>
                    <a:pt x="49894" y="99846"/>
                  </a:cubicBezTo>
                  <a:cubicBezTo>
                    <a:pt x="22338" y="99846"/>
                    <a:pt x="0" y="77495"/>
                    <a:pt x="0" y="49923"/>
                  </a:cubicBezTo>
                  <a:cubicBezTo>
                    <a:pt x="0" y="22351"/>
                    <a:pt x="22338" y="0"/>
                    <a:pt x="49894" y="0"/>
                  </a:cubicBezTo>
                  <a:cubicBezTo>
                    <a:pt x="77450" y="0"/>
                    <a:pt x="99789" y="22351"/>
                    <a:pt x="99789" y="49923"/>
                  </a:cubicBezTo>
                  <a:close/>
                </a:path>
              </a:pathLst>
            </a:custGeom>
            <a:solidFill>
              <a:srgbClr val="E3FF7C"/>
            </a:solidFill>
            <a:ln w="3258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1" name="Полилиния 90">
              <a:extLst>
                <a:ext uri="{FF2B5EF4-FFF2-40B4-BE49-F238E27FC236}">
                  <a16:creationId xmlns:a16="http://schemas.microsoft.com/office/drawing/2014/main" id="{8B4AA987-AE8E-138E-811E-84D53AB34AFD}"/>
                </a:ext>
              </a:extLst>
            </p:cNvPr>
            <p:cNvSpPr/>
            <p:nvPr/>
          </p:nvSpPr>
          <p:spPr>
            <a:xfrm>
              <a:off x="3015744" y="9179266"/>
              <a:ext cx="99788" cy="99846"/>
            </a:xfrm>
            <a:custGeom>
              <a:avLst/>
              <a:gdLst>
                <a:gd name="connsiteX0" fmla="*/ 99789 w 99788"/>
                <a:gd name="connsiteY0" fmla="*/ 49923 h 99846"/>
                <a:gd name="connsiteX1" fmla="*/ 49894 w 99788"/>
                <a:gd name="connsiteY1" fmla="*/ 99846 h 99846"/>
                <a:gd name="connsiteX2" fmla="*/ 0 w 99788"/>
                <a:gd name="connsiteY2" fmla="*/ 49923 h 99846"/>
                <a:gd name="connsiteX3" fmla="*/ 49894 w 99788"/>
                <a:gd name="connsiteY3" fmla="*/ 0 h 99846"/>
                <a:gd name="connsiteX4" fmla="*/ 99789 w 99788"/>
                <a:gd name="connsiteY4" fmla="*/ 49923 h 9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88" h="99846">
                  <a:moveTo>
                    <a:pt x="99789" y="49923"/>
                  </a:moveTo>
                  <a:cubicBezTo>
                    <a:pt x="99789" y="77495"/>
                    <a:pt x="77450" y="99846"/>
                    <a:pt x="49894" y="99846"/>
                  </a:cubicBezTo>
                  <a:cubicBezTo>
                    <a:pt x="22338" y="99846"/>
                    <a:pt x="0" y="77495"/>
                    <a:pt x="0" y="49923"/>
                  </a:cubicBezTo>
                  <a:cubicBezTo>
                    <a:pt x="0" y="22351"/>
                    <a:pt x="22338" y="0"/>
                    <a:pt x="49894" y="0"/>
                  </a:cubicBezTo>
                  <a:cubicBezTo>
                    <a:pt x="77450" y="0"/>
                    <a:pt x="99789" y="22351"/>
                    <a:pt x="99789" y="49923"/>
                  </a:cubicBezTo>
                  <a:close/>
                </a:path>
              </a:pathLst>
            </a:custGeom>
            <a:solidFill>
              <a:srgbClr val="E3FF7C"/>
            </a:solidFill>
            <a:ln w="3258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" name="Полилиния 91">
              <a:extLst>
                <a:ext uri="{FF2B5EF4-FFF2-40B4-BE49-F238E27FC236}">
                  <a16:creationId xmlns:a16="http://schemas.microsoft.com/office/drawing/2014/main" id="{92F52185-F357-E205-7777-CE30ACAB24CC}"/>
                </a:ext>
              </a:extLst>
            </p:cNvPr>
            <p:cNvSpPr/>
            <p:nvPr/>
          </p:nvSpPr>
          <p:spPr>
            <a:xfrm>
              <a:off x="3835658" y="9781215"/>
              <a:ext cx="99788" cy="99846"/>
            </a:xfrm>
            <a:custGeom>
              <a:avLst/>
              <a:gdLst>
                <a:gd name="connsiteX0" fmla="*/ 99789 w 99788"/>
                <a:gd name="connsiteY0" fmla="*/ 49923 h 99846"/>
                <a:gd name="connsiteX1" fmla="*/ 49894 w 99788"/>
                <a:gd name="connsiteY1" fmla="*/ 99846 h 99846"/>
                <a:gd name="connsiteX2" fmla="*/ 0 w 99788"/>
                <a:gd name="connsiteY2" fmla="*/ 49923 h 99846"/>
                <a:gd name="connsiteX3" fmla="*/ 49894 w 99788"/>
                <a:gd name="connsiteY3" fmla="*/ 0 h 99846"/>
                <a:gd name="connsiteX4" fmla="*/ 99789 w 99788"/>
                <a:gd name="connsiteY4" fmla="*/ 49923 h 9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88" h="99846">
                  <a:moveTo>
                    <a:pt x="99789" y="49923"/>
                  </a:moveTo>
                  <a:cubicBezTo>
                    <a:pt x="99789" y="77495"/>
                    <a:pt x="77450" y="99846"/>
                    <a:pt x="49894" y="99846"/>
                  </a:cubicBezTo>
                  <a:cubicBezTo>
                    <a:pt x="22338" y="99846"/>
                    <a:pt x="0" y="77495"/>
                    <a:pt x="0" y="49923"/>
                  </a:cubicBezTo>
                  <a:cubicBezTo>
                    <a:pt x="0" y="22351"/>
                    <a:pt x="22338" y="0"/>
                    <a:pt x="49894" y="0"/>
                  </a:cubicBezTo>
                  <a:cubicBezTo>
                    <a:pt x="77450" y="0"/>
                    <a:pt x="99789" y="22351"/>
                    <a:pt x="99789" y="49923"/>
                  </a:cubicBezTo>
                  <a:close/>
                </a:path>
              </a:pathLst>
            </a:custGeom>
            <a:solidFill>
              <a:srgbClr val="E3FF7C"/>
            </a:solidFill>
            <a:ln w="3258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3" name="Полилиния 92">
              <a:extLst>
                <a:ext uri="{FF2B5EF4-FFF2-40B4-BE49-F238E27FC236}">
                  <a16:creationId xmlns:a16="http://schemas.microsoft.com/office/drawing/2014/main" id="{16151DAA-E345-F2DF-3625-CEADDC105DC7}"/>
                </a:ext>
              </a:extLst>
            </p:cNvPr>
            <p:cNvSpPr/>
            <p:nvPr/>
          </p:nvSpPr>
          <p:spPr>
            <a:xfrm>
              <a:off x="3835658" y="8963554"/>
              <a:ext cx="99788" cy="99846"/>
            </a:xfrm>
            <a:custGeom>
              <a:avLst/>
              <a:gdLst>
                <a:gd name="connsiteX0" fmla="*/ 99789 w 99788"/>
                <a:gd name="connsiteY0" fmla="*/ 49923 h 99846"/>
                <a:gd name="connsiteX1" fmla="*/ 49894 w 99788"/>
                <a:gd name="connsiteY1" fmla="*/ 99846 h 99846"/>
                <a:gd name="connsiteX2" fmla="*/ 0 w 99788"/>
                <a:gd name="connsiteY2" fmla="*/ 49923 h 99846"/>
                <a:gd name="connsiteX3" fmla="*/ 49894 w 99788"/>
                <a:gd name="connsiteY3" fmla="*/ 0 h 99846"/>
                <a:gd name="connsiteX4" fmla="*/ 99789 w 99788"/>
                <a:gd name="connsiteY4" fmla="*/ 49923 h 9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88" h="99846">
                  <a:moveTo>
                    <a:pt x="99789" y="49923"/>
                  </a:moveTo>
                  <a:cubicBezTo>
                    <a:pt x="99789" y="77495"/>
                    <a:pt x="77450" y="99846"/>
                    <a:pt x="49894" y="99846"/>
                  </a:cubicBezTo>
                  <a:cubicBezTo>
                    <a:pt x="22338" y="99846"/>
                    <a:pt x="0" y="77495"/>
                    <a:pt x="0" y="49923"/>
                  </a:cubicBezTo>
                  <a:cubicBezTo>
                    <a:pt x="0" y="22351"/>
                    <a:pt x="22338" y="0"/>
                    <a:pt x="49894" y="0"/>
                  </a:cubicBezTo>
                  <a:cubicBezTo>
                    <a:pt x="77450" y="0"/>
                    <a:pt x="99789" y="22351"/>
                    <a:pt x="99789" y="49923"/>
                  </a:cubicBezTo>
                  <a:close/>
                </a:path>
              </a:pathLst>
            </a:custGeom>
            <a:solidFill>
              <a:srgbClr val="E3FF7C"/>
            </a:solidFill>
            <a:ln w="3258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4" name="Полилиния 93">
              <a:extLst>
                <a:ext uri="{FF2B5EF4-FFF2-40B4-BE49-F238E27FC236}">
                  <a16:creationId xmlns:a16="http://schemas.microsoft.com/office/drawing/2014/main" id="{CD457A2D-CE40-5212-A9C1-93ECA857DD5F}"/>
                </a:ext>
              </a:extLst>
            </p:cNvPr>
            <p:cNvSpPr/>
            <p:nvPr/>
          </p:nvSpPr>
          <p:spPr>
            <a:xfrm>
              <a:off x="2185120" y="8963554"/>
              <a:ext cx="99788" cy="99846"/>
            </a:xfrm>
            <a:custGeom>
              <a:avLst/>
              <a:gdLst>
                <a:gd name="connsiteX0" fmla="*/ 99789 w 99788"/>
                <a:gd name="connsiteY0" fmla="*/ 49923 h 99846"/>
                <a:gd name="connsiteX1" fmla="*/ 49894 w 99788"/>
                <a:gd name="connsiteY1" fmla="*/ 99846 h 99846"/>
                <a:gd name="connsiteX2" fmla="*/ 0 w 99788"/>
                <a:gd name="connsiteY2" fmla="*/ 49923 h 99846"/>
                <a:gd name="connsiteX3" fmla="*/ 49894 w 99788"/>
                <a:gd name="connsiteY3" fmla="*/ 0 h 99846"/>
                <a:gd name="connsiteX4" fmla="*/ 99789 w 99788"/>
                <a:gd name="connsiteY4" fmla="*/ 49923 h 9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88" h="99846">
                  <a:moveTo>
                    <a:pt x="99789" y="49923"/>
                  </a:moveTo>
                  <a:cubicBezTo>
                    <a:pt x="99789" y="77495"/>
                    <a:pt x="77450" y="99846"/>
                    <a:pt x="49894" y="99846"/>
                  </a:cubicBezTo>
                  <a:cubicBezTo>
                    <a:pt x="22338" y="99846"/>
                    <a:pt x="0" y="77495"/>
                    <a:pt x="0" y="49923"/>
                  </a:cubicBezTo>
                  <a:cubicBezTo>
                    <a:pt x="0" y="22351"/>
                    <a:pt x="22338" y="0"/>
                    <a:pt x="49894" y="0"/>
                  </a:cubicBezTo>
                  <a:cubicBezTo>
                    <a:pt x="77450" y="0"/>
                    <a:pt x="99789" y="22351"/>
                    <a:pt x="99789" y="49923"/>
                  </a:cubicBezTo>
                  <a:close/>
                </a:path>
              </a:pathLst>
            </a:custGeom>
            <a:solidFill>
              <a:srgbClr val="E3FF7C"/>
            </a:solidFill>
            <a:ln w="3258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5" name="Полилиния 94">
              <a:extLst>
                <a:ext uri="{FF2B5EF4-FFF2-40B4-BE49-F238E27FC236}">
                  <a16:creationId xmlns:a16="http://schemas.microsoft.com/office/drawing/2014/main" id="{CE7D323D-77C3-B14F-BB4D-9D169984AD40}"/>
                </a:ext>
              </a:extLst>
            </p:cNvPr>
            <p:cNvSpPr/>
            <p:nvPr/>
          </p:nvSpPr>
          <p:spPr>
            <a:xfrm>
              <a:off x="3015744" y="11463756"/>
              <a:ext cx="99788" cy="99846"/>
            </a:xfrm>
            <a:custGeom>
              <a:avLst/>
              <a:gdLst>
                <a:gd name="connsiteX0" fmla="*/ 99789 w 99788"/>
                <a:gd name="connsiteY0" fmla="*/ 49923 h 99846"/>
                <a:gd name="connsiteX1" fmla="*/ 49894 w 99788"/>
                <a:gd name="connsiteY1" fmla="*/ 99846 h 99846"/>
                <a:gd name="connsiteX2" fmla="*/ 0 w 99788"/>
                <a:gd name="connsiteY2" fmla="*/ 49923 h 99846"/>
                <a:gd name="connsiteX3" fmla="*/ 49894 w 99788"/>
                <a:gd name="connsiteY3" fmla="*/ 0 h 99846"/>
                <a:gd name="connsiteX4" fmla="*/ 99789 w 99788"/>
                <a:gd name="connsiteY4" fmla="*/ 49923 h 9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88" h="99846">
                  <a:moveTo>
                    <a:pt x="99789" y="49923"/>
                  </a:moveTo>
                  <a:cubicBezTo>
                    <a:pt x="99789" y="77495"/>
                    <a:pt x="77450" y="99846"/>
                    <a:pt x="49894" y="99846"/>
                  </a:cubicBezTo>
                  <a:cubicBezTo>
                    <a:pt x="22338" y="99846"/>
                    <a:pt x="0" y="77495"/>
                    <a:pt x="0" y="49923"/>
                  </a:cubicBezTo>
                  <a:cubicBezTo>
                    <a:pt x="0" y="22351"/>
                    <a:pt x="22338" y="0"/>
                    <a:pt x="49894" y="0"/>
                  </a:cubicBezTo>
                  <a:cubicBezTo>
                    <a:pt x="77450" y="0"/>
                    <a:pt x="99789" y="22351"/>
                    <a:pt x="99789" y="49923"/>
                  </a:cubicBezTo>
                  <a:close/>
                </a:path>
              </a:pathLst>
            </a:custGeom>
            <a:solidFill>
              <a:srgbClr val="E3FF7C"/>
            </a:solidFill>
            <a:ln w="3258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6" name="Полилиния 95">
              <a:extLst>
                <a:ext uri="{FF2B5EF4-FFF2-40B4-BE49-F238E27FC236}">
                  <a16:creationId xmlns:a16="http://schemas.microsoft.com/office/drawing/2014/main" id="{B7A5C3EC-F192-E921-E543-941735D68036}"/>
                </a:ext>
              </a:extLst>
            </p:cNvPr>
            <p:cNvSpPr/>
            <p:nvPr/>
          </p:nvSpPr>
          <p:spPr>
            <a:xfrm>
              <a:off x="3835658" y="11297550"/>
              <a:ext cx="99788" cy="99846"/>
            </a:xfrm>
            <a:custGeom>
              <a:avLst/>
              <a:gdLst>
                <a:gd name="connsiteX0" fmla="*/ 99789 w 99788"/>
                <a:gd name="connsiteY0" fmla="*/ 49923 h 99846"/>
                <a:gd name="connsiteX1" fmla="*/ 49894 w 99788"/>
                <a:gd name="connsiteY1" fmla="*/ 99846 h 99846"/>
                <a:gd name="connsiteX2" fmla="*/ 0 w 99788"/>
                <a:gd name="connsiteY2" fmla="*/ 49923 h 99846"/>
                <a:gd name="connsiteX3" fmla="*/ 49894 w 99788"/>
                <a:gd name="connsiteY3" fmla="*/ 0 h 99846"/>
                <a:gd name="connsiteX4" fmla="*/ 99789 w 99788"/>
                <a:gd name="connsiteY4" fmla="*/ 49923 h 9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88" h="99846">
                  <a:moveTo>
                    <a:pt x="99789" y="49923"/>
                  </a:moveTo>
                  <a:cubicBezTo>
                    <a:pt x="99789" y="77495"/>
                    <a:pt x="77450" y="99846"/>
                    <a:pt x="49894" y="99846"/>
                  </a:cubicBezTo>
                  <a:cubicBezTo>
                    <a:pt x="22338" y="99846"/>
                    <a:pt x="0" y="77495"/>
                    <a:pt x="0" y="49923"/>
                  </a:cubicBezTo>
                  <a:cubicBezTo>
                    <a:pt x="0" y="22351"/>
                    <a:pt x="22338" y="0"/>
                    <a:pt x="49894" y="0"/>
                  </a:cubicBezTo>
                  <a:cubicBezTo>
                    <a:pt x="77450" y="0"/>
                    <a:pt x="99789" y="22351"/>
                    <a:pt x="99789" y="49923"/>
                  </a:cubicBezTo>
                  <a:close/>
                </a:path>
              </a:pathLst>
            </a:custGeom>
            <a:solidFill>
              <a:srgbClr val="E3FF7C"/>
            </a:solidFill>
            <a:ln w="3258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7" name="Полилиния 96">
              <a:extLst>
                <a:ext uri="{FF2B5EF4-FFF2-40B4-BE49-F238E27FC236}">
                  <a16:creationId xmlns:a16="http://schemas.microsoft.com/office/drawing/2014/main" id="{2EB52454-7A15-4B2D-A1DB-F92E0CA04A05}"/>
                </a:ext>
              </a:extLst>
            </p:cNvPr>
            <p:cNvSpPr/>
            <p:nvPr/>
          </p:nvSpPr>
          <p:spPr>
            <a:xfrm>
              <a:off x="2185120" y="11308152"/>
              <a:ext cx="99788" cy="99846"/>
            </a:xfrm>
            <a:custGeom>
              <a:avLst/>
              <a:gdLst>
                <a:gd name="connsiteX0" fmla="*/ 99789 w 99788"/>
                <a:gd name="connsiteY0" fmla="*/ 49923 h 99846"/>
                <a:gd name="connsiteX1" fmla="*/ 49894 w 99788"/>
                <a:gd name="connsiteY1" fmla="*/ 99846 h 99846"/>
                <a:gd name="connsiteX2" fmla="*/ 0 w 99788"/>
                <a:gd name="connsiteY2" fmla="*/ 49923 h 99846"/>
                <a:gd name="connsiteX3" fmla="*/ 49894 w 99788"/>
                <a:gd name="connsiteY3" fmla="*/ 0 h 99846"/>
                <a:gd name="connsiteX4" fmla="*/ 99789 w 99788"/>
                <a:gd name="connsiteY4" fmla="*/ 49923 h 9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88" h="99846">
                  <a:moveTo>
                    <a:pt x="99789" y="49923"/>
                  </a:moveTo>
                  <a:cubicBezTo>
                    <a:pt x="99789" y="77495"/>
                    <a:pt x="77450" y="99846"/>
                    <a:pt x="49894" y="99846"/>
                  </a:cubicBezTo>
                  <a:cubicBezTo>
                    <a:pt x="22338" y="99846"/>
                    <a:pt x="0" y="77495"/>
                    <a:pt x="0" y="49923"/>
                  </a:cubicBezTo>
                  <a:cubicBezTo>
                    <a:pt x="0" y="22351"/>
                    <a:pt x="22338" y="0"/>
                    <a:pt x="49894" y="0"/>
                  </a:cubicBezTo>
                  <a:cubicBezTo>
                    <a:pt x="77450" y="0"/>
                    <a:pt x="99789" y="22351"/>
                    <a:pt x="99789" y="49923"/>
                  </a:cubicBezTo>
                  <a:close/>
                </a:path>
              </a:pathLst>
            </a:custGeom>
            <a:solidFill>
              <a:srgbClr val="E3FF7C"/>
            </a:solidFill>
            <a:ln w="3258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8" name="Группа 97">
            <a:extLst>
              <a:ext uri="{FF2B5EF4-FFF2-40B4-BE49-F238E27FC236}">
                <a16:creationId xmlns:a16="http://schemas.microsoft.com/office/drawing/2014/main" id="{C28D67CC-3536-9325-D77E-AFB4371C0EFB}"/>
              </a:ext>
            </a:extLst>
          </p:cNvPr>
          <p:cNvGrpSpPr/>
          <p:nvPr userDrawn="1"/>
        </p:nvGrpSpPr>
        <p:grpSpPr>
          <a:xfrm>
            <a:off x="7112388" y="8821396"/>
            <a:ext cx="4273827" cy="2894569"/>
            <a:chOff x="7112388" y="8821396"/>
            <a:chExt cx="4273827" cy="2894569"/>
          </a:xfrm>
        </p:grpSpPr>
        <p:sp>
          <p:nvSpPr>
            <p:cNvPr id="99" name="Полилиния 98">
              <a:extLst>
                <a:ext uri="{FF2B5EF4-FFF2-40B4-BE49-F238E27FC236}">
                  <a16:creationId xmlns:a16="http://schemas.microsoft.com/office/drawing/2014/main" id="{6AA17341-B8F3-EFB4-3EDD-A52FF99F8C08}"/>
                </a:ext>
              </a:extLst>
            </p:cNvPr>
            <p:cNvSpPr/>
            <p:nvPr/>
          </p:nvSpPr>
          <p:spPr>
            <a:xfrm>
              <a:off x="7161553" y="9435892"/>
              <a:ext cx="4095016" cy="1548353"/>
            </a:xfrm>
            <a:custGeom>
              <a:avLst/>
              <a:gdLst>
                <a:gd name="connsiteX0" fmla="*/ 824895 w 4095016"/>
                <a:gd name="connsiteY0" fmla="*/ 58064 h 1548353"/>
                <a:gd name="connsiteX1" fmla="*/ 846562 w 4095016"/>
                <a:gd name="connsiteY1" fmla="*/ 19354 h 1548353"/>
                <a:gd name="connsiteX2" fmla="*/ 851319 w 4095016"/>
                <a:gd name="connsiteY2" fmla="*/ 22011 h 1548353"/>
                <a:gd name="connsiteX3" fmla="*/ 860593 w 4095016"/>
                <a:gd name="connsiteY3" fmla="*/ 5443 h 1548353"/>
                <a:gd name="connsiteX4" fmla="*/ 879326 w 4095016"/>
                <a:gd name="connsiteY4" fmla="*/ 5443 h 1548353"/>
                <a:gd name="connsiteX5" fmla="*/ 879326 w 4095016"/>
                <a:gd name="connsiteY5" fmla="*/ 0 h 1548353"/>
                <a:gd name="connsiteX6" fmla="*/ 923188 w 4095016"/>
                <a:gd name="connsiteY6" fmla="*/ 0 h 1548353"/>
                <a:gd name="connsiteX7" fmla="*/ 923188 w 4095016"/>
                <a:gd name="connsiteY7" fmla="*/ 5443 h 1548353"/>
                <a:gd name="connsiteX8" fmla="*/ 967051 w 4095016"/>
                <a:gd name="connsiteY8" fmla="*/ 5443 h 1548353"/>
                <a:gd name="connsiteX9" fmla="*/ 967051 w 4095016"/>
                <a:gd name="connsiteY9" fmla="*/ 0 h 1548353"/>
                <a:gd name="connsiteX10" fmla="*/ 1010914 w 4095016"/>
                <a:gd name="connsiteY10" fmla="*/ 0 h 1548353"/>
                <a:gd name="connsiteX11" fmla="*/ 1010914 w 4095016"/>
                <a:gd name="connsiteY11" fmla="*/ 5443 h 1548353"/>
                <a:gd name="connsiteX12" fmla="*/ 1054778 w 4095016"/>
                <a:gd name="connsiteY12" fmla="*/ 5443 h 1548353"/>
                <a:gd name="connsiteX13" fmla="*/ 1054778 w 4095016"/>
                <a:gd name="connsiteY13" fmla="*/ 0 h 1548353"/>
                <a:gd name="connsiteX14" fmla="*/ 1098640 w 4095016"/>
                <a:gd name="connsiteY14" fmla="*/ 0 h 1548353"/>
                <a:gd name="connsiteX15" fmla="*/ 1098640 w 4095016"/>
                <a:gd name="connsiteY15" fmla="*/ 5443 h 1548353"/>
                <a:gd name="connsiteX16" fmla="*/ 1142502 w 4095016"/>
                <a:gd name="connsiteY16" fmla="*/ 5443 h 1548353"/>
                <a:gd name="connsiteX17" fmla="*/ 1142502 w 4095016"/>
                <a:gd name="connsiteY17" fmla="*/ 0 h 1548353"/>
                <a:gd name="connsiteX18" fmla="*/ 1186365 w 4095016"/>
                <a:gd name="connsiteY18" fmla="*/ 0 h 1548353"/>
                <a:gd name="connsiteX19" fmla="*/ 1186365 w 4095016"/>
                <a:gd name="connsiteY19" fmla="*/ 5443 h 1548353"/>
                <a:gd name="connsiteX20" fmla="*/ 1230227 w 4095016"/>
                <a:gd name="connsiteY20" fmla="*/ 5443 h 1548353"/>
                <a:gd name="connsiteX21" fmla="*/ 1230227 w 4095016"/>
                <a:gd name="connsiteY21" fmla="*/ 0 h 1548353"/>
                <a:gd name="connsiteX22" fmla="*/ 1274090 w 4095016"/>
                <a:gd name="connsiteY22" fmla="*/ 0 h 1548353"/>
                <a:gd name="connsiteX23" fmla="*/ 1274090 w 4095016"/>
                <a:gd name="connsiteY23" fmla="*/ 5443 h 1548353"/>
                <a:gd name="connsiteX24" fmla="*/ 1317952 w 4095016"/>
                <a:gd name="connsiteY24" fmla="*/ 5443 h 1548353"/>
                <a:gd name="connsiteX25" fmla="*/ 1317952 w 4095016"/>
                <a:gd name="connsiteY25" fmla="*/ 0 h 1548353"/>
                <a:gd name="connsiteX26" fmla="*/ 1361814 w 4095016"/>
                <a:gd name="connsiteY26" fmla="*/ 0 h 1548353"/>
                <a:gd name="connsiteX27" fmla="*/ 1361814 w 4095016"/>
                <a:gd name="connsiteY27" fmla="*/ 5443 h 1548353"/>
                <a:gd name="connsiteX28" fmla="*/ 1405677 w 4095016"/>
                <a:gd name="connsiteY28" fmla="*/ 5443 h 1548353"/>
                <a:gd name="connsiteX29" fmla="*/ 1405677 w 4095016"/>
                <a:gd name="connsiteY29" fmla="*/ 0 h 1548353"/>
                <a:gd name="connsiteX30" fmla="*/ 1449539 w 4095016"/>
                <a:gd name="connsiteY30" fmla="*/ 0 h 1548353"/>
                <a:gd name="connsiteX31" fmla="*/ 1449539 w 4095016"/>
                <a:gd name="connsiteY31" fmla="*/ 5443 h 1548353"/>
                <a:gd name="connsiteX32" fmla="*/ 1493402 w 4095016"/>
                <a:gd name="connsiteY32" fmla="*/ 5443 h 1548353"/>
                <a:gd name="connsiteX33" fmla="*/ 1493402 w 4095016"/>
                <a:gd name="connsiteY33" fmla="*/ 0 h 1548353"/>
                <a:gd name="connsiteX34" fmla="*/ 1537264 w 4095016"/>
                <a:gd name="connsiteY34" fmla="*/ 0 h 1548353"/>
                <a:gd name="connsiteX35" fmla="*/ 1537264 w 4095016"/>
                <a:gd name="connsiteY35" fmla="*/ 5443 h 1548353"/>
                <a:gd name="connsiteX36" fmla="*/ 1581126 w 4095016"/>
                <a:gd name="connsiteY36" fmla="*/ 5443 h 1548353"/>
                <a:gd name="connsiteX37" fmla="*/ 1581126 w 4095016"/>
                <a:gd name="connsiteY37" fmla="*/ 0 h 1548353"/>
                <a:gd name="connsiteX38" fmla="*/ 1624989 w 4095016"/>
                <a:gd name="connsiteY38" fmla="*/ 0 h 1548353"/>
                <a:gd name="connsiteX39" fmla="*/ 1624989 w 4095016"/>
                <a:gd name="connsiteY39" fmla="*/ 5443 h 1548353"/>
                <a:gd name="connsiteX40" fmla="*/ 1668851 w 4095016"/>
                <a:gd name="connsiteY40" fmla="*/ 5443 h 1548353"/>
                <a:gd name="connsiteX41" fmla="*/ 1668851 w 4095016"/>
                <a:gd name="connsiteY41" fmla="*/ 0 h 1548353"/>
                <a:gd name="connsiteX42" fmla="*/ 1712713 w 4095016"/>
                <a:gd name="connsiteY42" fmla="*/ 0 h 1548353"/>
                <a:gd name="connsiteX43" fmla="*/ 1712713 w 4095016"/>
                <a:gd name="connsiteY43" fmla="*/ 5443 h 1548353"/>
                <a:gd name="connsiteX44" fmla="*/ 1756576 w 4095016"/>
                <a:gd name="connsiteY44" fmla="*/ 5443 h 1548353"/>
                <a:gd name="connsiteX45" fmla="*/ 1756576 w 4095016"/>
                <a:gd name="connsiteY45" fmla="*/ 0 h 1548353"/>
                <a:gd name="connsiteX46" fmla="*/ 1800438 w 4095016"/>
                <a:gd name="connsiteY46" fmla="*/ 0 h 1548353"/>
                <a:gd name="connsiteX47" fmla="*/ 1800438 w 4095016"/>
                <a:gd name="connsiteY47" fmla="*/ 5443 h 1548353"/>
                <a:gd name="connsiteX48" fmla="*/ 1844301 w 4095016"/>
                <a:gd name="connsiteY48" fmla="*/ 5443 h 1548353"/>
                <a:gd name="connsiteX49" fmla="*/ 1844301 w 4095016"/>
                <a:gd name="connsiteY49" fmla="*/ 0 h 1548353"/>
                <a:gd name="connsiteX50" fmla="*/ 1888163 w 4095016"/>
                <a:gd name="connsiteY50" fmla="*/ 0 h 1548353"/>
                <a:gd name="connsiteX51" fmla="*/ 1888163 w 4095016"/>
                <a:gd name="connsiteY51" fmla="*/ 5443 h 1548353"/>
                <a:gd name="connsiteX52" fmla="*/ 1932025 w 4095016"/>
                <a:gd name="connsiteY52" fmla="*/ 5443 h 1548353"/>
                <a:gd name="connsiteX53" fmla="*/ 1932025 w 4095016"/>
                <a:gd name="connsiteY53" fmla="*/ 0 h 1548353"/>
                <a:gd name="connsiteX54" fmla="*/ 1975888 w 4095016"/>
                <a:gd name="connsiteY54" fmla="*/ 0 h 1548353"/>
                <a:gd name="connsiteX55" fmla="*/ 1975888 w 4095016"/>
                <a:gd name="connsiteY55" fmla="*/ 5443 h 1548353"/>
                <a:gd name="connsiteX56" fmla="*/ 2019750 w 4095016"/>
                <a:gd name="connsiteY56" fmla="*/ 5443 h 1548353"/>
                <a:gd name="connsiteX57" fmla="*/ 2019750 w 4095016"/>
                <a:gd name="connsiteY57" fmla="*/ 0 h 1548353"/>
                <a:gd name="connsiteX58" fmla="*/ 2063612 w 4095016"/>
                <a:gd name="connsiteY58" fmla="*/ 0 h 1548353"/>
                <a:gd name="connsiteX59" fmla="*/ 2063612 w 4095016"/>
                <a:gd name="connsiteY59" fmla="*/ 5443 h 1548353"/>
                <a:gd name="connsiteX60" fmla="*/ 2107475 w 4095016"/>
                <a:gd name="connsiteY60" fmla="*/ 5443 h 1548353"/>
                <a:gd name="connsiteX61" fmla="*/ 2107475 w 4095016"/>
                <a:gd name="connsiteY61" fmla="*/ 0 h 1548353"/>
                <a:gd name="connsiteX62" fmla="*/ 2151337 w 4095016"/>
                <a:gd name="connsiteY62" fmla="*/ 0 h 1548353"/>
                <a:gd name="connsiteX63" fmla="*/ 2151337 w 4095016"/>
                <a:gd name="connsiteY63" fmla="*/ 5443 h 1548353"/>
                <a:gd name="connsiteX64" fmla="*/ 2195200 w 4095016"/>
                <a:gd name="connsiteY64" fmla="*/ 5443 h 1548353"/>
                <a:gd name="connsiteX65" fmla="*/ 2195200 w 4095016"/>
                <a:gd name="connsiteY65" fmla="*/ 0 h 1548353"/>
                <a:gd name="connsiteX66" fmla="*/ 2239062 w 4095016"/>
                <a:gd name="connsiteY66" fmla="*/ 0 h 1548353"/>
                <a:gd name="connsiteX67" fmla="*/ 2239062 w 4095016"/>
                <a:gd name="connsiteY67" fmla="*/ 5443 h 1548353"/>
                <a:gd name="connsiteX68" fmla="*/ 2282924 w 4095016"/>
                <a:gd name="connsiteY68" fmla="*/ 5443 h 1548353"/>
                <a:gd name="connsiteX69" fmla="*/ 2282924 w 4095016"/>
                <a:gd name="connsiteY69" fmla="*/ 0 h 1548353"/>
                <a:gd name="connsiteX70" fmla="*/ 2326787 w 4095016"/>
                <a:gd name="connsiteY70" fmla="*/ 0 h 1548353"/>
                <a:gd name="connsiteX71" fmla="*/ 2326787 w 4095016"/>
                <a:gd name="connsiteY71" fmla="*/ 5443 h 1548353"/>
                <a:gd name="connsiteX72" fmla="*/ 2370649 w 4095016"/>
                <a:gd name="connsiteY72" fmla="*/ 5443 h 1548353"/>
                <a:gd name="connsiteX73" fmla="*/ 2370649 w 4095016"/>
                <a:gd name="connsiteY73" fmla="*/ 0 h 1548353"/>
                <a:gd name="connsiteX74" fmla="*/ 2414512 w 4095016"/>
                <a:gd name="connsiteY74" fmla="*/ 0 h 1548353"/>
                <a:gd name="connsiteX75" fmla="*/ 2414512 w 4095016"/>
                <a:gd name="connsiteY75" fmla="*/ 5443 h 1548353"/>
                <a:gd name="connsiteX76" fmla="*/ 2458374 w 4095016"/>
                <a:gd name="connsiteY76" fmla="*/ 5443 h 1548353"/>
                <a:gd name="connsiteX77" fmla="*/ 2458374 w 4095016"/>
                <a:gd name="connsiteY77" fmla="*/ 0 h 1548353"/>
                <a:gd name="connsiteX78" fmla="*/ 2502236 w 4095016"/>
                <a:gd name="connsiteY78" fmla="*/ 0 h 1548353"/>
                <a:gd name="connsiteX79" fmla="*/ 2502236 w 4095016"/>
                <a:gd name="connsiteY79" fmla="*/ 5443 h 1548353"/>
                <a:gd name="connsiteX80" fmla="*/ 2546099 w 4095016"/>
                <a:gd name="connsiteY80" fmla="*/ 5443 h 1548353"/>
                <a:gd name="connsiteX81" fmla="*/ 2546099 w 4095016"/>
                <a:gd name="connsiteY81" fmla="*/ 0 h 1548353"/>
                <a:gd name="connsiteX82" fmla="*/ 2589961 w 4095016"/>
                <a:gd name="connsiteY82" fmla="*/ 0 h 1548353"/>
                <a:gd name="connsiteX83" fmla="*/ 2589961 w 4095016"/>
                <a:gd name="connsiteY83" fmla="*/ 5443 h 1548353"/>
                <a:gd name="connsiteX84" fmla="*/ 2633834 w 4095016"/>
                <a:gd name="connsiteY84" fmla="*/ 5443 h 1548353"/>
                <a:gd name="connsiteX85" fmla="*/ 2633834 w 4095016"/>
                <a:gd name="connsiteY85" fmla="*/ 0 h 1548353"/>
                <a:gd name="connsiteX86" fmla="*/ 2677697 w 4095016"/>
                <a:gd name="connsiteY86" fmla="*/ 0 h 1548353"/>
                <a:gd name="connsiteX87" fmla="*/ 2677697 w 4095016"/>
                <a:gd name="connsiteY87" fmla="*/ 5443 h 1548353"/>
                <a:gd name="connsiteX88" fmla="*/ 2721559 w 4095016"/>
                <a:gd name="connsiteY88" fmla="*/ 5443 h 1548353"/>
                <a:gd name="connsiteX89" fmla="*/ 2721559 w 4095016"/>
                <a:gd name="connsiteY89" fmla="*/ 0 h 1548353"/>
                <a:gd name="connsiteX90" fmla="*/ 2765421 w 4095016"/>
                <a:gd name="connsiteY90" fmla="*/ 0 h 1548353"/>
                <a:gd name="connsiteX91" fmla="*/ 2765421 w 4095016"/>
                <a:gd name="connsiteY91" fmla="*/ 5443 h 1548353"/>
                <a:gd name="connsiteX92" fmla="*/ 2809284 w 4095016"/>
                <a:gd name="connsiteY92" fmla="*/ 5443 h 1548353"/>
                <a:gd name="connsiteX93" fmla="*/ 2809284 w 4095016"/>
                <a:gd name="connsiteY93" fmla="*/ 0 h 1548353"/>
                <a:gd name="connsiteX94" fmla="*/ 2853146 w 4095016"/>
                <a:gd name="connsiteY94" fmla="*/ 0 h 1548353"/>
                <a:gd name="connsiteX95" fmla="*/ 2853146 w 4095016"/>
                <a:gd name="connsiteY95" fmla="*/ 5443 h 1548353"/>
                <a:gd name="connsiteX96" fmla="*/ 2897009 w 4095016"/>
                <a:gd name="connsiteY96" fmla="*/ 5443 h 1548353"/>
                <a:gd name="connsiteX97" fmla="*/ 2897009 w 4095016"/>
                <a:gd name="connsiteY97" fmla="*/ 0 h 1548353"/>
                <a:gd name="connsiteX98" fmla="*/ 2940871 w 4095016"/>
                <a:gd name="connsiteY98" fmla="*/ 0 h 1548353"/>
                <a:gd name="connsiteX99" fmla="*/ 2940871 w 4095016"/>
                <a:gd name="connsiteY99" fmla="*/ 5443 h 1548353"/>
                <a:gd name="connsiteX100" fmla="*/ 2984733 w 4095016"/>
                <a:gd name="connsiteY100" fmla="*/ 5443 h 1548353"/>
                <a:gd name="connsiteX101" fmla="*/ 2984733 w 4095016"/>
                <a:gd name="connsiteY101" fmla="*/ 0 h 1548353"/>
                <a:gd name="connsiteX102" fmla="*/ 3028596 w 4095016"/>
                <a:gd name="connsiteY102" fmla="*/ 0 h 1548353"/>
                <a:gd name="connsiteX103" fmla="*/ 3028596 w 4095016"/>
                <a:gd name="connsiteY103" fmla="*/ 5443 h 1548353"/>
                <a:gd name="connsiteX104" fmla="*/ 3072458 w 4095016"/>
                <a:gd name="connsiteY104" fmla="*/ 5443 h 1548353"/>
                <a:gd name="connsiteX105" fmla="*/ 3072458 w 4095016"/>
                <a:gd name="connsiteY105" fmla="*/ 0 h 1548353"/>
                <a:gd name="connsiteX106" fmla="*/ 3116321 w 4095016"/>
                <a:gd name="connsiteY106" fmla="*/ 0 h 1548353"/>
                <a:gd name="connsiteX107" fmla="*/ 3116321 w 4095016"/>
                <a:gd name="connsiteY107" fmla="*/ 5443 h 1548353"/>
                <a:gd name="connsiteX108" fmla="*/ 3160183 w 4095016"/>
                <a:gd name="connsiteY108" fmla="*/ 5443 h 1548353"/>
                <a:gd name="connsiteX109" fmla="*/ 3160183 w 4095016"/>
                <a:gd name="connsiteY109" fmla="*/ 0 h 1548353"/>
                <a:gd name="connsiteX110" fmla="*/ 3204045 w 4095016"/>
                <a:gd name="connsiteY110" fmla="*/ 0 h 1548353"/>
                <a:gd name="connsiteX111" fmla="*/ 3204045 w 4095016"/>
                <a:gd name="connsiteY111" fmla="*/ 5443 h 1548353"/>
                <a:gd name="connsiteX112" fmla="*/ 3247908 w 4095016"/>
                <a:gd name="connsiteY112" fmla="*/ 5443 h 1548353"/>
                <a:gd name="connsiteX113" fmla="*/ 3247908 w 4095016"/>
                <a:gd name="connsiteY113" fmla="*/ 0 h 1548353"/>
                <a:gd name="connsiteX114" fmla="*/ 3291770 w 4095016"/>
                <a:gd name="connsiteY114" fmla="*/ 0 h 1548353"/>
                <a:gd name="connsiteX115" fmla="*/ 3291770 w 4095016"/>
                <a:gd name="connsiteY115" fmla="*/ 5443 h 1548353"/>
                <a:gd name="connsiteX116" fmla="*/ 3335633 w 4095016"/>
                <a:gd name="connsiteY116" fmla="*/ 5443 h 1548353"/>
                <a:gd name="connsiteX117" fmla="*/ 3335633 w 4095016"/>
                <a:gd name="connsiteY117" fmla="*/ 0 h 1548353"/>
                <a:gd name="connsiteX118" fmla="*/ 3379495 w 4095016"/>
                <a:gd name="connsiteY118" fmla="*/ 0 h 1548353"/>
                <a:gd name="connsiteX119" fmla="*/ 3379495 w 4095016"/>
                <a:gd name="connsiteY119" fmla="*/ 5443 h 1548353"/>
                <a:gd name="connsiteX120" fmla="*/ 3423357 w 4095016"/>
                <a:gd name="connsiteY120" fmla="*/ 5443 h 1548353"/>
                <a:gd name="connsiteX121" fmla="*/ 3423357 w 4095016"/>
                <a:gd name="connsiteY121" fmla="*/ 0 h 1548353"/>
                <a:gd name="connsiteX122" fmla="*/ 3467220 w 4095016"/>
                <a:gd name="connsiteY122" fmla="*/ 0 h 1548353"/>
                <a:gd name="connsiteX123" fmla="*/ 3467220 w 4095016"/>
                <a:gd name="connsiteY123" fmla="*/ 5443 h 1548353"/>
                <a:gd name="connsiteX124" fmla="*/ 3511082 w 4095016"/>
                <a:gd name="connsiteY124" fmla="*/ 5443 h 1548353"/>
                <a:gd name="connsiteX125" fmla="*/ 3511082 w 4095016"/>
                <a:gd name="connsiteY125" fmla="*/ 0 h 1548353"/>
                <a:gd name="connsiteX126" fmla="*/ 3554944 w 4095016"/>
                <a:gd name="connsiteY126" fmla="*/ 0 h 1548353"/>
                <a:gd name="connsiteX127" fmla="*/ 3554944 w 4095016"/>
                <a:gd name="connsiteY127" fmla="*/ 5443 h 1548353"/>
                <a:gd name="connsiteX128" fmla="*/ 3598807 w 4095016"/>
                <a:gd name="connsiteY128" fmla="*/ 5443 h 1548353"/>
                <a:gd name="connsiteX129" fmla="*/ 3598807 w 4095016"/>
                <a:gd name="connsiteY129" fmla="*/ 0 h 1548353"/>
                <a:gd name="connsiteX130" fmla="*/ 3642669 w 4095016"/>
                <a:gd name="connsiteY130" fmla="*/ 0 h 1548353"/>
                <a:gd name="connsiteX131" fmla="*/ 3642669 w 4095016"/>
                <a:gd name="connsiteY131" fmla="*/ 5443 h 1548353"/>
                <a:gd name="connsiteX132" fmla="*/ 3686531 w 4095016"/>
                <a:gd name="connsiteY132" fmla="*/ 5443 h 1548353"/>
                <a:gd name="connsiteX133" fmla="*/ 3686531 w 4095016"/>
                <a:gd name="connsiteY133" fmla="*/ 0 h 1548353"/>
                <a:gd name="connsiteX134" fmla="*/ 3730394 w 4095016"/>
                <a:gd name="connsiteY134" fmla="*/ 0 h 1548353"/>
                <a:gd name="connsiteX135" fmla="*/ 3730394 w 4095016"/>
                <a:gd name="connsiteY135" fmla="*/ 5443 h 1548353"/>
                <a:gd name="connsiteX136" fmla="*/ 3774256 w 4095016"/>
                <a:gd name="connsiteY136" fmla="*/ 5443 h 1548353"/>
                <a:gd name="connsiteX137" fmla="*/ 3774256 w 4095016"/>
                <a:gd name="connsiteY137" fmla="*/ 0 h 1548353"/>
                <a:gd name="connsiteX138" fmla="*/ 3818119 w 4095016"/>
                <a:gd name="connsiteY138" fmla="*/ 0 h 1548353"/>
                <a:gd name="connsiteX139" fmla="*/ 3818119 w 4095016"/>
                <a:gd name="connsiteY139" fmla="*/ 5443 h 1548353"/>
                <a:gd name="connsiteX140" fmla="*/ 3861981 w 4095016"/>
                <a:gd name="connsiteY140" fmla="*/ 5443 h 1548353"/>
                <a:gd name="connsiteX141" fmla="*/ 3861981 w 4095016"/>
                <a:gd name="connsiteY141" fmla="*/ 0 h 1548353"/>
                <a:gd name="connsiteX142" fmla="*/ 3905843 w 4095016"/>
                <a:gd name="connsiteY142" fmla="*/ 0 h 1548353"/>
                <a:gd name="connsiteX143" fmla="*/ 3905843 w 4095016"/>
                <a:gd name="connsiteY143" fmla="*/ 5443 h 1548353"/>
                <a:gd name="connsiteX144" fmla="*/ 3949706 w 4095016"/>
                <a:gd name="connsiteY144" fmla="*/ 5443 h 1548353"/>
                <a:gd name="connsiteX145" fmla="*/ 3949706 w 4095016"/>
                <a:gd name="connsiteY145" fmla="*/ 0 h 1548353"/>
                <a:gd name="connsiteX146" fmla="*/ 3993568 w 4095016"/>
                <a:gd name="connsiteY146" fmla="*/ 0 h 1548353"/>
                <a:gd name="connsiteX147" fmla="*/ 3993568 w 4095016"/>
                <a:gd name="connsiteY147" fmla="*/ 5443 h 1548353"/>
                <a:gd name="connsiteX148" fmla="*/ 4037431 w 4095016"/>
                <a:gd name="connsiteY148" fmla="*/ 5443 h 1548353"/>
                <a:gd name="connsiteX149" fmla="*/ 4037431 w 4095016"/>
                <a:gd name="connsiteY149" fmla="*/ 0 h 1548353"/>
                <a:gd name="connsiteX150" fmla="*/ 4081293 w 4095016"/>
                <a:gd name="connsiteY150" fmla="*/ 0 h 1548353"/>
                <a:gd name="connsiteX151" fmla="*/ 4081293 w 4095016"/>
                <a:gd name="connsiteY151" fmla="*/ 5443 h 1548353"/>
                <a:gd name="connsiteX152" fmla="*/ 4095016 w 4095016"/>
                <a:gd name="connsiteY152" fmla="*/ 5443 h 1548353"/>
                <a:gd name="connsiteX153" fmla="*/ 4089621 w 4095016"/>
                <a:gd name="connsiteY153" fmla="*/ 18262 h 1548353"/>
                <a:gd name="connsiteX154" fmla="*/ 4094646 w 4095016"/>
                <a:gd name="connsiteY154" fmla="*/ 20373 h 1548353"/>
                <a:gd name="connsiteX155" fmla="*/ 4077478 w 4095016"/>
                <a:gd name="connsiteY155" fmla="*/ 61119 h 1548353"/>
                <a:gd name="connsiteX156" fmla="*/ 4072453 w 4095016"/>
                <a:gd name="connsiteY156" fmla="*/ 59009 h 1548353"/>
                <a:gd name="connsiteX157" fmla="*/ 4055296 w 4095016"/>
                <a:gd name="connsiteY157" fmla="*/ 99755 h 1548353"/>
                <a:gd name="connsiteX158" fmla="*/ 4060321 w 4095016"/>
                <a:gd name="connsiteY158" fmla="*/ 101866 h 1548353"/>
                <a:gd name="connsiteX159" fmla="*/ 4043153 w 4095016"/>
                <a:gd name="connsiteY159" fmla="*/ 142611 h 1548353"/>
                <a:gd name="connsiteX160" fmla="*/ 4038128 w 4095016"/>
                <a:gd name="connsiteY160" fmla="*/ 140501 h 1548353"/>
                <a:gd name="connsiteX161" fmla="*/ 4020971 w 4095016"/>
                <a:gd name="connsiteY161" fmla="*/ 181246 h 1548353"/>
                <a:gd name="connsiteX162" fmla="*/ 4025996 w 4095016"/>
                <a:gd name="connsiteY162" fmla="*/ 183357 h 1548353"/>
                <a:gd name="connsiteX163" fmla="*/ 4008828 w 4095016"/>
                <a:gd name="connsiteY163" fmla="*/ 224104 h 1548353"/>
                <a:gd name="connsiteX164" fmla="*/ 4003803 w 4095016"/>
                <a:gd name="connsiteY164" fmla="*/ 221993 h 1548353"/>
                <a:gd name="connsiteX165" fmla="*/ 3986647 w 4095016"/>
                <a:gd name="connsiteY165" fmla="*/ 262739 h 1548353"/>
                <a:gd name="connsiteX166" fmla="*/ 3991672 w 4095016"/>
                <a:gd name="connsiteY166" fmla="*/ 264850 h 1548353"/>
                <a:gd name="connsiteX167" fmla="*/ 3974504 w 4095016"/>
                <a:gd name="connsiteY167" fmla="*/ 305596 h 1548353"/>
                <a:gd name="connsiteX168" fmla="*/ 3969490 w 4095016"/>
                <a:gd name="connsiteY168" fmla="*/ 303485 h 1548353"/>
                <a:gd name="connsiteX169" fmla="*/ 3952322 w 4095016"/>
                <a:gd name="connsiteY169" fmla="*/ 344232 h 1548353"/>
                <a:gd name="connsiteX170" fmla="*/ 3957347 w 4095016"/>
                <a:gd name="connsiteY170" fmla="*/ 346343 h 1548353"/>
                <a:gd name="connsiteX171" fmla="*/ 3940179 w 4095016"/>
                <a:gd name="connsiteY171" fmla="*/ 387089 h 1548353"/>
                <a:gd name="connsiteX172" fmla="*/ 3935165 w 4095016"/>
                <a:gd name="connsiteY172" fmla="*/ 384978 h 1548353"/>
                <a:gd name="connsiteX173" fmla="*/ 3917997 w 4095016"/>
                <a:gd name="connsiteY173" fmla="*/ 425724 h 1548353"/>
                <a:gd name="connsiteX174" fmla="*/ 3923022 w 4095016"/>
                <a:gd name="connsiteY174" fmla="*/ 427834 h 1548353"/>
                <a:gd name="connsiteX175" fmla="*/ 3905865 w 4095016"/>
                <a:gd name="connsiteY175" fmla="*/ 468578 h 1548353"/>
                <a:gd name="connsiteX176" fmla="*/ 3900840 w 4095016"/>
                <a:gd name="connsiteY176" fmla="*/ 466466 h 1548353"/>
                <a:gd name="connsiteX177" fmla="*/ 3883672 w 4095016"/>
                <a:gd name="connsiteY177" fmla="*/ 507215 h 1548353"/>
                <a:gd name="connsiteX178" fmla="*/ 3888697 w 4095016"/>
                <a:gd name="connsiteY178" fmla="*/ 509327 h 1548353"/>
                <a:gd name="connsiteX179" fmla="*/ 3871541 w 4095016"/>
                <a:gd name="connsiteY179" fmla="*/ 550075 h 1548353"/>
                <a:gd name="connsiteX180" fmla="*/ 3866515 w 4095016"/>
                <a:gd name="connsiteY180" fmla="*/ 547963 h 1548353"/>
                <a:gd name="connsiteX181" fmla="*/ 3849348 w 4095016"/>
                <a:gd name="connsiteY181" fmla="*/ 588712 h 1548353"/>
                <a:gd name="connsiteX182" fmla="*/ 3854373 w 4095016"/>
                <a:gd name="connsiteY182" fmla="*/ 590824 h 1548353"/>
                <a:gd name="connsiteX183" fmla="*/ 3837216 w 4095016"/>
                <a:gd name="connsiteY183" fmla="*/ 631561 h 1548353"/>
                <a:gd name="connsiteX184" fmla="*/ 3832191 w 4095016"/>
                <a:gd name="connsiteY184" fmla="*/ 629449 h 1548353"/>
                <a:gd name="connsiteX185" fmla="*/ 3815023 w 4095016"/>
                <a:gd name="connsiteY185" fmla="*/ 670198 h 1548353"/>
                <a:gd name="connsiteX186" fmla="*/ 3820048 w 4095016"/>
                <a:gd name="connsiteY186" fmla="*/ 672310 h 1548353"/>
                <a:gd name="connsiteX187" fmla="*/ 3802891 w 4095016"/>
                <a:gd name="connsiteY187" fmla="*/ 713058 h 1548353"/>
                <a:gd name="connsiteX188" fmla="*/ 3797866 w 4095016"/>
                <a:gd name="connsiteY188" fmla="*/ 710946 h 1548353"/>
                <a:gd name="connsiteX189" fmla="*/ 3780698 w 4095016"/>
                <a:gd name="connsiteY189" fmla="*/ 751695 h 1548353"/>
                <a:gd name="connsiteX190" fmla="*/ 3785723 w 4095016"/>
                <a:gd name="connsiteY190" fmla="*/ 753807 h 1548353"/>
                <a:gd name="connsiteX191" fmla="*/ 3768566 w 4095016"/>
                <a:gd name="connsiteY191" fmla="*/ 794545 h 1548353"/>
                <a:gd name="connsiteX192" fmla="*/ 3763541 w 4095016"/>
                <a:gd name="connsiteY192" fmla="*/ 792444 h 1548353"/>
                <a:gd name="connsiteX193" fmla="*/ 3746374 w 4095016"/>
                <a:gd name="connsiteY193" fmla="*/ 833181 h 1548353"/>
                <a:gd name="connsiteX194" fmla="*/ 3751399 w 4095016"/>
                <a:gd name="connsiteY194" fmla="*/ 835293 h 1548353"/>
                <a:gd name="connsiteX195" fmla="*/ 3734242 w 4095016"/>
                <a:gd name="connsiteY195" fmla="*/ 876042 h 1548353"/>
                <a:gd name="connsiteX196" fmla="*/ 3729217 w 4095016"/>
                <a:gd name="connsiteY196" fmla="*/ 873930 h 1548353"/>
                <a:gd name="connsiteX197" fmla="*/ 3712060 w 4095016"/>
                <a:gd name="connsiteY197" fmla="*/ 914678 h 1548353"/>
                <a:gd name="connsiteX198" fmla="*/ 3717074 w 4095016"/>
                <a:gd name="connsiteY198" fmla="*/ 916790 h 1548353"/>
                <a:gd name="connsiteX199" fmla="*/ 3699917 w 4095016"/>
                <a:gd name="connsiteY199" fmla="*/ 957539 h 1548353"/>
                <a:gd name="connsiteX200" fmla="*/ 3694892 w 4095016"/>
                <a:gd name="connsiteY200" fmla="*/ 955427 h 1548353"/>
                <a:gd name="connsiteX201" fmla="*/ 3677735 w 4095016"/>
                <a:gd name="connsiteY201" fmla="*/ 996164 h 1548353"/>
                <a:gd name="connsiteX202" fmla="*/ 3682749 w 4095016"/>
                <a:gd name="connsiteY202" fmla="*/ 998276 h 1548353"/>
                <a:gd name="connsiteX203" fmla="*/ 3665592 w 4095016"/>
                <a:gd name="connsiteY203" fmla="*/ 1039025 h 1548353"/>
                <a:gd name="connsiteX204" fmla="*/ 3660567 w 4095016"/>
                <a:gd name="connsiteY204" fmla="*/ 1036913 h 1548353"/>
                <a:gd name="connsiteX205" fmla="*/ 3643410 w 4095016"/>
                <a:gd name="connsiteY205" fmla="*/ 1077661 h 1548353"/>
                <a:gd name="connsiteX206" fmla="*/ 3648435 w 4095016"/>
                <a:gd name="connsiteY206" fmla="*/ 1079773 h 1548353"/>
                <a:gd name="connsiteX207" fmla="*/ 3631267 w 4095016"/>
                <a:gd name="connsiteY207" fmla="*/ 1120522 h 1548353"/>
                <a:gd name="connsiteX208" fmla="*/ 3626242 w 4095016"/>
                <a:gd name="connsiteY208" fmla="*/ 1118410 h 1548353"/>
                <a:gd name="connsiteX209" fmla="*/ 3609086 w 4095016"/>
                <a:gd name="connsiteY209" fmla="*/ 1159158 h 1548353"/>
                <a:gd name="connsiteX210" fmla="*/ 3614111 w 4095016"/>
                <a:gd name="connsiteY210" fmla="*/ 1161270 h 1548353"/>
                <a:gd name="connsiteX211" fmla="*/ 3596943 w 4095016"/>
                <a:gd name="connsiteY211" fmla="*/ 1202008 h 1548353"/>
                <a:gd name="connsiteX212" fmla="*/ 3591918 w 4095016"/>
                <a:gd name="connsiteY212" fmla="*/ 1199896 h 1548353"/>
                <a:gd name="connsiteX213" fmla="*/ 3574761 w 4095016"/>
                <a:gd name="connsiteY213" fmla="*/ 1240644 h 1548353"/>
                <a:gd name="connsiteX214" fmla="*/ 3579786 w 4095016"/>
                <a:gd name="connsiteY214" fmla="*/ 1242756 h 1548353"/>
                <a:gd name="connsiteX215" fmla="*/ 3562618 w 4095016"/>
                <a:gd name="connsiteY215" fmla="*/ 1283505 h 1548353"/>
                <a:gd name="connsiteX216" fmla="*/ 3557593 w 4095016"/>
                <a:gd name="connsiteY216" fmla="*/ 1281393 h 1548353"/>
                <a:gd name="connsiteX217" fmla="*/ 3540436 w 4095016"/>
                <a:gd name="connsiteY217" fmla="*/ 1322141 h 1548353"/>
                <a:gd name="connsiteX218" fmla="*/ 3545461 w 4095016"/>
                <a:gd name="connsiteY218" fmla="*/ 1324253 h 1548353"/>
                <a:gd name="connsiteX219" fmla="*/ 3528293 w 4095016"/>
                <a:gd name="connsiteY219" fmla="*/ 1364991 h 1548353"/>
                <a:gd name="connsiteX220" fmla="*/ 3523268 w 4095016"/>
                <a:gd name="connsiteY220" fmla="*/ 1362890 h 1548353"/>
                <a:gd name="connsiteX221" fmla="*/ 3506111 w 4095016"/>
                <a:gd name="connsiteY221" fmla="*/ 1403627 h 1548353"/>
                <a:gd name="connsiteX222" fmla="*/ 3511136 w 4095016"/>
                <a:gd name="connsiteY222" fmla="*/ 1405739 h 1548353"/>
                <a:gd name="connsiteX223" fmla="*/ 3493969 w 4095016"/>
                <a:gd name="connsiteY223" fmla="*/ 1446488 h 1548353"/>
                <a:gd name="connsiteX224" fmla="*/ 3488944 w 4095016"/>
                <a:gd name="connsiteY224" fmla="*/ 1444376 h 1548353"/>
                <a:gd name="connsiteX225" fmla="*/ 3471787 w 4095016"/>
                <a:gd name="connsiteY225" fmla="*/ 1485125 h 1548353"/>
                <a:gd name="connsiteX226" fmla="*/ 3476812 w 4095016"/>
                <a:gd name="connsiteY226" fmla="*/ 1487237 h 1548353"/>
                <a:gd name="connsiteX227" fmla="*/ 3459644 w 4095016"/>
                <a:gd name="connsiteY227" fmla="*/ 1527985 h 1548353"/>
                <a:gd name="connsiteX228" fmla="*/ 3454630 w 4095016"/>
                <a:gd name="connsiteY228" fmla="*/ 1525873 h 1548353"/>
                <a:gd name="connsiteX229" fmla="*/ 3447447 w 4095016"/>
                <a:gd name="connsiteY229" fmla="*/ 1542910 h 1548353"/>
                <a:gd name="connsiteX230" fmla="*/ 3429440 w 4095016"/>
                <a:gd name="connsiteY230" fmla="*/ 1542910 h 1548353"/>
                <a:gd name="connsiteX231" fmla="*/ 3429440 w 4095016"/>
                <a:gd name="connsiteY231" fmla="*/ 1548354 h 1548353"/>
                <a:gd name="connsiteX232" fmla="*/ 3386188 w 4095016"/>
                <a:gd name="connsiteY232" fmla="*/ 1548354 h 1548353"/>
                <a:gd name="connsiteX233" fmla="*/ 3386188 w 4095016"/>
                <a:gd name="connsiteY233" fmla="*/ 1542910 h 1548353"/>
                <a:gd name="connsiteX234" fmla="*/ 3342936 w 4095016"/>
                <a:gd name="connsiteY234" fmla="*/ 1542910 h 1548353"/>
                <a:gd name="connsiteX235" fmla="*/ 3342936 w 4095016"/>
                <a:gd name="connsiteY235" fmla="*/ 1548354 h 1548353"/>
                <a:gd name="connsiteX236" fmla="*/ 3299673 w 4095016"/>
                <a:gd name="connsiteY236" fmla="*/ 1548354 h 1548353"/>
                <a:gd name="connsiteX237" fmla="*/ 3299673 w 4095016"/>
                <a:gd name="connsiteY237" fmla="*/ 1542910 h 1548353"/>
                <a:gd name="connsiteX238" fmla="*/ 3256421 w 4095016"/>
                <a:gd name="connsiteY238" fmla="*/ 1542910 h 1548353"/>
                <a:gd name="connsiteX239" fmla="*/ 3256421 w 4095016"/>
                <a:gd name="connsiteY239" fmla="*/ 1548354 h 1548353"/>
                <a:gd name="connsiteX240" fmla="*/ 3213169 w 4095016"/>
                <a:gd name="connsiteY240" fmla="*/ 1548354 h 1548353"/>
                <a:gd name="connsiteX241" fmla="*/ 3213169 w 4095016"/>
                <a:gd name="connsiteY241" fmla="*/ 1542910 h 1548353"/>
                <a:gd name="connsiteX242" fmla="*/ 3169917 w 4095016"/>
                <a:gd name="connsiteY242" fmla="*/ 1542910 h 1548353"/>
                <a:gd name="connsiteX243" fmla="*/ 3169917 w 4095016"/>
                <a:gd name="connsiteY243" fmla="*/ 1548354 h 1548353"/>
                <a:gd name="connsiteX244" fmla="*/ 3126665 w 4095016"/>
                <a:gd name="connsiteY244" fmla="*/ 1548354 h 1548353"/>
                <a:gd name="connsiteX245" fmla="*/ 3126665 w 4095016"/>
                <a:gd name="connsiteY245" fmla="*/ 1542910 h 1548353"/>
                <a:gd name="connsiteX246" fmla="*/ 3083402 w 4095016"/>
                <a:gd name="connsiteY246" fmla="*/ 1542910 h 1548353"/>
                <a:gd name="connsiteX247" fmla="*/ 3083402 w 4095016"/>
                <a:gd name="connsiteY247" fmla="*/ 1548354 h 1548353"/>
                <a:gd name="connsiteX248" fmla="*/ 3040150 w 4095016"/>
                <a:gd name="connsiteY248" fmla="*/ 1548354 h 1548353"/>
                <a:gd name="connsiteX249" fmla="*/ 3040150 w 4095016"/>
                <a:gd name="connsiteY249" fmla="*/ 1542910 h 1548353"/>
                <a:gd name="connsiteX250" fmla="*/ 2996898 w 4095016"/>
                <a:gd name="connsiteY250" fmla="*/ 1542910 h 1548353"/>
                <a:gd name="connsiteX251" fmla="*/ 2996898 w 4095016"/>
                <a:gd name="connsiteY251" fmla="*/ 1548354 h 1548353"/>
                <a:gd name="connsiteX252" fmla="*/ 2953646 w 4095016"/>
                <a:gd name="connsiteY252" fmla="*/ 1548354 h 1548353"/>
                <a:gd name="connsiteX253" fmla="*/ 2953646 w 4095016"/>
                <a:gd name="connsiteY253" fmla="*/ 1542910 h 1548353"/>
                <a:gd name="connsiteX254" fmla="*/ 2910383 w 4095016"/>
                <a:gd name="connsiteY254" fmla="*/ 1542910 h 1548353"/>
                <a:gd name="connsiteX255" fmla="*/ 2910383 w 4095016"/>
                <a:gd name="connsiteY255" fmla="*/ 1548354 h 1548353"/>
                <a:gd name="connsiteX256" fmla="*/ 2867131 w 4095016"/>
                <a:gd name="connsiteY256" fmla="*/ 1548354 h 1548353"/>
                <a:gd name="connsiteX257" fmla="*/ 2867131 w 4095016"/>
                <a:gd name="connsiteY257" fmla="*/ 1542910 h 1548353"/>
                <a:gd name="connsiteX258" fmla="*/ 2823879 w 4095016"/>
                <a:gd name="connsiteY258" fmla="*/ 1542910 h 1548353"/>
                <a:gd name="connsiteX259" fmla="*/ 2823879 w 4095016"/>
                <a:gd name="connsiteY259" fmla="*/ 1548354 h 1548353"/>
                <a:gd name="connsiteX260" fmla="*/ 2780627 w 4095016"/>
                <a:gd name="connsiteY260" fmla="*/ 1548354 h 1548353"/>
                <a:gd name="connsiteX261" fmla="*/ 2780627 w 4095016"/>
                <a:gd name="connsiteY261" fmla="*/ 1542910 h 1548353"/>
                <a:gd name="connsiteX262" fmla="*/ 2737364 w 4095016"/>
                <a:gd name="connsiteY262" fmla="*/ 1542910 h 1548353"/>
                <a:gd name="connsiteX263" fmla="*/ 2737364 w 4095016"/>
                <a:gd name="connsiteY263" fmla="*/ 1548354 h 1548353"/>
                <a:gd name="connsiteX264" fmla="*/ 2694112 w 4095016"/>
                <a:gd name="connsiteY264" fmla="*/ 1548354 h 1548353"/>
                <a:gd name="connsiteX265" fmla="*/ 2694112 w 4095016"/>
                <a:gd name="connsiteY265" fmla="*/ 1542910 h 1548353"/>
                <a:gd name="connsiteX266" fmla="*/ 2650860 w 4095016"/>
                <a:gd name="connsiteY266" fmla="*/ 1542910 h 1548353"/>
                <a:gd name="connsiteX267" fmla="*/ 2650860 w 4095016"/>
                <a:gd name="connsiteY267" fmla="*/ 1548354 h 1548353"/>
                <a:gd name="connsiteX268" fmla="*/ 2607608 w 4095016"/>
                <a:gd name="connsiteY268" fmla="*/ 1548354 h 1548353"/>
                <a:gd name="connsiteX269" fmla="*/ 2607608 w 4095016"/>
                <a:gd name="connsiteY269" fmla="*/ 1542910 h 1548353"/>
                <a:gd name="connsiteX270" fmla="*/ 2564356 w 4095016"/>
                <a:gd name="connsiteY270" fmla="*/ 1542910 h 1548353"/>
                <a:gd name="connsiteX271" fmla="*/ 2564356 w 4095016"/>
                <a:gd name="connsiteY271" fmla="*/ 1548354 h 1548353"/>
                <a:gd name="connsiteX272" fmla="*/ 2521094 w 4095016"/>
                <a:gd name="connsiteY272" fmla="*/ 1548354 h 1548353"/>
                <a:gd name="connsiteX273" fmla="*/ 2521094 w 4095016"/>
                <a:gd name="connsiteY273" fmla="*/ 1542910 h 1548353"/>
                <a:gd name="connsiteX274" fmla="*/ 2477842 w 4095016"/>
                <a:gd name="connsiteY274" fmla="*/ 1542910 h 1548353"/>
                <a:gd name="connsiteX275" fmla="*/ 2477842 w 4095016"/>
                <a:gd name="connsiteY275" fmla="*/ 1548354 h 1548353"/>
                <a:gd name="connsiteX276" fmla="*/ 2434590 w 4095016"/>
                <a:gd name="connsiteY276" fmla="*/ 1548354 h 1548353"/>
                <a:gd name="connsiteX277" fmla="*/ 2434590 w 4095016"/>
                <a:gd name="connsiteY277" fmla="*/ 1542910 h 1548353"/>
                <a:gd name="connsiteX278" fmla="*/ 2391338 w 4095016"/>
                <a:gd name="connsiteY278" fmla="*/ 1542910 h 1548353"/>
                <a:gd name="connsiteX279" fmla="*/ 2391338 w 4095016"/>
                <a:gd name="connsiteY279" fmla="*/ 1548354 h 1548353"/>
                <a:gd name="connsiteX280" fmla="*/ 2348075 w 4095016"/>
                <a:gd name="connsiteY280" fmla="*/ 1548354 h 1548353"/>
                <a:gd name="connsiteX281" fmla="*/ 2348075 w 4095016"/>
                <a:gd name="connsiteY281" fmla="*/ 1542910 h 1548353"/>
                <a:gd name="connsiteX282" fmla="*/ 2304823 w 4095016"/>
                <a:gd name="connsiteY282" fmla="*/ 1542910 h 1548353"/>
                <a:gd name="connsiteX283" fmla="*/ 2304823 w 4095016"/>
                <a:gd name="connsiteY283" fmla="*/ 1548354 h 1548353"/>
                <a:gd name="connsiteX284" fmla="*/ 2261571 w 4095016"/>
                <a:gd name="connsiteY284" fmla="*/ 1548354 h 1548353"/>
                <a:gd name="connsiteX285" fmla="*/ 2261571 w 4095016"/>
                <a:gd name="connsiteY285" fmla="*/ 1542910 h 1548353"/>
                <a:gd name="connsiteX286" fmla="*/ 2218319 w 4095016"/>
                <a:gd name="connsiteY286" fmla="*/ 1542910 h 1548353"/>
                <a:gd name="connsiteX287" fmla="*/ 2218319 w 4095016"/>
                <a:gd name="connsiteY287" fmla="*/ 1548354 h 1548353"/>
                <a:gd name="connsiteX288" fmla="*/ 2175056 w 4095016"/>
                <a:gd name="connsiteY288" fmla="*/ 1548354 h 1548353"/>
                <a:gd name="connsiteX289" fmla="*/ 2175056 w 4095016"/>
                <a:gd name="connsiteY289" fmla="*/ 1542910 h 1548353"/>
                <a:gd name="connsiteX290" fmla="*/ 2131804 w 4095016"/>
                <a:gd name="connsiteY290" fmla="*/ 1542910 h 1548353"/>
                <a:gd name="connsiteX291" fmla="*/ 2131804 w 4095016"/>
                <a:gd name="connsiteY291" fmla="*/ 1548354 h 1548353"/>
                <a:gd name="connsiteX292" fmla="*/ 2088552 w 4095016"/>
                <a:gd name="connsiteY292" fmla="*/ 1548354 h 1548353"/>
                <a:gd name="connsiteX293" fmla="*/ 2088552 w 4095016"/>
                <a:gd name="connsiteY293" fmla="*/ 1542910 h 1548353"/>
                <a:gd name="connsiteX294" fmla="*/ 2045300 w 4095016"/>
                <a:gd name="connsiteY294" fmla="*/ 1542910 h 1548353"/>
                <a:gd name="connsiteX295" fmla="*/ 2045300 w 4095016"/>
                <a:gd name="connsiteY295" fmla="*/ 1548354 h 1548353"/>
                <a:gd name="connsiteX296" fmla="*/ 2002048 w 4095016"/>
                <a:gd name="connsiteY296" fmla="*/ 1548354 h 1548353"/>
                <a:gd name="connsiteX297" fmla="*/ 2002048 w 4095016"/>
                <a:gd name="connsiteY297" fmla="*/ 1542910 h 1548353"/>
                <a:gd name="connsiteX298" fmla="*/ 1958785 w 4095016"/>
                <a:gd name="connsiteY298" fmla="*/ 1542910 h 1548353"/>
                <a:gd name="connsiteX299" fmla="*/ 1958785 w 4095016"/>
                <a:gd name="connsiteY299" fmla="*/ 1548354 h 1548353"/>
                <a:gd name="connsiteX300" fmla="*/ 1915533 w 4095016"/>
                <a:gd name="connsiteY300" fmla="*/ 1548354 h 1548353"/>
                <a:gd name="connsiteX301" fmla="*/ 1915533 w 4095016"/>
                <a:gd name="connsiteY301" fmla="*/ 1542910 h 1548353"/>
                <a:gd name="connsiteX302" fmla="*/ 1872281 w 4095016"/>
                <a:gd name="connsiteY302" fmla="*/ 1542910 h 1548353"/>
                <a:gd name="connsiteX303" fmla="*/ 1872281 w 4095016"/>
                <a:gd name="connsiteY303" fmla="*/ 1548354 h 1548353"/>
                <a:gd name="connsiteX304" fmla="*/ 1829029 w 4095016"/>
                <a:gd name="connsiteY304" fmla="*/ 1548354 h 1548353"/>
                <a:gd name="connsiteX305" fmla="*/ 1829029 w 4095016"/>
                <a:gd name="connsiteY305" fmla="*/ 1542910 h 1548353"/>
                <a:gd name="connsiteX306" fmla="*/ 1785766 w 4095016"/>
                <a:gd name="connsiteY306" fmla="*/ 1542910 h 1548353"/>
                <a:gd name="connsiteX307" fmla="*/ 1785766 w 4095016"/>
                <a:gd name="connsiteY307" fmla="*/ 1548354 h 1548353"/>
                <a:gd name="connsiteX308" fmla="*/ 1742515 w 4095016"/>
                <a:gd name="connsiteY308" fmla="*/ 1548354 h 1548353"/>
                <a:gd name="connsiteX309" fmla="*/ 1742515 w 4095016"/>
                <a:gd name="connsiteY309" fmla="*/ 1542910 h 1548353"/>
                <a:gd name="connsiteX310" fmla="*/ 1699263 w 4095016"/>
                <a:gd name="connsiteY310" fmla="*/ 1542910 h 1548353"/>
                <a:gd name="connsiteX311" fmla="*/ 1699263 w 4095016"/>
                <a:gd name="connsiteY311" fmla="*/ 1548354 h 1548353"/>
                <a:gd name="connsiteX312" fmla="*/ 1656011 w 4095016"/>
                <a:gd name="connsiteY312" fmla="*/ 1548354 h 1548353"/>
                <a:gd name="connsiteX313" fmla="*/ 1656011 w 4095016"/>
                <a:gd name="connsiteY313" fmla="*/ 1542910 h 1548353"/>
                <a:gd name="connsiteX314" fmla="*/ 1612748 w 4095016"/>
                <a:gd name="connsiteY314" fmla="*/ 1542910 h 1548353"/>
                <a:gd name="connsiteX315" fmla="*/ 1612748 w 4095016"/>
                <a:gd name="connsiteY315" fmla="*/ 1548354 h 1548353"/>
                <a:gd name="connsiteX316" fmla="*/ 1569496 w 4095016"/>
                <a:gd name="connsiteY316" fmla="*/ 1548354 h 1548353"/>
                <a:gd name="connsiteX317" fmla="*/ 1569496 w 4095016"/>
                <a:gd name="connsiteY317" fmla="*/ 1542910 h 1548353"/>
                <a:gd name="connsiteX318" fmla="*/ 1526244 w 4095016"/>
                <a:gd name="connsiteY318" fmla="*/ 1542910 h 1548353"/>
                <a:gd name="connsiteX319" fmla="*/ 1526244 w 4095016"/>
                <a:gd name="connsiteY319" fmla="*/ 1548354 h 1548353"/>
                <a:gd name="connsiteX320" fmla="*/ 1482992 w 4095016"/>
                <a:gd name="connsiteY320" fmla="*/ 1548354 h 1548353"/>
                <a:gd name="connsiteX321" fmla="*/ 1482992 w 4095016"/>
                <a:gd name="connsiteY321" fmla="*/ 1542910 h 1548353"/>
                <a:gd name="connsiteX322" fmla="*/ 1439740 w 4095016"/>
                <a:gd name="connsiteY322" fmla="*/ 1542910 h 1548353"/>
                <a:gd name="connsiteX323" fmla="*/ 1439740 w 4095016"/>
                <a:gd name="connsiteY323" fmla="*/ 1548354 h 1548353"/>
                <a:gd name="connsiteX324" fmla="*/ 1396477 w 4095016"/>
                <a:gd name="connsiteY324" fmla="*/ 1548354 h 1548353"/>
                <a:gd name="connsiteX325" fmla="*/ 1396477 w 4095016"/>
                <a:gd name="connsiteY325" fmla="*/ 1542910 h 1548353"/>
                <a:gd name="connsiteX326" fmla="*/ 1353225 w 4095016"/>
                <a:gd name="connsiteY326" fmla="*/ 1542910 h 1548353"/>
                <a:gd name="connsiteX327" fmla="*/ 1353225 w 4095016"/>
                <a:gd name="connsiteY327" fmla="*/ 1548354 h 1548353"/>
                <a:gd name="connsiteX328" fmla="*/ 1309973 w 4095016"/>
                <a:gd name="connsiteY328" fmla="*/ 1548354 h 1548353"/>
                <a:gd name="connsiteX329" fmla="*/ 1309973 w 4095016"/>
                <a:gd name="connsiteY329" fmla="*/ 1542910 h 1548353"/>
                <a:gd name="connsiteX330" fmla="*/ 1266721 w 4095016"/>
                <a:gd name="connsiteY330" fmla="*/ 1542910 h 1548353"/>
                <a:gd name="connsiteX331" fmla="*/ 1266721 w 4095016"/>
                <a:gd name="connsiteY331" fmla="*/ 1548354 h 1548353"/>
                <a:gd name="connsiteX332" fmla="*/ 1223458 w 4095016"/>
                <a:gd name="connsiteY332" fmla="*/ 1548354 h 1548353"/>
                <a:gd name="connsiteX333" fmla="*/ 1223458 w 4095016"/>
                <a:gd name="connsiteY333" fmla="*/ 1542910 h 1548353"/>
                <a:gd name="connsiteX334" fmla="*/ 1180206 w 4095016"/>
                <a:gd name="connsiteY334" fmla="*/ 1542910 h 1548353"/>
                <a:gd name="connsiteX335" fmla="*/ 1180206 w 4095016"/>
                <a:gd name="connsiteY335" fmla="*/ 1548354 h 1548353"/>
                <a:gd name="connsiteX336" fmla="*/ 1136954 w 4095016"/>
                <a:gd name="connsiteY336" fmla="*/ 1548354 h 1548353"/>
                <a:gd name="connsiteX337" fmla="*/ 1136954 w 4095016"/>
                <a:gd name="connsiteY337" fmla="*/ 1542910 h 1548353"/>
                <a:gd name="connsiteX338" fmla="*/ 1093702 w 4095016"/>
                <a:gd name="connsiteY338" fmla="*/ 1542910 h 1548353"/>
                <a:gd name="connsiteX339" fmla="*/ 1093702 w 4095016"/>
                <a:gd name="connsiteY339" fmla="*/ 1548354 h 1548353"/>
                <a:gd name="connsiteX340" fmla="*/ 1050439 w 4095016"/>
                <a:gd name="connsiteY340" fmla="*/ 1548354 h 1548353"/>
                <a:gd name="connsiteX341" fmla="*/ 1050439 w 4095016"/>
                <a:gd name="connsiteY341" fmla="*/ 1542910 h 1548353"/>
                <a:gd name="connsiteX342" fmla="*/ 1007190 w 4095016"/>
                <a:gd name="connsiteY342" fmla="*/ 1542910 h 1548353"/>
                <a:gd name="connsiteX343" fmla="*/ 1007190 w 4095016"/>
                <a:gd name="connsiteY343" fmla="*/ 1548354 h 1548353"/>
                <a:gd name="connsiteX344" fmla="*/ 963935 w 4095016"/>
                <a:gd name="connsiteY344" fmla="*/ 1548354 h 1548353"/>
                <a:gd name="connsiteX345" fmla="*/ 963935 w 4095016"/>
                <a:gd name="connsiteY345" fmla="*/ 1542910 h 1548353"/>
                <a:gd name="connsiteX346" fmla="*/ 920680 w 4095016"/>
                <a:gd name="connsiteY346" fmla="*/ 1542910 h 1548353"/>
                <a:gd name="connsiteX347" fmla="*/ 920680 w 4095016"/>
                <a:gd name="connsiteY347" fmla="*/ 1548354 h 1548353"/>
                <a:gd name="connsiteX348" fmla="*/ 877426 w 4095016"/>
                <a:gd name="connsiteY348" fmla="*/ 1548354 h 1548353"/>
                <a:gd name="connsiteX349" fmla="*/ 877426 w 4095016"/>
                <a:gd name="connsiteY349" fmla="*/ 1542910 h 1548353"/>
                <a:gd name="connsiteX350" fmla="*/ 834172 w 4095016"/>
                <a:gd name="connsiteY350" fmla="*/ 1542910 h 1548353"/>
                <a:gd name="connsiteX351" fmla="*/ 834172 w 4095016"/>
                <a:gd name="connsiteY351" fmla="*/ 1548354 h 1548353"/>
                <a:gd name="connsiteX352" fmla="*/ 790917 w 4095016"/>
                <a:gd name="connsiteY352" fmla="*/ 1548354 h 1548353"/>
                <a:gd name="connsiteX353" fmla="*/ 790917 w 4095016"/>
                <a:gd name="connsiteY353" fmla="*/ 1542910 h 1548353"/>
                <a:gd name="connsiteX354" fmla="*/ 747662 w 4095016"/>
                <a:gd name="connsiteY354" fmla="*/ 1542910 h 1548353"/>
                <a:gd name="connsiteX355" fmla="*/ 747662 w 4095016"/>
                <a:gd name="connsiteY355" fmla="*/ 1548354 h 1548353"/>
                <a:gd name="connsiteX356" fmla="*/ 704408 w 4095016"/>
                <a:gd name="connsiteY356" fmla="*/ 1548354 h 1548353"/>
                <a:gd name="connsiteX357" fmla="*/ 704408 w 4095016"/>
                <a:gd name="connsiteY357" fmla="*/ 1542910 h 1548353"/>
                <a:gd name="connsiteX358" fmla="*/ 661153 w 4095016"/>
                <a:gd name="connsiteY358" fmla="*/ 1542910 h 1548353"/>
                <a:gd name="connsiteX359" fmla="*/ 661153 w 4095016"/>
                <a:gd name="connsiteY359" fmla="*/ 1548354 h 1548353"/>
                <a:gd name="connsiteX360" fmla="*/ 617899 w 4095016"/>
                <a:gd name="connsiteY360" fmla="*/ 1548354 h 1548353"/>
                <a:gd name="connsiteX361" fmla="*/ 617899 w 4095016"/>
                <a:gd name="connsiteY361" fmla="*/ 1542910 h 1548353"/>
                <a:gd name="connsiteX362" fmla="*/ 574645 w 4095016"/>
                <a:gd name="connsiteY362" fmla="*/ 1542910 h 1548353"/>
                <a:gd name="connsiteX363" fmla="*/ 574645 w 4095016"/>
                <a:gd name="connsiteY363" fmla="*/ 1548354 h 1548353"/>
                <a:gd name="connsiteX364" fmla="*/ 531391 w 4095016"/>
                <a:gd name="connsiteY364" fmla="*/ 1548354 h 1548353"/>
                <a:gd name="connsiteX365" fmla="*/ 531391 w 4095016"/>
                <a:gd name="connsiteY365" fmla="*/ 1542910 h 1548353"/>
                <a:gd name="connsiteX366" fmla="*/ 488135 w 4095016"/>
                <a:gd name="connsiteY366" fmla="*/ 1542910 h 1548353"/>
                <a:gd name="connsiteX367" fmla="*/ 488135 w 4095016"/>
                <a:gd name="connsiteY367" fmla="*/ 1548354 h 1548353"/>
                <a:gd name="connsiteX368" fmla="*/ 444881 w 4095016"/>
                <a:gd name="connsiteY368" fmla="*/ 1548354 h 1548353"/>
                <a:gd name="connsiteX369" fmla="*/ 444881 w 4095016"/>
                <a:gd name="connsiteY369" fmla="*/ 1542910 h 1548353"/>
                <a:gd name="connsiteX370" fmla="*/ 401627 w 4095016"/>
                <a:gd name="connsiteY370" fmla="*/ 1542910 h 1548353"/>
                <a:gd name="connsiteX371" fmla="*/ 401627 w 4095016"/>
                <a:gd name="connsiteY371" fmla="*/ 1548354 h 1548353"/>
                <a:gd name="connsiteX372" fmla="*/ 358372 w 4095016"/>
                <a:gd name="connsiteY372" fmla="*/ 1548354 h 1548353"/>
                <a:gd name="connsiteX373" fmla="*/ 358372 w 4095016"/>
                <a:gd name="connsiteY373" fmla="*/ 1542910 h 1548353"/>
                <a:gd name="connsiteX374" fmla="*/ 315118 w 4095016"/>
                <a:gd name="connsiteY374" fmla="*/ 1542910 h 1548353"/>
                <a:gd name="connsiteX375" fmla="*/ 315118 w 4095016"/>
                <a:gd name="connsiteY375" fmla="*/ 1548354 h 1548353"/>
                <a:gd name="connsiteX376" fmla="*/ 271864 w 4095016"/>
                <a:gd name="connsiteY376" fmla="*/ 1548354 h 1548353"/>
                <a:gd name="connsiteX377" fmla="*/ 271864 w 4095016"/>
                <a:gd name="connsiteY377" fmla="*/ 1542910 h 1548353"/>
                <a:gd name="connsiteX378" fmla="*/ 228608 w 4095016"/>
                <a:gd name="connsiteY378" fmla="*/ 1542910 h 1548353"/>
                <a:gd name="connsiteX379" fmla="*/ 228608 w 4095016"/>
                <a:gd name="connsiteY379" fmla="*/ 1548354 h 1548353"/>
                <a:gd name="connsiteX380" fmla="*/ 185354 w 4095016"/>
                <a:gd name="connsiteY380" fmla="*/ 1548354 h 1548353"/>
                <a:gd name="connsiteX381" fmla="*/ 185354 w 4095016"/>
                <a:gd name="connsiteY381" fmla="*/ 1542910 h 1548353"/>
                <a:gd name="connsiteX382" fmla="*/ 142100 w 4095016"/>
                <a:gd name="connsiteY382" fmla="*/ 1542910 h 1548353"/>
                <a:gd name="connsiteX383" fmla="*/ 142100 w 4095016"/>
                <a:gd name="connsiteY383" fmla="*/ 1548354 h 1548353"/>
                <a:gd name="connsiteX384" fmla="*/ 98846 w 4095016"/>
                <a:gd name="connsiteY384" fmla="*/ 1548354 h 1548353"/>
                <a:gd name="connsiteX385" fmla="*/ 98846 w 4095016"/>
                <a:gd name="connsiteY385" fmla="*/ 1542910 h 1548353"/>
                <a:gd name="connsiteX386" fmla="*/ 55591 w 4095016"/>
                <a:gd name="connsiteY386" fmla="*/ 1542910 h 1548353"/>
                <a:gd name="connsiteX387" fmla="*/ 55591 w 4095016"/>
                <a:gd name="connsiteY387" fmla="*/ 1548354 h 1548353"/>
                <a:gd name="connsiteX388" fmla="*/ 12336 w 4095016"/>
                <a:gd name="connsiteY388" fmla="*/ 1548354 h 1548353"/>
                <a:gd name="connsiteX389" fmla="*/ 12336 w 4095016"/>
                <a:gd name="connsiteY389" fmla="*/ 1542910 h 1548353"/>
                <a:gd name="connsiteX390" fmla="*/ 0 w 4095016"/>
                <a:gd name="connsiteY390" fmla="*/ 1542910 h 1548353"/>
                <a:gd name="connsiteX391" fmla="*/ 6300 w 4095016"/>
                <a:gd name="connsiteY391" fmla="*/ 1531654 h 1548353"/>
                <a:gd name="connsiteX392" fmla="*/ 1543 w 4095016"/>
                <a:gd name="connsiteY392" fmla="*/ 1528997 h 1548353"/>
                <a:gd name="connsiteX393" fmla="*/ 23210 w 4095016"/>
                <a:gd name="connsiteY393" fmla="*/ 1490285 h 1548353"/>
                <a:gd name="connsiteX394" fmla="*/ 27967 w 4095016"/>
                <a:gd name="connsiteY394" fmla="*/ 1492941 h 1548353"/>
                <a:gd name="connsiteX395" fmla="*/ 49635 w 4095016"/>
                <a:gd name="connsiteY395" fmla="*/ 1454239 h 1548353"/>
                <a:gd name="connsiteX396" fmla="*/ 44877 w 4095016"/>
                <a:gd name="connsiteY396" fmla="*/ 1451583 h 1548353"/>
                <a:gd name="connsiteX397" fmla="*/ 66544 w 4095016"/>
                <a:gd name="connsiteY397" fmla="*/ 1412870 h 1548353"/>
                <a:gd name="connsiteX398" fmla="*/ 71301 w 4095016"/>
                <a:gd name="connsiteY398" fmla="*/ 1415526 h 1548353"/>
                <a:gd name="connsiteX399" fmla="*/ 92968 w 4095016"/>
                <a:gd name="connsiteY399" fmla="*/ 1376825 h 1548353"/>
                <a:gd name="connsiteX400" fmla="*/ 88212 w 4095016"/>
                <a:gd name="connsiteY400" fmla="*/ 1374168 h 1548353"/>
                <a:gd name="connsiteX401" fmla="*/ 109879 w 4095016"/>
                <a:gd name="connsiteY401" fmla="*/ 1335456 h 1548353"/>
                <a:gd name="connsiteX402" fmla="*/ 114636 w 4095016"/>
                <a:gd name="connsiteY402" fmla="*/ 1338112 h 1548353"/>
                <a:gd name="connsiteX403" fmla="*/ 136303 w 4095016"/>
                <a:gd name="connsiteY403" fmla="*/ 1299399 h 1548353"/>
                <a:gd name="connsiteX404" fmla="*/ 131545 w 4095016"/>
                <a:gd name="connsiteY404" fmla="*/ 1296743 h 1548353"/>
                <a:gd name="connsiteX405" fmla="*/ 153213 w 4095016"/>
                <a:gd name="connsiteY405" fmla="*/ 1258041 h 1548353"/>
                <a:gd name="connsiteX406" fmla="*/ 157971 w 4095016"/>
                <a:gd name="connsiteY406" fmla="*/ 1260697 h 1548353"/>
                <a:gd name="connsiteX407" fmla="*/ 179637 w 4095016"/>
                <a:gd name="connsiteY407" fmla="*/ 1221985 h 1548353"/>
                <a:gd name="connsiteX408" fmla="*/ 174880 w 4095016"/>
                <a:gd name="connsiteY408" fmla="*/ 1219328 h 1548353"/>
                <a:gd name="connsiteX409" fmla="*/ 196548 w 4095016"/>
                <a:gd name="connsiteY409" fmla="*/ 1180616 h 1548353"/>
                <a:gd name="connsiteX410" fmla="*/ 201304 w 4095016"/>
                <a:gd name="connsiteY410" fmla="*/ 1183272 h 1548353"/>
                <a:gd name="connsiteX411" fmla="*/ 222972 w 4095016"/>
                <a:gd name="connsiteY411" fmla="*/ 1144570 h 1548353"/>
                <a:gd name="connsiteX412" fmla="*/ 218215 w 4095016"/>
                <a:gd name="connsiteY412" fmla="*/ 1141914 h 1548353"/>
                <a:gd name="connsiteX413" fmla="*/ 239881 w 4095016"/>
                <a:gd name="connsiteY413" fmla="*/ 1103201 h 1548353"/>
                <a:gd name="connsiteX414" fmla="*/ 244639 w 4095016"/>
                <a:gd name="connsiteY414" fmla="*/ 1105858 h 1548353"/>
                <a:gd name="connsiteX415" fmla="*/ 266307 w 4095016"/>
                <a:gd name="connsiteY415" fmla="*/ 1067145 h 1548353"/>
                <a:gd name="connsiteX416" fmla="*/ 261549 w 4095016"/>
                <a:gd name="connsiteY416" fmla="*/ 1064489 h 1548353"/>
                <a:gd name="connsiteX417" fmla="*/ 283216 w 4095016"/>
                <a:gd name="connsiteY417" fmla="*/ 1025787 h 1548353"/>
                <a:gd name="connsiteX418" fmla="*/ 287973 w 4095016"/>
                <a:gd name="connsiteY418" fmla="*/ 1028443 h 1548353"/>
                <a:gd name="connsiteX419" fmla="*/ 309640 w 4095016"/>
                <a:gd name="connsiteY419" fmla="*/ 989730 h 1548353"/>
                <a:gd name="connsiteX420" fmla="*/ 304883 w 4095016"/>
                <a:gd name="connsiteY420" fmla="*/ 987074 h 1548353"/>
                <a:gd name="connsiteX421" fmla="*/ 326551 w 4095016"/>
                <a:gd name="connsiteY421" fmla="*/ 948361 h 1548353"/>
                <a:gd name="connsiteX422" fmla="*/ 331308 w 4095016"/>
                <a:gd name="connsiteY422" fmla="*/ 951018 h 1548353"/>
                <a:gd name="connsiteX423" fmla="*/ 352975 w 4095016"/>
                <a:gd name="connsiteY423" fmla="*/ 912316 h 1548353"/>
                <a:gd name="connsiteX424" fmla="*/ 348217 w 4095016"/>
                <a:gd name="connsiteY424" fmla="*/ 909659 h 1548353"/>
                <a:gd name="connsiteX425" fmla="*/ 369885 w 4095016"/>
                <a:gd name="connsiteY425" fmla="*/ 870947 h 1548353"/>
                <a:gd name="connsiteX426" fmla="*/ 374641 w 4095016"/>
                <a:gd name="connsiteY426" fmla="*/ 873603 h 1548353"/>
                <a:gd name="connsiteX427" fmla="*/ 396309 w 4095016"/>
                <a:gd name="connsiteY427" fmla="*/ 834890 h 1548353"/>
                <a:gd name="connsiteX428" fmla="*/ 391552 w 4095016"/>
                <a:gd name="connsiteY428" fmla="*/ 832245 h 1548353"/>
                <a:gd name="connsiteX429" fmla="*/ 413219 w 4095016"/>
                <a:gd name="connsiteY429" fmla="*/ 793532 h 1548353"/>
                <a:gd name="connsiteX430" fmla="*/ 417976 w 4095016"/>
                <a:gd name="connsiteY430" fmla="*/ 796188 h 1548353"/>
                <a:gd name="connsiteX431" fmla="*/ 439644 w 4095016"/>
                <a:gd name="connsiteY431" fmla="*/ 757476 h 1548353"/>
                <a:gd name="connsiteX432" fmla="*/ 434886 w 4095016"/>
                <a:gd name="connsiteY432" fmla="*/ 754819 h 1548353"/>
                <a:gd name="connsiteX433" fmla="*/ 456553 w 4095016"/>
                <a:gd name="connsiteY433" fmla="*/ 716118 h 1548353"/>
                <a:gd name="connsiteX434" fmla="*/ 461310 w 4095016"/>
                <a:gd name="connsiteY434" fmla="*/ 718774 h 1548353"/>
                <a:gd name="connsiteX435" fmla="*/ 482977 w 4095016"/>
                <a:gd name="connsiteY435" fmla="*/ 680061 h 1548353"/>
                <a:gd name="connsiteX436" fmla="*/ 478221 w 4095016"/>
                <a:gd name="connsiteY436" fmla="*/ 677405 h 1548353"/>
                <a:gd name="connsiteX437" fmla="*/ 499888 w 4095016"/>
                <a:gd name="connsiteY437" fmla="*/ 638692 h 1548353"/>
                <a:gd name="connsiteX438" fmla="*/ 504645 w 4095016"/>
                <a:gd name="connsiteY438" fmla="*/ 641349 h 1548353"/>
                <a:gd name="connsiteX439" fmla="*/ 526312 w 4095016"/>
                <a:gd name="connsiteY439" fmla="*/ 602647 h 1548353"/>
                <a:gd name="connsiteX440" fmla="*/ 521555 w 4095016"/>
                <a:gd name="connsiteY440" fmla="*/ 599990 h 1548353"/>
                <a:gd name="connsiteX441" fmla="*/ 543222 w 4095016"/>
                <a:gd name="connsiteY441" fmla="*/ 561278 h 1548353"/>
                <a:gd name="connsiteX442" fmla="*/ 547980 w 4095016"/>
                <a:gd name="connsiteY442" fmla="*/ 563934 h 1548353"/>
                <a:gd name="connsiteX443" fmla="*/ 569646 w 4095016"/>
                <a:gd name="connsiteY443" fmla="*/ 525221 h 1548353"/>
                <a:gd name="connsiteX444" fmla="*/ 564889 w 4095016"/>
                <a:gd name="connsiteY444" fmla="*/ 522565 h 1548353"/>
                <a:gd name="connsiteX445" fmla="*/ 586556 w 4095016"/>
                <a:gd name="connsiteY445" fmla="*/ 483863 h 1548353"/>
                <a:gd name="connsiteX446" fmla="*/ 591313 w 4095016"/>
                <a:gd name="connsiteY446" fmla="*/ 486519 h 1548353"/>
                <a:gd name="connsiteX447" fmla="*/ 612981 w 4095016"/>
                <a:gd name="connsiteY447" fmla="*/ 447808 h 1548353"/>
                <a:gd name="connsiteX448" fmla="*/ 608224 w 4095016"/>
                <a:gd name="connsiteY448" fmla="*/ 445151 h 1548353"/>
                <a:gd name="connsiteX449" fmla="*/ 629890 w 4095016"/>
                <a:gd name="connsiteY449" fmla="*/ 406443 h 1548353"/>
                <a:gd name="connsiteX450" fmla="*/ 634648 w 4095016"/>
                <a:gd name="connsiteY450" fmla="*/ 409098 h 1548353"/>
                <a:gd name="connsiteX451" fmla="*/ 656315 w 4095016"/>
                <a:gd name="connsiteY451" fmla="*/ 370390 h 1548353"/>
                <a:gd name="connsiteX452" fmla="*/ 651558 w 4095016"/>
                <a:gd name="connsiteY452" fmla="*/ 367734 h 1548353"/>
                <a:gd name="connsiteX453" fmla="*/ 673225 w 4095016"/>
                <a:gd name="connsiteY453" fmla="*/ 329025 h 1548353"/>
                <a:gd name="connsiteX454" fmla="*/ 677982 w 4095016"/>
                <a:gd name="connsiteY454" fmla="*/ 331681 h 1548353"/>
                <a:gd name="connsiteX455" fmla="*/ 699649 w 4095016"/>
                <a:gd name="connsiteY455" fmla="*/ 292972 h 1548353"/>
                <a:gd name="connsiteX456" fmla="*/ 694892 w 4095016"/>
                <a:gd name="connsiteY456" fmla="*/ 290316 h 1548353"/>
                <a:gd name="connsiteX457" fmla="*/ 716559 w 4095016"/>
                <a:gd name="connsiteY457" fmla="*/ 251608 h 1548353"/>
                <a:gd name="connsiteX458" fmla="*/ 721317 w 4095016"/>
                <a:gd name="connsiteY458" fmla="*/ 254264 h 1548353"/>
                <a:gd name="connsiteX459" fmla="*/ 742984 w 4095016"/>
                <a:gd name="connsiteY459" fmla="*/ 215554 h 1548353"/>
                <a:gd name="connsiteX460" fmla="*/ 738226 w 4095016"/>
                <a:gd name="connsiteY460" fmla="*/ 212898 h 1548353"/>
                <a:gd name="connsiteX461" fmla="*/ 759894 w 4095016"/>
                <a:gd name="connsiteY461" fmla="*/ 174190 h 1548353"/>
                <a:gd name="connsiteX462" fmla="*/ 764650 w 4095016"/>
                <a:gd name="connsiteY462" fmla="*/ 176846 h 1548353"/>
                <a:gd name="connsiteX463" fmla="*/ 786318 w 4095016"/>
                <a:gd name="connsiteY463" fmla="*/ 138137 h 1548353"/>
                <a:gd name="connsiteX464" fmla="*/ 781561 w 4095016"/>
                <a:gd name="connsiteY464" fmla="*/ 135481 h 1548353"/>
                <a:gd name="connsiteX465" fmla="*/ 803228 w 4095016"/>
                <a:gd name="connsiteY465" fmla="*/ 96772 h 1548353"/>
                <a:gd name="connsiteX466" fmla="*/ 807985 w 4095016"/>
                <a:gd name="connsiteY466" fmla="*/ 99428 h 1548353"/>
                <a:gd name="connsiteX467" fmla="*/ 829653 w 4095016"/>
                <a:gd name="connsiteY467" fmla="*/ 60720 h 1548353"/>
                <a:gd name="connsiteX468" fmla="*/ 824895 w 4095016"/>
                <a:gd name="connsiteY468" fmla="*/ 58064 h 1548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</a:cxnLst>
              <a:rect l="l" t="t" r="r" b="b"/>
              <a:pathLst>
                <a:path w="4095016" h="1548353">
                  <a:moveTo>
                    <a:pt x="824895" y="58064"/>
                  </a:moveTo>
                  <a:lnTo>
                    <a:pt x="846562" y="19354"/>
                  </a:lnTo>
                  <a:lnTo>
                    <a:pt x="851319" y="22011"/>
                  </a:lnTo>
                  <a:lnTo>
                    <a:pt x="860593" y="5443"/>
                  </a:lnTo>
                  <a:lnTo>
                    <a:pt x="879326" y="5443"/>
                  </a:lnTo>
                  <a:lnTo>
                    <a:pt x="879326" y="0"/>
                  </a:lnTo>
                  <a:lnTo>
                    <a:pt x="923188" y="0"/>
                  </a:lnTo>
                  <a:lnTo>
                    <a:pt x="923188" y="5443"/>
                  </a:lnTo>
                  <a:lnTo>
                    <a:pt x="967051" y="5443"/>
                  </a:lnTo>
                  <a:lnTo>
                    <a:pt x="967051" y="0"/>
                  </a:lnTo>
                  <a:lnTo>
                    <a:pt x="1010914" y="0"/>
                  </a:lnTo>
                  <a:lnTo>
                    <a:pt x="1010914" y="5443"/>
                  </a:lnTo>
                  <a:lnTo>
                    <a:pt x="1054778" y="5443"/>
                  </a:lnTo>
                  <a:lnTo>
                    <a:pt x="1054778" y="0"/>
                  </a:lnTo>
                  <a:lnTo>
                    <a:pt x="1098640" y="0"/>
                  </a:lnTo>
                  <a:lnTo>
                    <a:pt x="1098640" y="5443"/>
                  </a:lnTo>
                  <a:lnTo>
                    <a:pt x="1142502" y="5443"/>
                  </a:lnTo>
                  <a:lnTo>
                    <a:pt x="1142502" y="0"/>
                  </a:lnTo>
                  <a:lnTo>
                    <a:pt x="1186365" y="0"/>
                  </a:lnTo>
                  <a:lnTo>
                    <a:pt x="1186365" y="5443"/>
                  </a:lnTo>
                  <a:lnTo>
                    <a:pt x="1230227" y="5443"/>
                  </a:lnTo>
                  <a:lnTo>
                    <a:pt x="1230227" y="0"/>
                  </a:lnTo>
                  <a:lnTo>
                    <a:pt x="1274090" y="0"/>
                  </a:lnTo>
                  <a:lnTo>
                    <a:pt x="1274090" y="5443"/>
                  </a:lnTo>
                  <a:lnTo>
                    <a:pt x="1317952" y="5443"/>
                  </a:lnTo>
                  <a:lnTo>
                    <a:pt x="1317952" y="0"/>
                  </a:lnTo>
                  <a:lnTo>
                    <a:pt x="1361814" y="0"/>
                  </a:lnTo>
                  <a:lnTo>
                    <a:pt x="1361814" y="5443"/>
                  </a:lnTo>
                  <a:lnTo>
                    <a:pt x="1405677" y="5443"/>
                  </a:lnTo>
                  <a:lnTo>
                    <a:pt x="1405677" y="0"/>
                  </a:lnTo>
                  <a:lnTo>
                    <a:pt x="1449539" y="0"/>
                  </a:lnTo>
                  <a:lnTo>
                    <a:pt x="1449539" y="5443"/>
                  </a:lnTo>
                  <a:lnTo>
                    <a:pt x="1493402" y="5443"/>
                  </a:lnTo>
                  <a:lnTo>
                    <a:pt x="1493402" y="0"/>
                  </a:lnTo>
                  <a:lnTo>
                    <a:pt x="1537264" y="0"/>
                  </a:lnTo>
                  <a:lnTo>
                    <a:pt x="1537264" y="5443"/>
                  </a:lnTo>
                  <a:lnTo>
                    <a:pt x="1581126" y="5443"/>
                  </a:lnTo>
                  <a:lnTo>
                    <a:pt x="1581126" y="0"/>
                  </a:lnTo>
                  <a:lnTo>
                    <a:pt x="1624989" y="0"/>
                  </a:lnTo>
                  <a:lnTo>
                    <a:pt x="1624989" y="5443"/>
                  </a:lnTo>
                  <a:lnTo>
                    <a:pt x="1668851" y="5443"/>
                  </a:lnTo>
                  <a:lnTo>
                    <a:pt x="1668851" y="0"/>
                  </a:lnTo>
                  <a:lnTo>
                    <a:pt x="1712713" y="0"/>
                  </a:lnTo>
                  <a:lnTo>
                    <a:pt x="1712713" y="5443"/>
                  </a:lnTo>
                  <a:lnTo>
                    <a:pt x="1756576" y="5443"/>
                  </a:lnTo>
                  <a:lnTo>
                    <a:pt x="1756576" y="0"/>
                  </a:lnTo>
                  <a:lnTo>
                    <a:pt x="1800438" y="0"/>
                  </a:lnTo>
                  <a:lnTo>
                    <a:pt x="1800438" y="5443"/>
                  </a:lnTo>
                  <a:lnTo>
                    <a:pt x="1844301" y="5443"/>
                  </a:lnTo>
                  <a:lnTo>
                    <a:pt x="1844301" y="0"/>
                  </a:lnTo>
                  <a:lnTo>
                    <a:pt x="1888163" y="0"/>
                  </a:lnTo>
                  <a:lnTo>
                    <a:pt x="1888163" y="5443"/>
                  </a:lnTo>
                  <a:lnTo>
                    <a:pt x="1932025" y="5443"/>
                  </a:lnTo>
                  <a:lnTo>
                    <a:pt x="1932025" y="0"/>
                  </a:lnTo>
                  <a:lnTo>
                    <a:pt x="1975888" y="0"/>
                  </a:lnTo>
                  <a:lnTo>
                    <a:pt x="1975888" y="5443"/>
                  </a:lnTo>
                  <a:lnTo>
                    <a:pt x="2019750" y="5443"/>
                  </a:lnTo>
                  <a:lnTo>
                    <a:pt x="2019750" y="0"/>
                  </a:lnTo>
                  <a:lnTo>
                    <a:pt x="2063612" y="0"/>
                  </a:lnTo>
                  <a:lnTo>
                    <a:pt x="2063612" y="5443"/>
                  </a:lnTo>
                  <a:lnTo>
                    <a:pt x="2107475" y="5443"/>
                  </a:lnTo>
                  <a:lnTo>
                    <a:pt x="2107475" y="0"/>
                  </a:lnTo>
                  <a:lnTo>
                    <a:pt x="2151337" y="0"/>
                  </a:lnTo>
                  <a:lnTo>
                    <a:pt x="2151337" y="5443"/>
                  </a:lnTo>
                  <a:lnTo>
                    <a:pt x="2195200" y="5443"/>
                  </a:lnTo>
                  <a:lnTo>
                    <a:pt x="2195200" y="0"/>
                  </a:lnTo>
                  <a:lnTo>
                    <a:pt x="2239062" y="0"/>
                  </a:lnTo>
                  <a:lnTo>
                    <a:pt x="2239062" y="5443"/>
                  </a:lnTo>
                  <a:lnTo>
                    <a:pt x="2282924" y="5443"/>
                  </a:lnTo>
                  <a:lnTo>
                    <a:pt x="2282924" y="0"/>
                  </a:lnTo>
                  <a:lnTo>
                    <a:pt x="2326787" y="0"/>
                  </a:lnTo>
                  <a:lnTo>
                    <a:pt x="2326787" y="5443"/>
                  </a:lnTo>
                  <a:lnTo>
                    <a:pt x="2370649" y="5443"/>
                  </a:lnTo>
                  <a:lnTo>
                    <a:pt x="2370649" y="0"/>
                  </a:lnTo>
                  <a:lnTo>
                    <a:pt x="2414512" y="0"/>
                  </a:lnTo>
                  <a:lnTo>
                    <a:pt x="2414512" y="5443"/>
                  </a:lnTo>
                  <a:lnTo>
                    <a:pt x="2458374" y="5443"/>
                  </a:lnTo>
                  <a:lnTo>
                    <a:pt x="2458374" y="0"/>
                  </a:lnTo>
                  <a:lnTo>
                    <a:pt x="2502236" y="0"/>
                  </a:lnTo>
                  <a:lnTo>
                    <a:pt x="2502236" y="5443"/>
                  </a:lnTo>
                  <a:lnTo>
                    <a:pt x="2546099" y="5443"/>
                  </a:lnTo>
                  <a:lnTo>
                    <a:pt x="2546099" y="0"/>
                  </a:lnTo>
                  <a:lnTo>
                    <a:pt x="2589961" y="0"/>
                  </a:lnTo>
                  <a:lnTo>
                    <a:pt x="2589961" y="5443"/>
                  </a:lnTo>
                  <a:lnTo>
                    <a:pt x="2633834" y="5443"/>
                  </a:lnTo>
                  <a:lnTo>
                    <a:pt x="2633834" y="0"/>
                  </a:lnTo>
                  <a:lnTo>
                    <a:pt x="2677697" y="0"/>
                  </a:lnTo>
                  <a:lnTo>
                    <a:pt x="2677697" y="5443"/>
                  </a:lnTo>
                  <a:lnTo>
                    <a:pt x="2721559" y="5443"/>
                  </a:lnTo>
                  <a:lnTo>
                    <a:pt x="2721559" y="0"/>
                  </a:lnTo>
                  <a:lnTo>
                    <a:pt x="2765421" y="0"/>
                  </a:lnTo>
                  <a:lnTo>
                    <a:pt x="2765421" y="5443"/>
                  </a:lnTo>
                  <a:lnTo>
                    <a:pt x="2809284" y="5443"/>
                  </a:lnTo>
                  <a:lnTo>
                    <a:pt x="2809284" y="0"/>
                  </a:lnTo>
                  <a:lnTo>
                    <a:pt x="2853146" y="0"/>
                  </a:lnTo>
                  <a:lnTo>
                    <a:pt x="2853146" y="5443"/>
                  </a:lnTo>
                  <a:lnTo>
                    <a:pt x="2897009" y="5443"/>
                  </a:lnTo>
                  <a:lnTo>
                    <a:pt x="2897009" y="0"/>
                  </a:lnTo>
                  <a:lnTo>
                    <a:pt x="2940871" y="0"/>
                  </a:lnTo>
                  <a:lnTo>
                    <a:pt x="2940871" y="5443"/>
                  </a:lnTo>
                  <a:lnTo>
                    <a:pt x="2984733" y="5443"/>
                  </a:lnTo>
                  <a:lnTo>
                    <a:pt x="2984733" y="0"/>
                  </a:lnTo>
                  <a:lnTo>
                    <a:pt x="3028596" y="0"/>
                  </a:lnTo>
                  <a:lnTo>
                    <a:pt x="3028596" y="5443"/>
                  </a:lnTo>
                  <a:lnTo>
                    <a:pt x="3072458" y="5443"/>
                  </a:lnTo>
                  <a:lnTo>
                    <a:pt x="3072458" y="0"/>
                  </a:lnTo>
                  <a:lnTo>
                    <a:pt x="3116321" y="0"/>
                  </a:lnTo>
                  <a:lnTo>
                    <a:pt x="3116321" y="5443"/>
                  </a:lnTo>
                  <a:lnTo>
                    <a:pt x="3160183" y="5443"/>
                  </a:lnTo>
                  <a:lnTo>
                    <a:pt x="3160183" y="0"/>
                  </a:lnTo>
                  <a:lnTo>
                    <a:pt x="3204045" y="0"/>
                  </a:lnTo>
                  <a:lnTo>
                    <a:pt x="3204045" y="5443"/>
                  </a:lnTo>
                  <a:lnTo>
                    <a:pt x="3247908" y="5443"/>
                  </a:lnTo>
                  <a:lnTo>
                    <a:pt x="3247908" y="0"/>
                  </a:lnTo>
                  <a:lnTo>
                    <a:pt x="3291770" y="0"/>
                  </a:lnTo>
                  <a:lnTo>
                    <a:pt x="3291770" y="5443"/>
                  </a:lnTo>
                  <a:lnTo>
                    <a:pt x="3335633" y="5443"/>
                  </a:lnTo>
                  <a:lnTo>
                    <a:pt x="3335633" y="0"/>
                  </a:lnTo>
                  <a:lnTo>
                    <a:pt x="3379495" y="0"/>
                  </a:lnTo>
                  <a:lnTo>
                    <a:pt x="3379495" y="5443"/>
                  </a:lnTo>
                  <a:lnTo>
                    <a:pt x="3423357" y="5443"/>
                  </a:lnTo>
                  <a:lnTo>
                    <a:pt x="3423357" y="0"/>
                  </a:lnTo>
                  <a:lnTo>
                    <a:pt x="3467220" y="0"/>
                  </a:lnTo>
                  <a:lnTo>
                    <a:pt x="3467220" y="5443"/>
                  </a:lnTo>
                  <a:lnTo>
                    <a:pt x="3511082" y="5443"/>
                  </a:lnTo>
                  <a:lnTo>
                    <a:pt x="3511082" y="0"/>
                  </a:lnTo>
                  <a:lnTo>
                    <a:pt x="3554944" y="0"/>
                  </a:lnTo>
                  <a:lnTo>
                    <a:pt x="3554944" y="5443"/>
                  </a:lnTo>
                  <a:lnTo>
                    <a:pt x="3598807" y="5443"/>
                  </a:lnTo>
                  <a:lnTo>
                    <a:pt x="3598807" y="0"/>
                  </a:lnTo>
                  <a:lnTo>
                    <a:pt x="3642669" y="0"/>
                  </a:lnTo>
                  <a:lnTo>
                    <a:pt x="3642669" y="5443"/>
                  </a:lnTo>
                  <a:lnTo>
                    <a:pt x="3686531" y="5443"/>
                  </a:lnTo>
                  <a:lnTo>
                    <a:pt x="3686531" y="0"/>
                  </a:lnTo>
                  <a:lnTo>
                    <a:pt x="3730394" y="0"/>
                  </a:lnTo>
                  <a:lnTo>
                    <a:pt x="3730394" y="5443"/>
                  </a:lnTo>
                  <a:lnTo>
                    <a:pt x="3774256" y="5443"/>
                  </a:lnTo>
                  <a:lnTo>
                    <a:pt x="3774256" y="0"/>
                  </a:lnTo>
                  <a:lnTo>
                    <a:pt x="3818119" y="0"/>
                  </a:lnTo>
                  <a:lnTo>
                    <a:pt x="3818119" y="5443"/>
                  </a:lnTo>
                  <a:lnTo>
                    <a:pt x="3861981" y="5443"/>
                  </a:lnTo>
                  <a:lnTo>
                    <a:pt x="3861981" y="0"/>
                  </a:lnTo>
                  <a:lnTo>
                    <a:pt x="3905843" y="0"/>
                  </a:lnTo>
                  <a:lnTo>
                    <a:pt x="3905843" y="5443"/>
                  </a:lnTo>
                  <a:lnTo>
                    <a:pt x="3949706" y="5443"/>
                  </a:lnTo>
                  <a:lnTo>
                    <a:pt x="3949706" y="0"/>
                  </a:lnTo>
                  <a:lnTo>
                    <a:pt x="3993568" y="0"/>
                  </a:lnTo>
                  <a:lnTo>
                    <a:pt x="3993568" y="5443"/>
                  </a:lnTo>
                  <a:lnTo>
                    <a:pt x="4037431" y="5443"/>
                  </a:lnTo>
                  <a:lnTo>
                    <a:pt x="4037431" y="0"/>
                  </a:lnTo>
                  <a:lnTo>
                    <a:pt x="4081293" y="0"/>
                  </a:lnTo>
                  <a:lnTo>
                    <a:pt x="4081293" y="5443"/>
                  </a:lnTo>
                  <a:lnTo>
                    <a:pt x="4095016" y="5443"/>
                  </a:lnTo>
                  <a:lnTo>
                    <a:pt x="4089621" y="18262"/>
                  </a:lnTo>
                  <a:lnTo>
                    <a:pt x="4094646" y="20373"/>
                  </a:lnTo>
                  <a:lnTo>
                    <a:pt x="4077478" y="61119"/>
                  </a:lnTo>
                  <a:lnTo>
                    <a:pt x="4072453" y="59009"/>
                  </a:lnTo>
                  <a:lnTo>
                    <a:pt x="4055296" y="99755"/>
                  </a:lnTo>
                  <a:lnTo>
                    <a:pt x="4060321" y="101866"/>
                  </a:lnTo>
                  <a:lnTo>
                    <a:pt x="4043153" y="142611"/>
                  </a:lnTo>
                  <a:lnTo>
                    <a:pt x="4038128" y="140501"/>
                  </a:lnTo>
                  <a:lnTo>
                    <a:pt x="4020971" y="181246"/>
                  </a:lnTo>
                  <a:lnTo>
                    <a:pt x="4025996" y="183357"/>
                  </a:lnTo>
                  <a:lnTo>
                    <a:pt x="4008828" y="224104"/>
                  </a:lnTo>
                  <a:lnTo>
                    <a:pt x="4003803" y="221993"/>
                  </a:lnTo>
                  <a:lnTo>
                    <a:pt x="3986647" y="262739"/>
                  </a:lnTo>
                  <a:lnTo>
                    <a:pt x="3991672" y="264850"/>
                  </a:lnTo>
                  <a:lnTo>
                    <a:pt x="3974504" y="305596"/>
                  </a:lnTo>
                  <a:lnTo>
                    <a:pt x="3969490" y="303485"/>
                  </a:lnTo>
                  <a:lnTo>
                    <a:pt x="3952322" y="344232"/>
                  </a:lnTo>
                  <a:lnTo>
                    <a:pt x="3957347" y="346343"/>
                  </a:lnTo>
                  <a:lnTo>
                    <a:pt x="3940179" y="387089"/>
                  </a:lnTo>
                  <a:lnTo>
                    <a:pt x="3935165" y="384978"/>
                  </a:lnTo>
                  <a:lnTo>
                    <a:pt x="3917997" y="425724"/>
                  </a:lnTo>
                  <a:lnTo>
                    <a:pt x="3923022" y="427834"/>
                  </a:lnTo>
                  <a:lnTo>
                    <a:pt x="3905865" y="468578"/>
                  </a:lnTo>
                  <a:lnTo>
                    <a:pt x="3900840" y="466466"/>
                  </a:lnTo>
                  <a:lnTo>
                    <a:pt x="3883672" y="507215"/>
                  </a:lnTo>
                  <a:lnTo>
                    <a:pt x="3888697" y="509327"/>
                  </a:lnTo>
                  <a:lnTo>
                    <a:pt x="3871541" y="550075"/>
                  </a:lnTo>
                  <a:lnTo>
                    <a:pt x="3866515" y="547963"/>
                  </a:lnTo>
                  <a:lnTo>
                    <a:pt x="3849348" y="588712"/>
                  </a:lnTo>
                  <a:lnTo>
                    <a:pt x="3854373" y="590824"/>
                  </a:lnTo>
                  <a:lnTo>
                    <a:pt x="3837216" y="631561"/>
                  </a:lnTo>
                  <a:lnTo>
                    <a:pt x="3832191" y="629449"/>
                  </a:lnTo>
                  <a:lnTo>
                    <a:pt x="3815023" y="670198"/>
                  </a:lnTo>
                  <a:lnTo>
                    <a:pt x="3820048" y="672310"/>
                  </a:lnTo>
                  <a:lnTo>
                    <a:pt x="3802891" y="713058"/>
                  </a:lnTo>
                  <a:lnTo>
                    <a:pt x="3797866" y="710946"/>
                  </a:lnTo>
                  <a:lnTo>
                    <a:pt x="3780698" y="751695"/>
                  </a:lnTo>
                  <a:lnTo>
                    <a:pt x="3785723" y="753807"/>
                  </a:lnTo>
                  <a:lnTo>
                    <a:pt x="3768566" y="794545"/>
                  </a:lnTo>
                  <a:lnTo>
                    <a:pt x="3763541" y="792444"/>
                  </a:lnTo>
                  <a:lnTo>
                    <a:pt x="3746374" y="833181"/>
                  </a:lnTo>
                  <a:lnTo>
                    <a:pt x="3751399" y="835293"/>
                  </a:lnTo>
                  <a:lnTo>
                    <a:pt x="3734242" y="876042"/>
                  </a:lnTo>
                  <a:lnTo>
                    <a:pt x="3729217" y="873930"/>
                  </a:lnTo>
                  <a:lnTo>
                    <a:pt x="3712060" y="914678"/>
                  </a:lnTo>
                  <a:lnTo>
                    <a:pt x="3717074" y="916790"/>
                  </a:lnTo>
                  <a:lnTo>
                    <a:pt x="3699917" y="957539"/>
                  </a:lnTo>
                  <a:lnTo>
                    <a:pt x="3694892" y="955427"/>
                  </a:lnTo>
                  <a:lnTo>
                    <a:pt x="3677735" y="996164"/>
                  </a:lnTo>
                  <a:lnTo>
                    <a:pt x="3682749" y="998276"/>
                  </a:lnTo>
                  <a:lnTo>
                    <a:pt x="3665592" y="1039025"/>
                  </a:lnTo>
                  <a:lnTo>
                    <a:pt x="3660567" y="1036913"/>
                  </a:lnTo>
                  <a:lnTo>
                    <a:pt x="3643410" y="1077661"/>
                  </a:lnTo>
                  <a:lnTo>
                    <a:pt x="3648435" y="1079773"/>
                  </a:lnTo>
                  <a:lnTo>
                    <a:pt x="3631267" y="1120522"/>
                  </a:lnTo>
                  <a:lnTo>
                    <a:pt x="3626242" y="1118410"/>
                  </a:lnTo>
                  <a:lnTo>
                    <a:pt x="3609086" y="1159158"/>
                  </a:lnTo>
                  <a:lnTo>
                    <a:pt x="3614111" y="1161270"/>
                  </a:lnTo>
                  <a:lnTo>
                    <a:pt x="3596943" y="1202008"/>
                  </a:lnTo>
                  <a:lnTo>
                    <a:pt x="3591918" y="1199896"/>
                  </a:lnTo>
                  <a:lnTo>
                    <a:pt x="3574761" y="1240644"/>
                  </a:lnTo>
                  <a:lnTo>
                    <a:pt x="3579786" y="1242756"/>
                  </a:lnTo>
                  <a:lnTo>
                    <a:pt x="3562618" y="1283505"/>
                  </a:lnTo>
                  <a:lnTo>
                    <a:pt x="3557593" y="1281393"/>
                  </a:lnTo>
                  <a:lnTo>
                    <a:pt x="3540436" y="1322141"/>
                  </a:lnTo>
                  <a:lnTo>
                    <a:pt x="3545461" y="1324253"/>
                  </a:lnTo>
                  <a:lnTo>
                    <a:pt x="3528293" y="1364991"/>
                  </a:lnTo>
                  <a:lnTo>
                    <a:pt x="3523268" y="1362890"/>
                  </a:lnTo>
                  <a:lnTo>
                    <a:pt x="3506111" y="1403627"/>
                  </a:lnTo>
                  <a:lnTo>
                    <a:pt x="3511136" y="1405739"/>
                  </a:lnTo>
                  <a:lnTo>
                    <a:pt x="3493969" y="1446488"/>
                  </a:lnTo>
                  <a:lnTo>
                    <a:pt x="3488944" y="1444376"/>
                  </a:lnTo>
                  <a:lnTo>
                    <a:pt x="3471787" y="1485125"/>
                  </a:lnTo>
                  <a:lnTo>
                    <a:pt x="3476812" y="1487237"/>
                  </a:lnTo>
                  <a:lnTo>
                    <a:pt x="3459644" y="1527985"/>
                  </a:lnTo>
                  <a:lnTo>
                    <a:pt x="3454630" y="1525873"/>
                  </a:lnTo>
                  <a:lnTo>
                    <a:pt x="3447447" y="1542910"/>
                  </a:lnTo>
                  <a:lnTo>
                    <a:pt x="3429440" y="1542910"/>
                  </a:lnTo>
                  <a:lnTo>
                    <a:pt x="3429440" y="1548354"/>
                  </a:lnTo>
                  <a:lnTo>
                    <a:pt x="3386188" y="1548354"/>
                  </a:lnTo>
                  <a:lnTo>
                    <a:pt x="3386188" y="1542910"/>
                  </a:lnTo>
                  <a:lnTo>
                    <a:pt x="3342936" y="1542910"/>
                  </a:lnTo>
                  <a:lnTo>
                    <a:pt x="3342936" y="1548354"/>
                  </a:lnTo>
                  <a:lnTo>
                    <a:pt x="3299673" y="1548354"/>
                  </a:lnTo>
                  <a:lnTo>
                    <a:pt x="3299673" y="1542910"/>
                  </a:lnTo>
                  <a:lnTo>
                    <a:pt x="3256421" y="1542910"/>
                  </a:lnTo>
                  <a:lnTo>
                    <a:pt x="3256421" y="1548354"/>
                  </a:lnTo>
                  <a:lnTo>
                    <a:pt x="3213169" y="1548354"/>
                  </a:lnTo>
                  <a:lnTo>
                    <a:pt x="3213169" y="1542910"/>
                  </a:lnTo>
                  <a:lnTo>
                    <a:pt x="3169917" y="1542910"/>
                  </a:lnTo>
                  <a:lnTo>
                    <a:pt x="3169917" y="1548354"/>
                  </a:lnTo>
                  <a:lnTo>
                    <a:pt x="3126665" y="1548354"/>
                  </a:lnTo>
                  <a:lnTo>
                    <a:pt x="3126665" y="1542910"/>
                  </a:lnTo>
                  <a:lnTo>
                    <a:pt x="3083402" y="1542910"/>
                  </a:lnTo>
                  <a:lnTo>
                    <a:pt x="3083402" y="1548354"/>
                  </a:lnTo>
                  <a:lnTo>
                    <a:pt x="3040150" y="1548354"/>
                  </a:lnTo>
                  <a:lnTo>
                    <a:pt x="3040150" y="1542910"/>
                  </a:lnTo>
                  <a:lnTo>
                    <a:pt x="2996898" y="1542910"/>
                  </a:lnTo>
                  <a:lnTo>
                    <a:pt x="2996898" y="1548354"/>
                  </a:lnTo>
                  <a:lnTo>
                    <a:pt x="2953646" y="1548354"/>
                  </a:lnTo>
                  <a:lnTo>
                    <a:pt x="2953646" y="1542910"/>
                  </a:lnTo>
                  <a:lnTo>
                    <a:pt x="2910383" y="1542910"/>
                  </a:lnTo>
                  <a:lnTo>
                    <a:pt x="2910383" y="1548354"/>
                  </a:lnTo>
                  <a:lnTo>
                    <a:pt x="2867131" y="1548354"/>
                  </a:lnTo>
                  <a:lnTo>
                    <a:pt x="2867131" y="1542910"/>
                  </a:lnTo>
                  <a:lnTo>
                    <a:pt x="2823879" y="1542910"/>
                  </a:lnTo>
                  <a:lnTo>
                    <a:pt x="2823879" y="1548354"/>
                  </a:lnTo>
                  <a:lnTo>
                    <a:pt x="2780627" y="1548354"/>
                  </a:lnTo>
                  <a:lnTo>
                    <a:pt x="2780627" y="1542910"/>
                  </a:lnTo>
                  <a:lnTo>
                    <a:pt x="2737364" y="1542910"/>
                  </a:lnTo>
                  <a:lnTo>
                    <a:pt x="2737364" y="1548354"/>
                  </a:lnTo>
                  <a:lnTo>
                    <a:pt x="2694112" y="1548354"/>
                  </a:lnTo>
                  <a:lnTo>
                    <a:pt x="2694112" y="1542910"/>
                  </a:lnTo>
                  <a:lnTo>
                    <a:pt x="2650860" y="1542910"/>
                  </a:lnTo>
                  <a:lnTo>
                    <a:pt x="2650860" y="1548354"/>
                  </a:lnTo>
                  <a:lnTo>
                    <a:pt x="2607608" y="1548354"/>
                  </a:lnTo>
                  <a:lnTo>
                    <a:pt x="2607608" y="1542910"/>
                  </a:lnTo>
                  <a:lnTo>
                    <a:pt x="2564356" y="1542910"/>
                  </a:lnTo>
                  <a:lnTo>
                    <a:pt x="2564356" y="1548354"/>
                  </a:lnTo>
                  <a:lnTo>
                    <a:pt x="2521094" y="1548354"/>
                  </a:lnTo>
                  <a:lnTo>
                    <a:pt x="2521094" y="1542910"/>
                  </a:lnTo>
                  <a:lnTo>
                    <a:pt x="2477842" y="1542910"/>
                  </a:lnTo>
                  <a:lnTo>
                    <a:pt x="2477842" y="1548354"/>
                  </a:lnTo>
                  <a:lnTo>
                    <a:pt x="2434590" y="1548354"/>
                  </a:lnTo>
                  <a:lnTo>
                    <a:pt x="2434590" y="1542910"/>
                  </a:lnTo>
                  <a:lnTo>
                    <a:pt x="2391338" y="1542910"/>
                  </a:lnTo>
                  <a:lnTo>
                    <a:pt x="2391338" y="1548354"/>
                  </a:lnTo>
                  <a:lnTo>
                    <a:pt x="2348075" y="1548354"/>
                  </a:lnTo>
                  <a:lnTo>
                    <a:pt x="2348075" y="1542910"/>
                  </a:lnTo>
                  <a:lnTo>
                    <a:pt x="2304823" y="1542910"/>
                  </a:lnTo>
                  <a:lnTo>
                    <a:pt x="2304823" y="1548354"/>
                  </a:lnTo>
                  <a:lnTo>
                    <a:pt x="2261571" y="1548354"/>
                  </a:lnTo>
                  <a:lnTo>
                    <a:pt x="2261571" y="1542910"/>
                  </a:lnTo>
                  <a:lnTo>
                    <a:pt x="2218319" y="1542910"/>
                  </a:lnTo>
                  <a:lnTo>
                    <a:pt x="2218319" y="1548354"/>
                  </a:lnTo>
                  <a:lnTo>
                    <a:pt x="2175056" y="1548354"/>
                  </a:lnTo>
                  <a:lnTo>
                    <a:pt x="2175056" y="1542910"/>
                  </a:lnTo>
                  <a:lnTo>
                    <a:pt x="2131804" y="1542910"/>
                  </a:lnTo>
                  <a:lnTo>
                    <a:pt x="2131804" y="1548354"/>
                  </a:lnTo>
                  <a:lnTo>
                    <a:pt x="2088552" y="1548354"/>
                  </a:lnTo>
                  <a:lnTo>
                    <a:pt x="2088552" y="1542910"/>
                  </a:lnTo>
                  <a:lnTo>
                    <a:pt x="2045300" y="1542910"/>
                  </a:lnTo>
                  <a:lnTo>
                    <a:pt x="2045300" y="1548354"/>
                  </a:lnTo>
                  <a:lnTo>
                    <a:pt x="2002048" y="1548354"/>
                  </a:lnTo>
                  <a:lnTo>
                    <a:pt x="2002048" y="1542910"/>
                  </a:lnTo>
                  <a:lnTo>
                    <a:pt x="1958785" y="1542910"/>
                  </a:lnTo>
                  <a:lnTo>
                    <a:pt x="1958785" y="1548354"/>
                  </a:lnTo>
                  <a:lnTo>
                    <a:pt x="1915533" y="1548354"/>
                  </a:lnTo>
                  <a:lnTo>
                    <a:pt x="1915533" y="1542910"/>
                  </a:lnTo>
                  <a:lnTo>
                    <a:pt x="1872281" y="1542910"/>
                  </a:lnTo>
                  <a:lnTo>
                    <a:pt x="1872281" y="1548354"/>
                  </a:lnTo>
                  <a:lnTo>
                    <a:pt x="1829029" y="1548354"/>
                  </a:lnTo>
                  <a:lnTo>
                    <a:pt x="1829029" y="1542910"/>
                  </a:lnTo>
                  <a:lnTo>
                    <a:pt x="1785766" y="1542910"/>
                  </a:lnTo>
                  <a:lnTo>
                    <a:pt x="1785766" y="1548354"/>
                  </a:lnTo>
                  <a:lnTo>
                    <a:pt x="1742515" y="1548354"/>
                  </a:lnTo>
                  <a:lnTo>
                    <a:pt x="1742515" y="1542910"/>
                  </a:lnTo>
                  <a:lnTo>
                    <a:pt x="1699263" y="1542910"/>
                  </a:lnTo>
                  <a:lnTo>
                    <a:pt x="1699263" y="1548354"/>
                  </a:lnTo>
                  <a:lnTo>
                    <a:pt x="1656011" y="1548354"/>
                  </a:lnTo>
                  <a:lnTo>
                    <a:pt x="1656011" y="1542910"/>
                  </a:lnTo>
                  <a:lnTo>
                    <a:pt x="1612748" y="1542910"/>
                  </a:lnTo>
                  <a:lnTo>
                    <a:pt x="1612748" y="1548354"/>
                  </a:lnTo>
                  <a:lnTo>
                    <a:pt x="1569496" y="1548354"/>
                  </a:lnTo>
                  <a:lnTo>
                    <a:pt x="1569496" y="1542910"/>
                  </a:lnTo>
                  <a:lnTo>
                    <a:pt x="1526244" y="1542910"/>
                  </a:lnTo>
                  <a:lnTo>
                    <a:pt x="1526244" y="1548354"/>
                  </a:lnTo>
                  <a:lnTo>
                    <a:pt x="1482992" y="1548354"/>
                  </a:lnTo>
                  <a:lnTo>
                    <a:pt x="1482992" y="1542910"/>
                  </a:lnTo>
                  <a:lnTo>
                    <a:pt x="1439740" y="1542910"/>
                  </a:lnTo>
                  <a:lnTo>
                    <a:pt x="1439740" y="1548354"/>
                  </a:lnTo>
                  <a:lnTo>
                    <a:pt x="1396477" y="1548354"/>
                  </a:lnTo>
                  <a:lnTo>
                    <a:pt x="1396477" y="1542910"/>
                  </a:lnTo>
                  <a:lnTo>
                    <a:pt x="1353225" y="1542910"/>
                  </a:lnTo>
                  <a:lnTo>
                    <a:pt x="1353225" y="1548354"/>
                  </a:lnTo>
                  <a:lnTo>
                    <a:pt x="1309973" y="1548354"/>
                  </a:lnTo>
                  <a:lnTo>
                    <a:pt x="1309973" y="1542910"/>
                  </a:lnTo>
                  <a:lnTo>
                    <a:pt x="1266721" y="1542910"/>
                  </a:lnTo>
                  <a:lnTo>
                    <a:pt x="1266721" y="1548354"/>
                  </a:lnTo>
                  <a:lnTo>
                    <a:pt x="1223458" y="1548354"/>
                  </a:lnTo>
                  <a:lnTo>
                    <a:pt x="1223458" y="1542910"/>
                  </a:lnTo>
                  <a:lnTo>
                    <a:pt x="1180206" y="1542910"/>
                  </a:lnTo>
                  <a:lnTo>
                    <a:pt x="1180206" y="1548354"/>
                  </a:lnTo>
                  <a:lnTo>
                    <a:pt x="1136954" y="1548354"/>
                  </a:lnTo>
                  <a:lnTo>
                    <a:pt x="1136954" y="1542910"/>
                  </a:lnTo>
                  <a:lnTo>
                    <a:pt x="1093702" y="1542910"/>
                  </a:lnTo>
                  <a:lnTo>
                    <a:pt x="1093702" y="1548354"/>
                  </a:lnTo>
                  <a:lnTo>
                    <a:pt x="1050439" y="1548354"/>
                  </a:lnTo>
                  <a:lnTo>
                    <a:pt x="1050439" y="1542910"/>
                  </a:lnTo>
                  <a:lnTo>
                    <a:pt x="1007190" y="1542910"/>
                  </a:lnTo>
                  <a:lnTo>
                    <a:pt x="1007190" y="1548354"/>
                  </a:lnTo>
                  <a:lnTo>
                    <a:pt x="963935" y="1548354"/>
                  </a:lnTo>
                  <a:lnTo>
                    <a:pt x="963935" y="1542910"/>
                  </a:lnTo>
                  <a:lnTo>
                    <a:pt x="920680" y="1542910"/>
                  </a:lnTo>
                  <a:lnTo>
                    <a:pt x="920680" y="1548354"/>
                  </a:lnTo>
                  <a:lnTo>
                    <a:pt x="877426" y="1548354"/>
                  </a:lnTo>
                  <a:lnTo>
                    <a:pt x="877426" y="1542910"/>
                  </a:lnTo>
                  <a:lnTo>
                    <a:pt x="834172" y="1542910"/>
                  </a:lnTo>
                  <a:lnTo>
                    <a:pt x="834172" y="1548354"/>
                  </a:lnTo>
                  <a:lnTo>
                    <a:pt x="790917" y="1548354"/>
                  </a:lnTo>
                  <a:lnTo>
                    <a:pt x="790917" y="1542910"/>
                  </a:lnTo>
                  <a:lnTo>
                    <a:pt x="747662" y="1542910"/>
                  </a:lnTo>
                  <a:lnTo>
                    <a:pt x="747662" y="1548354"/>
                  </a:lnTo>
                  <a:lnTo>
                    <a:pt x="704408" y="1548354"/>
                  </a:lnTo>
                  <a:lnTo>
                    <a:pt x="704408" y="1542910"/>
                  </a:lnTo>
                  <a:lnTo>
                    <a:pt x="661153" y="1542910"/>
                  </a:lnTo>
                  <a:lnTo>
                    <a:pt x="661153" y="1548354"/>
                  </a:lnTo>
                  <a:lnTo>
                    <a:pt x="617899" y="1548354"/>
                  </a:lnTo>
                  <a:lnTo>
                    <a:pt x="617899" y="1542910"/>
                  </a:lnTo>
                  <a:lnTo>
                    <a:pt x="574645" y="1542910"/>
                  </a:lnTo>
                  <a:lnTo>
                    <a:pt x="574645" y="1548354"/>
                  </a:lnTo>
                  <a:lnTo>
                    <a:pt x="531391" y="1548354"/>
                  </a:lnTo>
                  <a:lnTo>
                    <a:pt x="531391" y="1542910"/>
                  </a:lnTo>
                  <a:lnTo>
                    <a:pt x="488135" y="1542910"/>
                  </a:lnTo>
                  <a:lnTo>
                    <a:pt x="488135" y="1548354"/>
                  </a:lnTo>
                  <a:lnTo>
                    <a:pt x="444881" y="1548354"/>
                  </a:lnTo>
                  <a:lnTo>
                    <a:pt x="444881" y="1542910"/>
                  </a:lnTo>
                  <a:lnTo>
                    <a:pt x="401627" y="1542910"/>
                  </a:lnTo>
                  <a:lnTo>
                    <a:pt x="401627" y="1548354"/>
                  </a:lnTo>
                  <a:lnTo>
                    <a:pt x="358372" y="1548354"/>
                  </a:lnTo>
                  <a:lnTo>
                    <a:pt x="358372" y="1542910"/>
                  </a:lnTo>
                  <a:lnTo>
                    <a:pt x="315118" y="1542910"/>
                  </a:lnTo>
                  <a:lnTo>
                    <a:pt x="315118" y="1548354"/>
                  </a:lnTo>
                  <a:lnTo>
                    <a:pt x="271864" y="1548354"/>
                  </a:lnTo>
                  <a:lnTo>
                    <a:pt x="271864" y="1542910"/>
                  </a:lnTo>
                  <a:lnTo>
                    <a:pt x="228608" y="1542910"/>
                  </a:lnTo>
                  <a:lnTo>
                    <a:pt x="228608" y="1548354"/>
                  </a:lnTo>
                  <a:lnTo>
                    <a:pt x="185354" y="1548354"/>
                  </a:lnTo>
                  <a:lnTo>
                    <a:pt x="185354" y="1542910"/>
                  </a:lnTo>
                  <a:lnTo>
                    <a:pt x="142100" y="1542910"/>
                  </a:lnTo>
                  <a:lnTo>
                    <a:pt x="142100" y="1548354"/>
                  </a:lnTo>
                  <a:lnTo>
                    <a:pt x="98846" y="1548354"/>
                  </a:lnTo>
                  <a:lnTo>
                    <a:pt x="98846" y="1542910"/>
                  </a:lnTo>
                  <a:lnTo>
                    <a:pt x="55591" y="1542910"/>
                  </a:lnTo>
                  <a:lnTo>
                    <a:pt x="55591" y="1548354"/>
                  </a:lnTo>
                  <a:lnTo>
                    <a:pt x="12336" y="1548354"/>
                  </a:lnTo>
                  <a:lnTo>
                    <a:pt x="12336" y="1542910"/>
                  </a:lnTo>
                  <a:lnTo>
                    <a:pt x="0" y="1542910"/>
                  </a:lnTo>
                  <a:lnTo>
                    <a:pt x="6300" y="1531654"/>
                  </a:lnTo>
                  <a:lnTo>
                    <a:pt x="1543" y="1528997"/>
                  </a:lnTo>
                  <a:lnTo>
                    <a:pt x="23210" y="1490285"/>
                  </a:lnTo>
                  <a:lnTo>
                    <a:pt x="27967" y="1492941"/>
                  </a:lnTo>
                  <a:lnTo>
                    <a:pt x="49635" y="1454239"/>
                  </a:lnTo>
                  <a:lnTo>
                    <a:pt x="44877" y="1451583"/>
                  </a:lnTo>
                  <a:lnTo>
                    <a:pt x="66544" y="1412870"/>
                  </a:lnTo>
                  <a:lnTo>
                    <a:pt x="71301" y="1415526"/>
                  </a:lnTo>
                  <a:lnTo>
                    <a:pt x="92968" y="1376825"/>
                  </a:lnTo>
                  <a:lnTo>
                    <a:pt x="88212" y="1374168"/>
                  </a:lnTo>
                  <a:lnTo>
                    <a:pt x="109879" y="1335456"/>
                  </a:lnTo>
                  <a:lnTo>
                    <a:pt x="114636" y="1338112"/>
                  </a:lnTo>
                  <a:lnTo>
                    <a:pt x="136303" y="1299399"/>
                  </a:lnTo>
                  <a:lnTo>
                    <a:pt x="131545" y="1296743"/>
                  </a:lnTo>
                  <a:lnTo>
                    <a:pt x="153213" y="1258041"/>
                  </a:lnTo>
                  <a:lnTo>
                    <a:pt x="157971" y="1260697"/>
                  </a:lnTo>
                  <a:lnTo>
                    <a:pt x="179637" y="1221985"/>
                  </a:lnTo>
                  <a:lnTo>
                    <a:pt x="174880" y="1219328"/>
                  </a:lnTo>
                  <a:lnTo>
                    <a:pt x="196548" y="1180616"/>
                  </a:lnTo>
                  <a:lnTo>
                    <a:pt x="201304" y="1183272"/>
                  </a:lnTo>
                  <a:lnTo>
                    <a:pt x="222972" y="1144570"/>
                  </a:lnTo>
                  <a:lnTo>
                    <a:pt x="218215" y="1141914"/>
                  </a:lnTo>
                  <a:lnTo>
                    <a:pt x="239881" y="1103201"/>
                  </a:lnTo>
                  <a:lnTo>
                    <a:pt x="244639" y="1105858"/>
                  </a:lnTo>
                  <a:lnTo>
                    <a:pt x="266307" y="1067145"/>
                  </a:lnTo>
                  <a:lnTo>
                    <a:pt x="261549" y="1064489"/>
                  </a:lnTo>
                  <a:lnTo>
                    <a:pt x="283216" y="1025787"/>
                  </a:lnTo>
                  <a:lnTo>
                    <a:pt x="287973" y="1028443"/>
                  </a:lnTo>
                  <a:lnTo>
                    <a:pt x="309640" y="989730"/>
                  </a:lnTo>
                  <a:lnTo>
                    <a:pt x="304883" y="987074"/>
                  </a:lnTo>
                  <a:lnTo>
                    <a:pt x="326551" y="948361"/>
                  </a:lnTo>
                  <a:lnTo>
                    <a:pt x="331308" y="951018"/>
                  </a:lnTo>
                  <a:lnTo>
                    <a:pt x="352975" y="912316"/>
                  </a:lnTo>
                  <a:lnTo>
                    <a:pt x="348217" y="909659"/>
                  </a:lnTo>
                  <a:lnTo>
                    <a:pt x="369885" y="870947"/>
                  </a:lnTo>
                  <a:lnTo>
                    <a:pt x="374641" y="873603"/>
                  </a:lnTo>
                  <a:lnTo>
                    <a:pt x="396309" y="834890"/>
                  </a:lnTo>
                  <a:lnTo>
                    <a:pt x="391552" y="832245"/>
                  </a:lnTo>
                  <a:lnTo>
                    <a:pt x="413219" y="793532"/>
                  </a:lnTo>
                  <a:lnTo>
                    <a:pt x="417976" y="796188"/>
                  </a:lnTo>
                  <a:lnTo>
                    <a:pt x="439644" y="757476"/>
                  </a:lnTo>
                  <a:lnTo>
                    <a:pt x="434886" y="754819"/>
                  </a:lnTo>
                  <a:lnTo>
                    <a:pt x="456553" y="716118"/>
                  </a:lnTo>
                  <a:lnTo>
                    <a:pt x="461310" y="718774"/>
                  </a:lnTo>
                  <a:lnTo>
                    <a:pt x="482977" y="680061"/>
                  </a:lnTo>
                  <a:lnTo>
                    <a:pt x="478221" y="677405"/>
                  </a:lnTo>
                  <a:lnTo>
                    <a:pt x="499888" y="638692"/>
                  </a:lnTo>
                  <a:lnTo>
                    <a:pt x="504645" y="641349"/>
                  </a:lnTo>
                  <a:lnTo>
                    <a:pt x="526312" y="602647"/>
                  </a:lnTo>
                  <a:lnTo>
                    <a:pt x="521555" y="599990"/>
                  </a:lnTo>
                  <a:lnTo>
                    <a:pt x="543222" y="561278"/>
                  </a:lnTo>
                  <a:lnTo>
                    <a:pt x="547980" y="563934"/>
                  </a:lnTo>
                  <a:lnTo>
                    <a:pt x="569646" y="525221"/>
                  </a:lnTo>
                  <a:lnTo>
                    <a:pt x="564889" y="522565"/>
                  </a:lnTo>
                  <a:lnTo>
                    <a:pt x="586556" y="483863"/>
                  </a:lnTo>
                  <a:lnTo>
                    <a:pt x="591313" y="486519"/>
                  </a:lnTo>
                  <a:lnTo>
                    <a:pt x="612981" y="447808"/>
                  </a:lnTo>
                  <a:lnTo>
                    <a:pt x="608224" y="445151"/>
                  </a:lnTo>
                  <a:lnTo>
                    <a:pt x="629890" y="406443"/>
                  </a:lnTo>
                  <a:lnTo>
                    <a:pt x="634648" y="409098"/>
                  </a:lnTo>
                  <a:lnTo>
                    <a:pt x="656315" y="370390"/>
                  </a:lnTo>
                  <a:lnTo>
                    <a:pt x="651558" y="367734"/>
                  </a:lnTo>
                  <a:lnTo>
                    <a:pt x="673225" y="329025"/>
                  </a:lnTo>
                  <a:lnTo>
                    <a:pt x="677982" y="331681"/>
                  </a:lnTo>
                  <a:lnTo>
                    <a:pt x="699649" y="292972"/>
                  </a:lnTo>
                  <a:lnTo>
                    <a:pt x="694892" y="290316"/>
                  </a:lnTo>
                  <a:lnTo>
                    <a:pt x="716559" y="251608"/>
                  </a:lnTo>
                  <a:lnTo>
                    <a:pt x="721317" y="254264"/>
                  </a:lnTo>
                  <a:lnTo>
                    <a:pt x="742984" y="215554"/>
                  </a:lnTo>
                  <a:lnTo>
                    <a:pt x="738226" y="212898"/>
                  </a:lnTo>
                  <a:lnTo>
                    <a:pt x="759894" y="174190"/>
                  </a:lnTo>
                  <a:lnTo>
                    <a:pt x="764650" y="176846"/>
                  </a:lnTo>
                  <a:lnTo>
                    <a:pt x="786318" y="138137"/>
                  </a:lnTo>
                  <a:lnTo>
                    <a:pt x="781561" y="135481"/>
                  </a:lnTo>
                  <a:lnTo>
                    <a:pt x="803228" y="96772"/>
                  </a:lnTo>
                  <a:lnTo>
                    <a:pt x="807985" y="99428"/>
                  </a:lnTo>
                  <a:lnTo>
                    <a:pt x="829653" y="60720"/>
                  </a:lnTo>
                  <a:lnTo>
                    <a:pt x="824895" y="58064"/>
                  </a:lnTo>
                  <a:close/>
                </a:path>
              </a:pathLst>
            </a:custGeom>
            <a:noFill/>
            <a:ln w="10896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0" name="Полилиния 99">
              <a:extLst>
                <a:ext uri="{FF2B5EF4-FFF2-40B4-BE49-F238E27FC236}">
                  <a16:creationId xmlns:a16="http://schemas.microsoft.com/office/drawing/2014/main" id="{A9C2301A-585F-B6C5-CAF1-6146A93F5A5E}"/>
                </a:ext>
              </a:extLst>
            </p:cNvPr>
            <p:cNvSpPr/>
            <p:nvPr/>
          </p:nvSpPr>
          <p:spPr>
            <a:xfrm>
              <a:off x="7816066" y="9185227"/>
              <a:ext cx="1011939" cy="2049649"/>
            </a:xfrm>
            <a:custGeom>
              <a:avLst/>
              <a:gdLst>
                <a:gd name="connsiteX0" fmla="*/ 1011939 w 1011939"/>
                <a:gd name="connsiteY0" fmla="*/ 0 h 2049649"/>
                <a:gd name="connsiteX1" fmla="*/ 0 w 1011939"/>
                <a:gd name="connsiteY1" fmla="*/ 2049650 h 2049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1939" h="2049649">
                  <a:moveTo>
                    <a:pt x="1011939" y="0"/>
                  </a:moveTo>
                  <a:lnTo>
                    <a:pt x="0" y="2049650"/>
                  </a:lnTo>
                </a:path>
              </a:pathLst>
            </a:custGeom>
            <a:noFill/>
            <a:ln w="10896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1" name="Полилиния 100">
              <a:extLst>
                <a:ext uri="{FF2B5EF4-FFF2-40B4-BE49-F238E27FC236}">
                  <a16:creationId xmlns:a16="http://schemas.microsoft.com/office/drawing/2014/main" id="{F35013DC-A623-BC85-8439-6D45FF88A91D}"/>
                </a:ext>
              </a:extLst>
            </p:cNvPr>
            <p:cNvSpPr/>
            <p:nvPr/>
          </p:nvSpPr>
          <p:spPr>
            <a:xfrm>
              <a:off x="8649820" y="9076071"/>
              <a:ext cx="1117182" cy="2267954"/>
            </a:xfrm>
            <a:custGeom>
              <a:avLst/>
              <a:gdLst>
                <a:gd name="connsiteX0" fmla="*/ 1117183 w 1117182"/>
                <a:gd name="connsiteY0" fmla="*/ 0 h 2267954"/>
                <a:gd name="connsiteX1" fmla="*/ 0 w 1117182"/>
                <a:gd name="connsiteY1" fmla="*/ 2267955 h 2267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7182" h="2267954">
                  <a:moveTo>
                    <a:pt x="1117183" y="0"/>
                  </a:moveTo>
                  <a:lnTo>
                    <a:pt x="0" y="2267955"/>
                  </a:lnTo>
                </a:path>
              </a:pathLst>
            </a:custGeom>
            <a:noFill/>
            <a:ln w="1089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" name="Полилиния 101">
              <a:extLst>
                <a:ext uri="{FF2B5EF4-FFF2-40B4-BE49-F238E27FC236}">
                  <a16:creationId xmlns:a16="http://schemas.microsoft.com/office/drawing/2014/main" id="{A1A27DE3-0C4E-1385-4DD3-4C867499821D}"/>
                </a:ext>
              </a:extLst>
            </p:cNvPr>
            <p:cNvSpPr/>
            <p:nvPr/>
          </p:nvSpPr>
          <p:spPr>
            <a:xfrm>
              <a:off x="9548563" y="9160972"/>
              <a:ext cx="1036215" cy="2098160"/>
            </a:xfrm>
            <a:custGeom>
              <a:avLst/>
              <a:gdLst>
                <a:gd name="connsiteX0" fmla="*/ 1036216 w 1036215"/>
                <a:gd name="connsiteY0" fmla="*/ 0 h 2098160"/>
                <a:gd name="connsiteX1" fmla="*/ 0 w 1036215"/>
                <a:gd name="connsiteY1" fmla="*/ 2098160 h 2098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6215" h="2098160">
                  <a:moveTo>
                    <a:pt x="1036216" y="0"/>
                  </a:moveTo>
                  <a:lnTo>
                    <a:pt x="0" y="2098160"/>
                  </a:lnTo>
                </a:path>
              </a:pathLst>
            </a:custGeom>
            <a:noFill/>
            <a:ln w="10896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" name="Полилиния 102">
              <a:extLst>
                <a:ext uri="{FF2B5EF4-FFF2-40B4-BE49-F238E27FC236}">
                  <a16:creationId xmlns:a16="http://schemas.microsoft.com/office/drawing/2014/main" id="{8B518A11-7328-149E-F1F4-6E79AD354794}"/>
                </a:ext>
              </a:extLst>
            </p:cNvPr>
            <p:cNvSpPr/>
            <p:nvPr/>
          </p:nvSpPr>
          <p:spPr>
            <a:xfrm>
              <a:off x="9236861" y="8821396"/>
              <a:ext cx="10900" cy="2894569"/>
            </a:xfrm>
            <a:custGeom>
              <a:avLst/>
              <a:gdLst>
                <a:gd name="connsiteX0" fmla="*/ 0 w 10900"/>
                <a:gd name="connsiteY0" fmla="*/ 0 h 2894569"/>
                <a:gd name="connsiteX1" fmla="*/ 0 w 10900"/>
                <a:gd name="connsiteY1" fmla="*/ 2894569 h 2894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900" h="2894569">
                  <a:moveTo>
                    <a:pt x="0" y="0"/>
                  </a:moveTo>
                  <a:lnTo>
                    <a:pt x="0" y="2894569"/>
                  </a:lnTo>
                </a:path>
              </a:pathLst>
            </a:custGeom>
            <a:noFill/>
            <a:ln w="1089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" name="Полилиния 103">
              <a:extLst>
                <a:ext uri="{FF2B5EF4-FFF2-40B4-BE49-F238E27FC236}">
                  <a16:creationId xmlns:a16="http://schemas.microsoft.com/office/drawing/2014/main" id="{456CA17D-5B5B-E8E6-0FCE-1B70F46DA436}"/>
                </a:ext>
              </a:extLst>
            </p:cNvPr>
            <p:cNvSpPr/>
            <p:nvPr/>
          </p:nvSpPr>
          <p:spPr>
            <a:xfrm>
              <a:off x="7172508" y="10167610"/>
              <a:ext cx="4213707" cy="10886"/>
            </a:xfrm>
            <a:custGeom>
              <a:avLst/>
              <a:gdLst>
                <a:gd name="connsiteX0" fmla="*/ 0 w 4213707"/>
                <a:gd name="connsiteY0" fmla="*/ 0 h 10886"/>
                <a:gd name="connsiteX1" fmla="*/ 4213708 w 4213707"/>
                <a:gd name="connsiteY1" fmla="*/ 0 h 10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13707" h="10886">
                  <a:moveTo>
                    <a:pt x="0" y="0"/>
                  </a:moveTo>
                  <a:lnTo>
                    <a:pt x="4213708" y="0"/>
                  </a:lnTo>
                </a:path>
              </a:pathLst>
            </a:custGeom>
            <a:noFill/>
            <a:ln w="1089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" name="Полилиния 104">
              <a:extLst>
                <a:ext uri="{FF2B5EF4-FFF2-40B4-BE49-F238E27FC236}">
                  <a16:creationId xmlns:a16="http://schemas.microsoft.com/office/drawing/2014/main" id="{CC862DDE-FEBE-CA59-164E-3330806F4F57}"/>
                </a:ext>
              </a:extLst>
            </p:cNvPr>
            <p:cNvSpPr/>
            <p:nvPr/>
          </p:nvSpPr>
          <p:spPr>
            <a:xfrm>
              <a:off x="9176147" y="8821396"/>
              <a:ext cx="121428" cy="60639"/>
            </a:xfrm>
            <a:custGeom>
              <a:avLst/>
              <a:gdLst>
                <a:gd name="connsiteX0" fmla="*/ 121428 w 121428"/>
                <a:gd name="connsiteY0" fmla="*/ 60639 h 60639"/>
                <a:gd name="connsiteX1" fmla="*/ 60714 w 121428"/>
                <a:gd name="connsiteY1" fmla="*/ 0 h 60639"/>
                <a:gd name="connsiteX2" fmla="*/ 0 w 121428"/>
                <a:gd name="connsiteY2" fmla="*/ 60639 h 60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1428" h="60639">
                  <a:moveTo>
                    <a:pt x="121428" y="60639"/>
                  </a:moveTo>
                  <a:lnTo>
                    <a:pt x="60714" y="0"/>
                  </a:lnTo>
                  <a:lnTo>
                    <a:pt x="0" y="60639"/>
                  </a:lnTo>
                </a:path>
              </a:pathLst>
            </a:custGeom>
            <a:noFill/>
            <a:ln w="1089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" name="Полилиния 105">
              <a:extLst>
                <a:ext uri="{FF2B5EF4-FFF2-40B4-BE49-F238E27FC236}">
                  <a16:creationId xmlns:a16="http://schemas.microsoft.com/office/drawing/2014/main" id="{47A6C35B-E0EA-9AA2-DD95-ACD299CFB6C0}"/>
                </a:ext>
              </a:extLst>
            </p:cNvPr>
            <p:cNvSpPr/>
            <p:nvPr/>
          </p:nvSpPr>
          <p:spPr>
            <a:xfrm>
              <a:off x="11325458" y="10106972"/>
              <a:ext cx="60724" cy="121276"/>
            </a:xfrm>
            <a:custGeom>
              <a:avLst/>
              <a:gdLst>
                <a:gd name="connsiteX0" fmla="*/ 0 w 60724"/>
                <a:gd name="connsiteY0" fmla="*/ 121277 h 121276"/>
                <a:gd name="connsiteX1" fmla="*/ 60725 w 60724"/>
                <a:gd name="connsiteY1" fmla="*/ 60638 h 121276"/>
                <a:gd name="connsiteX2" fmla="*/ 0 w 60724"/>
                <a:gd name="connsiteY2" fmla="*/ 0 h 121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724" h="121276">
                  <a:moveTo>
                    <a:pt x="0" y="121277"/>
                  </a:moveTo>
                  <a:lnTo>
                    <a:pt x="60725" y="60638"/>
                  </a:lnTo>
                  <a:lnTo>
                    <a:pt x="0" y="0"/>
                  </a:lnTo>
                </a:path>
              </a:pathLst>
            </a:custGeom>
            <a:noFill/>
            <a:ln w="1089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" name="Полилиния 106">
              <a:extLst>
                <a:ext uri="{FF2B5EF4-FFF2-40B4-BE49-F238E27FC236}">
                  <a16:creationId xmlns:a16="http://schemas.microsoft.com/office/drawing/2014/main" id="{4CFA376E-B636-8B10-5782-90B5A419235B}"/>
                </a:ext>
              </a:extLst>
            </p:cNvPr>
            <p:cNvSpPr/>
            <p:nvPr/>
          </p:nvSpPr>
          <p:spPr>
            <a:xfrm>
              <a:off x="9687191" y="9073111"/>
              <a:ext cx="109743" cy="80761"/>
            </a:xfrm>
            <a:custGeom>
              <a:avLst/>
              <a:gdLst>
                <a:gd name="connsiteX0" fmla="*/ 109743 w 109743"/>
                <a:gd name="connsiteY0" fmla="*/ 80761 h 80761"/>
                <a:gd name="connsiteX1" fmla="*/ 80858 w 109743"/>
                <a:gd name="connsiteY1" fmla="*/ 0 h 80761"/>
                <a:gd name="connsiteX2" fmla="*/ 0 w 109743"/>
                <a:gd name="connsiteY2" fmla="*/ 28842 h 80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743" h="80761">
                  <a:moveTo>
                    <a:pt x="109743" y="80761"/>
                  </a:moveTo>
                  <a:lnTo>
                    <a:pt x="80858" y="0"/>
                  </a:lnTo>
                  <a:lnTo>
                    <a:pt x="0" y="28842"/>
                  </a:lnTo>
                </a:path>
              </a:pathLst>
            </a:custGeom>
            <a:noFill/>
            <a:ln w="1089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" name="Полилиния 107">
              <a:extLst>
                <a:ext uri="{FF2B5EF4-FFF2-40B4-BE49-F238E27FC236}">
                  <a16:creationId xmlns:a16="http://schemas.microsoft.com/office/drawing/2014/main" id="{83B67462-371B-2E7B-B792-2B5FDA77FA6E}"/>
                </a:ext>
              </a:extLst>
            </p:cNvPr>
            <p:cNvSpPr/>
            <p:nvPr/>
          </p:nvSpPr>
          <p:spPr>
            <a:xfrm>
              <a:off x="7512522" y="9807819"/>
              <a:ext cx="3812979" cy="10886"/>
            </a:xfrm>
            <a:custGeom>
              <a:avLst/>
              <a:gdLst>
                <a:gd name="connsiteX0" fmla="*/ 0 w 3812979"/>
                <a:gd name="connsiteY0" fmla="*/ 0 h 10886"/>
                <a:gd name="connsiteX1" fmla="*/ 3812980 w 3812979"/>
                <a:gd name="connsiteY1" fmla="*/ 0 h 10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12979" h="10886">
                  <a:moveTo>
                    <a:pt x="0" y="0"/>
                  </a:moveTo>
                  <a:lnTo>
                    <a:pt x="3812980" y="0"/>
                  </a:lnTo>
                </a:path>
              </a:pathLst>
            </a:custGeom>
            <a:noFill/>
            <a:ln w="10896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" name="Полилиния 108">
              <a:extLst>
                <a:ext uri="{FF2B5EF4-FFF2-40B4-BE49-F238E27FC236}">
                  <a16:creationId xmlns:a16="http://schemas.microsoft.com/office/drawing/2014/main" id="{86CC2529-4555-0717-1245-60CDBB308CB3}"/>
                </a:ext>
              </a:extLst>
            </p:cNvPr>
            <p:cNvSpPr/>
            <p:nvPr/>
          </p:nvSpPr>
          <p:spPr>
            <a:xfrm>
              <a:off x="7156285" y="10575922"/>
              <a:ext cx="3837261" cy="10886"/>
            </a:xfrm>
            <a:custGeom>
              <a:avLst/>
              <a:gdLst>
                <a:gd name="connsiteX0" fmla="*/ 0 w 3837261"/>
                <a:gd name="connsiteY0" fmla="*/ 0 h 10886"/>
                <a:gd name="connsiteX1" fmla="*/ 3837262 w 3837261"/>
                <a:gd name="connsiteY1" fmla="*/ 0 h 10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37261" h="10886">
                  <a:moveTo>
                    <a:pt x="0" y="0"/>
                  </a:moveTo>
                  <a:lnTo>
                    <a:pt x="3837262" y="0"/>
                  </a:lnTo>
                </a:path>
              </a:pathLst>
            </a:custGeom>
            <a:noFill/>
            <a:ln w="10896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" name="Полилиния 109">
              <a:extLst>
                <a:ext uri="{FF2B5EF4-FFF2-40B4-BE49-F238E27FC236}">
                  <a16:creationId xmlns:a16="http://schemas.microsoft.com/office/drawing/2014/main" id="{4E6E05C5-2FEA-8222-9D3A-A5B23F9E7E82}"/>
                </a:ext>
              </a:extLst>
            </p:cNvPr>
            <p:cNvSpPr/>
            <p:nvPr/>
          </p:nvSpPr>
          <p:spPr>
            <a:xfrm rot="10800000" flipV="1">
              <a:off x="9188048" y="10118947"/>
              <a:ext cx="93416" cy="93300"/>
            </a:xfrm>
            <a:custGeom>
              <a:avLst/>
              <a:gdLst>
                <a:gd name="connsiteX0" fmla="*/ 93611 w 93416"/>
                <a:gd name="connsiteY0" fmla="*/ 46772 h 93300"/>
                <a:gd name="connsiteX1" fmla="*/ 46903 w 93416"/>
                <a:gd name="connsiteY1" fmla="*/ 93422 h 93300"/>
                <a:gd name="connsiteX2" fmla="*/ 194 w 93416"/>
                <a:gd name="connsiteY2" fmla="*/ 46772 h 93300"/>
                <a:gd name="connsiteX3" fmla="*/ 46903 w 93416"/>
                <a:gd name="connsiteY3" fmla="*/ 122 h 93300"/>
                <a:gd name="connsiteX4" fmla="*/ 93611 w 93416"/>
                <a:gd name="connsiteY4" fmla="*/ 46772 h 9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416" h="93300">
                  <a:moveTo>
                    <a:pt x="93611" y="46772"/>
                  </a:moveTo>
                  <a:cubicBezTo>
                    <a:pt x="93611" y="72536"/>
                    <a:pt x="72699" y="93422"/>
                    <a:pt x="46903" y="93422"/>
                  </a:cubicBezTo>
                  <a:cubicBezTo>
                    <a:pt x="21106" y="93422"/>
                    <a:pt x="194" y="72536"/>
                    <a:pt x="194" y="46772"/>
                  </a:cubicBezTo>
                  <a:cubicBezTo>
                    <a:pt x="194" y="21008"/>
                    <a:pt x="21106" y="122"/>
                    <a:pt x="46903" y="122"/>
                  </a:cubicBezTo>
                  <a:cubicBezTo>
                    <a:pt x="72699" y="122"/>
                    <a:pt x="93611" y="21008"/>
                    <a:pt x="93611" y="46772"/>
                  </a:cubicBezTo>
                  <a:close/>
                </a:path>
              </a:pathLst>
            </a:custGeom>
            <a:solidFill>
              <a:srgbClr val="E3FF7C"/>
            </a:solidFill>
            <a:ln w="3268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" name="Полилиния 110">
              <a:extLst>
                <a:ext uri="{FF2B5EF4-FFF2-40B4-BE49-F238E27FC236}">
                  <a16:creationId xmlns:a16="http://schemas.microsoft.com/office/drawing/2014/main" id="{761BA202-CE52-7F36-D7B9-06809BD4848C}"/>
                </a:ext>
              </a:extLst>
            </p:cNvPr>
            <p:cNvSpPr/>
            <p:nvPr/>
          </p:nvSpPr>
          <p:spPr>
            <a:xfrm rot="10800000" flipV="1">
              <a:off x="9188048" y="9403354"/>
              <a:ext cx="93416" cy="93300"/>
            </a:xfrm>
            <a:custGeom>
              <a:avLst/>
              <a:gdLst>
                <a:gd name="connsiteX0" fmla="*/ 93611 w 93416"/>
                <a:gd name="connsiteY0" fmla="*/ 46706 h 93300"/>
                <a:gd name="connsiteX1" fmla="*/ 46903 w 93416"/>
                <a:gd name="connsiteY1" fmla="*/ 93356 h 93300"/>
                <a:gd name="connsiteX2" fmla="*/ 194 w 93416"/>
                <a:gd name="connsiteY2" fmla="*/ 46706 h 93300"/>
                <a:gd name="connsiteX3" fmla="*/ 46903 w 93416"/>
                <a:gd name="connsiteY3" fmla="*/ 56 h 93300"/>
                <a:gd name="connsiteX4" fmla="*/ 93611 w 93416"/>
                <a:gd name="connsiteY4" fmla="*/ 46706 h 9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416" h="93300">
                  <a:moveTo>
                    <a:pt x="93611" y="46706"/>
                  </a:moveTo>
                  <a:cubicBezTo>
                    <a:pt x="93611" y="72470"/>
                    <a:pt x="72699" y="93356"/>
                    <a:pt x="46903" y="93356"/>
                  </a:cubicBezTo>
                  <a:cubicBezTo>
                    <a:pt x="21106" y="93356"/>
                    <a:pt x="194" y="72470"/>
                    <a:pt x="194" y="46706"/>
                  </a:cubicBezTo>
                  <a:cubicBezTo>
                    <a:pt x="194" y="20942"/>
                    <a:pt x="21106" y="56"/>
                    <a:pt x="46903" y="56"/>
                  </a:cubicBezTo>
                  <a:cubicBezTo>
                    <a:pt x="72699" y="56"/>
                    <a:pt x="93611" y="20942"/>
                    <a:pt x="93611" y="46706"/>
                  </a:cubicBezTo>
                  <a:close/>
                </a:path>
              </a:pathLst>
            </a:custGeom>
            <a:solidFill>
              <a:srgbClr val="E3FF7C"/>
            </a:solidFill>
            <a:ln w="3268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" name="Полилиния 111">
              <a:extLst>
                <a:ext uri="{FF2B5EF4-FFF2-40B4-BE49-F238E27FC236}">
                  <a16:creationId xmlns:a16="http://schemas.microsoft.com/office/drawing/2014/main" id="{457C2588-9E93-8CFC-6E65-90F8F77E6153}"/>
                </a:ext>
              </a:extLst>
            </p:cNvPr>
            <p:cNvSpPr/>
            <p:nvPr/>
          </p:nvSpPr>
          <p:spPr>
            <a:xfrm rot="10800000" flipV="1">
              <a:off x="9188048" y="10935561"/>
              <a:ext cx="93416" cy="93300"/>
            </a:xfrm>
            <a:custGeom>
              <a:avLst/>
              <a:gdLst>
                <a:gd name="connsiteX0" fmla="*/ 93611 w 93416"/>
                <a:gd name="connsiteY0" fmla="*/ 46847 h 93300"/>
                <a:gd name="connsiteX1" fmla="*/ 46903 w 93416"/>
                <a:gd name="connsiteY1" fmla="*/ 93497 h 93300"/>
                <a:gd name="connsiteX2" fmla="*/ 194 w 93416"/>
                <a:gd name="connsiteY2" fmla="*/ 46847 h 93300"/>
                <a:gd name="connsiteX3" fmla="*/ 46903 w 93416"/>
                <a:gd name="connsiteY3" fmla="*/ 197 h 93300"/>
                <a:gd name="connsiteX4" fmla="*/ 93611 w 93416"/>
                <a:gd name="connsiteY4" fmla="*/ 46847 h 9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416" h="93300">
                  <a:moveTo>
                    <a:pt x="93611" y="46847"/>
                  </a:moveTo>
                  <a:cubicBezTo>
                    <a:pt x="93611" y="72611"/>
                    <a:pt x="72699" y="93497"/>
                    <a:pt x="46903" y="93497"/>
                  </a:cubicBezTo>
                  <a:cubicBezTo>
                    <a:pt x="21106" y="93497"/>
                    <a:pt x="194" y="72611"/>
                    <a:pt x="194" y="46847"/>
                  </a:cubicBezTo>
                  <a:cubicBezTo>
                    <a:pt x="194" y="21083"/>
                    <a:pt x="21106" y="197"/>
                    <a:pt x="46903" y="197"/>
                  </a:cubicBezTo>
                  <a:cubicBezTo>
                    <a:pt x="72699" y="197"/>
                    <a:pt x="93611" y="21083"/>
                    <a:pt x="93611" y="46847"/>
                  </a:cubicBezTo>
                  <a:close/>
                </a:path>
              </a:pathLst>
            </a:custGeom>
            <a:solidFill>
              <a:srgbClr val="E3FF7C"/>
            </a:solidFill>
            <a:ln w="3268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" name="Полилиния 112">
              <a:extLst>
                <a:ext uri="{FF2B5EF4-FFF2-40B4-BE49-F238E27FC236}">
                  <a16:creationId xmlns:a16="http://schemas.microsoft.com/office/drawing/2014/main" id="{E5ADE874-EB64-720E-563E-95CE870D4973}"/>
                </a:ext>
              </a:extLst>
            </p:cNvPr>
            <p:cNvSpPr/>
            <p:nvPr/>
          </p:nvSpPr>
          <p:spPr>
            <a:xfrm rot="10800000" flipV="1">
              <a:off x="8305742" y="10118947"/>
              <a:ext cx="93416" cy="93300"/>
            </a:xfrm>
            <a:custGeom>
              <a:avLst/>
              <a:gdLst>
                <a:gd name="connsiteX0" fmla="*/ 93530 w 93416"/>
                <a:gd name="connsiteY0" fmla="*/ 46772 h 93300"/>
                <a:gd name="connsiteX1" fmla="*/ 46822 w 93416"/>
                <a:gd name="connsiteY1" fmla="*/ 93422 h 93300"/>
                <a:gd name="connsiteX2" fmla="*/ 113 w 93416"/>
                <a:gd name="connsiteY2" fmla="*/ 46772 h 93300"/>
                <a:gd name="connsiteX3" fmla="*/ 46822 w 93416"/>
                <a:gd name="connsiteY3" fmla="*/ 122 h 93300"/>
                <a:gd name="connsiteX4" fmla="*/ 93530 w 93416"/>
                <a:gd name="connsiteY4" fmla="*/ 46772 h 9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416" h="93300">
                  <a:moveTo>
                    <a:pt x="93530" y="46772"/>
                  </a:moveTo>
                  <a:cubicBezTo>
                    <a:pt x="93530" y="72536"/>
                    <a:pt x="72618" y="93422"/>
                    <a:pt x="46822" y="93422"/>
                  </a:cubicBezTo>
                  <a:cubicBezTo>
                    <a:pt x="21025" y="93422"/>
                    <a:pt x="113" y="72536"/>
                    <a:pt x="113" y="46772"/>
                  </a:cubicBezTo>
                  <a:cubicBezTo>
                    <a:pt x="113" y="21008"/>
                    <a:pt x="21025" y="122"/>
                    <a:pt x="46822" y="122"/>
                  </a:cubicBezTo>
                  <a:cubicBezTo>
                    <a:pt x="72618" y="122"/>
                    <a:pt x="93530" y="21008"/>
                    <a:pt x="93530" y="46772"/>
                  </a:cubicBezTo>
                  <a:close/>
                </a:path>
              </a:pathLst>
            </a:custGeom>
            <a:solidFill>
              <a:srgbClr val="E3FF7C"/>
            </a:solidFill>
            <a:ln w="3268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" name="Полилиния 113">
              <a:extLst>
                <a:ext uri="{FF2B5EF4-FFF2-40B4-BE49-F238E27FC236}">
                  <a16:creationId xmlns:a16="http://schemas.microsoft.com/office/drawing/2014/main" id="{DEBACAD7-004D-049B-83C1-087D99404094}"/>
                </a:ext>
              </a:extLst>
            </p:cNvPr>
            <p:cNvSpPr/>
            <p:nvPr/>
          </p:nvSpPr>
          <p:spPr>
            <a:xfrm rot="10800000" flipV="1">
              <a:off x="7977122" y="9391994"/>
              <a:ext cx="93416" cy="93300"/>
            </a:xfrm>
            <a:custGeom>
              <a:avLst/>
              <a:gdLst>
                <a:gd name="connsiteX0" fmla="*/ 93500 w 93416"/>
                <a:gd name="connsiteY0" fmla="*/ 46705 h 93300"/>
                <a:gd name="connsiteX1" fmla="*/ 46792 w 93416"/>
                <a:gd name="connsiteY1" fmla="*/ 93355 h 93300"/>
                <a:gd name="connsiteX2" fmla="*/ 83 w 93416"/>
                <a:gd name="connsiteY2" fmla="*/ 46705 h 93300"/>
                <a:gd name="connsiteX3" fmla="*/ 46792 w 93416"/>
                <a:gd name="connsiteY3" fmla="*/ 55 h 93300"/>
                <a:gd name="connsiteX4" fmla="*/ 93500 w 93416"/>
                <a:gd name="connsiteY4" fmla="*/ 46705 h 9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416" h="93300">
                  <a:moveTo>
                    <a:pt x="93500" y="46705"/>
                  </a:moveTo>
                  <a:cubicBezTo>
                    <a:pt x="93500" y="72469"/>
                    <a:pt x="72588" y="93355"/>
                    <a:pt x="46792" y="93355"/>
                  </a:cubicBezTo>
                  <a:cubicBezTo>
                    <a:pt x="20995" y="93355"/>
                    <a:pt x="83" y="72469"/>
                    <a:pt x="83" y="46705"/>
                  </a:cubicBezTo>
                  <a:cubicBezTo>
                    <a:pt x="83" y="20941"/>
                    <a:pt x="20995" y="55"/>
                    <a:pt x="46792" y="55"/>
                  </a:cubicBezTo>
                  <a:cubicBezTo>
                    <a:pt x="72588" y="55"/>
                    <a:pt x="93500" y="20941"/>
                    <a:pt x="93500" y="46705"/>
                  </a:cubicBezTo>
                  <a:close/>
                </a:path>
              </a:pathLst>
            </a:custGeom>
            <a:solidFill>
              <a:srgbClr val="E3FF7C"/>
            </a:solidFill>
            <a:ln w="3268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" name="Полилиния 114">
              <a:extLst>
                <a:ext uri="{FF2B5EF4-FFF2-40B4-BE49-F238E27FC236}">
                  <a16:creationId xmlns:a16="http://schemas.microsoft.com/office/drawing/2014/main" id="{91800DB4-71CC-AB50-3A56-FECF6698A0CD}"/>
                </a:ext>
              </a:extLst>
            </p:cNvPr>
            <p:cNvSpPr/>
            <p:nvPr/>
          </p:nvSpPr>
          <p:spPr>
            <a:xfrm rot="10800000" flipV="1">
              <a:off x="11214590" y="9391994"/>
              <a:ext cx="93416" cy="93300"/>
            </a:xfrm>
            <a:custGeom>
              <a:avLst/>
              <a:gdLst>
                <a:gd name="connsiteX0" fmla="*/ 93797 w 93416"/>
                <a:gd name="connsiteY0" fmla="*/ 46705 h 93300"/>
                <a:gd name="connsiteX1" fmla="*/ 47089 w 93416"/>
                <a:gd name="connsiteY1" fmla="*/ 93355 h 93300"/>
                <a:gd name="connsiteX2" fmla="*/ 380 w 93416"/>
                <a:gd name="connsiteY2" fmla="*/ 46705 h 93300"/>
                <a:gd name="connsiteX3" fmla="*/ 47089 w 93416"/>
                <a:gd name="connsiteY3" fmla="*/ 55 h 93300"/>
                <a:gd name="connsiteX4" fmla="*/ 93797 w 93416"/>
                <a:gd name="connsiteY4" fmla="*/ 46705 h 9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416" h="93300">
                  <a:moveTo>
                    <a:pt x="93797" y="46705"/>
                  </a:moveTo>
                  <a:cubicBezTo>
                    <a:pt x="93797" y="72469"/>
                    <a:pt x="72885" y="93355"/>
                    <a:pt x="47089" y="93355"/>
                  </a:cubicBezTo>
                  <a:cubicBezTo>
                    <a:pt x="21292" y="93355"/>
                    <a:pt x="380" y="72469"/>
                    <a:pt x="380" y="46705"/>
                  </a:cubicBezTo>
                  <a:cubicBezTo>
                    <a:pt x="380" y="20941"/>
                    <a:pt x="21292" y="55"/>
                    <a:pt x="47089" y="55"/>
                  </a:cubicBezTo>
                  <a:cubicBezTo>
                    <a:pt x="72885" y="55"/>
                    <a:pt x="93797" y="20941"/>
                    <a:pt x="93797" y="46705"/>
                  </a:cubicBezTo>
                  <a:close/>
                </a:path>
              </a:pathLst>
            </a:custGeom>
            <a:solidFill>
              <a:srgbClr val="E3FF7C"/>
            </a:solidFill>
            <a:ln w="3268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" name="Полилиния 115">
              <a:extLst>
                <a:ext uri="{FF2B5EF4-FFF2-40B4-BE49-F238E27FC236}">
                  <a16:creationId xmlns:a16="http://schemas.microsoft.com/office/drawing/2014/main" id="{45C038C0-E5C0-852A-A015-8702E91EFF60}"/>
                </a:ext>
              </a:extLst>
            </p:cNvPr>
            <p:cNvSpPr/>
            <p:nvPr/>
          </p:nvSpPr>
          <p:spPr>
            <a:xfrm rot="10800000" flipV="1">
              <a:off x="7112388" y="10935561"/>
              <a:ext cx="93416" cy="93300"/>
            </a:xfrm>
            <a:custGeom>
              <a:avLst/>
              <a:gdLst>
                <a:gd name="connsiteX0" fmla="*/ 93421 w 93416"/>
                <a:gd name="connsiteY0" fmla="*/ 46847 h 93300"/>
                <a:gd name="connsiteX1" fmla="*/ 46712 w 93416"/>
                <a:gd name="connsiteY1" fmla="*/ 93497 h 93300"/>
                <a:gd name="connsiteX2" fmla="*/ 4 w 93416"/>
                <a:gd name="connsiteY2" fmla="*/ 46847 h 93300"/>
                <a:gd name="connsiteX3" fmla="*/ 46712 w 93416"/>
                <a:gd name="connsiteY3" fmla="*/ 197 h 93300"/>
                <a:gd name="connsiteX4" fmla="*/ 93421 w 93416"/>
                <a:gd name="connsiteY4" fmla="*/ 46847 h 9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416" h="93300">
                  <a:moveTo>
                    <a:pt x="93421" y="46847"/>
                  </a:moveTo>
                  <a:cubicBezTo>
                    <a:pt x="93421" y="72611"/>
                    <a:pt x="72509" y="93497"/>
                    <a:pt x="46712" y="93497"/>
                  </a:cubicBezTo>
                  <a:cubicBezTo>
                    <a:pt x="20916" y="93497"/>
                    <a:pt x="4" y="72611"/>
                    <a:pt x="4" y="46847"/>
                  </a:cubicBezTo>
                  <a:cubicBezTo>
                    <a:pt x="4" y="21083"/>
                    <a:pt x="20916" y="197"/>
                    <a:pt x="46712" y="197"/>
                  </a:cubicBezTo>
                  <a:cubicBezTo>
                    <a:pt x="72509" y="197"/>
                    <a:pt x="93421" y="21083"/>
                    <a:pt x="93421" y="46847"/>
                  </a:cubicBezTo>
                  <a:close/>
                </a:path>
              </a:pathLst>
            </a:custGeom>
            <a:solidFill>
              <a:srgbClr val="E3FF7C"/>
            </a:solidFill>
            <a:ln w="3268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" name="Полилиния 116">
              <a:extLst>
                <a:ext uri="{FF2B5EF4-FFF2-40B4-BE49-F238E27FC236}">
                  <a16:creationId xmlns:a16="http://schemas.microsoft.com/office/drawing/2014/main" id="{8AAFD18B-40EE-435E-5035-F57E6D263151}"/>
                </a:ext>
              </a:extLst>
            </p:cNvPr>
            <p:cNvSpPr/>
            <p:nvPr/>
          </p:nvSpPr>
          <p:spPr>
            <a:xfrm rot="10800000" flipV="1">
              <a:off x="10556207" y="10935561"/>
              <a:ext cx="93416" cy="93300"/>
            </a:xfrm>
            <a:custGeom>
              <a:avLst/>
              <a:gdLst>
                <a:gd name="connsiteX0" fmla="*/ 93737 w 93416"/>
                <a:gd name="connsiteY0" fmla="*/ 46847 h 93300"/>
                <a:gd name="connsiteX1" fmla="*/ 47028 w 93416"/>
                <a:gd name="connsiteY1" fmla="*/ 93497 h 93300"/>
                <a:gd name="connsiteX2" fmla="*/ 320 w 93416"/>
                <a:gd name="connsiteY2" fmla="*/ 46847 h 93300"/>
                <a:gd name="connsiteX3" fmla="*/ 47028 w 93416"/>
                <a:gd name="connsiteY3" fmla="*/ 197 h 93300"/>
                <a:gd name="connsiteX4" fmla="*/ 93737 w 93416"/>
                <a:gd name="connsiteY4" fmla="*/ 46847 h 9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416" h="93300">
                  <a:moveTo>
                    <a:pt x="93737" y="46847"/>
                  </a:moveTo>
                  <a:cubicBezTo>
                    <a:pt x="93737" y="72611"/>
                    <a:pt x="72824" y="93497"/>
                    <a:pt x="47028" y="93497"/>
                  </a:cubicBezTo>
                  <a:cubicBezTo>
                    <a:pt x="21232" y="93497"/>
                    <a:pt x="320" y="72611"/>
                    <a:pt x="320" y="46847"/>
                  </a:cubicBezTo>
                  <a:cubicBezTo>
                    <a:pt x="320" y="21083"/>
                    <a:pt x="21232" y="197"/>
                    <a:pt x="47028" y="197"/>
                  </a:cubicBezTo>
                  <a:cubicBezTo>
                    <a:pt x="72824" y="197"/>
                    <a:pt x="93737" y="21083"/>
                    <a:pt x="93737" y="46847"/>
                  </a:cubicBezTo>
                  <a:close/>
                </a:path>
              </a:pathLst>
            </a:custGeom>
            <a:solidFill>
              <a:srgbClr val="E3FF7C"/>
            </a:solidFill>
            <a:ln w="3268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9" name="Полилиния 258">
              <a:extLst>
                <a:ext uri="{FF2B5EF4-FFF2-40B4-BE49-F238E27FC236}">
                  <a16:creationId xmlns:a16="http://schemas.microsoft.com/office/drawing/2014/main" id="{795921AB-8898-31AC-0965-CD9E931B60C2}"/>
                </a:ext>
              </a:extLst>
            </p:cNvPr>
            <p:cNvSpPr/>
            <p:nvPr/>
          </p:nvSpPr>
          <p:spPr>
            <a:xfrm rot="10800000" flipV="1">
              <a:off x="10050286" y="10118947"/>
              <a:ext cx="93416" cy="93300"/>
            </a:xfrm>
            <a:custGeom>
              <a:avLst/>
              <a:gdLst>
                <a:gd name="connsiteX0" fmla="*/ 93690 w 93416"/>
                <a:gd name="connsiteY0" fmla="*/ 46772 h 93300"/>
                <a:gd name="connsiteX1" fmla="*/ 46982 w 93416"/>
                <a:gd name="connsiteY1" fmla="*/ 93422 h 93300"/>
                <a:gd name="connsiteX2" fmla="*/ 273 w 93416"/>
                <a:gd name="connsiteY2" fmla="*/ 46772 h 93300"/>
                <a:gd name="connsiteX3" fmla="*/ 46982 w 93416"/>
                <a:gd name="connsiteY3" fmla="*/ 122 h 93300"/>
                <a:gd name="connsiteX4" fmla="*/ 93690 w 93416"/>
                <a:gd name="connsiteY4" fmla="*/ 46772 h 9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416" h="93300">
                  <a:moveTo>
                    <a:pt x="93690" y="46772"/>
                  </a:moveTo>
                  <a:cubicBezTo>
                    <a:pt x="93690" y="72536"/>
                    <a:pt x="72778" y="93422"/>
                    <a:pt x="46982" y="93422"/>
                  </a:cubicBezTo>
                  <a:cubicBezTo>
                    <a:pt x="21185" y="93422"/>
                    <a:pt x="273" y="72536"/>
                    <a:pt x="273" y="46772"/>
                  </a:cubicBezTo>
                  <a:cubicBezTo>
                    <a:pt x="273" y="21008"/>
                    <a:pt x="21185" y="122"/>
                    <a:pt x="46982" y="122"/>
                  </a:cubicBezTo>
                  <a:cubicBezTo>
                    <a:pt x="72778" y="122"/>
                    <a:pt x="93690" y="21008"/>
                    <a:pt x="93690" y="46772"/>
                  </a:cubicBezTo>
                  <a:close/>
                </a:path>
              </a:pathLst>
            </a:custGeom>
            <a:solidFill>
              <a:srgbClr val="E3FF7C"/>
            </a:solidFill>
            <a:ln w="3268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60" name="Группа 259">
            <a:extLst>
              <a:ext uri="{FF2B5EF4-FFF2-40B4-BE49-F238E27FC236}">
                <a16:creationId xmlns:a16="http://schemas.microsoft.com/office/drawing/2014/main" id="{219E8F9E-8201-56FE-57FA-2BF309F7F0DF}"/>
              </a:ext>
            </a:extLst>
          </p:cNvPr>
          <p:cNvGrpSpPr/>
          <p:nvPr userDrawn="1"/>
        </p:nvGrpSpPr>
        <p:grpSpPr>
          <a:xfrm>
            <a:off x="13566873" y="8945020"/>
            <a:ext cx="3951442" cy="2626137"/>
            <a:chOff x="13566873" y="8945020"/>
            <a:chExt cx="3951442" cy="2626137"/>
          </a:xfrm>
        </p:grpSpPr>
        <p:sp>
          <p:nvSpPr>
            <p:cNvPr id="261" name="Полилиния 260">
              <a:extLst>
                <a:ext uri="{FF2B5EF4-FFF2-40B4-BE49-F238E27FC236}">
                  <a16:creationId xmlns:a16="http://schemas.microsoft.com/office/drawing/2014/main" id="{81752DFB-57FF-4D2F-67F7-30FA0EB01308}"/>
                </a:ext>
              </a:extLst>
            </p:cNvPr>
            <p:cNvSpPr/>
            <p:nvPr/>
          </p:nvSpPr>
          <p:spPr>
            <a:xfrm>
              <a:off x="15786263" y="10371286"/>
              <a:ext cx="573594" cy="1153711"/>
            </a:xfrm>
            <a:custGeom>
              <a:avLst/>
              <a:gdLst>
                <a:gd name="connsiteX0" fmla="*/ 0 w 573594"/>
                <a:gd name="connsiteY0" fmla="*/ 0 h 1153711"/>
                <a:gd name="connsiteX1" fmla="*/ 573595 w 573594"/>
                <a:gd name="connsiteY1" fmla="*/ 0 h 1153711"/>
                <a:gd name="connsiteX2" fmla="*/ 573595 w 573594"/>
                <a:gd name="connsiteY2" fmla="*/ 1153712 h 1153711"/>
                <a:gd name="connsiteX3" fmla="*/ 0 w 573594"/>
                <a:gd name="connsiteY3" fmla="*/ 1153712 h 1153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3594" h="1153711">
                  <a:moveTo>
                    <a:pt x="0" y="0"/>
                  </a:moveTo>
                  <a:lnTo>
                    <a:pt x="573595" y="0"/>
                  </a:lnTo>
                  <a:lnTo>
                    <a:pt x="573595" y="1153712"/>
                  </a:lnTo>
                  <a:lnTo>
                    <a:pt x="0" y="1153712"/>
                  </a:lnTo>
                  <a:close/>
                </a:path>
              </a:pathLst>
            </a:custGeom>
            <a:noFill/>
            <a:ln w="10886" cap="flat">
              <a:solidFill>
                <a:srgbClr val="775AFF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2" name="Полилиния 261">
              <a:extLst>
                <a:ext uri="{FF2B5EF4-FFF2-40B4-BE49-F238E27FC236}">
                  <a16:creationId xmlns:a16="http://schemas.microsoft.com/office/drawing/2014/main" id="{5DF4B483-CF6A-2D6A-9E36-310873289446}"/>
                </a:ext>
              </a:extLst>
            </p:cNvPr>
            <p:cNvSpPr/>
            <p:nvPr/>
          </p:nvSpPr>
          <p:spPr>
            <a:xfrm>
              <a:off x="14968955" y="9210115"/>
              <a:ext cx="329910" cy="429372"/>
            </a:xfrm>
            <a:custGeom>
              <a:avLst/>
              <a:gdLst>
                <a:gd name="connsiteX0" fmla="*/ 0 w 329910"/>
                <a:gd name="connsiteY0" fmla="*/ 0 h 429372"/>
                <a:gd name="connsiteX1" fmla="*/ 329911 w 329910"/>
                <a:gd name="connsiteY1" fmla="*/ 0 h 429372"/>
                <a:gd name="connsiteX2" fmla="*/ 329911 w 329910"/>
                <a:gd name="connsiteY2" fmla="*/ 429373 h 429372"/>
                <a:gd name="connsiteX3" fmla="*/ 0 w 329910"/>
                <a:gd name="connsiteY3" fmla="*/ 429373 h 429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910" h="429372">
                  <a:moveTo>
                    <a:pt x="0" y="0"/>
                  </a:moveTo>
                  <a:lnTo>
                    <a:pt x="329911" y="0"/>
                  </a:lnTo>
                  <a:lnTo>
                    <a:pt x="329911" y="429373"/>
                  </a:lnTo>
                  <a:lnTo>
                    <a:pt x="0" y="429373"/>
                  </a:lnTo>
                  <a:close/>
                </a:path>
              </a:pathLst>
            </a:custGeom>
            <a:noFill/>
            <a:ln w="10886" cap="flat">
              <a:solidFill>
                <a:srgbClr val="775AFF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3" name="Полилиния 262">
              <a:extLst>
                <a:ext uri="{FF2B5EF4-FFF2-40B4-BE49-F238E27FC236}">
                  <a16:creationId xmlns:a16="http://schemas.microsoft.com/office/drawing/2014/main" id="{9845E502-F98D-4614-A515-CA7DBE1453CB}"/>
                </a:ext>
              </a:extLst>
            </p:cNvPr>
            <p:cNvSpPr/>
            <p:nvPr/>
          </p:nvSpPr>
          <p:spPr>
            <a:xfrm>
              <a:off x="13619376" y="8993557"/>
              <a:ext cx="3898939" cy="2531430"/>
            </a:xfrm>
            <a:custGeom>
              <a:avLst/>
              <a:gdLst>
                <a:gd name="connsiteX0" fmla="*/ 826650 w 3898939"/>
                <a:gd name="connsiteY0" fmla="*/ 0 h 2531430"/>
                <a:gd name="connsiteX1" fmla="*/ 136349 w 3898939"/>
                <a:gd name="connsiteY1" fmla="*/ 0 h 2531430"/>
                <a:gd name="connsiteX2" fmla="*/ 0 w 3898939"/>
                <a:gd name="connsiteY2" fmla="*/ 135791 h 2531430"/>
                <a:gd name="connsiteX3" fmla="*/ 0 w 3898939"/>
                <a:gd name="connsiteY3" fmla="*/ 1086406 h 2531430"/>
                <a:gd name="connsiteX4" fmla="*/ 1387120 w 3898939"/>
                <a:gd name="connsiteY4" fmla="*/ 0 h 2531430"/>
                <a:gd name="connsiteX5" fmla="*/ 2440591 w 3898939"/>
                <a:gd name="connsiteY5" fmla="*/ 0 h 2531430"/>
                <a:gd name="connsiteX6" fmla="*/ 0 w 3898939"/>
                <a:gd name="connsiteY6" fmla="*/ 1596211 h 2531430"/>
                <a:gd name="connsiteX7" fmla="*/ 0 w 3898939"/>
                <a:gd name="connsiteY7" fmla="*/ 2395647 h 2531430"/>
                <a:gd name="connsiteX8" fmla="*/ 136349 w 3898939"/>
                <a:gd name="connsiteY8" fmla="*/ 2531431 h 2531430"/>
                <a:gd name="connsiteX9" fmla="*/ 1387120 w 3898939"/>
                <a:gd name="connsiteY9" fmla="*/ 2531431 h 2531430"/>
                <a:gd name="connsiteX10" fmla="*/ 3136024 w 3898939"/>
                <a:gd name="connsiteY10" fmla="*/ 2531431 h 2531430"/>
                <a:gd name="connsiteX11" fmla="*/ 3762589 w 3898939"/>
                <a:gd name="connsiteY11" fmla="*/ 2531431 h 2531430"/>
                <a:gd name="connsiteX12" fmla="*/ 3898939 w 3898939"/>
                <a:gd name="connsiteY12" fmla="*/ 2395647 h 2531430"/>
                <a:gd name="connsiteX13" fmla="*/ 3898939 w 3898939"/>
                <a:gd name="connsiteY13" fmla="*/ 135791 h 2531430"/>
                <a:gd name="connsiteX14" fmla="*/ 3762589 w 3898939"/>
                <a:gd name="connsiteY14" fmla="*/ 0 h 2531430"/>
                <a:gd name="connsiteX15" fmla="*/ 2933574 w 3898939"/>
                <a:gd name="connsiteY15" fmla="*/ 0 h 253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898939" h="2531430">
                  <a:moveTo>
                    <a:pt x="826650" y="0"/>
                  </a:moveTo>
                  <a:lnTo>
                    <a:pt x="136349" y="0"/>
                  </a:lnTo>
                  <a:cubicBezTo>
                    <a:pt x="61045" y="0"/>
                    <a:pt x="0" y="60796"/>
                    <a:pt x="0" y="135791"/>
                  </a:cubicBezTo>
                  <a:lnTo>
                    <a:pt x="0" y="1086406"/>
                  </a:lnTo>
                  <a:moveTo>
                    <a:pt x="1387120" y="0"/>
                  </a:moveTo>
                  <a:lnTo>
                    <a:pt x="2440591" y="0"/>
                  </a:lnTo>
                  <a:moveTo>
                    <a:pt x="0" y="1596211"/>
                  </a:moveTo>
                  <a:lnTo>
                    <a:pt x="0" y="2395647"/>
                  </a:lnTo>
                  <a:cubicBezTo>
                    <a:pt x="0" y="2470639"/>
                    <a:pt x="61046" y="2531431"/>
                    <a:pt x="136349" y="2531431"/>
                  </a:cubicBezTo>
                  <a:lnTo>
                    <a:pt x="1387120" y="2531431"/>
                  </a:lnTo>
                  <a:moveTo>
                    <a:pt x="3136024" y="2531431"/>
                  </a:moveTo>
                  <a:lnTo>
                    <a:pt x="3762589" y="2531431"/>
                  </a:lnTo>
                  <a:cubicBezTo>
                    <a:pt x="3837898" y="2531431"/>
                    <a:pt x="3898939" y="2470639"/>
                    <a:pt x="3898939" y="2395647"/>
                  </a:cubicBezTo>
                  <a:lnTo>
                    <a:pt x="3898939" y="135791"/>
                  </a:lnTo>
                  <a:cubicBezTo>
                    <a:pt x="3898939" y="60796"/>
                    <a:pt x="3837898" y="0"/>
                    <a:pt x="3762589" y="0"/>
                  </a:cubicBezTo>
                  <a:lnTo>
                    <a:pt x="2933574" y="0"/>
                  </a:lnTo>
                </a:path>
              </a:pathLst>
            </a:custGeom>
            <a:noFill/>
            <a:ln w="1088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4" name="Полилиния 263">
              <a:extLst>
                <a:ext uri="{FF2B5EF4-FFF2-40B4-BE49-F238E27FC236}">
                  <a16:creationId xmlns:a16="http://schemas.microsoft.com/office/drawing/2014/main" id="{28324802-B825-AE02-8FD6-DFE1D8330512}"/>
                </a:ext>
              </a:extLst>
            </p:cNvPr>
            <p:cNvSpPr/>
            <p:nvPr/>
          </p:nvSpPr>
          <p:spPr>
            <a:xfrm>
              <a:off x="14076695" y="9411731"/>
              <a:ext cx="2984182" cy="1683891"/>
            </a:xfrm>
            <a:custGeom>
              <a:avLst/>
              <a:gdLst>
                <a:gd name="connsiteX0" fmla="*/ 0 w 2984182"/>
                <a:gd name="connsiteY0" fmla="*/ 12291 h 1683891"/>
                <a:gd name="connsiteX1" fmla="*/ 0 w 2984182"/>
                <a:gd name="connsiteY1" fmla="*/ 1572349 h 1683891"/>
                <a:gd name="connsiteX2" fmla="*/ 112000 w 2984182"/>
                <a:gd name="connsiteY2" fmla="*/ 1683892 h 1683891"/>
                <a:gd name="connsiteX3" fmla="*/ 1985082 w 2984182"/>
                <a:gd name="connsiteY3" fmla="*/ 1683892 h 1683891"/>
                <a:gd name="connsiteX4" fmla="*/ 457375 w 2984182"/>
                <a:gd name="connsiteY4" fmla="*/ 423167 h 1683891"/>
                <a:gd name="connsiteX5" fmla="*/ 457375 w 2984182"/>
                <a:gd name="connsiteY5" fmla="*/ 111543 h 1683891"/>
                <a:gd name="connsiteX6" fmla="*/ 569375 w 2984182"/>
                <a:gd name="connsiteY6" fmla="*/ 0 h 1683891"/>
                <a:gd name="connsiteX7" fmla="*/ 1059088 w 2984182"/>
                <a:gd name="connsiteY7" fmla="*/ 0 h 1683891"/>
                <a:gd name="connsiteX8" fmla="*/ 1225916 w 2984182"/>
                <a:gd name="connsiteY8" fmla="*/ 0 h 1683891"/>
                <a:gd name="connsiteX9" fmla="*/ 2872183 w 2984182"/>
                <a:gd name="connsiteY9" fmla="*/ 0 h 1683891"/>
                <a:gd name="connsiteX10" fmla="*/ 2984183 w 2984182"/>
                <a:gd name="connsiteY10" fmla="*/ 111543 h 1683891"/>
                <a:gd name="connsiteX11" fmla="*/ 2984183 w 2984182"/>
                <a:gd name="connsiteY11" fmla="*/ 1572349 h 1683891"/>
                <a:gd name="connsiteX12" fmla="*/ 2872183 w 2984182"/>
                <a:gd name="connsiteY12" fmla="*/ 1683892 h 1683891"/>
                <a:gd name="connsiteX13" fmla="*/ 2286875 w 2984182"/>
                <a:gd name="connsiteY13" fmla="*/ 1683892 h 1683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984182" h="1683891">
                  <a:moveTo>
                    <a:pt x="0" y="12291"/>
                  </a:moveTo>
                  <a:lnTo>
                    <a:pt x="0" y="1572349"/>
                  </a:lnTo>
                  <a:cubicBezTo>
                    <a:pt x="0" y="1633945"/>
                    <a:pt x="50144" y="1683892"/>
                    <a:pt x="112000" y="1683892"/>
                  </a:cubicBezTo>
                  <a:lnTo>
                    <a:pt x="1985082" y="1683892"/>
                  </a:lnTo>
                  <a:moveTo>
                    <a:pt x="457375" y="423167"/>
                  </a:moveTo>
                  <a:lnTo>
                    <a:pt x="457375" y="111543"/>
                  </a:lnTo>
                  <a:cubicBezTo>
                    <a:pt x="457375" y="49940"/>
                    <a:pt x="507520" y="0"/>
                    <a:pt x="569375" y="0"/>
                  </a:cubicBezTo>
                  <a:lnTo>
                    <a:pt x="1059088" y="0"/>
                  </a:lnTo>
                  <a:moveTo>
                    <a:pt x="1225916" y="0"/>
                  </a:moveTo>
                  <a:lnTo>
                    <a:pt x="2872183" y="0"/>
                  </a:lnTo>
                  <a:cubicBezTo>
                    <a:pt x="2934042" y="0"/>
                    <a:pt x="2984183" y="49940"/>
                    <a:pt x="2984183" y="111543"/>
                  </a:cubicBezTo>
                  <a:lnTo>
                    <a:pt x="2984183" y="1572349"/>
                  </a:lnTo>
                  <a:cubicBezTo>
                    <a:pt x="2984183" y="1633945"/>
                    <a:pt x="2934042" y="1683892"/>
                    <a:pt x="2872183" y="1683892"/>
                  </a:cubicBezTo>
                  <a:lnTo>
                    <a:pt x="2286875" y="1683892"/>
                  </a:lnTo>
                </a:path>
              </a:pathLst>
            </a:custGeom>
            <a:noFill/>
            <a:ln w="1088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5" name="Полилиния 264">
              <a:extLst>
                <a:ext uri="{FF2B5EF4-FFF2-40B4-BE49-F238E27FC236}">
                  <a16:creationId xmlns:a16="http://schemas.microsoft.com/office/drawing/2014/main" id="{2A5FEBD4-AD5F-805E-FB3E-015327676AB1}"/>
                </a:ext>
              </a:extLst>
            </p:cNvPr>
            <p:cNvSpPr/>
            <p:nvPr/>
          </p:nvSpPr>
          <p:spPr>
            <a:xfrm>
              <a:off x="14534077" y="9852308"/>
              <a:ext cx="2069438" cy="817673"/>
            </a:xfrm>
            <a:custGeom>
              <a:avLst/>
              <a:gdLst>
                <a:gd name="connsiteX0" fmla="*/ 0 w 2069438"/>
                <a:gd name="connsiteY0" fmla="*/ 361256 h 817673"/>
                <a:gd name="connsiteX1" fmla="*/ 0 w 2069438"/>
                <a:gd name="connsiteY1" fmla="*/ 754634 h 817673"/>
                <a:gd name="connsiteX2" fmla="*/ 63304 w 2069438"/>
                <a:gd name="connsiteY2" fmla="*/ 817674 h 817673"/>
                <a:gd name="connsiteX3" fmla="*/ 991606 w 2069438"/>
                <a:gd name="connsiteY3" fmla="*/ 817674 h 817673"/>
                <a:gd name="connsiteX4" fmla="*/ 2069439 w 2069438"/>
                <a:gd name="connsiteY4" fmla="*/ 817674 h 817673"/>
                <a:gd name="connsiteX5" fmla="*/ 2069439 w 2069438"/>
                <a:gd name="connsiteY5" fmla="*/ 63047 h 817673"/>
                <a:gd name="connsiteX6" fmla="*/ 2006131 w 2069438"/>
                <a:gd name="connsiteY6" fmla="*/ 0 h 817673"/>
                <a:gd name="connsiteX7" fmla="*/ 1360883 w 2069438"/>
                <a:gd name="connsiteY7" fmla="*/ 0 h 8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69438" h="817673">
                  <a:moveTo>
                    <a:pt x="0" y="361256"/>
                  </a:moveTo>
                  <a:lnTo>
                    <a:pt x="0" y="754634"/>
                  </a:lnTo>
                  <a:cubicBezTo>
                    <a:pt x="0" y="789449"/>
                    <a:pt x="28343" y="817674"/>
                    <a:pt x="63304" y="817674"/>
                  </a:cubicBezTo>
                  <a:lnTo>
                    <a:pt x="991606" y="817674"/>
                  </a:lnTo>
                  <a:moveTo>
                    <a:pt x="2069439" y="817674"/>
                  </a:moveTo>
                  <a:lnTo>
                    <a:pt x="2069439" y="63047"/>
                  </a:lnTo>
                  <a:cubicBezTo>
                    <a:pt x="2069439" y="28227"/>
                    <a:pt x="2041099" y="0"/>
                    <a:pt x="2006131" y="0"/>
                  </a:cubicBezTo>
                  <a:lnTo>
                    <a:pt x="1360883" y="0"/>
                  </a:lnTo>
                </a:path>
              </a:pathLst>
            </a:custGeom>
            <a:noFill/>
            <a:ln w="1088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6" name="Полилиния 265">
              <a:extLst>
                <a:ext uri="{FF2B5EF4-FFF2-40B4-BE49-F238E27FC236}">
                  <a16:creationId xmlns:a16="http://schemas.microsoft.com/office/drawing/2014/main" id="{FDEE79D4-B9FC-4C49-80F6-645F1FB682A7}"/>
                </a:ext>
              </a:extLst>
            </p:cNvPr>
            <p:cNvSpPr/>
            <p:nvPr/>
          </p:nvSpPr>
          <p:spPr>
            <a:xfrm rot="10800000" flipV="1">
              <a:off x="14412803" y="8951141"/>
              <a:ext cx="88935" cy="88572"/>
            </a:xfrm>
            <a:custGeom>
              <a:avLst/>
              <a:gdLst>
                <a:gd name="connsiteX0" fmla="*/ 89015 w 88935"/>
                <a:gd name="connsiteY0" fmla="*/ 44289 h 88572"/>
                <a:gd name="connsiteX1" fmla="*/ 44548 w 88935"/>
                <a:gd name="connsiteY1" fmla="*/ 88575 h 88572"/>
                <a:gd name="connsiteX2" fmla="*/ 80 w 88935"/>
                <a:gd name="connsiteY2" fmla="*/ 44289 h 88572"/>
                <a:gd name="connsiteX3" fmla="*/ 44548 w 88935"/>
                <a:gd name="connsiteY3" fmla="*/ 3 h 88572"/>
                <a:gd name="connsiteX4" fmla="*/ 89015 w 88935"/>
                <a:gd name="connsiteY4" fmla="*/ 44289 h 8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935" h="88572">
                  <a:moveTo>
                    <a:pt x="89015" y="44289"/>
                  </a:moveTo>
                  <a:cubicBezTo>
                    <a:pt x="89015" y="68748"/>
                    <a:pt x="69106" y="88575"/>
                    <a:pt x="44548" y="88575"/>
                  </a:cubicBezTo>
                  <a:cubicBezTo>
                    <a:pt x="19989" y="88575"/>
                    <a:pt x="80" y="68748"/>
                    <a:pt x="80" y="44289"/>
                  </a:cubicBezTo>
                  <a:cubicBezTo>
                    <a:pt x="80" y="19831"/>
                    <a:pt x="19989" y="3"/>
                    <a:pt x="44548" y="3"/>
                  </a:cubicBezTo>
                  <a:cubicBezTo>
                    <a:pt x="69106" y="3"/>
                    <a:pt x="89015" y="19831"/>
                    <a:pt x="89015" y="44289"/>
                  </a:cubicBezTo>
                  <a:close/>
                </a:path>
              </a:pathLst>
            </a:custGeom>
            <a:solidFill>
              <a:srgbClr val="775AFF"/>
            </a:solidFill>
            <a:ln w="32657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7" name="Полилиния 266">
              <a:extLst>
                <a:ext uri="{FF2B5EF4-FFF2-40B4-BE49-F238E27FC236}">
                  <a16:creationId xmlns:a16="http://schemas.microsoft.com/office/drawing/2014/main" id="{F623BA9E-45C3-3B25-4B77-75F3F289AA9E}"/>
                </a:ext>
              </a:extLst>
            </p:cNvPr>
            <p:cNvSpPr/>
            <p:nvPr/>
          </p:nvSpPr>
          <p:spPr>
            <a:xfrm rot="10800000" flipV="1">
              <a:off x="13576766" y="10564084"/>
              <a:ext cx="88935" cy="88572"/>
            </a:xfrm>
            <a:custGeom>
              <a:avLst/>
              <a:gdLst>
                <a:gd name="connsiteX0" fmla="*/ 88939 w 88935"/>
                <a:gd name="connsiteY0" fmla="*/ 44438 h 88572"/>
                <a:gd name="connsiteX1" fmla="*/ 44471 w 88935"/>
                <a:gd name="connsiteY1" fmla="*/ 88724 h 88572"/>
                <a:gd name="connsiteX2" fmla="*/ 3 w 88935"/>
                <a:gd name="connsiteY2" fmla="*/ 44438 h 88572"/>
                <a:gd name="connsiteX3" fmla="*/ 44471 w 88935"/>
                <a:gd name="connsiteY3" fmla="*/ 152 h 88572"/>
                <a:gd name="connsiteX4" fmla="*/ 88939 w 88935"/>
                <a:gd name="connsiteY4" fmla="*/ 44438 h 8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935" h="88572">
                  <a:moveTo>
                    <a:pt x="88939" y="44438"/>
                  </a:moveTo>
                  <a:cubicBezTo>
                    <a:pt x="88939" y="68896"/>
                    <a:pt x="69030" y="88724"/>
                    <a:pt x="44471" y="88724"/>
                  </a:cubicBezTo>
                  <a:cubicBezTo>
                    <a:pt x="19912" y="88724"/>
                    <a:pt x="3" y="68896"/>
                    <a:pt x="3" y="44438"/>
                  </a:cubicBezTo>
                  <a:cubicBezTo>
                    <a:pt x="3" y="19979"/>
                    <a:pt x="19912" y="152"/>
                    <a:pt x="44471" y="152"/>
                  </a:cubicBezTo>
                  <a:cubicBezTo>
                    <a:pt x="69030" y="152"/>
                    <a:pt x="88939" y="19979"/>
                    <a:pt x="88939" y="44438"/>
                  </a:cubicBezTo>
                  <a:close/>
                </a:path>
              </a:pathLst>
            </a:custGeom>
            <a:solidFill>
              <a:srgbClr val="775AFF"/>
            </a:solidFill>
            <a:ln w="32657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8" name="Полилиния 267">
              <a:extLst>
                <a:ext uri="{FF2B5EF4-FFF2-40B4-BE49-F238E27FC236}">
                  <a16:creationId xmlns:a16="http://schemas.microsoft.com/office/drawing/2014/main" id="{BA9209F4-7E0A-FC15-3B36-C047CC4BB577}"/>
                </a:ext>
              </a:extLst>
            </p:cNvPr>
            <p:cNvSpPr/>
            <p:nvPr/>
          </p:nvSpPr>
          <p:spPr>
            <a:xfrm rot="10800000" flipV="1">
              <a:off x="14978885" y="8951141"/>
              <a:ext cx="88935" cy="88572"/>
            </a:xfrm>
            <a:custGeom>
              <a:avLst/>
              <a:gdLst>
                <a:gd name="connsiteX0" fmla="*/ 89067 w 88935"/>
                <a:gd name="connsiteY0" fmla="*/ 44289 h 88572"/>
                <a:gd name="connsiteX1" fmla="*/ 44600 w 88935"/>
                <a:gd name="connsiteY1" fmla="*/ 88575 h 88572"/>
                <a:gd name="connsiteX2" fmla="*/ 132 w 88935"/>
                <a:gd name="connsiteY2" fmla="*/ 44289 h 88572"/>
                <a:gd name="connsiteX3" fmla="*/ 44600 w 88935"/>
                <a:gd name="connsiteY3" fmla="*/ 3 h 88572"/>
                <a:gd name="connsiteX4" fmla="*/ 89067 w 88935"/>
                <a:gd name="connsiteY4" fmla="*/ 44289 h 8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935" h="88572">
                  <a:moveTo>
                    <a:pt x="89067" y="44289"/>
                  </a:moveTo>
                  <a:cubicBezTo>
                    <a:pt x="89067" y="68748"/>
                    <a:pt x="69158" y="88575"/>
                    <a:pt x="44600" y="88575"/>
                  </a:cubicBezTo>
                  <a:cubicBezTo>
                    <a:pt x="20041" y="88575"/>
                    <a:pt x="132" y="68748"/>
                    <a:pt x="132" y="44289"/>
                  </a:cubicBezTo>
                  <a:cubicBezTo>
                    <a:pt x="132" y="19831"/>
                    <a:pt x="20041" y="3"/>
                    <a:pt x="44600" y="3"/>
                  </a:cubicBezTo>
                  <a:cubicBezTo>
                    <a:pt x="69158" y="3"/>
                    <a:pt x="89067" y="19831"/>
                    <a:pt x="89067" y="44289"/>
                  </a:cubicBezTo>
                  <a:close/>
                </a:path>
              </a:pathLst>
            </a:custGeom>
            <a:solidFill>
              <a:srgbClr val="775AFF"/>
            </a:solidFill>
            <a:ln w="32657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9" name="Полилиния 268">
              <a:extLst>
                <a:ext uri="{FF2B5EF4-FFF2-40B4-BE49-F238E27FC236}">
                  <a16:creationId xmlns:a16="http://schemas.microsoft.com/office/drawing/2014/main" id="{47FE8555-C2A5-4941-6DF2-2708CA09859D}"/>
                </a:ext>
              </a:extLst>
            </p:cNvPr>
            <p:cNvSpPr/>
            <p:nvPr/>
          </p:nvSpPr>
          <p:spPr>
            <a:xfrm rot="10800000" flipV="1">
              <a:off x="16500977" y="8951141"/>
              <a:ext cx="88935" cy="88572"/>
            </a:xfrm>
            <a:custGeom>
              <a:avLst/>
              <a:gdLst>
                <a:gd name="connsiteX0" fmla="*/ 89207 w 88935"/>
                <a:gd name="connsiteY0" fmla="*/ 44289 h 88572"/>
                <a:gd name="connsiteX1" fmla="*/ 44739 w 88935"/>
                <a:gd name="connsiteY1" fmla="*/ 88575 h 88572"/>
                <a:gd name="connsiteX2" fmla="*/ 272 w 88935"/>
                <a:gd name="connsiteY2" fmla="*/ 44289 h 88572"/>
                <a:gd name="connsiteX3" fmla="*/ 44739 w 88935"/>
                <a:gd name="connsiteY3" fmla="*/ 3 h 88572"/>
                <a:gd name="connsiteX4" fmla="*/ 89207 w 88935"/>
                <a:gd name="connsiteY4" fmla="*/ 44289 h 8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935" h="88572">
                  <a:moveTo>
                    <a:pt x="89207" y="44289"/>
                  </a:moveTo>
                  <a:cubicBezTo>
                    <a:pt x="89207" y="68748"/>
                    <a:pt x="69298" y="88575"/>
                    <a:pt x="44739" y="88575"/>
                  </a:cubicBezTo>
                  <a:cubicBezTo>
                    <a:pt x="20180" y="88575"/>
                    <a:pt x="272" y="68748"/>
                    <a:pt x="272" y="44289"/>
                  </a:cubicBezTo>
                  <a:cubicBezTo>
                    <a:pt x="272" y="19831"/>
                    <a:pt x="20180" y="3"/>
                    <a:pt x="44739" y="3"/>
                  </a:cubicBezTo>
                  <a:cubicBezTo>
                    <a:pt x="69298" y="3"/>
                    <a:pt x="89207" y="19831"/>
                    <a:pt x="89207" y="44289"/>
                  </a:cubicBezTo>
                  <a:close/>
                </a:path>
              </a:pathLst>
            </a:custGeom>
            <a:solidFill>
              <a:srgbClr val="775AFF"/>
            </a:solidFill>
            <a:ln w="32657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0" name="Полилиния 269">
              <a:extLst>
                <a:ext uri="{FF2B5EF4-FFF2-40B4-BE49-F238E27FC236}">
                  <a16:creationId xmlns:a16="http://schemas.microsoft.com/office/drawing/2014/main" id="{CBF5BBE2-DFF4-1BC7-925F-1AC089F09238}"/>
                </a:ext>
              </a:extLst>
            </p:cNvPr>
            <p:cNvSpPr/>
            <p:nvPr/>
          </p:nvSpPr>
          <p:spPr>
            <a:xfrm rot="10800000" flipV="1">
              <a:off x="16692177" y="11482585"/>
              <a:ext cx="88935" cy="88572"/>
            </a:xfrm>
            <a:custGeom>
              <a:avLst/>
              <a:gdLst>
                <a:gd name="connsiteX0" fmla="*/ 89224 w 88935"/>
                <a:gd name="connsiteY0" fmla="*/ 44522 h 88572"/>
                <a:gd name="connsiteX1" fmla="*/ 44757 w 88935"/>
                <a:gd name="connsiteY1" fmla="*/ 88809 h 88572"/>
                <a:gd name="connsiteX2" fmla="*/ 289 w 88935"/>
                <a:gd name="connsiteY2" fmla="*/ 44522 h 88572"/>
                <a:gd name="connsiteX3" fmla="*/ 44757 w 88935"/>
                <a:gd name="connsiteY3" fmla="*/ 236 h 88572"/>
                <a:gd name="connsiteX4" fmla="*/ 89224 w 88935"/>
                <a:gd name="connsiteY4" fmla="*/ 44522 h 8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935" h="88572">
                  <a:moveTo>
                    <a:pt x="89224" y="44522"/>
                  </a:moveTo>
                  <a:cubicBezTo>
                    <a:pt x="89224" y="68981"/>
                    <a:pt x="69316" y="88809"/>
                    <a:pt x="44757" y="88809"/>
                  </a:cubicBezTo>
                  <a:cubicBezTo>
                    <a:pt x="20198" y="88809"/>
                    <a:pt x="289" y="68981"/>
                    <a:pt x="289" y="44522"/>
                  </a:cubicBezTo>
                  <a:cubicBezTo>
                    <a:pt x="289" y="20064"/>
                    <a:pt x="20198" y="236"/>
                    <a:pt x="44757" y="236"/>
                  </a:cubicBezTo>
                  <a:cubicBezTo>
                    <a:pt x="69316" y="236"/>
                    <a:pt x="89224" y="20064"/>
                    <a:pt x="89224" y="44522"/>
                  </a:cubicBezTo>
                  <a:close/>
                </a:path>
              </a:pathLst>
            </a:custGeom>
            <a:solidFill>
              <a:srgbClr val="775AFF"/>
            </a:solidFill>
            <a:ln w="32657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1" name="Полилиния 270">
              <a:extLst>
                <a:ext uri="{FF2B5EF4-FFF2-40B4-BE49-F238E27FC236}">
                  <a16:creationId xmlns:a16="http://schemas.microsoft.com/office/drawing/2014/main" id="{29957370-9958-C0BA-68DC-9AB76BBCE3C1}"/>
                </a:ext>
              </a:extLst>
            </p:cNvPr>
            <p:cNvSpPr/>
            <p:nvPr/>
          </p:nvSpPr>
          <p:spPr>
            <a:xfrm rot="10800000" flipV="1">
              <a:off x="14982634" y="11482585"/>
              <a:ext cx="88935" cy="88572"/>
            </a:xfrm>
            <a:custGeom>
              <a:avLst/>
              <a:gdLst>
                <a:gd name="connsiteX0" fmla="*/ 89068 w 88935"/>
                <a:gd name="connsiteY0" fmla="*/ 44522 h 88572"/>
                <a:gd name="connsiteX1" fmla="*/ 44600 w 88935"/>
                <a:gd name="connsiteY1" fmla="*/ 88809 h 88572"/>
                <a:gd name="connsiteX2" fmla="*/ 132 w 88935"/>
                <a:gd name="connsiteY2" fmla="*/ 44522 h 88572"/>
                <a:gd name="connsiteX3" fmla="*/ 44600 w 88935"/>
                <a:gd name="connsiteY3" fmla="*/ 236 h 88572"/>
                <a:gd name="connsiteX4" fmla="*/ 89068 w 88935"/>
                <a:gd name="connsiteY4" fmla="*/ 44522 h 8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935" h="88572">
                  <a:moveTo>
                    <a:pt x="89068" y="44522"/>
                  </a:moveTo>
                  <a:cubicBezTo>
                    <a:pt x="89068" y="68981"/>
                    <a:pt x="69159" y="88809"/>
                    <a:pt x="44600" y="88809"/>
                  </a:cubicBezTo>
                  <a:cubicBezTo>
                    <a:pt x="20041" y="88809"/>
                    <a:pt x="132" y="68981"/>
                    <a:pt x="132" y="44522"/>
                  </a:cubicBezTo>
                  <a:cubicBezTo>
                    <a:pt x="132" y="20064"/>
                    <a:pt x="20041" y="236"/>
                    <a:pt x="44600" y="236"/>
                  </a:cubicBezTo>
                  <a:cubicBezTo>
                    <a:pt x="69159" y="236"/>
                    <a:pt x="89068" y="20064"/>
                    <a:pt x="89068" y="44522"/>
                  </a:cubicBezTo>
                  <a:close/>
                </a:path>
              </a:pathLst>
            </a:custGeom>
            <a:solidFill>
              <a:srgbClr val="775AFF"/>
            </a:solidFill>
            <a:ln w="32657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2" name="Полилиния 271">
              <a:extLst>
                <a:ext uri="{FF2B5EF4-FFF2-40B4-BE49-F238E27FC236}">
                  <a16:creationId xmlns:a16="http://schemas.microsoft.com/office/drawing/2014/main" id="{E4AE9607-FDC7-9A2D-3BF9-5EBA74C10BBB}"/>
                </a:ext>
              </a:extLst>
            </p:cNvPr>
            <p:cNvSpPr/>
            <p:nvPr/>
          </p:nvSpPr>
          <p:spPr>
            <a:xfrm>
              <a:off x="13566873" y="10035769"/>
              <a:ext cx="105984" cy="49708"/>
            </a:xfrm>
            <a:custGeom>
              <a:avLst/>
              <a:gdLst>
                <a:gd name="connsiteX0" fmla="*/ 0 w 105984"/>
                <a:gd name="connsiteY0" fmla="*/ 0 h 49708"/>
                <a:gd name="connsiteX1" fmla="*/ 52992 w 105984"/>
                <a:gd name="connsiteY1" fmla="*/ 49708 h 49708"/>
                <a:gd name="connsiteX2" fmla="*/ 105984 w 105984"/>
                <a:gd name="connsiteY2" fmla="*/ 0 h 49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984" h="49708">
                  <a:moveTo>
                    <a:pt x="0" y="0"/>
                  </a:moveTo>
                  <a:lnTo>
                    <a:pt x="52992" y="49708"/>
                  </a:lnTo>
                  <a:lnTo>
                    <a:pt x="105984" y="0"/>
                  </a:lnTo>
                </a:path>
              </a:pathLst>
            </a:custGeom>
            <a:noFill/>
            <a:ln w="1088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3" name="Полилиния 272">
              <a:extLst>
                <a:ext uri="{FF2B5EF4-FFF2-40B4-BE49-F238E27FC236}">
                  <a16:creationId xmlns:a16="http://schemas.microsoft.com/office/drawing/2014/main" id="{CEEAD960-7DFB-2D2B-33FF-7D509C247828}"/>
                </a:ext>
              </a:extLst>
            </p:cNvPr>
            <p:cNvSpPr/>
            <p:nvPr/>
          </p:nvSpPr>
          <p:spPr>
            <a:xfrm rot="10800000" flipV="1">
              <a:off x="14487720" y="10164594"/>
              <a:ext cx="88935" cy="88572"/>
            </a:xfrm>
            <a:custGeom>
              <a:avLst/>
              <a:gdLst>
                <a:gd name="connsiteX0" fmla="*/ 89022 w 88935"/>
                <a:gd name="connsiteY0" fmla="*/ 44401 h 88572"/>
                <a:gd name="connsiteX1" fmla="*/ 44554 w 88935"/>
                <a:gd name="connsiteY1" fmla="*/ 88687 h 88572"/>
                <a:gd name="connsiteX2" fmla="*/ 87 w 88935"/>
                <a:gd name="connsiteY2" fmla="*/ 44401 h 88572"/>
                <a:gd name="connsiteX3" fmla="*/ 44554 w 88935"/>
                <a:gd name="connsiteY3" fmla="*/ 115 h 88572"/>
                <a:gd name="connsiteX4" fmla="*/ 89022 w 88935"/>
                <a:gd name="connsiteY4" fmla="*/ 44401 h 8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935" h="88572">
                  <a:moveTo>
                    <a:pt x="89022" y="44401"/>
                  </a:moveTo>
                  <a:cubicBezTo>
                    <a:pt x="89022" y="68860"/>
                    <a:pt x="69113" y="88687"/>
                    <a:pt x="44554" y="88687"/>
                  </a:cubicBezTo>
                  <a:cubicBezTo>
                    <a:pt x="19996" y="88687"/>
                    <a:pt x="87" y="68860"/>
                    <a:pt x="87" y="44401"/>
                  </a:cubicBezTo>
                  <a:cubicBezTo>
                    <a:pt x="87" y="19942"/>
                    <a:pt x="19996" y="115"/>
                    <a:pt x="44554" y="115"/>
                  </a:cubicBezTo>
                  <a:cubicBezTo>
                    <a:pt x="69113" y="115"/>
                    <a:pt x="89022" y="19942"/>
                    <a:pt x="89022" y="44401"/>
                  </a:cubicBezTo>
                  <a:close/>
                </a:path>
              </a:pathLst>
            </a:custGeom>
            <a:solidFill>
              <a:srgbClr val="775AFF"/>
            </a:solidFill>
            <a:ln w="32657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4" name="Полилиния 273">
              <a:extLst>
                <a:ext uri="{FF2B5EF4-FFF2-40B4-BE49-F238E27FC236}">
                  <a16:creationId xmlns:a16="http://schemas.microsoft.com/office/drawing/2014/main" id="{AB15F62D-E03B-C563-D5CC-55C73A33043C}"/>
                </a:ext>
              </a:extLst>
            </p:cNvPr>
            <p:cNvSpPr/>
            <p:nvPr/>
          </p:nvSpPr>
          <p:spPr>
            <a:xfrm>
              <a:off x="16011297" y="8945020"/>
              <a:ext cx="53389" cy="99423"/>
            </a:xfrm>
            <a:custGeom>
              <a:avLst/>
              <a:gdLst>
                <a:gd name="connsiteX0" fmla="*/ 0 w 53389"/>
                <a:gd name="connsiteY0" fmla="*/ 99424 h 99423"/>
                <a:gd name="connsiteX1" fmla="*/ 53389 w 53389"/>
                <a:gd name="connsiteY1" fmla="*/ 50078 h 99423"/>
                <a:gd name="connsiteX2" fmla="*/ 785 w 53389"/>
                <a:gd name="connsiteY2" fmla="*/ 0 h 99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389" h="99423">
                  <a:moveTo>
                    <a:pt x="0" y="99424"/>
                  </a:moveTo>
                  <a:lnTo>
                    <a:pt x="53389" y="50078"/>
                  </a:lnTo>
                  <a:lnTo>
                    <a:pt x="785" y="0"/>
                  </a:lnTo>
                </a:path>
              </a:pathLst>
            </a:custGeom>
            <a:noFill/>
            <a:ln w="1088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5" name="Полилиния 274">
              <a:extLst>
                <a:ext uri="{FF2B5EF4-FFF2-40B4-BE49-F238E27FC236}">
                  <a16:creationId xmlns:a16="http://schemas.microsoft.com/office/drawing/2014/main" id="{9348C21F-05AA-7E25-531D-C9D9CED3EDA7}"/>
                </a:ext>
              </a:extLst>
            </p:cNvPr>
            <p:cNvSpPr/>
            <p:nvPr/>
          </p:nvSpPr>
          <p:spPr>
            <a:xfrm>
              <a:off x="15103949" y="9366926"/>
              <a:ext cx="59983" cy="93341"/>
            </a:xfrm>
            <a:custGeom>
              <a:avLst/>
              <a:gdLst>
                <a:gd name="connsiteX0" fmla="*/ 59984 w 59983"/>
                <a:gd name="connsiteY0" fmla="*/ 46671 h 93341"/>
                <a:gd name="connsiteX1" fmla="*/ 29992 w 59983"/>
                <a:gd name="connsiteY1" fmla="*/ 93342 h 93341"/>
                <a:gd name="connsiteX2" fmla="*/ 0 w 59983"/>
                <a:gd name="connsiteY2" fmla="*/ 46671 h 93341"/>
                <a:gd name="connsiteX3" fmla="*/ 29992 w 59983"/>
                <a:gd name="connsiteY3" fmla="*/ 0 h 93341"/>
                <a:gd name="connsiteX4" fmla="*/ 59984 w 59983"/>
                <a:gd name="connsiteY4" fmla="*/ 46671 h 9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983" h="93341">
                  <a:moveTo>
                    <a:pt x="59984" y="46671"/>
                  </a:moveTo>
                  <a:cubicBezTo>
                    <a:pt x="59984" y="72447"/>
                    <a:pt x="46556" y="93342"/>
                    <a:pt x="29992" y="93342"/>
                  </a:cubicBezTo>
                  <a:cubicBezTo>
                    <a:pt x="13428" y="93342"/>
                    <a:pt x="0" y="72447"/>
                    <a:pt x="0" y="46671"/>
                  </a:cubicBezTo>
                  <a:cubicBezTo>
                    <a:pt x="0" y="20895"/>
                    <a:pt x="13428" y="0"/>
                    <a:pt x="29992" y="0"/>
                  </a:cubicBezTo>
                  <a:cubicBezTo>
                    <a:pt x="46556" y="0"/>
                    <a:pt x="59984" y="20895"/>
                    <a:pt x="59984" y="46671"/>
                  </a:cubicBezTo>
                  <a:close/>
                </a:path>
              </a:pathLst>
            </a:custGeom>
            <a:noFill/>
            <a:ln w="1088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6" name="Полилиния 275">
              <a:extLst>
                <a:ext uri="{FF2B5EF4-FFF2-40B4-BE49-F238E27FC236}">
                  <a16:creationId xmlns:a16="http://schemas.microsoft.com/office/drawing/2014/main" id="{8BC01155-7395-661A-64CD-CC6A184B5E30}"/>
                </a:ext>
              </a:extLst>
            </p:cNvPr>
            <p:cNvSpPr/>
            <p:nvPr/>
          </p:nvSpPr>
          <p:spPr>
            <a:xfrm>
              <a:off x="16029942" y="11050819"/>
              <a:ext cx="59983" cy="93341"/>
            </a:xfrm>
            <a:custGeom>
              <a:avLst/>
              <a:gdLst>
                <a:gd name="connsiteX0" fmla="*/ 59984 w 59983"/>
                <a:gd name="connsiteY0" fmla="*/ 46671 h 93341"/>
                <a:gd name="connsiteX1" fmla="*/ 29992 w 59983"/>
                <a:gd name="connsiteY1" fmla="*/ 93342 h 93341"/>
                <a:gd name="connsiteX2" fmla="*/ 0 w 59983"/>
                <a:gd name="connsiteY2" fmla="*/ 46671 h 93341"/>
                <a:gd name="connsiteX3" fmla="*/ 29992 w 59983"/>
                <a:gd name="connsiteY3" fmla="*/ 0 h 93341"/>
                <a:gd name="connsiteX4" fmla="*/ 59984 w 59983"/>
                <a:gd name="connsiteY4" fmla="*/ 46671 h 9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983" h="93341">
                  <a:moveTo>
                    <a:pt x="59984" y="46671"/>
                  </a:moveTo>
                  <a:cubicBezTo>
                    <a:pt x="59984" y="72447"/>
                    <a:pt x="46556" y="93342"/>
                    <a:pt x="29992" y="93342"/>
                  </a:cubicBezTo>
                  <a:cubicBezTo>
                    <a:pt x="13428" y="93342"/>
                    <a:pt x="0" y="72447"/>
                    <a:pt x="0" y="46671"/>
                  </a:cubicBezTo>
                  <a:cubicBezTo>
                    <a:pt x="0" y="20895"/>
                    <a:pt x="13428" y="0"/>
                    <a:pt x="29992" y="0"/>
                  </a:cubicBezTo>
                  <a:cubicBezTo>
                    <a:pt x="46556" y="0"/>
                    <a:pt x="59984" y="20895"/>
                    <a:pt x="59984" y="46671"/>
                  </a:cubicBezTo>
                  <a:close/>
                </a:path>
              </a:pathLst>
            </a:custGeom>
            <a:noFill/>
            <a:ln w="1088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7" name="Полилиния 276">
              <a:extLst>
                <a:ext uri="{FF2B5EF4-FFF2-40B4-BE49-F238E27FC236}">
                  <a16:creationId xmlns:a16="http://schemas.microsoft.com/office/drawing/2014/main" id="{9AE6F36D-2AF1-EA87-9D38-20174C5D64D7}"/>
                </a:ext>
              </a:extLst>
            </p:cNvPr>
            <p:cNvSpPr/>
            <p:nvPr/>
          </p:nvSpPr>
          <p:spPr>
            <a:xfrm>
              <a:off x="13870527" y="10920140"/>
              <a:ext cx="588589" cy="403235"/>
            </a:xfrm>
            <a:custGeom>
              <a:avLst/>
              <a:gdLst>
                <a:gd name="connsiteX0" fmla="*/ 0 w 588589"/>
                <a:gd name="connsiteY0" fmla="*/ 0 h 403235"/>
                <a:gd name="connsiteX1" fmla="*/ 0 w 588589"/>
                <a:gd name="connsiteY1" fmla="*/ 291693 h 403235"/>
                <a:gd name="connsiteX2" fmla="*/ 112001 w 588589"/>
                <a:gd name="connsiteY2" fmla="*/ 403235 h 403235"/>
                <a:gd name="connsiteX3" fmla="*/ 588590 w 588589"/>
                <a:gd name="connsiteY3" fmla="*/ 403235 h 403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8589" h="403235">
                  <a:moveTo>
                    <a:pt x="0" y="0"/>
                  </a:moveTo>
                  <a:lnTo>
                    <a:pt x="0" y="291693"/>
                  </a:lnTo>
                  <a:cubicBezTo>
                    <a:pt x="0" y="353299"/>
                    <a:pt x="50144" y="403235"/>
                    <a:pt x="112001" y="403235"/>
                  </a:cubicBezTo>
                  <a:lnTo>
                    <a:pt x="588590" y="403235"/>
                  </a:lnTo>
                </a:path>
              </a:pathLst>
            </a:custGeom>
            <a:noFill/>
            <a:ln w="10886" cap="flat">
              <a:solidFill>
                <a:srgbClr val="E6E6E6"/>
              </a:solidFill>
              <a:custDash>
                <a:ds d="234750" sp="23475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8" name="Полилиния 277">
              <a:extLst>
                <a:ext uri="{FF2B5EF4-FFF2-40B4-BE49-F238E27FC236}">
                  <a16:creationId xmlns:a16="http://schemas.microsoft.com/office/drawing/2014/main" id="{C278F938-C579-4627-196A-71FE8F496E9D}"/>
                </a:ext>
              </a:extLst>
            </p:cNvPr>
            <p:cNvSpPr/>
            <p:nvPr/>
          </p:nvSpPr>
          <p:spPr>
            <a:xfrm>
              <a:off x="16176184" y="9210117"/>
              <a:ext cx="1124693" cy="1519603"/>
            </a:xfrm>
            <a:custGeom>
              <a:avLst/>
              <a:gdLst>
                <a:gd name="connsiteX0" fmla="*/ 1124693 w 1124693"/>
                <a:gd name="connsiteY0" fmla="*/ 1519603 h 1519603"/>
                <a:gd name="connsiteX1" fmla="*/ 1124693 w 1124693"/>
                <a:gd name="connsiteY1" fmla="*/ 111542 h 1519603"/>
                <a:gd name="connsiteX2" fmla="*/ 1012694 w 1124693"/>
                <a:gd name="connsiteY2" fmla="*/ 0 h 1519603"/>
                <a:gd name="connsiteX3" fmla="*/ 0 w 1124693"/>
                <a:gd name="connsiteY3" fmla="*/ 0 h 1519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4693" h="1519603">
                  <a:moveTo>
                    <a:pt x="1124693" y="1519603"/>
                  </a:moveTo>
                  <a:lnTo>
                    <a:pt x="1124693" y="111542"/>
                  </a:lnTo>
                  <a:cubicBezTo>
                    <a:pt x="1124693" y="49940"/>
                    <a:pt x="1074541" y="0"/>
                    <a:pt x="1012694" y="0"/>
                  </a:cubicBezTo>
                  <a:lnTo>
                    <a:pt x="0" y="0"/>
                  </a:lnTo>
                </a:path>
              </a:pathLst>
            </a:custGeom>
            <a:noFill/>
            <a:ln w="10886" cap="flat">
              <a:solidFill>
                <a:srgbClr val="E6E6E6"/>
              </a:solidFill>
              <a:custDash>
                <a:ds d="234750" sp="23475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9" name="Полилиния 278">
              <a:extLst>
                <a:ext uri="{FF2B5EF4-FFF2-40B4-BE49-F238E27FC236}">
                  <a16:creationId xmlns:a16="http://schemas.microsoft.com/office/drawing/2014/main" id="{7021D085-B280-A4CD-D539-E440E6D58444}"/>
                </a:ext>
              </a:extLst>
            </p:cNvPr>
            <p:cNvSpPr/>
            <p:nvPr/>
          </p:nvSpPr>
          <p:spPr>
            <a:xfrm rot="10800000" flipV="1">
              <a:off x="16557222" y="10590224"/>
              <a:ext cx="88935" cy="88572"/>
            </a:xfrm>
            <a:custGeom>
              <a:avLst/>
              <a:gdLst>
                <a:gd name="connsiteX0" fmla="*/ 89212 w 88935"/>
                <a:gd name="connsiteY0" fmla="*/ 44440 h 88572"/>
                <a:gd name="connsiteX1" fmla="*/ 44744 w 88935"/>
                <a:gd name="connsiteY1" fmla="*/ 88726 h 88572"/>
                <a:gd name="connsiteX2" fmla="*/ 277 w 88935"/>
                <a:gd name="connsiteY2" fmla="*/ 44440 h 88572"/>
                <a:gd name="connsiteX3" fmla="*/ 44744 w 88935"/>
                <a:gd name="connsiteY3" fmla="*/ 154 h 88572"/>
                <a:gd name="connsiteX4" fmla="*/ 89212 w 88935"/>
                <a:gd name="connsiteY4" fmla="*/ 44440 h 8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935" h="88572">
                  <a:moveTo>
                    <a:pt x="89212" y="44440"/>
                  </a:moveTo>
                  <a:cubicBezTo>
                    <a:pt x="89212" y="68899"/>
                    <a:pt x="69303" y="88726"/>
                    <a:pt x="44744" y="88726"/>
                  </a:cubicBezTo>
                  <a:cubicBezTo>
                    <a:pt x="20186" y="88726"/>
                    <a:pt x="277" y="68899"/>
                    <a:pt x="277" y="44440"/>
                  </a:cubicBezTo>
                  <a:cubicBezTo>
                    <a:pt x="277" y="19982"/>
                    <a:pt x="20186" y="154"/>
                    <a:pt x="44744" y="154"/>
                  </a:cubicBezTo>
                  <a:cubicBezTo>
                    <a:pt x="69303" y="154"/>
                    <a:pt x="89212" y="19982"/>
                    <a:pt x="89212" y="44440"/>
                  </a:cubicBezTo>
                  <a:close/>
                </a:path>
              </a:pathLst>
            </a:custGeom>
            <a:solidFill>
              <a:srgbClr val="775AFF"/>
            </a:solidFill>
            <a:ln w="32657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0" name="Полилиния 279">
              <a:extLst>
                <a:ext uri="{FF2B5EF4-FFF2-40B4-BE49-F238E27FC236}">
                  <a16:creationId xmlns:a16="http://schemas.microsoft.com/office/drawing/2014/main" id="{D701A3D1-F1D2-9B98-001F-F0854CBDE25B}"/>
                </a:ext>
              </a:extLst>
            </p:cNvPr>
            <p:cNvSpPr/>
            <p:nvPr/>
          </p:nvSpPr>
          <p:spPr>
            <a:xfrm>
              <a:off x="14545317" y="9863514"/>
              <a:ext cx="1023476" cy="10855"/>
            </a:xfrm>
            <a:custGeom>
              <a:avLst/>
              <a:gdLst>
                <a:gd name="connsiteX0" fmla="*/ 1023476 w 1023476"/>
                <a:gd name="connsiteY0" fmla="*/ 0 h 10855"/>
                <a:gd name="connsiteX1" fmla="*/ 0 w 1023476"/>
                <a:gd name="connsiteY1" fmla="*/ 0 h 10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3476" h="10855">
                  <a:moveTo>
                    <a:pt x="1023476" y="0"/>
                  </a:moveTo>
                  <a:lnTo>
                    <a:pt x="0" y="0"/>
                  </a:lnTo>
                </a:path>
              </a:pathLst>
            </a:custGeom>
            <a:noFill/>
            <a:ln w="10886" cap="flat">
              <a:solidFill>
                <a:srgbClr val="E6E6E6"/>
              </a:solidFill>
              <a:custDash>
                <a:ds d="234750" sp="23475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1" name="Полилиния 280">
              <a:extLst>
                <a:ext uri="{FF2B5EF4-FFF2-40B4-BE49-F238E27FC236}">
                  <a16:creationId xmlns:a16="http://schemas.microsoft.com/office/drawing/2014/main" id="{850FCDF5-1869-A52C-CF0A-2B38942215C6}"/>
                </a:ext>
              </a:extLst>
            </p:cNvPr>
            <p:cNvSpPr/>
            <p:nvPr/>
          </p:nvSpPr>
          <p:spPr>
            <a:xfrm>
              <a:off x="15891025" y="9796061"/>
              <a:ext cx="56234" cy="112009"/>
            </a:xfrm>
            <a:custGeom>
              <a:avLst/>
              <a:gdLst>
                <a:gd name="connsiteX0" fmla="*/ 56234 w 56234"/>
                <a:gd name="connsiteY0" fmla="*/ 0 h 112009"/>
                <a:gd name="connsiteX1" fmla="*/ 0 w 56234"/>
                <a:gd name="connsiteY1" fmla="*/ 56005 h 112009"/>
                <a:gd name="connsiteX2" fmla="*/ 56234 w 56234"/>
                <a:gd name="connsiteY2" fmla="*/ 112009 h 112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234" h="112009">
                  <a:moveTo>
                    <a:pt x="56234" y="0"/>
                  </a:moveTo>
                  <a:lnTo>
                    <a:pt x="0" y="56005"/>
                  </a:lnTo>
                  <a:lnTo>
                    <a:pt x="56234" y="112009"/>
                  </a:lnTo>
                </a:path>
              </a:pathLst>
            </a:custGeom>
            <a:noFill/>
            <a:ln w="1088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2" name="Полилиния 281">
              <a:extLst>
                <a:ext uri="{FF2B5EF4-FFF2-40B4-BE49-F238E27FC236}">
                  <a16:creationId xmlns:a16="http://schemas.microsoft.com/office/drawing/2014/main" id="{71B0C3DA-306F-8E90-CFDE-5833374F7BEE}"/>
                </a:ext>
              </a:extLst>
            </p:cNvPr>
            <p:cNvSpPr/>
            <p:nvPr/>
          </p:nvSpPr>
          <p:spPr>
            <a:xfrm>
              <a:off x="14020461" y="9422929"/>
              <a:ext cx="112467" cy="56004"/>
            </a:xfrm>
            <a:custGeom>
              <a:avLst/>
              <a:gdLst>
                <a:gd name="connsiteX0" fmla="*/ 112467 w 112467"/>
                <a:gd name="connsiteY0" fmla="*/ 56005 h 56004"/>
                <a:gd name="connsiteX1" fmla="*/ 56234 w 112467"/>
                <a:gd name="connsiteY1" fmla="*/ 0 h 56004"/>
                <a:gd name="connsiteX2" fmla="*/ 0 w 112467"/>
                <a:gd name="connsiteY2" fmla="*/ 56005 h 5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467" h="56004">
                  <a:moveTo>
                    <a:pt x="112467" y="56005"/>
                  </a:moveTo>
                  <a:lnTo>
                    <a:pt x="56234" y="0"/>
                  </a:lnTo>
                  <a:lnTo>
                    <a:pt x="0" y="56005"/>
                  </a:lnTo>
                </a:path>
              </a:pathLst>
            </a:custGeom>
            <a:noFill/>
            <a:ln w="1088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3" name="Полилиния 282">
              <a:extLst>
                <a:ext uri="{FF2B5EF4-FFF2-40B4-BE49-F238E27FC236}">
                  <a16:creationId xmlns:a16="http://schemas.microsoft.com/office/drawing/2014/main" id="{D6893A02-4E8C-E0C7-3B65-6AC408FC368B}"/>
                </a:ext>
              </a:extLst>
            </p:cNvPr>
            <p:cNvSpPr/>
            <p:nvPr/>
          </p:nvSpPr>
          <p:spPr>
            <a:xfrm rot="10800000" flipV="1">
              <a:off x="14487720" y="9817351"/>
              <a:ext cx="88935" cy="88572"/>
            </a:xfrm>
            <a:custGeom>
              <a:avLst/>
              <a:gdLst>
                <a:gd name="connsiteX0" fmla="*/ 89022 w 88935"/>
                <a:gd name="connsiteY0" fmla="*/ 44369 h 88572"/>
                <a:gd name="connsiteX1" fmla="*/ 44554 w 88935"/>
                <a:gd name="connsiteY1" fmla="*/ 88655 h 88572"/>
                <a:gd name="connsiteX2" fmla="*/ 87 w 88935"/>
                <a:gd name="connsiteY2" fmla="*/ 44369 h 88572"/>
                <a:gd name="connsiteX3" fmla="*/ 44554 w 88935"/>
                <a:gd name="connsiteY3" fmla="*/ 83 h 88572"/>
                <a:gd name="connsiteX4" fmla="*/ 89022 w 88935"/>
                <a:gd name="connsiteY4" fmla="*/ 44369 h 8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935" h="88572">
                  <a:moveTo>
                    <a:pt x="89022" y="44369"/>
                  </a:moveTo>
                  <a:cubicBezTo>
                    <a:pt x="89022" y="68828"/>
                    <a:pt x="69113" y="88655"/>
                    <a:pt x="44554" y="88655"/>
                  </a:cubicBezTo>
                  <a:cubicBezTo>
                    <a:pt x="19996" y="88655"/>
                    <a:pt x="87" y="68828"/>
                    <a:pt x="87" y="44369"/>
                  </a:cubicBezTo>
                  <a:cubicBezTo>
                    <a:pt x="87" y="19910"/>
                    <a:pt x="19996" y="83"/>
                    <a:pt x="44554" y="83"/>
                  </a:cubicBezTo>
                  <a:cubicBezTo>
                    <a:pt x="69113" y="83"/>
                    <a:pt x="89022" y="19910"/>
                    <a:pt x="89022" y="44369"/>
                  </a:cubicBezTo>
                  <a:close/>
                </a:path>
              </a:pathLst>
            </a:custGeom>
            <a:solidFill>
              <a:srgbClr val="775AFF"/>
            </a:solidFill>
            <a:ln w="32657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314508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закрывающий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148F2A-E4B8-1A5E-0E95-6850D1B3534C}"/>
              </a:ext>
            </a:extLst>
          </p:cNvPr>
          <p:cNvSpPr txBox="1"/>
          <p:nvPr userDrawn="1"/>
        </p:nvSpPr>
        <p:spPr>
          <a:xfrm>
            <a:off x="1219351" y="817780"/>
            <a:ext cx="1895286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9000"/>
              </a:lnSpc>
              <a:spcBef>
                <a:spcPct val="0"/>
              </a:spcBef>
              <a:defRPr sz="8000" b="1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Semibold" panose="020B0503030202060203" pitchFamily="34" charset="0"/>
                <a:ea typeface="+mj-ea"/>
                <a:cs typeface="+mj-cs"/>
              </a:rPr>
              <a:t>Библиотека фото</a:t>
            </a:r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5C6C7221-EF0A-0BF0-8915-8C84605D7CC8}"/>
              </a:ext>
            </a:extLst>
          </p:cNvPr>
          <p:cNvSpPr txBox="1">
            <a:spLocks/>
          </p:cNvSpPr>
          <p:nvPr userDrawn="1"/>
        </p:nvSpPr>
        <p:spPr>
          <a:xfrm>
            <a:off x="1219351" y="2651177"/>
            <a:ext cx="2807832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defTabSz="1485991">
              <a:lnSpc>
                <a:spcPts val="4600"/>
              </a:lnSpc>
              <a:defRPr sz="3600" u="sng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485991" rtl="0" eaLnBrk="1" fontAlgn="auto" latinLnBrk="0" hangingPunct="1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Яндекс диск</a:t>
            </a:r>
          </a:p>
        </p:txBody>
      </p:sp>
      <p:sp>
        <p:nvSpPr>
          <p:cNvPr id="118" name="Текст 4">
            <a:extLst>
              <a:ext uri="{FF2B5EF4-FFF2-40B4-BE49-F238E27FC236}">
                <a16:creationId xmlns:a16="http://schemas.microsoft.com/office/drawing/2014/main" id="{6627469A-0AF9-CDBC-F388-416D40BF5251}"/>
              </a:ext>
            </a:extLst>
          </p:cNvPr>
          <p:cNvSpPr txBox="1">
            <a:spLocks/>
          </p:cNvSpPr>
          <p:nvPr userDrawn="1"/>
        </p:nvSpPr>
        <p:spPr>
          <a:xfrm>
            <a:off x="1219350" y="3572380"/>
            <a:ext cx="4657193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defTabSz="1485991">
              <a:lnSpc>
                <a:spcPts val="4600"/>
              </a:lnSpc>
              <a:defRPr sz="3600" u="sng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485991" rtl="0" eaLnBrk="1" fontAlgn="auto" latinLnBrk="0" hangingPunct="1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Группа </a:t>
            </a:r>
            <a:r>
              <a:rPr kumimoji="0" lang="ru-RU" sz="3600" b="0" i="0" u="none" strike="noStrike" kern="1200" cap="none" spc="0" normalizeH="0" baseline="0" noProof="0" dirty="0" err="1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вконтакте</a:t>
            </a: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 Medium" panose="020B0503030202060203" pitchFamily="34" charset="0"/>
              <a:ea typeface="+mn-ea"/>
              <a:cs typeface="+mn-cs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2968EA15-9001-2B99-AF77-3A0EC134EF5D}"/>
              </a:ext>
            </a:extLst>
          </p:cNvPr>
          <p:cNvSpPr txBox="1"/>
          <p:nvPr userDrawn="1"/>
        </p:nvSpPr>
        <p:spPr>
          <a:xfrm>
            <a:off x="6710069" y="2732738"/>
            <a:ext cx="73615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kumimoji="0" lang="ru-RU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disk.yandex.ru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kumimoji="0" lang="ru-RU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/HHexFxfFgZna0g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A33E0042-B7D2-2342-B716-896870F08311}"/>
              </a:ext>
            </a:extLst>
          </p:cNvPr>
          <p:cNvSpPr txBox="1"/>
          <p:nvPr userDrawn="1"/>
        </p:nvSpPr>
        <p:spPr>
          <a:xfrm>
            <a:off x="6710069" y="3653941"/>
            <a:ext cx="73615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>
              <a:defRPr sz="2400">
                <a:solidFill>
                  <a:schemeClr val="accent2"/>
                </a:solidFill>
                <a:latin typeface="Graphik LCG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kumimoji="0" lang="ru-RU" sz="2400" b="0" i="0" u="none" strike="noStrike" kern="0" cap="none" spc="0" normalizeH="0" baseline="0" noProof="0" dirty="0" err="1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vk.com</a:t>
            </a: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/albums-222277101</a:t>
            </a:r>
            <a:endParaRPr kumimoji="0" lang="ru-RU" sz="2400" b="0" i="0" u="none" strike="noStrike" kern="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  <p:pic>
        <p:nvPicPr>
          <p:cNvPr id="121" name="Рисунок 120">
            <a:extLst>
              <a:ext uri="{FF2B5EF4-FFF2-40B4-BE49-F238E27FC236}">
                <a16:creationId xmlns:a16="http://schemas.microsoft.com/office/drawing/2014/main" id="{6F20CBDA-C939-91FF-ABCF-82145B58E9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5071931"/>
            <a:ext cx="24387175" cy="8644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6275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закрывающий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B6D8E8-BCAE-DE56-B939-10FA2C3E9BDA}"/>
              </a:ext>
            </a:extLst>
          </p:cNvPr>
          <p:cNvSpPr txBox="1"/>
          <p:nvPr userDrawn="1"/>
        </p:nvSpPr>
        <p:spPr>
          <a:xfrm>
            <a:off x="1219351" y="817780"/>
            <a:ext cx="1895286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9000"/>
              </a:lnSpc>
              <a:spcBef>
                <a:spcPct val="0"/>
              </a:spcBef>
              <a:defRPr sz="8000" b="1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Semibold" panose="020B0503030202060203" pitchFamily="34" charset="0"/>
                <a:ea typeface="+mj-ea"/>
                <a:cs typeface="+mj-cs"/>
              </a:rPr>
              <a:t>Библиотека 3D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A9C2A9D-6DD7-109F-27F7-19D09211C9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936242" y="4179529"/>
            <a:ext cx="3683000" cy="34671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01E0D7B-35A5-E0F2-9CDB-08158D14D2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196181" y="4287479"/>
            <a:ext cx="3251200" cy="32512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7E6E8-310A-4662-1F5B-6CBA94235A1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456122" y="4287479"/>
            <a:ext cx="3251200" cy="32512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DF8AE44-01E2-4583-D3D1-53B4DCA1E62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233463" y="4046179"/>
            <a:ext cx="3733800" cy="37338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AD6E499-5FBF-6B0C-4A02-7E6EBFA3C63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633104" y="3931879"/>
            <a:ext cx="3111500" cy="39624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7A21F8D-D6B1-599C-927E-528E10ECFC0B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893045" y="4287479"/>
            <a:ext cx="3251200" cy="3251200"/>
          </a:xfrm>
          <a:prstGeom prst="rect">
            <a:avLst/>
          </a:prstGeom>
        </p:spPr>
      </p:pic>
      <p:sp>
        <p:nvSpPr>
          <p:cNvPr id="11" name="Text 3">
            <a:hlinkClick r:id="rId8"/>
            <a:extLst>
              <a:ext uri="{FF2B5EF4-FFF2-40B4-BE49-F238E27FC236}">
                <a16:creationId xmlns:a16="http://schemas.microsoft.com/office/drawing/2014/main" id="{A3C11F9E-7D6A-4695-F20C-9847F9A1494D}"/>
              </a:ext>
            </a:extLst>
          </p:cNvPr>
          <p:cNvSpPr/>
          <p:nvPr userDrawn="1"/>
        </p:nvSpPr>
        <p:spPr>
          <a:xfrm>
            <a:off x="1219352" y="2438400"/>
            <a:ext cx="10695557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1485991" rtl="0" eaLnBrk="1" fontAlgn="auto" latinLnBrk="0" hangingPunct="1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sng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Больше 3D здесь</a:t>
            </a:r>
            <a:endParaRPr kumimoji="0" lang="en-US" sz="3600" b="0" i="0" u="sng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 Medium" panose="020B0503030202060203" pitchFamily="34" charset="0"/>
              <a:ea typeface="+mn-ea"/>
              <a:cs typeface="+mn-cs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1D51FA7-F87C-35B2-43FA-B86034119319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0100546" y="8546116"/>
            <a:ext cx="3086100" cy="309880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9723F20-3970-757C-013C-C1150DAD5983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6342782" y="8476266"/>
            <a:ext cx="3238500" cy="323850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5A62368-5D54-87E1-4A27-B4B17D46AB39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2477191" y="8476266"/>
            <a:ext cx="3251200" cy="32385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E538CF5-C198-6B81-F2A6-5F84D8EFAEE9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8398356" y="8476266"/>
            <a:ext cx="3251200" cy="323850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316FA5B-4462-25EB-D382-30833C169554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4628163" y="8476266"/>
            <a:ext cx="3238500" cy="323850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553AA5C3-C7AC-01BA-A263-A55DE649096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845270" y="8476266"/>
            <a:ext cx="325120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4372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усто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98404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верстка слайда с левой плашкой (светлый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378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верстка слайда с левой плашкой (темный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DAEF54D6-C4D4-F7EC-F6F5-0F5A6536EB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7622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ик перекрестие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F05CF60B-303C-59F0-511C-5DB1A022843F}"/>
              </a:ext>
            </a:extLst>
          </p:cNvPr>
          <p:cNvCxnSpPr>
            <a:cxnSpLocks/>
          </p:cNvCxnSpPr>
          <p:nvPr userDrawn="1"/>
        </p:nvCxnSpPr>
        <p:spPr>
          <a:xfrm>
            <a:off x="1219352" y="3094224"/>
            <a:ext cx="17185248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BBE7DF51-59FE-3CD3-949C-4435C99D8747}"/>
              </a:ext>
            </a:extLst>
          </p:cNvPr>
          <p:cNvCxnSpPr>
            <a:cxnSpLocks/>
          </p:cNvCxnSpPr>
          <p:nvPr userDrawn="1"/>
        </p:nvCxnSpPr>
        <p:spPr>
          <a:xfrm>
            <a:off x="18984296" y="3746500"/>
            <a:ext cx="0" cy="8764588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6D902FED-197E-5F3F-62A9-79B50A7A420A}"/>
              </a:ext>
            </a:extLst>
          </p:cNvPr>
          <p:cNvCxnSpPr>
            <a:cxnSpLocks/>
          </p:cNvCxnSpPr>
          <p:nvPr userDrawn="1"/>
        </p:nvCxnSpPr>
        <p:spPr>
          <a:xfrm>
            <a:off x="18984296" y="1219200"/>
            <a:ext cx="0" cy="13208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8F928FB2-49D9-E45B-B328-D5DB952E4ECF}"/>
              </a:ext>
            </a:extLst>
          </p:cNvPr>
          <p:cNvCxnSpPr>
            <a:cxnSpLocks/>
          </p:cNvCxnSpPr>
          <p:nvPr userDrawn="1"/>
        </p:nvCxnSpPr>
        <p:spPr>
          <a:xfrm>
            <a:off x="19616070" y="3094224"/>
            <a:ext cx="3558255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 4" descr=" ">
            <a:extLst>
              <a:ext uri="{FF2B5EF4-FFF2-40B4-BE49-F238E27FC236}">
                <a16:creationId xmlns:a16="http://schemas.microsoft.com/office/drawing/2014/main" id="{1BE55C15-EB0A-883F-4D8D-6FBAB67D80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219200"/>
            <a:ext cx="6960470" cy="1222970"/>
          </a:xfrm>
          <a:prstGeom prst="rect">
            <a:avLst/>
          </a:prstGeom>
        </p:spPr>
      </p:pic>
      <p:sp>
        <p:nvSpPr>
          <p:cNvPr id="39" name="Текст 34">
            <a:extLst>
              <a:ext uri="{FF2B5EF4-FFF2-40B4-BE49-F238E27FC236}">
                <a16:creationId xmlns:a16="http://schemas.microsoft.com/office/drawing/2014/main" id="{30148C2E-65E6-553A-87C6-8515D63719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5783536"/>
            <a:ext cx="17185245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Заголовок презентации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0" name="Текст 36">
            <a:extLst>
              <a:ext uri="{FF2B5EF4-FFF2-40B4-BE49-F238E27FC236}">
                <a16:creationId xmlns:a16="http://schemas.microsoft.com/office/drawing/2014/main" id="{CB269489-8C4D-D9B1-8FE0-3A485C9FE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9353" y="12207829"/>
            <a:ext cx="10479598" cy="3718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  <p:sp>
        <p:nvSpPr>
          <p:cNvPr id="41" name="Текст 36">
            <a:extLst>
              <a:ext uri="{FF2B5EF4-FFF2-40B4-BE49-F238E27FC236}">
                <a16:creationId xmlns:a16="http://schemas.microsoft.com/office/drawing/2014/main" id="{72922CAA-042E-7D53-F212-889AE4405D8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616069" y="12207829"/>
            <a:ext cx="3558256" cy="3718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r">
              <a:buNone/>
              <a:defRPr lang="ru-RU" sz="24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Дата</a:t>
            </a:r>
          </a:p>
        </p:txBody>
      </p:sp>
    </p:spTree>
    <p:extLst>
      <p:ext uri="{BB962C8B-B14F-4D97-AF65-F5344CB8AC3E}">
        <p14:creationId xmlns:p14="http://schemas.microsoft.com/office/powerpoint/2010/main" val="37952753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ик перекрестие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F05CF60B-303C-59F0-511C-5DB1A022843F}"/>
              </a:ext>
            </a:extLst>
          </p:cNvPr>
          <p:cNvCxnSpPr>
            <a:cxnSpLocks/>
          </p:cNvCxnSpPr>
          <p:nvPr userDrawn="1"/>
        </p:nvCxnSpPr>
        <p:spPr>
          <a:xfrm>
            <a:off x="1219352" y="3094224"/>
            <a:ext cx="17185248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BBE7DF51-59FE-3CD3-949C-4435C99D8747}"/>
              </a:ext>
            </a:extLst>
          </p:cNvPr>
          <p:cNvCxnSpPr>
            <a:cxnSpLocks/>
          </p:cNvCxnSpPr>
          <p:nvPr userDrawn="1"/>
        </p:nvCxnSpPr>
        <p:spPr>
          <a:xfrm>
            <a:off x="18984296" y="3746500"/>
            <a:ext cx="0" cy="8764588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6D902FED-197E-5F3F-62A9-79B50A7A420A}"/>
              </a:ext>
            </a:extLst>
          </p:cNvPr>
          <p:cNvCxnSpPr>
            <a:cxnSpLocks/>
          </p:cNvCxnSpPr>
          <p:nvPr userDrawn="1"/>
        </p:nvCxnSpPr>
        <p:spPr>
          <a:xfrm>
            <a:off x="18984296" y="1219200"/>
            <a:ext cx="0" cy="132080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8F928FB2-49D9-E45B-B328-D5DB952E4ECF}"/>
              </a:ext>
            </a:extLst>
          </p:cNvPr>
          <p:cNvCxnSpPr>
            <a:cxnSpLocks/>
          </p:cNvCxnSpPr>
          <p:nvPr userDrawn="1"/>
        </p:nvCxnSpPr>
        <p:spPr>
          <a:xfrm>
            <a:off x="19616070" y="3094224"/>
            <a:ext cx="3558255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 4" descr=" ">
            <a:extLst>
              <a:ext uri="{FF2B5EF4-FFF2-40B4-BE49-F238E27FC236}">
                <a16:creationId xmlns:a16="http://schemas.microsoft.com/office/drawing/2014/main" id="{1BE55C15-EB0A-883F-4D8D-6FBAB67D80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219200"/>
            <a:ext cx="6960470" cy="1222970"/>
          </a:xfrm>
          <a:prstGeom prst="rect">
            <a:avLst/>
          </a:prstGeom>
        </p:spPr>
      </p:pic>
      <p:sp>
        <p:nvSpPr>
          <p:cNvPr id="39" name="Текст 34">
            <a:extLst>
              <a:ext uri="{FF2B5EF4-FFF2-40B4-BE49-F238E27FC236}">
                <a16:creationId xmlns:a16="http://schemas.microsoft.com/office/drawing/2014/main" id="{30148C2E-65E6-553A-87C6-8515D63719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5783536"/>
            <a:ext cx="17185245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Заголовок презентации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40653245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ик с фото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>
            <a:extLst>
              <a:ext uri="{FF2B5EF4-FFF2-40B4-BE49-F238E27FC236}">
                <a16:creationId xmlns:a16="http://schemas.microsoft.com/office/drawing/2014/main" id="{D85D2976-C84B-E0CB-3A06-630A343C25D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412875" y="1219199"/>
            <a:ext cx="9754803" cy="11277599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32" name="Image 4" descr=" ">
            <a:extLst>
              <a:ext uri="{FF2B5EF4-FFF2-40B4-BE49-F238E27FC236}">
                <a16:creationId xmlns:a16="http://schemas.microsoft.com/office/drawing/2014/main" id="{1BE55C15-EB0A-883F-4D8D-6FBAB67D80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219200"/>
            <a:ext cx="6960470" cy="1222970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0995B354-735E-003B-AD55-23C9A4F7FC62}"/>
              </a:ext>
            </a:extLst>
          </p:cNvPr>
          <p:cNvCxnSpPr>
            <a:cxnSpLocks/>
          </p:cNvCxnSpPr>
          <p:nvPr userDrawn="1"/>
        </p:nvCxnSpPr>
        <p:spPr>
          <a:xfrm>
            <a:off x="1219351" y="3094224"/>
            <a:ext cx="10479600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52B70CE0-B7B3-CE86-6269-F340568CF29A}"/>
              </a:ext>
            </a:extLst>
          </p:cNvPr>
          <p:cNvCxnSpPr>
            <a:cxnSpLocks/>
          </p:cNvCxnSpPr>
          <p:nvPr userDrawn="1"/>
        </p:nvCxnSpPr>
        <p:spPr>
          <a:xfrm>
            <a:off x="12193524" y="1219200"/>
            <a:ext cx="0" cy="13208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CAE9C206-8E8C-6FA1-30BA-063564BD6075}"/>
              </a:ext>
            </a:extLst>
          </p:cNvPr>
          <p:cNvCxnSpPr>
            <a:cxnSpLocks/>
          </p:cNvCxnSpPr>
          <p:nvPr userDrawn="1"/>
        </p:nvCxnSpPr>
        <p:spPr>
          <a:xfrm>
            <a:off x="12193524" y="3746500"/>
            <a:ext cx="0" cy="8764588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34">
            <a:extLst>
              <a:ext uri="{FF2B5EF4-FFF2-40B4-BE49-F238E27FC236}">
                <a16:creationId xmlns:a16="http://schemas.microsoft.com/office/drawing/2014/main" id="{D1EC0C2C-11C4-DD8C-5543-4D5750CD12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3" y="4708318"/>
            <a:ext cx="10479598" cy="453970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презентации</a:t>
            </a:r>
            <a:br>
              <a:rPr lang="ru-RU" dirty="0"/>
            </a:br>
            <a:r>
              <a:rPr lang="ru-RU" dirty="0"/>
              <a:t>на три строки</a:t>
            </a:r>
          </a:p>
        </p:txBody>
      </p:sp>
      <p:sp>
        <p:nvSpPr>
          <p:cNvPr id="12" name="Текст 36">
            <a:extLst>
              <a:ext uri="{FF2B5EF4-FFF2-40B4-BE49-F238E27FC236}">
                <a16:creationId xmlns:a16="http://schemas.microsoft.com/office/drawing/2014/main" id="{51133EAC-C564-0702-1D4F-0792BB923F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19353" y="9841108"/>
            <a:ext cx="10479598" cy="74385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48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1800" smtClean="0"/>
            </a:lvl2pPr>
            <a:lvl3pPr>
              <a:defRPr lang="ru-RU" sz="1800" smtClean="0"/>
            </a:lvl3pPr>
            <a:lvl4pPr>
              <a:defRPr lang="ru-RU" sz="1800" smtClean="0"/>
            </a:lvl4pPr>
            <a:lvl5pPr>
              <a:defRPr lang="ru-RU" sz="1800"/>
            </a:lvl5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презентации</a:t>
            </a:r>
          </a:p>
        </p:txBody>
      </p:sp>
      <p:sp>
        <p:nvSpPr>
          <p:cNvPr id="13" name="Текст 36">
            <a:extLst>
              <a:ext uri="{FF2B5EF4-FFF2-40B4-BE49-F238E27FC236}">
                <a16:creationId xmlns:a16="http://schemas.microsoft.com/office/drawing/2014/main" id="{B4622CFE-63AA-B200-F154-0F358CED62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9353" y="12207829"/>
            <a:ext cx="10479598" cy="3718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</p:spTree>
    <p:extLst>
      <p:ext uri="{BB962C8B-B14F-4D97-AF65-F5344CB8AC3E}">
        <p14:creationId xmlns:p14="http://schemas.microsoft.com/office/powerpoint/2010/main" val="764606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ик с графико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 4" descr=" ">
            <a:extLst>
              <a:ext uri="{FF2B5EF4-FFF2-40B4-BE49-F238E27FC236}">
                <a16:creationId xmlns:a16="http://schemas.microsoft.com/office/drawing/2014/main" id="{1BE55C15-EB0A-883F-4D8D-6FBAB67D80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219200"/>
            <a:ext cx="6960470" cy="1222970"/>
          </a:xfrm>
          <a:prstGeom prst="rect">
            <a:avLst/>
          </a:prstGeom>
        </p:spPr>
      </p:pic>
      <p:sp>
        <p:nvSpPr>
          <p:cNvPr id="4" name="Текст 34">
            <a:extLst>
              <a:ext uri="{FF2B5EF4-FFF2-40B4-BE49-F238E27FC236}">
                <a16:creationId xmlns:a16="http://schemas.microsoft.com/office/drawing/2014/main" id="{7968F44E-08A0-41AC-8236-97CE976832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2" y="5211820"/>
            <a:ext cx="10974235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презентации</a:t>
            </a:r>
          </a:p>
        </p:txBody>
      </p:sp>
      <p:sp>
        <p:nvSpPr>
          <p:cNvPr id="5" name="Текст 36">
            <a:extLst>
              <a:ext uri="{FF2B5EF4-FFF2-40B4-BE49-F238E27FC236}">
                <a16:creationId xmlns:a16="http://schemas.microsoft.com/office/drawing/2014/main" id="{6EF22B45-ADF0-D9B2-E3E3-70E26D5238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19352" y="8794272"/>
            <a:ext cx="10974235" cy="74385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48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1800" smtClean="0"/>
            </a:lvl2pPr>
            <a:lvl3pPr>
              <a:defRPr lang="ru-RU" sz="1800" smtClean="0"/>
            </a:lvl3pPr>
            <a:lvl4pPr>
              <a:defRPr lang="ru-RU" sz="1800" smtClean="0"/>
            </a:lvl4pPr>
            <a:lvl5pPr>
              <a:defRPr lang="ru-RU" sz="1800"/>
            </a:lvl5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презентации</a:t>
            </a:r>
          </a:p>
        </p:txBody>
      </p:sp>
      <p:sp>
        <p:nvSpPr>
          <p:cNvPr id="7" name="Текст 36">
            <a:extLst>
              <a:ext uri="{FF2B5EF4-FFF2-40B4-BE49-F238E27FC236}">
                <a16:creationId xmlns:a16="http://schemas.microsoft.com/office/drawing/2014/main" id="{2339596C-1F2E-D375-8CCC-7E29DD9290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616069" y="12207829"/>
            <a:ext cx="3558256" cy="3718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r">
              <a:buNone/>
              <a:defRPr lang="ru-RU" sz="24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Дата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1C09052-B031-AAB4-AED3-6923D28B116F}"/>
              </a:ext>
            </a:extLst>
          </p:cNvPr>
          <p:cNvSpPr/>
          <p:nvPr userDrawn="1"/>
        </p:nvSpPr>
        <p:spPr>
          <a:xfrm>
            <a:off x="1219352" y="11673114"/>
            <a:ext cx="3708864" cy="8382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Graphik LC Regular"/>
              <a:ea typeface="+mn-ea"/>
              <a:cs typeface="+mn-cs"/>
            </a:endParaRPr>
          </a:p>
        </p:txBody>
      </p:sp>
      <p:sp>
        <p:nvSpPr>
          <p:cNvPr id="9" name="Текст 36">
            <a:extLst>
              <a:ext uri="{FF2B5EF4-FFF2-40B4-BE49-F238E27FC236}">
                <a16:creationId xmlns:a16="http://schemas.microsoft.com/office/drawing/2014/main" id="{4F793079-CAF1-35AF-D7A7-5EF5C77BD5B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80904" y="11859779"/>
            <a:ext cx="3185761" cy="46487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indent="0">
              <a:buNone/>
              <a:defRPr lang="ru-RU" sz="3000" b="1" spc="100" baseline="0" dirty="0">
                <a:solidFill>
                  <a:srgbClr val="141414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algn="ctr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ТЕГ 1</a:t>
            </a:r>
          </a:p>
        </p:txBody>
      </p:sp>
    </p:spTree>
    <p:extLst>
      <p:ext uri="{BB962C8B-B14F-4D97-AF65-F5344CB8AC3E}">
        <p14:creationId xmlns:p14="http://schemas.microsoft.com/office/powerpoint/2010/main" val="13865699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лушка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F05CF60B-303C-59F0-511C-5DB1A022843F}"/>
              </a:ext>
            </a:extLst>
          </p:cNvPr>
          <p:cNvCxnSpPr>
            <a:cxnSpLocks/>
          </p:cNvCxnSpPr>
          <p:nvPr userDrawn="1"/>
        </p:nvCxnSpPr>
        <p:spPr>
          <a:xfrm>
            <a:off x="1219351" y="3094224"/>
            <a:ext cx="21355804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BBE7DF51-59FE-3CD3-949C-4435C99D8747}"/>
              </a:ext>
            </a:extLst>
          </p:cNvPr>
          <p:cNvCxnSpPr>
            <a:cxnSpLocks/>
          </p:cNvCxnSpPr>
          <p:nvPr userDrawn="1"/>
        </p:nvCxnSpPr>
        <p:spPr>
          <a:xfrm>
            <a:off x="23154851" y="3746500"/>
            <a:ext cx="0" cy="8764588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6D902FED-197E-5F3F-62A9-79B50A7A420A}"/>
              </a:ext>
            </a:extLst>
          </p:cNvPr>
          <p:cNvCxnSpPr>
            <a:cxnSpLocks/>
          </p:cNvCxnSpPr>
          <p:nvPr userDrawn="1"/>
        </p:nvCxnSpPr>
        <p:spPr>
          <a:xfrm>
            <a:off x="23154851" y="1219200"/>
            <a:ext cx="0" cy="13208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 4" descr=" ">
            <a:extLst>
              <a:ext uri="{FF2B5EF4-FFF2-40B4-BE49-F238E27FC236}">
                <a16:creationId xmlns:a16="http://schemas.microsoft.com/office/drawing/2014/main" id="{1BE55C15-EB0A-883F-4D8D-6FBAB67D80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219200"/>
            <a:ext cx="6960470" cy="1222970"/>
          </a:xfrm>
          <a:prstGeom prst="rect">
            <a:avLst/>
          </a:prstGeom>
        </p:spPr>
      </p:pic>
      <p:sp>
        <p:nvSpPr>
          <p:cNvPr id="39" name="Текст 34">
            <a:extLst>
              <a:ext uri="{FF2B5EF4-FFF2-40B4-BE49-F238E27FC236}">
                <a16:creationId xmlns:a16="http://schemas.microsoft.com/office/drawing/2014/main" id="{30148C2E-65E6-553A-87C6-8515D63719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9490375"/>
            <a:ext cx="17185245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Заголовок презентации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37009766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азделитель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C62FB78-7F5F-C2E5-51BF-A8DE71DF85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92523" y="1219200"/>
            <a:ext cx="2006847" cy="1302690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9644507F-2411-DC76-C8F3-90355D3E0944}"/>
              </a:ext>
            </a:extLst>
          </p:cNvPr>
          <p:cNvCxnSpPr>
            <a:cxnSpLocks/>
          </p:cNvCxnSpPr>
          <p:nvPr userDrawn="1"/>
        </p:nvCxnSpPr>
        <p:spPr>
          <a:xfrm>
            <a:off x="6883718" y="11684000"/>
            <a:ext cx="0" cy="827088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3668D00B-899F-AB64-BABB-A76A39542743}"/>
              </a:ext>
            </a:extLst>
          </p:cNvPr>
          <p:cNvCxnSpPr>
            <a:cxnSpLocks/>
          </p:cNvCxnSpPr>
          <p:nvPr userDrawn="1"/>
        </p:nvCxnSpPr>
        <p:spPr>
          <a:xfrm>
            <a:off x="7475032" y="11107892"/>
            <a:ext cx="15699293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5C31A099-C7D0-5207-0B00-F8CC5253C993}"/>
              </a:ext>
            </a:extLst>
          </p:cNvPr>
          <p:cNvCxnSpPr>
            <a:cxnSpLocks/>
          </p:cNvCxnSpPr>
          <p:nvPr userDrawn="1"/>
        </p:nvCxnSpPr>
        <p:spPr>
          <a:xfrm>
            <a:off x="6883718" y="1204913"/>
            <a:ext cx="0" cy="9303639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1BBB2FB-46E9-7D73-A83D-1D3082CE935C}"/>
              </a:ext>
            </a:extLst>
          </p:cNvPr>
          <p:cNvGrpSpPr/>
          <p:nvPr userDrawn="1"/>
        </p:nvGrpSpPr>
        <p:grpSpPr>
          <a:xfrm>
            <a:off x="1219352" y="1219200"/>
            <a:ext cx="4432853" cy="11278952"/>
            <a:chOff x="1219352" y="1219200"/>
            <a:chExt cx="4432853" cy="11278952"/>
          </a:xfrm>
        </p:grpSpPr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D9692374-879A-45F8-5A6D-51497A05FBE7}"/>
                </a:ext>
              </a:extLst>
            </p:cNvPr>
            <p:cNvSpPr/>
            <p:nvPr/>
          </p:nvSpPr>
          <p:spPr>
            <a:xfrm>
              <a:off x="1219352" y="6817511"/>
              <a:ext cx="4432853" cy="12701"/>
            </a:xfrm>
            <a:custGeom>
              <a:avLst/>
              <a:gdLst>
                <a:gd name="connsiteX0" fmla="*/ 4432854 w 4432853"/>
                <a:gd name="connsiteY0" fmla="*/ 0 h 12701"/>
                <a:gd name="connsiteX1" fmla="*/ 2216427 w 4432853"/>
                <a:gd name="connsiteY1" fmla="*/ 0 h 12701"/>
                <a:gd name="connsiteX2" fmla="*/ 0 w 4432853"/>
                <a:gd name="connsiteY2" fmla="*/ 0 h 12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32853" h="12701">
                  <a:moveTo>
                    <a:pt x="4432854" y="0"/>
                  </a:moveTo>
                  <a:cubicBezTo>
                    <a:pt x="4432854" y="0"/>
                    <a:pt x="3440542" y="0"/>
                    <a:pt x="2216427" y="0"/>
                  </a:cubicBezTo>
                  <a:cubicBezTo>
                    <a:pt x="992315" y="0"/>
                    <a:pt x="0" y="0"/>
                    <a:pt x="0" y="0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DAAA83EA-AE2A-5A1F-65BD-E9A63B7C3ED8}"/>
                </a:ext>
              </a:extLst>
            </p:cNvPr>
            <p:cNvSpPr/>
            <p:nvPr/>
          </p:nvSpPr>
          <p:spPr>
            <a:xfrm>
              <a:off x="1219352" y="6817511"/>
              <a:ext cx="4432853" cy="745261"/>
            </a:xfrm>
            <a:custGeom>
              <a:avLst/>
              <a:gdLst>
                <a:gd name="connsiteX0" fmla="*/ 4432854 w 4432853"/>
                <a:gd name="connsiteY0" fmla="*/ 372625 h 745261"/>
                <a:gd name="connsiteX1" fmla="*/ 2216427 w 4432853"/>
                <a:gd name="connsiteY1" fmla="*/ 0 h 745261"/>
                <a:gd name="connsiteX2" fmla="*/ 0 w 4432853"/>
                <a:gd name="connsiteY2" fmla="*/ 372625 h 745261"/>
                <a:gd name="connsiteX3" fmla="*/ 2216427 w 4432853"/>
                <a:gd name="connsiteY3" fmla="*/ 745262 h 745261"/>
                <a:gd name="connsiteX4" fmla="*/ 4432854 w 4432853"/>
                <a:gd name="connsiteY4" fmla="*/ 372625 h 745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745261">
                  <a:moveTo>
                    <a:pt x="4432854" y="372625"/>
                  </a:moveTo>
                  <a:cubicBezTo>
                    <a:pt x="4432854" y="166835"/>
                    <a:pt x="3440530" y="0"/>
                    <a:pt x="2216427" y="0"/>
                  </a:cubicBezTo>
                  <a:cubicBezTo>
                    <a:pt x="992328" y="0"/>
                    <a:pt x="0" y="166835"/>
                    <a:pt x="0" y="372625"/>
                  </a:cubicBezTo>
                  <a:cubicBezTo>
                    <a:pt x="0" y="578428"/>
                    <a:pt x="992328" y="745262"/>
                    <a:pt x="2216427" y="745262"/>
                  </a:cubicBezTo>
                  <a:cubicBezTo>
                    <a:pt x="3440530" y="745262"/>
                    <a:pt x="4432854" y="578428"/>
                    <a:pt x="4432854" y="372625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ECF6C7CB-5A84-A902-0884-7CF54DD74CAC}"/>
                </a:ext>
              </a:extLst>
            </p:cNvPr>
            <p:cNvSpPr/>
            <p:nvPr/>
          </p:nvSpPr>
          <p:spPr>
            <a:xfrm>
              <a:off x="1219352" y="6817498"/>
              <a:ext cx="4432853" cy="1488161"/>
            </a:xfrm>
            <a:custGeom>
              <a:avLst/>
              <a:gdLst>
                <a:gd name="connsiteX0" fmla="*/ 4432854 w 4432853"/>
                <a:gd name="connsiteY0" fmla="*/ 744081 h 1488161"/>
                <a:gd name="connsiteX1" fmla="*/ 2216427 w 4432853"/>
                <a:gd name="connsiteY1" fmla="*/ 0 h 1488161"/>
                <a:gd name="connsiteX2" fmla="*/ 0 w 4432853"/>
                <a:gd name="connsiteY2" fmla="*/ 744081 h 1488161"/>
                <a:gd name="connsiteX3" fmla="*/ 2216427 w 4432853"/>
                <a:gd name="connsiteY3" fmla="*/ 1488161 h 1488161"/>
                <a:gd name="connsiteX4" fmla="*/ 4432854 w 4432853"/>
                <a:gd name="connsiteY4" fmla="*/ 744081 h 1488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1488161">
                  <a:moveTo>
                    <a:pt x="4432854" y="744081"/>
                  </a:moveTo>
                  <a:cubicBezTo>
                    <a:pt x="4432854" y="333136"/>
                    <a:pt x="3440530" y="0"/>
                    <a:pt x="2216427" y="0"/>
                  </a:cubicBezTo>
                  <a:cubicBezTo>
                    <a:pt x="992328" y="0"/>
                    <a:pt x="0" y="333136"/>
                    <a:pt x="0" y="744081"/>
                  </a:cubicBezTo>
                  <a:cubicBezTo>
                    <a:pt x="0" y="1155026"/>
                    <a:pt x="992328" y="1488161"/>
                    <a:pt x="2216427" y="1488161"/>
                  </a:cubicBezTo>
                  <a:cubicBezTo>
                    <a:pt x="3440530" y="1488161"/>
                    <a:pt x="4432854" y="1155026"/>
                    <a:pt x="4432854" y="744081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0A527F39-9A3A-E938-18D6-85635703A502}"/>
                </a:ext>
              </a:extLst>
            </p:cNvPr>
            <p:cNvSpPr/>
            <p:nvPr/>
          </p:nvSpPr>
          <p:spPr>
            <a:xfrm>
              <a:off x="1219352" y="6817650"/>
              <a:ext cx="4432853" cy="2229587"/>
            </a:xfrm>
            <a:custGeom>
              <a:avLst/>
              <a:gdLst>
                <a:gd name="connsiteX0" fmla="*/ 4432854 w 4432853"/>
                <a:gd name="connsiteY0" fmla="*/ 1114788 h 2229587"/>
                <a:gd name="connsiteX1" fmla="*/ 2216427 w 4432853"/>
                <a:gd name="connsiteY1" fmla="*/ 0 h 2229587"/>
                <a:gd name="connsiteX2" fmla="*/ 0 w 4432853"/>
                <a:gd name="connsiteY2" fmla="*/ 1114788 h 2229587"/>
                <a:gd name="connsiteX3" fmla="*/ 2216427 w 4432853"/>
                <a:gd name="connsiteY3" fmla="*/ 2229588 h 2229587"/>
                <a:gd name="connsiteX4" fmla="*/ 4432854 w 4432853"/>
                <a:gd name="connsiteY4" fmla="*/ 1114788 h 2229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2229587">
                  <a:moveTo>
                    <a:pt x="4432854" y="1114788"/>
                  </a:moveTo>
                  <a:cubicBezTo>
                    <a:pt x="4432854" y="499107"/>
                    <a:pt x="3440530" y="0"/>
                    <a:pt x="2216427" y="0"/>
                  </a:cubicBezTo>
                  <a:cubicBezTo>
                    <a:pt x="992328" y="0"/>
                    <a:pt x="0" y="499107"/>
                    <a:pt x="0" y="1114788"/>
                  </a:cubicBezTo>
                  <a:cubicBezTo>
                    <a:pt x="0" y="1730468"/>
                    <a:pt x="992328" y="2229588"/>
                    <a:pt x="2216427" y="2229588"/>
                  </a:cubicBezTo>
                  <a:cubicBezTo>
                    <a:pt x="3440530" y="2229588"/>
                    <a:pt x="4432854" y="1730468"/>
                    <a:pt x="4432854" y="1114788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13B2DCE3-AC0D-7874-80CF-FE7EC7338B76}"/>
                </a:ext>
              </a:extLst>
            </p:cNvPr>
            <p:cNvSpPr/>
            <p:nvPr/>
          </p:nvSpPr>
          <p:spPr>
            <a:xfrm>
              <a:off x="1219352" y="6817650"/>
              <a:ext cx="4432853" cy="2973667"/>
            </a:xfrm>
            <a:custGeom>
              <a:avLst/>
              <a:gdLst>
                <a:gd name="connsiteX0" fmla="*/ 4432854 w 4432853"/>
                <a:gd name="connsiteY0" fmla="*/ 1486828 h 2973667"/>
                <a:gd name="connsiteX1" fmla="*/ 2216427 w 4432853"/>
                <a:gd name="connsiteY1" fmla="*/ 0 h 2973667"/>
                <a:gd name="connsiteX2" fmla="*/ 0 w 4432853"/>
                <a:gd name="connsiteY2" fmla="*/ 1486828 h 2973667"/>
                <a:gd name="connsiteX3" fmla="*/ 2216427 w 4432853"/>
                <a:gd name="connsiteY3" fmla="*/ 2973668 h 2973667"/>
                <a:gd name="connsiteX4" fmla="*/ 4432854 w 4432853"/>
                <a:gd name="connsiteY4" fmla="*/ 1486828 h 2973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2973667">
                  <a:moveTo>
                    <a:pt x="4432854" y="1486828"/>
                  </a:moveTo>
                  <a:cubicBezTo>
                    <a:pt x="4432854" y="665674"/>
                    <a:pt x="3440530" y="0"/>
                    <a:pt x="2216427" y="0"/>
                  </a:cubicBezTo>
                  <a:cubicBezTo>
                    <a:pt x="992328" y="0"/>
                    <a:pt x="0" y="665674"/>
                    <a:pt x="0" y="1486828"/>
                  </a:cubicBezTo>
                  <a:cubicBezTo>
                    <a:pt x="0" y="2307982"/>
                    <a:pt x="992328" y="2973668"/>
                    <a:pt x="2216427" y="2973668"/>
                  </a:cubicBezTo>
                  <a:cubicBezTo>
                    <a:pt x="3440530" y="2973668"/>
                    <a:pt x="4432854" y="2307982"/>
                    <a:pt x="4432854" y="1486828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90445211-44E3-078B-0D6E-B2F8785F1A3F}"/>
                </a:ext>
              </a:extLst>
            </p:cNvPr>
            <p:cNvSpPr/>
            <p:nvPr/>
          </p:nvSpPr>
          <p:spPr>
            <a:xfrm>
              <a:off x="1219352" y="6817650"/>
              <a:ext cx="4432853" cy="3716555"/>
            </a:xfrm>
            <a:custGeom>
              <a:avLst/>
              <a:gdLst>
                <a:gd name="connsiteX0" fmla="*/ 4432854 w 4432853"/>
                <a:gd name="connsiteY0" fmla="*/ 1858271 h 3716555"/>
                <a:gd name="connsiteX1" fmla="*/ 2216427 w 4432853"/>
                <a:gd name="connsiteY1" fmla="*/ 0 h 3716555"/>
                <a:gd name="connsiteX2" fmla="*/ 0 w 4432853"/>
                <a:gd name="connsiteY2" fmla="*/ 1858271 h 3716555"/>
                <a:gd name="connsiteX3" fmla="*/ 2216427 w 4432853"/>
                <a:gd name="connsiteY3" fmla="*/ 3716555 h 3716555"/>
                <a:gd name="connsiteX4" fmla="*/ 4432854 w 4432853"/>
                <a:gd name="connsiteY4" fmla="*/ 1858271 h 3716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3716555">
                  <a:moveTo>
                    <a:pt x="4432854" y="1858271"/>
                  </a:moveTo>
                  <a:cubicBezTo>
                    <a:pt x="4432854" y="831975"/>
                    <a:pt x="3440530" y="0"/>
                    <a:pt x="2216427" y="0"/>
                  </a:cubicBezTo>
                  <a:cubicBezTo>
                    <a:pt x="992328" y="0"/>
                    <a:pt x="0" y="831975"/>
                    <a:pt x="0" y="1858271"/>
                  </a:cubicBezTo>
                  <a:cubicBezTo>
                    <a:pt x="0" y="2884580"/>
                    <a:pt x="992328" y="3716555"/>
                    <a:pt x="2216427" y="3716555"/>
                  </a:cubicBezTo>
                  <a:cubicBezTo>
                    <a:pt x="3440530" y="3716555"/>
                    <a:pt x="4432854" y="2884580"/>
                    <a:pt x="4432854" y="1858271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BB818505-8959-9212-48FA-EFAEB06FA49C}"/>
                </a:ext>
              </a:extLst>
            </p:cNvPr>
            <p:cNvSpPr/>
            <p:nvPr/>
          </p:nvSpPr>
          <p:spPr>
            <a:xfrm>
              <a:off x="1219352" y="6817663"/>
              <a:ext cx="4432853" cy="4459162"/>
            </a:xfrm>
            <a:custGeom>
              <a:avLst/>
              <a:gdLst>
                <a:gd name="connsiteX0" fmla="*/ 4432854 w 4432853"/>
                <a:gd name="connsiteY0" fmla="*/ 2229575 h 4459162"/>
                <a:gd name="connsiteX1" fmla="*/ 2216427 w 4432853"/>
                <a:gd name="connsiteY1" fmla="*/ 0 h 4459162"/>
                <a:gd name="connsiteX2" fmla="*/ 0 w 4432853"/>
                <a:gd name="connsiteY2" fmla="*/ 2229575 h 4459162"/>
                <a:gd name="connsiteX3" fmla="*/ 2216427 w 4432853"/>
                <a:gd name="connsiteY3" fmla="*/ 4459162 h 4459162"/>
                <a:gd name="connsiteX4" fmla="*/ 4432854 w 4432853"/>
                <a:gd name="connsiteY4" fmla="*/ 2229575 h 445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4459162">
                  <a:moveTo>
                    <a:pt x="4432854" y="2229575"/>
                  </a:moveTo>
                  <a:cubicBezTo>
                    <a:pt x="4432854" y="998213"/>
                    <a:pt x="3440530" y="0"/>
                    <a:pt x="2216427" y="0"/>
                  </a:cubicBezTo>
                  <a:cubicBezTo>
                    <a:pt x="992328" y="0"/>
                    <a:pt x="0" y="998213"/>
                    <a:pt x="0" y="2229575"/>
                  </a:cubicBezTo>
                  <a:cubicBezTo>
                    <a:pt x="0" y="3460937"/>
                    <a:pt x="992328" y="4459162"/>
                    <a:pt x="2216427" y="4459162"/>
                  </a:cubicBezTo>
                  <a:cubicBezTo>
                    <a:pt x="3440530" y="4459162"/>
                    <a:pt x="4432854" y="3460937"/>
                    <a:pt x="4432854" y="2229575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76A5B32B-1C03-AC40-C78C-E3A74983FC96}"/>
                </a:ext>
              </a:extLst>
            </p:cNvPr>
            <p:cNvSpPr/>
            <p:nvPr/>
          </p:nvSpPr>
          <p:spPr>
            <a:xfrm>
              <a:off x="1219352" y="6817511"/>
              <a:ext cx="4432853" cy="12701"/>
            </a:xfrm>
            <a:custGeom>
              <a:avLst/>
              <a:gdLst>
                <a:gd name="connsiteX0" fmla="*/ 4432854 w 4432853"/>
                <a:gd name="connsiteY0" fmla="*/ 0 h 12701"/>
                <a:gd name="connsiteX1" fmla="*/ 2216427 w 4432853"/>
                <a:gd name="connsiteY1" fmla="*/ 0 h 12701"/>
                <a:gd name="connsiteX2" fmla="*/ 0 w 4432853"/>
                <a:gd name="connsiteY2" fmla="*/ 0 h 12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32853" h="12701">
                  <a:moveTo>
                    <a:pt x="4432854" y="0"/>
                  </a:moveTo>
                  <a:cubicBezTo>
                    <a:pt x="4432854" y="0"/>
                    <a:pt x="3440542" y="0"/>
                    <a:pt x="2216427" y="0"/>
                  </a:cubicBezTo>
                  <a:cubicBezTo>
                    <a:pt x="992315" y="0"/>
                    <a:pt x="0" y="0"/>
                    <a:pt x="0" y="0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6A66A12E-6A96-EDD5-C6FB-74447A309337}"/>
                </a:ext>
              </a:extLst>
            </p:cNvPr>
            <p:cNvSpPr/>
            <p:nvPr/>
          </p:nvSpPr>
          <p:spPr>
            <a:xfrm>
              <a:off x="1219352" y="6072388"/>
              <a:ext cx="4432853" cy="745261"/>
            </a:xfrm>
            <a:custGeom>
              <a:avLst/>
              <a:gdLst>
                <a:gd name="connsiteX0" fmla="*/ 4432854 w 4432853"/>
                <a:gd name="connsiteY0" fmla="*/ 372625 h 745261"/>
                <a:gd name="connsiteX1" fmla="*/ 2216427 w 4432853"/>
                <a:gd name="connsiteY1" fmla="*/ 0 h 745261"/>
                <a:gd name="connsiteX2" fmla="*/ 0 w 4432853"/>
                <a:gd name="connsiteY2" fmla="*/ 372625 h 745261"/>
                <a:gd name="connsiteX3" fmla="*/ 2216427 w 4432853"/>
                <a:gd name="connsiteY3" fmla="*/ 745262 h 745261"/>
                <a:gd name="connsiteX4" fmla="*/ 4432854 w 4432853"/>
                <a:gd name="connsiteY4" fmla="*/ 372625 h 745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745261">
                  <a:moveTo>
                    <a:pt x="4432854" y="372625"/>
                  </a:moveTo>
                  <a:cubicBezTo>
                    <a:pt x="4432854" y="166822"/>
                    <a:pt x="3440530" y="0"/>
                    <a:pt x="2216427" y="0"/>
                  </a:cubicBezTo>
                  <a:cubicBezTo>
                    <a:pt x="992328" y="0"/>
                    <a:pt x="0" y="166822"/>
                    <a:pt x="0" y="372625"/>
                  </a:cubicBezTo>
                  <a:cubicBezTo>
                    <a:pt x="0" y="578428"/>
                    <a:pt x="992328" y="745262"/>
                    <a:pt x="2216427" y="745262"/>
                  </a:cubicBezTo>
                  <a:cubicBezTo>
                    <a:pt x="3440530" y="745262"/>
                    <a:pt x="4432854" y="578428"/>
                    <a:pt x="4432854" y="372625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2DB4C440-3D4E-EBC9-EA1D-5E9061C30254}"/>
                </a:ext>
              </a:extLst>
            </p:cNvPr>
            <p:cNvSpPr/>
            <p:nvPr/>
          </p:nvSpPr>
          <p:spPr>
            <a:xfrm>
              <a:off x="1219352" y="5329489"/>
              <a:ext cx="4432853" cy="1488161"/>
            </a:xfrm>
            <a:custGeom>
              <a:avLst/>
              <a:gdLst>
                <a:gd name="connsiteX0" fmla="*/ 4432854 w 4432853"/>
                <a:gd name="connsiteY0" fmla="*/ 744081 h 1488161"/>
                <a:gd name="connsiteX1" fmla="*/ 2216427 w 4432853"/>
                <a:gd name="connsiteY1" fmla="*/ 0 h 1488161"/>
                <a:gd name="connsiteX2" fmla="*/ 0 w 4432853"/>
                <a:gd name="connsiteY2" fmla="*/ 744081 h 1488161"/>
                <a:gd name="connsiteX3" fmla="*/ 2216427 w 4432853"/>
                <a:gd name="connsiteY3" fmla="*/ 1488161 h 1488161"/>
                <a:gd name="connsiteX4" fmla="*/ 4432854 w 4432853"/>
                <a:gd name="connsiteY4" fmla="*/ 744081 h 1488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1488161">
                  <a:moveTo>
                    <a:pt x="4432854" y="744081"/>
                  </a:moveTo>
                  <a:cubicBezTo>
                    <a:pt x="4432854" y="333136"/>
                    <a:pt x="3440530" y="0"/>
                    <a:pt x="2216427" y="0"/>
                  </a:cubicBezTo>
                  <a:cubicBezTo>
                    <a:pt x="992328" y="0"/>
                    <a:pt x="0" y="333136"/>
                    <a:pt x="0" y="744081"/>
                  </a:cubicBezTo>
                  <a:cubicBezTo>
                    <a:pt x="0" y="1155026"/>
                    <a:pt x="992328" y="1488161"/>
                    <a:pt x="2216427" y="1488161"/>
                  </a:cubicBezTo>
                  <a:cubicBezTo>
                    <a:pt x="3440530" y="1488161"/>
                    <a:pt x="4432854" y="1155026"/>
                    <a:pt x="4432854" y="744081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6527CBB9-A896-A3A2-0D2C-9781F54372B3}"/>
                </a:ext>
              </a:extLst>
            </p:cNvPr>
            <p:cNvSpPr/>
            <p:nvPr/>
          </p:nvSpPr>
          <p:spPr>
            <a:xfrm>
              <a:off x="1219352" y="4587923"/>
              <a:ext cx="4432853" cy="2229587"/>
            </a:xfrm>
            <a:custGeom>
              <a:avLst/>
              <a:gdLst>
                <a:gd name="connsiteX0" fmla="*/ 4432854 w 4432853"/>
                <a:gd name="connsiteY0" fmla="*/ 1114800 h 2229587"/>
                <a:gd name="connsiteX1" fmla="*/ 2216427 w 4432853"/>
                <a:gd name="connsiteY1" fmla="*/ 0 h 2229587"/>
                <a:gd name="connsiteX2" fmla="*/ 0 w 4432853"/>
                <a:gd name="connsiteY2" fmla="*/ 1114800 h 2229587"/>
                <a:gd name="connsiteX3" fmla="*/ 2216427 w 4432853"/>
                <a:gd name="connsiteY3" fmla="*/ 2229588 h 2229587"/>
                <a:gd name="connsiteX4" fmla="*/ 4432854 w 4432853"/>
                <a:gd name="connsiteY4" fmla="*/ 1114800 h 2229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2229587">
                  <a:moveTo>
                    <a:pt x="4432854" y="1114800"/>
                  </a:moveTo>
                  <a:cubicBezTo>
                    <a:pt x="4432854" y="499107"/>
                    <a:pt x="3440530" y="0"/>
                    <a:pt x="2216427" y="0"/>
                  </a:cubicBezTo>
                  <a:cubicBezTo>
                    <a:pt x="992328" y="0"/>
                    <a:pt x="0" y="499107"/>
                    <a:pt x="0" y="1114800"/>
                  </a:cubicBezTo>
                  <a:cubicBezTo>
                    <a:pt x="0" y="1730481"/>
                    <a:pt x="992328" y="2229588"/>
                    <a:pt x="2216427" y="2229588"/>
                  </a:cubicBezTo>
                  <a:cubicBezTo>
                    <a:pt x="3440530" y="2229588"/>
                    <a:pt x="4432854" y="1730481"/>
                    <a:pt x="4432854" y="1114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CCEFC58B-81B5-D32F-2FDB-7FF5CE04452E}"/>
                </a:ext>
              </a:extLst>
            </p:cNvPr>
            <p:cNvSpPr/>
            <p:nvPr/>
          </p:nvSpPr>
          <p:spPr>
            <a:xfrm>
              <a:off x="1219352" y="3843842"/>
              <a:ext cx="4432853" cy="2973668"/>
            </a:xfrm>
            <a:custGeom>
              <a:avLst/>
              <a:gdLst>
                <a:gd name="connsiteX0" fmla="*/ 4432854 w 4432853"/>
                <a:gd name="connsiteY0" fmla="*/ 1486841 h 2973668"/>
                <a:gd name="connsiteX1" fmla="*/ 2216427 w 4432853"/>
                <a:gd name="connsiteY1" fmla="*/ 0 h 2973668"/>
                <a:gd name="connsiteX2" fmla="*/ 0 w 4432853"/>
                <a:gd name="connsiteY2" fmla="*/ 1486841 h 2973668"/>
                <a:gd name="connsiteX3" fmla="*/ 2216427 w 4432853"/>
                <a:gd name="connsiteY3" fmla="*/ 2973668 h 2973668"/>
                <a:gd name="connsiteX4" fmla="*/ 4432854 w 4432853"/>
                <a:gd name="connsiteY4" fmla="*/ 1486841 h 2973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2973668">
                  <a:moveTo>
                    <a:pt x="4432854" y="1486841"/>
                  </a:moveTo>
                  <a:cubicBezTo>
                    <a:pt x="4432854" y="665687"/>
                    <a:pt x="3440530" y="0"/>
                    <a:pt x="2216427" y="0"/>
                  </a:cubicBezTo>
                  <a:cubicBezTo>
                    <a:pt x="992328" y="0"/>
                    <a:pt x="0" y="665687"/>
                    <a:pt x="0" y="1486841"/>
                  </a:cubicBezTo>
                  <a:cubicBezTo>
                    <a:pt x="0" y="2307994"/>
                    <a:pt x="992328" y="2973668"/>
                    <a:pt x="2216427" y="2973668"/>
                  </a:cubicBezTo>
                  <a:cubicBezTo>
                    <a:pt x="3440530" y="2973668"/>
                    <a:pt x="4432854" y="2307994"/>
                    <a:pt x="4432854" y="1486841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5B289853-BF29-F1FF-08DA-7111B66A2CDC}"/>
                </a:ext>
              </a:extLst>
            </p:cNvPr>
            <p:cNvSpPr/>
            <p:nvPr/>
          </p:nvSpPr>
          <p:spPr>
            <a:xfrm>
              <a:off x="1219352" y="3100943"/>
              <a:ext cx="4432853" cy="3716567"/>
            </a:xfrm>
            <a:custGeom>
              <a:avLst/>
              <a:gdLst>
                <a:gd name="connsiteX0" fmla="*/ 4432854 w 4432853"/>
                <a:gd name="connsiteY0" fmla="*/ 1858284 h 3716567"/>
                <a:gd name="connsiteX1" fmla="*/ 2216427 w 4432853"/>
                <a:gd name="connsiteY1" fmla="*/ 0 h 3716567"/>
                <a:gd name="connsiteX2" fmla="*/ 0 w 4432853"/>
                <a:gd name="connsiteY2" fmla="*/ 1858284 h 3716567"/>
                <a:gd name="connsiteX3" fmla="*/ 2216427 w 4432853"/>
                <a:gd name="connsiteY3" fmla="*/ 3716568 h 3716567"/>
                <a:gd name="connsiteX4" fmla="*/ 4432854 w 4432853"/>
                <a:gd name="connsiteY4" fmla="*/ 1858284 h 3716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3716567">
                  <a:moveTo>
                    <a:pt x="4432854" y="1858284"/>
                  </a:moveTo>
                  <a:cubicBezTo>
                    <a:pt x="4432854" y="831988"/>
                    <a:pt x="3440530" y="0"/>
                    <a:pt x="2216427" y="0"/>
                  </a:cubicBezTo>
                  <a:cubicBezTo>
                    <a:pt x="992328" y="0"/>
                    <a:pt x="0" y="831988"/>
                    <a:pt x="0" y="1858284"/>
                  </a:cubicBezTo>
                  <a:cubicBezTo>
                    <a:pt x="0" y="2884580"/>
                    <a:pt x="992328" y="3716568"/>
                    <a:pt x="2216427" y="3716568"/>
                  </a:cubicBezTo>
                  <a:cubicBezTo>
                    <a:pt x="3440530" y="3716568"/>
                    <a:pt x="4432854" y="2884580"/>
                    <a:pt x="4432854" y="1858284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6A4218F6-D47C-2EFF-E46C-1B374233893D}"/>
                </a:ext>
              </a:extLst>
            </p:cNvPr>
            <p:cNvSpPr/>
            <p:nvPr/>
          </p:nvSpPr>
          <p:spPr>
            <a:xfrm>
              <a:off x="1219352" y="2358343"/>
              <a:ext cx="4432853" cy="4459167"/>
            </a:xfrm>
            <a:custGeom>
              <a:avLst/>
              <a:gdLst>
                <a:gd name="connsiteX0" fmla="*/ 4432854 w 4432853"/>
                <a:gd name="connsiteY0" fmla="*/ 2229580 h 4459167"/>
                <a:gd name="connsiteX1" fmla="*/ 2216427 w 4432853"/>
                <a:gd name="connsiteY1" fmla="*/ 0 h 4459167"/>
                <a:gd name="connsiteX2" fmla="*/ 0 w 4432853"/>
                <a:gd name="connsiteY2" fmla="*/ 2229580 h 4459167"/>
                <a:gd name="connsiteX3" fmla="*/ 2216427 w 4432853"/>
                <a:gd name="connsiteY3" fmla="*/ 4459168 h 4459167"/>
                <a:gd name="connsiteX4" fmla="*/ 4432854 w 4432853"/>
                <a:gd name="connsiteY4" fmla="*/ 2229580 h 4459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4459167">
                  <a:moveTo>
                    <a:pt x="4432854" y="2229580"/>
                  </a:moveTo>
                  <a:cubicBezTo>
                    <a:pt x="4432854" y="998218"/>
                    <a:pt x="3440530" y="0"/>
                    <a:pt x="2216427" y="0"/>
                  </a:cubicBezTo>
                  <a:cubicBezTo>
                    <a:pt x="992328" y="0"/>
                    <a:pt x="0" y="998218"/>
                    <a:pt x="0" y="2229580"/>
                  </a:cubicBezTo>
                  <a:cubicBezTo>
                    <a:pt x="0" y="3460942"/>
                    <a:pt x="992328" y="4459168"/>
                    <a:pt x="2216427" y="4459168"/>
                  </a:cubicBezTo>
                  <a:cubicBezTo>
                    <a:pt x="3440530" y="4459168"/>
                    <a:pt x="4432854" y="3460942"/>
                    <a:pt x="4432854" y="222958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4CFF1251-9EE3-C35F-DEED-2DB3FAE178E5}"/>
                </a:ext>
              </a:extLst>
            </p:cNvPr>
            <p:cNvSpPr/>
            <p:nvPr/>
          </p:nvSpPr>
          <p:spPr>
            <a:xfrm>
              <a:off x="3289711" y="1219200"/>
              <a:ext cx="304838" cy="304836"/>
            </a:xfrm>
            <a:custGeom>
              <a:avLst/>
              <a:gdLst>
                <a:gd name="connsiteX0" fmla="*/ 304838 w 304838"/>
                <a:gd name="connsiteY0" fmla="*/ 152418 h 304836"/>
                <a:gd name="connsiteX1" fmla="*/ 152419 w 304838"/>
                <a:gd name="connsiteY1" fmla="*/ 0 h 304836"/>
                <a:gd name="connsiteX2" fmla="*/ 0 w 304838"/>
                <a:gd name="connsiteY2" fmla="*/ 152418 h 304836"/>
                <a:gd name="connsiteX3" fmla="*/ 152419 w 304838"/>
                <a:gd name="connsiteY3" fmla="*/ 304837 h 304836"/>
                <a:gd name="connsiteX4" fmla="*/ 304838 w 304838"/>
                <a:gd name="connsiteY4" fmla="*/ 152418 h 304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38" h="304836">
                  <a:moveTo>
                    <a:pt x="304838" y="152418"/>
                  </a:moveTo>
                  <a:cubicBezTo>
                    <a:pt x="304838" y="68240"/>
                    <a:pt x="236592" y="0"/>
                    <a:pt x="152419" y="0"/>
                  </a:cubicBezTo>
                  <a:cubicBezTo>
                    <a:pt x="68246" y="0"/>
                    <a:pt x="0" y="68240"/>
                    <a:pt x="0" y="152418"/>
                  </a:cubicBezTo>
                  <a:cubicBezTo>
                    <a:pt x="0" y="236596"/>
                    <a:pt x="68246" y="304837"/>
                    <a:pt x="152419" y="304837"/>
                  </a:cubicBezTo>
                  <a:cubicBezTo>
                    <a:pt x="236592" y="304837"/>
                    <a:pt x="304838" y="236596"/>
                    <a:pt x="304838" y="152418"/>
                  </a:cubicBezTo>
                  <a:close/>
                </a:path>
              </a:pathLst>
            </a:custGeom>
            <a:solidFill>
              <a:srgbClr val="3044FF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E01671AF-853F-C3C0-422C-704D52B223DA}"/>
                </a:ext>
              </a:extLst>
            </p:cNvPr>
            <p:cNvSpPr/>
            <p:nvPr/>
          </p:nvSpPr>
          <p:spPr>
            <a:xfrm>
              <a:off x="3289711" y="12193316"/>
              <a:ext cx="304838" cy="304836"/>
            </a:xfrm>
            <a:custGeom>
              <a:avLst/>
              <a:gdLst>
                <a:gd name="connsiteX0" fmla="*/ 304838 w 304838"/>
                <a:gd name="connsiteY0" fmla="*/ 152418 h 304836"/>
                <a:gd name="connsiteX1" fmla="*/ 152419 w 304838"/>
                <a:gd name="connsiteY1" fmla="*/ 0 h 304836"/>
                <a:gd name="connsiteX2" fmla="*/ 0 w 304838"/>
                <a:gd name="connsiteY2" fmla="*/ 152418 h 304836"/>
                <a:gd name="connsiteX3" fmla="*/ 152419 w 304838"/>
                <a:gd name="connsiteY3" fmla="*/ 304837 h 304836"/>
                <a:gd name="connsiteX4" fmla="*/ 304838 w 304838"/>
                <a:gd name="connsiteY4" fmla="*/ 152418 h 304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38" h="304836">
                  <a:moveTo>
                    <a:pt x="304838" y="152418"/>
                  </a:moveTo>
                  <a:cubicBezTo>
                    <a:pt x="304838" y="68245"/>
                    <a:pt x="236592" y="0"/>
                    <a:pt x="152419" y="0"/>
                  </a:cubicBezTo>
                  <a:cubicBezTo>
                    <a:pt x="68246" y="0"/>
                    <a:pt x="0" y="68245"/>
                    <a:pt x="0" y="152418"/>
                  </a:cubicBezTo>
                  <a:cubicBezTo>
                    <a:pt x="0" y="236591"/>
                    <a:pt x="68246" y="304837"/>
                    <a:pt x="152419" y="304837"/>
                  </a:cubicBezTo>
                  <a:cubicBezTo>
                    <a:pt x="236592" y="304837"/>
                    <a:pt x="304838" y="236591"/>
                    <a:pt x="304838" y="152418"/>
                  </a:cubicBezTo>
                  <a:close/>
                </a:path>
              </a:pathLst>
            </a:custGeom>
            <a:solidFill>
              <a:srgbClr val="3044FF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7870B593-E5B3-0D75-55A6-D3BA7FF0208D}"/>
                </a:ext>
              </a:extLst>
            </p:cNvPr>
            <p:cNvSpPr/>
            <p:nvPr/>
          </p:nvSpPr>
          <p:spPr>
            <a:xfrm>
              <a:off x="3213501" y="6591944"/>
              <a:ext cx="457257" cy="457254"/>
            </a:xfrm>
            <a:custGeom>
              <a:avLst/>
              <a:gdLst>
                <a:gd name="connsiteX0" fmla="*/ 457257 w 457257"/>
                <a:gd name="connsiteY0" fmla="*/ 228627 h 457254"/>
                <a:gd name="connsiteX1" fmla="*/ 228629 w 457257"/>
                <a:gd name="connsiteY1" fmla="*/ 0 h 457254"/>
                <a:gd name="connsiteX2" fmla="*/ 0 w 457257"/>
                <a:gd name="connsiteY2" fmla="*/ 228627 h 457254"/>
                <a:gd name="connsiteX3" fmla="*/ 228629 w 457257"/>
                <a:gd name="connsiteY3" fmla="*/ 457255 h 457254"/>
                <a:gd name="connsiteX4" fmla="*/ 457257 w 457257"/>
                <a:gd name="connsiteY4" fmla="*/ 228627 h 457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7257" h="457254">
                  <a:moveTo>
                    <a:pt x="457257" y="228627"/>
                  </a:moveTo>
                  <a:cubicBezTo>
                    <a:pt x="457257" y="102361"/>
                    <a:pt x="354895" y="0"/>
                    <a:pt x="228629" y="0"/>
                  </a:cubicBezTo>
                  <a:cubicBezTo>
                    <a:pt x="102362" y="0"/>
                    <a:pt x="0" y="102361"/>
                    <a:pt x="0" y="228627"/>
                  </a:cubicBezTo>
                  <a:cubicBezTo>
                    <a:pt x="0" y="354893"/>
                    <a:pt x="102362" y="457255"/>
                    <a:pt x="228629" y="457255"/>
                  </a:cubicBezTo>
                  <a:cubicBezTo>
                    <a:pt x="354895" y="457255"/>
                    <a:pt x="457257" y="354893"/>
                    <a:pt x="457257" y="228627"/>
                  </a:cubicBezTo>
                  <a:close/>
                </a:path>
              </a:pathLst>
            </a:custGeom>
            <a:solidFill>
              <a:srgbClr val="DB44E8"/>
            </a:solidFill>
            <a:ln w="152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4" name="Полилиния 23">
              <a:extLst>
                <a:ext uri="{FF2B5EF4-FFF2-40B4-BE49-F238E27FC236}">
                  <a16:creationId xmlns:a16="http://schemas.microsoft.com/office/drawing/2014/main" id="{7870E60F-E8C7-1A7F-6BB1-32E2D5AD5F53}"/>
                </a:ext>
              </a:extLst>
            </p:cNvPr>
            <p:cNvSpPr/>
            <p:nvPr/>
          </p:nvSpPr>
          <p:spPr>
            <a:xfrm>
              <a:off x="3137292" y="2057500"/>
              <a:ext cx="609676" cy="609673"/>
            </a:xfrm>
            <a:custGeom>
              <a:avLst/>
              <a:gdLst>
                <a:gd name="connsiteX0" fmla="*/ 609676 w 609676"/>
                <a:gd name="connsiteY0" fmla="*/ 304837 h 609673"/>
                <a:gd name="connsiteX1" fmla="*/ 304838 w 609676"/>
                <a:gd name="connsiteY1" fmla="*/ 0 h 609673"/>
                <a:gd name="connsiteX2" fmla="*/ 0 w 609676"/>
                <a:gd name="connsiteY2" fmla="*/ 304837 h 609673"/>
                <a:gd name="connsiteX3" fmla="*/ 304838 w 609676"/>
                <a:gd name="connsiteY3" fmla="*/ 609673 h 609673"/>
                <a:gd name="connsiteX4" fmla="*/ 609676 w 609676"/>
                <a:gd name="connsiteY4" fmla="*/ 304837 h 609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676" h="609673">
                  <a:moveTo>
                    <a:pt x="609676" y="304837"/>
                  </a:moveTo>
                  <a:cubicBezTo>
                    <a:pt x="609676" y="136479"/>
                    <a:pt x="473198" y="0"/>
                    <a:pt x="304838" y="0"/>
                  </a:cubicBezTo>
                  <a:cubicBezTo>
                    <a:pt x="136478" y="0"/>
                    <a:pt x="0" y="136479"/>
                    <a:pt x="0" y="304837"/>
                  </a:cubicBezTo>
                  <a:cubicBezTo>
                    <a:pt x="0" y="473195"/>
                    <a:pt x="136478" y="609673"/>
                    <a:pt x="304838" y="609673"/>
                  </a:cubicBezTo>
                  <a:cubicBezTo>
                    <a:pt x="473198" y="609673"/>
                    <a:pt x="609676" y="473195"/>
                    <a:pt x="609676" y="3048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8DF8892F-2CF6-A0EA-063F-EDCA36CCDE41}"/>
                </a:ext>
              </a:extLst>
            </p:cNvPr>
            <p:cNvSpPr/>
            <p:nvPr/>
          </p:nvSpPr>
          <p:spPr>
            <a:xfrm>
              <a:off x="3137292" y="10973970"/>
              <a:ext cx="609676" cy="609673"/>
            </a:xfrm>
            <a:custGeom>
              <a:avLst/>
              <a:gdLst>
                <a:gd name="connsiteX0" fmla="*/ 609676 w 609676"/>
                <a:gd name="connsiteY0" fmla="*/ 304837 h 609673"/>
                <a:gd name="connsiteX1" fmla="*/ 304838 w 609676"/>
                <a:gd name="connsiteY1" fmla="*/ 0 h 609673"/>
                <a:gd name="connsiteX2" fmla="*/ 0 w 609676"/>
                <a:gd name="connsiteY2" fmla="*/ 304837 h 609673"/>
                <a:gd name="connsiteX3" fmla="*/ 304838 w 609676"/>
                <a:gd name="connsiteY3" fmla="*/ 609673 h 609673"/>
                <a:gd name="connsiteX4" fmla="*/ 609676 w 609676"/>
                <a:gd name="connsiteY4" fmla="*/ 304837 h 609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676" h="609673">
                  <a:moveTo>
                    <a:pt x="609676" y="304837"/>
                  </a:moveTo>
                  <a:cubicBezTo>
                    <a:pt x="609676" y="136478"/>
                    <a:pt x="473198" y="0"/>
                    <a:pt x="304838" y="0"/>
                  </a:cubicBezTo>
                  <a:cubicBezTo>
                    <a:pt x="136478" y="0"/>
                    <a:pt x="0" y="136478"/>
                    <a:pt x="0" y="304837"/>
                  </a:cubicBezTo>
                  <a:cubicBezTo>
                    <a:pt x="0" y="473195"/>
                    <a:pt x="136478" y="609673"/>
                    <a:pt x="304838" y="609673"/>
                  </a:cubicBezTo>
                  <a:cubicBezTo>
                    <a:pt x="473198" y="609673"/>
                    <a:pt x="609676" y="473195"/>
                    <a:pt x="609676" y="3048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</p:grpSp>
      <p:sp>
        <p:nvSpPr>
          <p:cNvPr id="26" name="Текст 34">
            <a:extLst>
              <a:ext uri="{FF2B5EF4-FFF2-40B4-BE49-F238E27FC236}">
                <a16:creationId xmlns:a16="http://schemas.microsoft.com/office/drawing/2014/main" id="{8E3EDAB1-5896-5CE4-CBEE-918601F42E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92523" y="4703495"/>
            <a:ext cx="14837315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раздела</a:t>
            </a:r>
          </a:p>
        </p:txBody>
      </p:sp>
      <p:sp>
        <p:nvSpPr>
          <p:cNvPr id="27" name="Текст 36">
            <a:extLst>
              <a:ext uri="{FF2B5EF4-FFF2-40B4-BE49-F238E27FC236}">
                <a16:creationId xmlns:a16="http://schemas.microsoft.com/office/drawing/2014/main" id="{D5082E7C-4853-22F7-34D6-E6219D01B8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92523" y="8182429"/>
            <a:ext cx="9212257" cy="74385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48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1800" smtClean="0"/>
            </a:lvl2pPr>
            <a:lvl3pPr>
              <a:defRPr lang="ru-RU" sz="1800" smtClean="0"/>
            </a:lvl3pPr>
            <a:lvl4pPr>
              <a:defRPr lang="ru-RU" sz="1800" smtClean="0"/>
            </a:lvl4pPr>
            <a:lvl5pPr>
              <a:defRPr lang="ru-RU" sz="1800"/>
            </a:lvl5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раздела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4AE83BE-3812-04B0-7F27-8F983D2BC534}"/>
              </a:ext>
            </a:extLst>
          </p:cNvPr>
          <p:cNvSpPr/>
          <p:nvPr/>
        </p:nvSpPr>
        <p:spPr>
          <a:xfrm>
            <a:off x="8192523" y="11673114"/>
            <a:ext cx="3708864" cy="8382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Graphik LC Regular"/>
              <a:ea typeface="+mn-ea"/>
              <a:cs typeface="+mn-cs"/>
            </a:endParaRPr>
          </a:p>
        </p:txBody>
      </p:sp>
      <p:sp>
        <p:nvSpPr>
          <p:cNvPr id="37" name="Текст 36">
            <a:extLst>
              <a:ext uri="{FF2B5EF4-FFF2-40B4-BE49-F238E27FC236}">
                <a16:creationId xmlns:a16="http://schemas.microsoft.com/office/drawing/2014/main" id="{56EF11C1-D6E0-4866-984D-42263B7952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54075" y="11859779"/>
            <a:ext cx="3185761" cy="46487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indent="0">
              <a:buNone/>
              <a:defRPr lang="ru-RU" sz="3000" b="1" spc="100" baseline="0" dirty="0">
                <a:solidFill>
                  <a:srgbClr val="141414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algn="ctr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ТЕГ 1</a:t>
            </a:r>
          </a:p>
        </p:txBody>
      </p:sp>
    </p:spTree>
    <p:extLst>
      <p:ext uri="{BB962C8B-B14F-4D97-AF65-F5344CB8AC3E}">
        <p14:creationId xmlns:p14="http://schemas.microsoft.com/office/powerpoint/2010/main" val="3160090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азделитель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09CC67D-1EA4-3B2E-4FED-C778B4AD4C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50407" y="1219200"/>
            <a:ext cx="2006847" cy="1302690"/>
          </a:xfrm>
          <a:prstGeom prst="rect">
            <a:avLst/>
          </a:prstGeom>
        </p:spPr>
      </p:pic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2AC3C33F-2EEE-66DA-0D8F-F126AFD97187}"/>
              </a:ext>
            </a:extLst>
          </p:cNvPr>
          <p:cNvCxnSpPr>
            <a:cxnSpLocks/>
          </p:cNvCxnSpPr>
          <p:nvPr userDrawn="1"/>
        </p:nvCxnSpPr>
        <p:spPr>
          <a:xfrm>
            <a:off x="1212850" y="3094224"/>
            <a:ext cx="15938634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FEF6DFCF-6E3C-45AD-39A3-2B96DD02EF20}"/>
              </a:ext>
            </a:extLst>
          </p:cNvPr>
          <p:cNvCxnSpPr>
            <a:cxnSpLocks/>
          </p:cNvCxnSpPr>
          <p:nvPr userDrawn="1"/>
        </p:nvCxnSpPr>
        <p:spPr>
          <a:xfrm>
            <a:off x="17646057" y="1219200"/>
            <a:ext cx="0" cy="13208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45C09DE2-AA4E-1E92-3055-D338F20440CD}"/>
              </a:ext>
            </a:extLst>
          </p:cNvPr>
          <p:cNvCxnSpPr>
            <a:cxnSpLocks/>
          </p:cNvCxnSpPr>
          <p:nvPr userDrawn="1"/>
        </p:nvCxnSpPr>
        <p:spPr>
          <a:xfrm>
            <a:off x="17646057" y="3746500"/>
            <a:ext cx="0" cy="8764588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Текст 34">
            <a:extLst>
              <a:ext uri="{FF2B5EF4-FFF2-40B4-BE49-F238E27FC236}">
                <a16:creationId xmlns:a16="http://schemas.microsoft.com/office/drawing/2014/main" id="{91448EFB-C488-FB09-FF84-84882C9C33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50407" y="5839459"/>
            <a:ext cx="14837315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раздела</a:t>
            </a:r>
          </a:p>
        </p:txBody>
      </p:sp>
      <p:sp>
        <p:nvSpPr>
          <p:cNvPr id="37" name="Текст 36">
            <a:extLst>
              <a:ext uri="{FF2B5EF4-FFF2-40B4-BE49-F238E27FC236}">
                <a16:creationId xmlns:a16="http://schemas.microsoft.com/office/drawing/2014/main" id="{3C75284D-C85C-B463-479E-E8999D8368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50407" y="9318393"/>
            <a:ext cx="9212257" cy="74385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48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1800" smtClean="0"/>
            </a:lvl2pPr>
            <a:lvl3pPr>
              <a:defRPr lang="ru-RU" sz="1800" smtClean="0"/>
            </a:lvl3pPr>
            <a:lvl4pPr>
              <a:defRPr lang="ru-RU" sz="1800" smtClean="0"/>
            </a:lvl4pPr>
            <a:lvl5pPr>
              <a:defRPr lang="ru-RU" sz="1800"/>
            </a:lvl5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раздела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FB42684-44B7-95E6-5D87-ECCCC1A1E88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121790" y="1217847"/>
            <a:ext cx="5052535" cy="1131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0198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азделитель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99CCEFA8-745B-D7AD-4AB1-FC113B0160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238" y="1206500"/>
            <a:ext cx="20576572" cy="11303012"/>
          </a:xfrm>
          <a:prstGeom prst="rect">
            <a:avLst/>
          </a:prstGeom>
        </p:spPr>
      </p:pic>
      <p:sp>
        <p:nvSpPr>
          <p:cNvPr id="12" name="Текст 11">
            <a:extLst>
              <a:ext uri="{FF2B5EF4-FFF2-40B4-BE49-F238E27FC236}">
                <a16:creationId xmlns:a16="http://schemas.microsoft.com/office/drawing/2014/main" id="{4433600C-32F6-A6D8-64DC-17C93775E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58922" y="5703838"/>
            <a:ext cx="7069331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algn="ctr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подраздела</a:t>
            </a:r>
          </a:p>
        </p:txBody>
      </p:sp>
      <p:pic>
        <p:nvPicPr>
          <p:cNvPr id="3" name="Image 44" descr=" ">
            <a:extLst>
              <a:ext uri="{FF2B5EF4-FFF2-40B4-BE49-F238E27FC236}">
                <a16:creationId xmlns:a16="http://schemas.microsoft.com/office/drawing/2014/main" id="{5FA340A4-761F-E462-A60C-B3C5CD25803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4792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азделитель_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17" descr=" ">
            <a:extLst>
              <a:ext uri="{FF2B5EF4-FFF2-40B4-BE49-F238E27FC236}">
                <a16:creationId xmlns:a16="http://schemas.microsoft.com/office/drawing/2014/main" id="{78398245-0457-ECB2-B1F1-186FF61919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4" name="Текст 11">
            <a:extLst>
              <a:ext uri="{FF2B5EF4-FFF2-40B4-BE49-F238E27FC236}">
                <a16:creationId xmlns:a16="http://schemas.microsoft.com/office/drawing/2014/main" id="{6373765E-784B-CA47-C443-A123576518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58922" y="5703838"/>
            <a:ext cx="7069331" cy="2308324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algn="ctr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подраздела</a:t>
            </a:r>
          </a:p>
        </p:txBody>
      </p:sp>
    </p:spTree>
    <p:extLst>
      <p:ext uri="{BB962C8B-B14F-4D97-AF65-F5344CB8AC3E}">
        <p14:creationId xmlns:p14="http://schemas.microsoft.com/office/powerpoint/2010/main" val="5392701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азделитель_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Рисунок 6">
            <a:extLst>
              <a:ext uri="{FF2B5EF4-FFF2-40B4-BE49-F238E27FC236}">
                <a16:creationId xmlns:a16="http://schemas.microsoft.com/office/drawing/2014/main" id="{04E63315-1FD1-425F-AE02-1FD581B99E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19352" y="1219199"/>
            <a:ext cx="9754803" cy="11277599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09773116-D883-1143-03AE-344D08E75DE8}"/>
              </a:ext>
            </a:extLst>
          </p:cNvPr>
          <p:cNvGrpSpPr/>
          <p:nvPr userDrawn="1"/>
        </p:nvGrpSpPr>
        <p:grpSpPr>
          <a:xfrm>
            <a:off x="12384048" y="1219200"/>
            <a:ext cx="9112922" cy="8270675"/>
            <a:chOff x="12384048" y="1219200"/>
            <a:chExt cx="9112922" cy="8270675"/>
          </a:xfrm>
        </p:grpSpPr>
        <p:sp>
          <p:nvSpPr>
            <p:cNvPr id="4" name="Shape 1">
              <a:extLst>
                <a:ext uri="{FF2B5EF4-FFF2-40B4-BE49-F238E27FC236}">
                  <a16:creationId xmlns:a16="http://schemas.microsoft.com/office/drawing/2014/main" id="{6ACD4361-0C6D-966F-45C7-4E7E1335178B}"/>
                </a:ext>
              </a:extLst>
            </p:cNvPr>
            <p:cNvSpPr/>
            <p:nvPr/>
          </p:nvSpPr>
          <p:spPr>
            <a:xfrm>
              <a:off x="12384048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" name="Shape 2">
              <a:extLst>
                <a:ext uri="{FF2B5EF4-FFF2-40B4-BE49-F238E27FC236}">
                  <a16:creationId xmlns:a16="http://schemas.microsoft.com/office/drawing/2014/main" id="{8756C4CD-7C4A-DBF0-79CB-A799E697C5CA}"/>
                </a:ext>
              </a:extLst>
            </p:cNvPr>
            <p:cNvSpPr/>
            <p:nvPr/>
          </p:nvSpPr>
          <p:spPr>
            <a:xfrm>
              <a:off x="19014245" y="369867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3" name="Shape 3">
              <a:extLst>
                <a:ext uri="{FF2B5EF4-FFF2-40B4-BE49-F238E27FC236}">
                  <a16:creationId xmlns:a16="http://schemas.microsoft.com/office/drawing/2014/main" id="{C83854F6-8358-A6FF-2714-B322BAEEEA9A}"/>
                </a:ext>
              </a:extLst>
            </p:cNvPr>
            <p:cNvSpPr/>
            <p:nvPr/>
          </p:nvSpPr>
          <p:spPr>
            <a:xfrm>
              <a:off x="15699147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4" name="Shape 4">
              <a:extLst>
                <a:ext uri="{FF2B5EF4-FFF2-40B4-BE49-F238E27FC236}">
                  <a16:creationId xmlns:a16="http://schemas.microsoft.com/office/drawing/2014/main" id="{833076AF-9815-3E37-019C-3D24CD7E8060}"/>
                </a:ext>
              </a:extLst>
            </p:cNvPr>
            <p:cNvSpPr/>
            <p:nvPr/>
          </p:nvSpPr>
          <p:spPr>
            <a:xfrm>
              <a:off x="14034423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5" name="Shape 5">
              <a:extLst>
                <a:ext uri="{FF2B5EF4-FFF2-40B4-BE49-F238E27FC236}">
                  <a16:creationId xmlns:a16="http://schemas.microsoft.com/office/drawing/2014/main" id="{B791AB42-C3C3-9B6A-C8F0-5D1AFDB9D332}"/>
                </a:ext>
              </a:extLst>
            </p:cNvPr>
            <p:cNvSpPr/>
            <p:nvPr/>
          </p:nvSpPr>
          <p:spPr>
            <a:xfrm>
              <a:off x="20664608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6" name="Shape 6">
              <a:extLst>
                <a:ext uri="{FF2B5EF4-FFF2-40B4-BE49-F238E27FC236}">
                  <a16:creationId xmlns:a16="http://schemas.microsoft.com/office/drawing/2014/main" id="{25CF1195-E733-2A1F-97C8-75A3B7EA8948}"/>
                </a:ext>
              </a:extLst>
            </p:cNvPr>
            <p:cNvSpPr/>
            <p:nvPr/>
          </p:nvSpPr>
          <p:spPr>
            <a:xfrm>
              <a:off x="17349522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7" name="Shape 7">
              <a:extLst>
                <a:ext uri="{FF2B5EF4-FFF2-40B4-BE49-F238E27FC236}">
                  <a16:creationId xmlns:a16="http://schemas.microsoft.com/office/drawing/2014/main" id="{D33F79F3-2114-6326-53F8-1A5E1053F285}"/>
                </a:ext>
              </a:extLst>
            </p:cNvPr>
            <p:cNvSpPr/>
            <p:nvPr/>
          </p:nvSpPr>
          <p:spPr>
            <a:xfrm>
              <a:off x="13216417" y="369867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8" name="Shape 8">
              <a:extLst>
                <a:ext uri="{FF2B5EF4-FFF2-40B4-BE49-F238E27FC236}">
                  <a16:creationId xmlns:a16="http://schemas.microsoft.com/office/drawing/2014/main" id="{1FB252AF-4275-3B79-1812-0F489EA63AA3}"/>
                </a:ext>
              </a:extLst>
            </p:cNvPr>
            <p:cNvSpPr/>
            <p:nvPr/>
          </p:nvSpPr>
          <p:spPr>
            <a:xfrm>
              <a:off x="19832251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9" name="Shape 9">
              <a:extLst>
                <a:ext uri="{FF2B5EF4-FFF2-40B4-BE49-F238E27FC236}">
                  <a16:creationId xmlns:a16="http://schemas.microsoft.com/office/drawing/2014/main" id="{1A7B5873-3DB9-8A52-88CA-759D7987B96F}"/>
                </a:ext>
              </a:extLst>
            </p:cNvPr>
            <p:cNvSpPr/>
            <p:nvPr/>
          </p:nvSpPr>
          <p:spPr>
            <a:xfrm>
              <a:off x="16531516" y="369867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0" name="Shape 10">
              <a:extLst>
                <a:ext uri="{FF2B5EF4-FFF2-40B4-BE49-F238E27FC236}">
                  <a16:creationId xmlns:a16="http://schemas.microsoft.com/office/drawing/2014/main" id="{25D001C8-B563-749E-155A-111D773063A5}"/>
                </a:ext>
              </a:extLst>
            </p:cNvPr>
            <p:cNvSpPr/>
            <p:nvPr/>
          </p:nvSpPr>
          <p:spPr>
            <a:xfrm>
              <a:off x="14866777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1" name="Shape 11">
              <a:extLst>
                <a:ext uri="{FF2B5EF4-FFF2-40B4-BE49-F238E27FC236}">
                  <a16:creationId xmlns:a16="http://schemas.microsoft.com/office/drawing/2014/main" id="{884420DF-E614-97A3-6C93-2EF4E850614D}"/>
                </a:ext>
              </a:extLst>
            </p:cNvPr>
            <p:cNvSpPr/>
            <p:nvPr/>
          </p:nvSpPr>
          <p:spPr>
            <a:xfrm>
              <a:off x="18181876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2" name="Shape 12">
              <a:extLst>
                <a:ext uri="{FF2B5EF4-FFF2-40B4-BE49-F238E27FC236}">
                  <a16:creationId xmlns:a16="http://schemas.microsoft.com/office/drawing/2014/main" id="{A45B4072-962D-18E8-B39C-6EB1FDCD0CA5}"/>
                </a:ext>
              </a:extLst>
            </p:cNvPr>
            <p:cNvSpPr/>
            <p:nvPr/>
          </p:nvSpPr>
          <p:spPr>
            <a:xfrm>
              <a:off x="12384048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3" name="Shape 13">
              <a:extLst>
                <a:ext uri="{FF2B5EF4-FFF2-40B4-BE49-F238E27FC236}">
                  <a16:creationId xmlns:a16="http://schemas.microsoft.com/office/drawing/2014/main" id="{F28F748D-50D1-A6C5-B8CA-5B201921C6EF}"/>
                </a:ext>
              </a:extLst>
            </p:cNvPr>
            <p:cNvSpPr/>
            <p:nvPr/>
          </p:nvSpPr>
          <p:spPr>
            <a:xfrm>
              <a:off x="19014245" y="2872184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4" name="Shape 14">
              <a:extLst>
                <a:ext uri="{FF2B5EF4-FFF2-40B4-BE49-F238E27FC236}">
                  <a16:creationId xmlns:a16="http://schemas.microsoft.com/office/drawing/2014/main" id="{5DF9D4EA-AE35-8211-69CF-44DA55A98824}"/>
                </a:ext>
              </a:extLst>
            </p:cNvPr>
            <p:cNvSpPr/>
            <p:nvPr/>
          </p:nvSpPr>
          <p:spPr>
            <a:xfrm>
              <a:off x="15699147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5" name="Shape 15">
              <a:extLst>
                <a:ext uri="{FF2B5EF4-FFF2-40B4-BE49-F238E27FC236}">
                  <a16:creationId xmlns:a16="http://schemas.microsoft.com/office/drawing/2014/main" id="{9C6F6B41-16DD-F00E-CED0-DC3413604C0C}"/>
                </a:ext>
              </a:extLst>
            </p:cNvPr>
            <p:cNvSpPr/>
            <p:nvPr/>
          </p:nvSpPr>
          <p:spPr>
            <a:xfrm>
              <a:off x="14034423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6" name="Shape 16">
              <a:extLst>
                <a:ext uri="{FF2B5EF4-FFF2-40B4-BE49-F238E27FC236}">
                  <a16:creationId xmlns:a16="http://schemas.microsoft.com/office/drawing/2014/main" id="{21B57D3F-89E0-08D2-6AE1-905CD36B76A4}"/>
                </a:ext>
              </a:extLst>
            </p:cNvPr>
            <p:cNvSpPr/>
            <p:nvPr/>
          </p:nvSpPr>
          <p:spPr>
            <a:xfrm>
              <a:off x="20664608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7" name="Shape 17">
              <a:extLst>
                <a:ext uri="{FF2B5EF4-FFF2-40B4-BE49-F238E27FC236}">
                  <a16:creationId xmlns:a16="http://schemas.microsoft.com/office/drawing/2014/main" id="{6EBAF96F-393F-3E03-902B-0E0C1CBE3B53}"/>
                </a:ext>
              </a:extLst>
            </p:cNvPr>
            <p:cNvSpPr/>
            <p:nvPr/>
          </p:nvSpPr>
          <p:spPr>
            <a:xfrm>
              <a:off x="17349522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8" name="Shape 18">
              <a:extLst>
                <a:ext uri="{FF2B5EF4-FFF2-40B4-BE49-F238E27FC236}">
                  <a16:creationId xmlns:a16="http://schemas.microsoft.com/office/drawing/2014/main" id="{C36B9AF0-59A4-8D34-807A-A22189C7E34D}"/>
                </a:ext>
              </a:extLst>
            </p:cNvPr>
            <p:cNvSpPr/>
            <p:nvPr/>
          </p:nvSpPr>
          <p:spPr>
            <a:xfrm>
              <a:off x="13216417" y="2872184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9" name="Shape 19">
              <a:extLst>
                <a:ext uri="{FF2B5EF4-FFF2-40B4-BE49-F238E27FC236}">
                  <a16:creationId xmlns:a16="http://schemas.microsoft.com/office/drawing/2014/main" id="{9D85E0E0-5D07-84C6-CFD7-5445B9F935E4}"/>
                </a:ext>
              </a:extLst>
            </p:cNvPr>
            <p:cNvSpPr/>
            <p:nvPr/>
          </p:nvSpPr>
          <p:spPr>
            <a:xfrm>
              <a:off x="19832251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0" name="Shape 20">
              <a:extLst>
                <a:ext uri="{FF2B5EF4-FFF2-40B4-BE49-F238E27FC236}">
                  <a16:creationId xmlns:a16="http://schemas.microsoft.com/office/drawing/2014/main" id="{A4D72BE5-97A2-0C42-F05D-76006090342E}"/>
                </a:ext>
              </a:extLst>
            </p:cNvPr>
            <p:cNvSpPr/>
            <p:nvPr/>
          </p:nvSpPr>
          <p:spPr>
            <a:xfrm>
              <a:off x="16531516" y="2872184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1" name="Shape 21">
              <a:extLst>
                <a:ext uri="{FF2B5EF4-FFF2-40B4-BE49-F238E27FC236}">
                  <a16:creationId xmlns:a16="http://schemas.microsoft.com/office/drawing/2014/main" id="{BC36E8A1-3257-61EC-F6BD-37E71EBE3264}"/>
                </a:ext>
              </a:extLst>
            </p:cNvPr>
            <p:cNvSpPr/>
            <p:nvPr/>
          </p:nvSpPr>
          <p:spPr>
            <a:xfrm>
              <a:off x="14866777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2" name="Shape 22">
              <a:extLst>
                <a:ext uri="{FF2B5EF4-FFF2-40B4-BE49-F238E27FC236}">
                  <a16:creationId xmlns:a16="http://schemas.microsoft.com/office/drawing/2014/main" id="{82326853-50B0-6272-3D24-0B329CDE6022}"/>
                </a:ext>
              </a:extLst>
            </p:cNvPr>
            <p:cNvSpPr/>
            <p:nvPr/>
          </p:nvSpPr>
          <p:spPr>
            <a:xfrm>
              <a:off x="18181876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3" name="Shape 23">
              <a:extLst>
                <a:ext uri="{FF2B5EF4-FFF2-40B4-BE49-F238E27FC236}">
                  <a16:creationId xmlns:a16="http://schemas.microsoft.com/office/drawing/2014/main" id="{242E0504-9CC9-AEF4-B2DE-A595C6719943}"/>
                </a:ext>
              </a:extLst>
            </p:cNvPr>
            <p:cNvSpPr/>
            <p:nvPr/>
          </p:nvSpPr>
          <p:spPr>
            <a:xfrm>
              <a:off x="12384048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4" name="Shape 24">
              <a:extLst>
                <a:ext uri="{FF2B5EF4-FFF2-40B4-BE49-F238E27FC236}">
                  <a16:creationId xmlns:a16="http://schemas.microsoft.com/office/drawing/2014/main" id="{E5A3F6DD-4124-2369-5695-33F9F35C38EE}"/>
                </a:ext>
              </a:extLst>
            </p:cNvPr>
            <p:cNvSpPr/>
            <p:nvPr/>
          </p:nvSpPr>
          <p:spPr>
            <a:xfrm>
              <a:off x="19014245" y="4525169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5" name="Shape 25">
              <a:extLst>
                <a:ext uri="{FF2B5EF4-FFF2-40B4-BE49-F238E27FC236}">
                  <a16:creationId xmlns:a16="http://schemas.microsoft.com/office/drawing/2014/main" id="{865FBFFE-78E0-FA1F-3844-861FA30D31A4}"/>
                </a:ext>
              </a:extLst>
            </p:cNvPr>
            <p:cNvSpPr/>
            <p:nvPr/>
          </p:nvSpPr>
          <p:spPr>
            <a:xfrm>
              <a:off x="15699147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6" name="Shape 26">
              <a:extLst>
                <a:ext uri="{FF2B5EF4-FFF2-40B4-BE49-F238E27FC236}">
                  <a16:creationId xmlns:a16="http://schemas.microsoft.com/office/drawing/2014/main" id="{520E2205-E35F-4FD6-44AA-6CB5EB5149AF}"/>
                </a:ext>
              </a:extLst>
            </p:cNvPr>
            <p:cNvSpPr/>
            <p:nvPr/>
          </p:nvSpPr>
          <p:spPr>
            <a:xfrm>
              <a:off x="14034423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7" name="Shape 27">
              <a:extLst>
                <a:ext uri="{FF2B5EF4-FFF2-40B4-BE49-F238E27FC236}">
                  <a16:creationId xmlns:a16="http://schemas.microsoft.com/office/drawing/2014/main" id="{BF6FC13C-C38E-F1EA-8DC7-596FE379FC5B}"/>
                </a:ext>
              </a:extLst>
            </p:cNvPr>
            <p:cNvSpPr/>
            <p:nvPr/>
          </p:nvSpPr>
          <p:spPr>
            <a:xfrm>
              <a:off x="20664608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8" name="Shape 28">
              <a:extLst>
                <a:ext uri="{FF2B5EF4-FFF2-40B4-BE49-F238E27FC236}">
                  <a16:creationId xmlns:a16="http://schemas.microsoft.com/office/drawing/2014/main" id="{7EA7FABD-5023-2EE6-5A7E-DA0C445B5848}"/>
                </a:ext>
              </a:extLst>
            </p:cNvPr>
            <p:cNvSpPr/>
            <p:nvPr/>
          </p:nvSpPr>
          <p:spPr>
            <a:xfrm>
              <a:off x="17349522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9" name="Shape 29">
              <a:extLst>
                <a:ext uri="{FF2B5EF4-FFF2-40B4-BE49-F238E27FC236}">
                  <a16:creationId xmlns:a16="http://schemas.microsoft.com/office/drawing/2014/main" id="{F94C48FD-AA60-CEFE-0BAD-1976C401DD8B}"/>
                </a:ext>
              </a:extLst>
            </p:cNvPr>
            <p:cNvSpPr/>
            <p:nvPr/>
          </p:nvSpPr>
          <p:spPr>
            <a:xfrm>
              <a:off x="13216417" y="4525169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0" name="Shape 30">
              <a:extLst>
                <a:ext uri="{FF2B5EF4-FFF2-40B4-BE49-F238E27FC236}">
                  <a16:creationId xmlns:a16="http://schemas.microsoft.com/office/drawing/2014/main" id="{F6BDFBFD-EF52-4CC3-3D8F-1D809BC34517}"/>
                </a:ext>
              </a:extLst>
            </p:cNvPr>
            <p:cNvSpPr/>
            <p:nvPr/>
          </p:nvSpPr>
          <p:spPr>
            <a:xfrm>
              <a:off x="19832251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1" name="Shape 31">
              <a:extLst>
                <a:ext uri="{FF2B5EF4-FFF2-40B4-BE49-F238E27FC236}">
                  <a16:creationId xmlns:a16="http://schemas.microsoft.com/office/drawing/2014/main" id="{1FAEB62D-6D23-23D3-C396-858603AF8D65}"/>
                </a:ext>
              </a:extLst>
            </p:cNvPr>
            <p:cNvSpPr/>
            <p:nvPr/>
          </p:nvSpPr>
          <p:spPr>
            <a:xfrm>
              <a:off x="16531516" y="4525169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2" name="Shape 32">
              <a:extLst>
                <a:ext uri="{FF2B5EF4-FFF2-40B4-BE49-F238E27FC236}">
                  <a16:creationId xmlns:a16="http://schemas.microsoft.com/office/drawing/2014/main" id="{AA825406-CEBC-8079-0D45-E93042AFC758}"/>
                </a:ext>
              </a:extLst>
            </p:cNvPr>
            <p:cNvSpPr/>
            <p:nvPr/>
          </p:nvSpPr>
          <p:spPr>
            <a:xfrm>
              <a:off x="14866777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3" name="Shape 33">
              <a:extLst>
                <a:ext uri="{FF2B5EF4-FFF2-40B4-BE49-F238E27FC236}">
                  <a16:creationId xmlns:a16="http://schemas.microsoft.com/office/drawing/2014/main" id="{3640DE50-2D1C-F492-93D7-32C8F90BEC9F}"/>
                </a:ext>
              </a:extLst>
            </p:cNvPr>
            <p:cNvSpPr/>
            <p:nvPr/>
          </p:nvSpPr>
          <p:spPr>
            <a:xfrm>
              <a:off x="18181876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4" name="Shape 34">
              <a:extLst>
                <a:ext uri="{FF2B5EF4-FFF2-40B4-BE49-F238E27FC236}">
                  <a16:creationId xmlns:a16="http://schemas.microsoft.com/office/drawing/2014/main" id="{5738B1A9-E8E3-E113-2FB1-539166562B82}"/>
                </a:ext>
              </a:extLst>
            </p:cNvPr>
            <p:cNvSpPr/>
            <p:nvPr/>
          </p:nvSpPr>
          <p:spPr>
            <a:xfrm>
              <a:off x="12384048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5" name="Shape 35">
              <a:extLst>
                <a:ext uri="{FF2B5EF4-FFF2-40B4-BE49-F238E27FC236}">
                  <a16:creationId xmlns:a16="http://schemas.microsoft.com/office/drawing/2014/main" id="{020AD2A0-944D-9AEB-9D31-B2713E53B739}"/>
                </a:ext>
              </a:extLst>
            </p:cNvPr>
            <p:cNvSpPr/>
            <p:nvPr/>
          </p:nvSpPr>
          <p:spPr>
            <a:xfrm>
              <a:off x="19014245" y="535166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6" name="Shape 36">
              <a:extLst>
                <a:ext uri="{FF2B5EF4-FFF2-40B4-BE49-F238E27FC236}">
                  <a16:creationId xmlns:a16="http://schemas.microsoft.com/office/drawing/2014/main" id="{40E78BF5-21CD-E1AC-6749-62BDB22E6639}"/>
                </a:ext>
              </a:extLst>
            </p:cNvPr>
            <p:cNvSpPr/>
            <p:nvPr/>
          </p:nvSpPr>
          <p:spPr>
            <a:xfrm>
              <a:off x="15699147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7" name="Shape 37">
              <a:extLst>
                <a:ext uri="{FF2B5EF4-FFF2-40B4-BE49-F238E27FC236}">
                  <a16:creationId xmlns:a16="http://schemas.microsoft.com/office/drawing/2014/main" id="{AC97486E-28D2-006E-8767-98344192068A}"/>
                </a:ext>
              </a:extLst>
            </p:cNvPr>
            <p:cNvSpPr/>
            <p:nvPr/>
          </p:nvSpPr>
          <p:spPr>
            <a:xfrm>
              <a:off x="14034423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8" name="Shape 38">
              <a:extLst>
                <a:ext uri="{FF2B5EF4-FFF2-40B4-BE49-F238E27FC236}">
                  <a16:creationId xmlns:a16="http://schemas.microsoft.com/office/drawing/2014/main" id="{BED28433-D4B3-6F4D-6106-16E943B95DD0}"/>
                </a:ext>
              </a:extLst>
            </p:cNvPr>
            <p:cNvSpPr/>
            <p:nvPr/>
          </p:nvSpPr>
          <p:spPr>
            <a:xfrm>
              <a:off x="20664608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9" name="Shape 39">
              <a:extLst>
                <a:ext uri="{FF2B5EF4-FFF2-40B4-BE49-F238E27FC236}">
                  <a16:creationId xmlns:a16="http://schemas.microsoft.com/office/drawing/2014/main" id="{2467C2B0-BC8B-BB7A-4D06-11206534BC4B}"/>
                </a:ext>
              </a:extLst>
            </p:cNvPr>
            <p:cNvSpPr/>
            <p:nvPr/>
          </p:nvSpPr>
          <p:spPr>
            <a:xfrm>
              <a:off x="17349522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0" name="Shape 40">
              <a:extLst>
                <a:ext uri="{FF2B5EF4-FFF2-40B4-BE49-F238E27FC236}">
                  <a16:creationId xmlns:a16="http://schemas.microsoft.com/office/drawing/2014/main" id="{827BF965-6871-D5A6-59A9-775BB257AF9B}"/>
                </a:ext>
              </a:extLst>
            </p:cNvPr>
            <p:cNvSpPr/>
            <p:nvPr/>
          </p:nvSpPr>
          <p:spPr>
            <a:xfrm>
              <a:off x="13216417" y="535166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1" name="Shape 41">
              <a:extLst>
                <a:ext uri="{FF2B5EF4-FFF2-40B4-BE49-F238E27FC236}">
                  <a16:creationId xmlns:a16="http://schemas.microsoft.com/office/drawing/2014/main" id="{E9A35395-9418-C1C0-DF53-3DF7109D3668}"/>
                </a:ext>
              </a:extLst>
            </p:cNvPr>
            <p:cNvSpPr/>
            <p:nvPr/>
          </p:nvSpPr>
          <p:spPr>
            <a:xfrm>
              <a:off x="19832251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2" name="Shape 42">
              <a:extLst>
                <a:ext uri="{FF2B5EF4-FFF2-40B4-BE49-F238E27FC236}">
                  <a16:creationId xmlns:a16="http://schemas.microsoft.com/office/drawing/2014/main" id="{089B58E6-9AD1-D9F6-F83E-BAA2A70975B3}"/>
                </a:ext>
              </a:extLst>
            </p:cNvPr>
            <p:cNvSpPr/>
            <p:nvPr/>
          </p:nvSpPr>
          <p:spPr>
            <a:xfrm>
              <a:off x="16531516" y="535166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3" name="Shape 43">
              <a:extLst>
                <a:ext uri="{FF2B5EF4-FFF2-40B4-BE49-F238E27FC236}">
                  <a16:creationId xmlns:a16="http://schemas.microsoft.com/office/drawing/2014/main" id="{DB950E33-5491-802A-DBE8-8433229FC524}"/>
                </a:ext>
              </a:extLst>
            </p:cNvPr>
            <p:cNvSpPr/>
            <p:nvPr/>
          </p:nvSpPr>
          <p:spPr>
            <a:xfrm>
              <a:off x="14866777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4" name="Shape 44">
              <a:extLst>
                <a:ext uri="{FF2B5EF4-FFF2-40B4-BE49-F238E27FC236}">
                  <a16:creationId xmlns:a16="http://schemas.microsoft.com/office/drawing/2014/main" id="{6933C6F3-C1FE-6CAB-5F9F-0C0F030BB726}"/>
                </a:ext>
              </a:extLst>
            </p:cNvPr>
            <p:cNvSpPr/>
            <p:nvPr/>
          </p:nvSpPr>
          <p:spPr>
            <a:xfrm>
              <a:off x="18181876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5" name="Shape 45">
              <a:extLst>
                <a:ext uri="{FF2B5EF4-FFF2-40B4-BE49-F238E27FC236}">
                  <a16:creationId xmlns:a16="http://schemas.microsoft.com/office/drawing/2014/main" id="{6348384E-0980-B658-546C-4605979C22B4}"/>
                </a:ext>
              </a:extLst>
            </p:cNvPr>
            <p:cNvSpPr/>
            <p:nvPr/>
          </p:nvSpPr>
          <p:spPr>
            <a:xfrm>
              <a:off x="12384048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6" name="Shape 46">
              <a:extLst>
                <a:ext uri="{FF2B5EF4-FFF2-40B4-BE49-F238E27FC236}">
                  <a16:creationId xmlns:a16="http://schemas.microsoft.com/office/drawing/2014/main" id="{45D1AEAE-08DA-BC37-0859-E25333A6362A}"/>
                </a:ext>
              </a:extLst>
            </p:cNvPr>
            <p:cNvSpPr/>
            <p:nvPr/>
          </p:nvSpPr>
          <p:spPr>
            <a:xfrm>
              <a:off x="19014245" y="617814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7" name="Shape 47">
              <a:extLst>
                <a:ext uri="{FF2B5EF4-FFF2-40B4-BE49-F238E27FC236}">
                  <a16:creationId xmlns:a16="http://schemas.microsoft.com/office/drawing/2014/main" id="{5E5780CF-07C7-C84B-9EF0-1ABF627CCA4E}"/>
                </a:ext>
              </a:extLst>
            </p:cNvPr>
            <p:cNvSpPr/>
            <p:nvPr/>
          </p:nvSpPr>
          <p:spPr>
            <a:xfrm>
              <a:off x="15699147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8" name="Shape 48">
              <a:extLst>
                <a:ext uri="{FF2B5EF4-FFF2-40B4-BE49-F238E27FC236}">
                  <a16:creationId xmlns:a16="http://schemas.microsoft.com/office/drawing/2014/main" id="{4BD250E5-0EC4-51E0-F43E-423C5B7A2C0D}"/>
                </a:ext>
              </a:extLst>
            </p:cNvPr>
            <p:cNvSpPr/>
            <p:nvPr/>
          </p:nvSpPr>
          <p:spPr>
            <a:xfrm>
              <a:off x="14034423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9" name="Shape 49">
              <a:extLst>
                <a:ext uri="{FF2B5EF4-FFF2-40B4-BE49-F238E27FC236}">
                  <a16:creationId xmlns:a16="http://schemas.microsoft.com/office/drawing/2014/main" id="{BBDF9F4F-AFF2-4425-25D1-115A4D6812DA}"/>
                </a:ext>
              </a:extLst>
            </p:cNvPr>
            <p:cNvSpPr/>
            <p:nvPr/>
          </p:nvSpPr>
          <p:spPr>
            <a:xfrm>
              <a:off x="20664608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0" name="Shape 50">
              <a:extLst>
                <a:ext uri="{FF2B5EF4-FFF2-40B4-BE49-F238E27FC236}">
                  <a16:creationId xmlns:a16="http://schemas.microsoft.com/office/drawing/2014/main" id="{7C7DAC0E-7A3A-04A8-EE20-B0112C0FC50B}"/>
                </a:ext>
              </a:extLst>
            </p:cNvPr>
            <p:cNvSpPr/>
            <p:nvPr/>
          </p:nvSpPr>
          <p:spPr>
            <a:xfrm>
              <a:off x="17349522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1" name="Shape 51">
              <a:extLst>
                <a:ext uri="{FF2B5EF4-FFF2-40B4-BE49-F238E27FC236}">
                  <a16:creationId xmlns:a16="http://schemas.microsoft.com/office/drawing/2014/main" id="{6D227F62-1D3B-4491-0D95-58C169601896}"/>
                </a:ext>
              </a:extLst>
            </p:cNvPr>
            <p:cNvSpPr/>
            <p:nvPr/>
          </p:nvSpPr>
          <p:spPr>
            <a:xfrm>
              <a:off x="13216417" y="617814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2" name="Shape 52">
              <a:extLst>
                <a:ext uri="{FF2B5EF4-FFF2-40B4-BE49-F238E27FC236}">
                  <a16:creationId xmlns:a16="http://schemas.microsoft.com/office/drawing/2014/main" id="{D1DBB1B1-D08C-C53E-6CAC-9175C6754C03}"/>
                </a:ext>
              </a:extLst>
            </p:cNvPr>
            <p:cNvSpPr/>
            <p:nvPr/>
          </p:nvSpPr>
          <p:spPr>
            <a:xfrm>
              <a:off x="19832251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3" name="Shape 53">
              <a:extLst>
                <a:ext uri="{FF2B5EF4-FFF2-40B4-BE49-F238E27FC236}">
                  <a16:creationId xmlns:a16="http://schemas.microsoft.com/office/drawing/2014/main" id="{EC9739B3-E2F4-69AC-1C1C-67C36BFCE1DA}"/>
                </a:ext>
              </a:extLst>
            </p:cNvPr>
            <p:cNvSpPr/>
            <p:nvPr/>
          </p:nvSpPr>
          <p:spPr>
            <a:xfrm>
              <a:off x="16531516" y="617814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4" name="Shape 54">
              <a:extLst>
                <a:ext uri="{FF2B5EF4-FFF2-40B4-BE49-F238E27FC236}">
                  <a16:creationId xmlns:a16="http://schemas.microsoft.com/office/drawing/2014/main" id="{CBFF8F1C-EAE9-D6FD-A183-FC40712E22F3}"/>
                </a:ext>
              </a:extLst>
            </p:cNvPr>
            <p:cNvSpPr/>
            <p:nvPr/>
          </p:nvSpPr>
          <p:spPr>
            <a:xfrm>
              <a:off x="14866777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5" name="Shape 55">
              <a:extLst>
                <a:ext uri="{FF2B5EF4-FFF2-40B4-BE49-F238E27FC236}">
                  <a16:creationId xmlns:a16="http://schemas.microsoft.com/office/drawing/2014/main" id="{DC3F8F08-5E84-D0E1-54F9-653FD854411A}"/>
                </a:ext>
              </a:extLst>
            </p:cNvPr>
            <p:cNvSpPr/>
            <p:nvPr/>
          </p:nvSpPr>
          <p:spPr>
            <a:xfrm>
              <a:off x="18181876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6" name="Shape 56">
              <a:extLst>
                <a:ext uri="{FF2B5EF4-FFF2-40B4-BE49-F238E27FC236}">
                  <a16:creationId xmlns:a16="http://schemas.microsoft.com/office/drawing/2014/main" id="{6EB0AAA6-09CD-CDC5-6DCD-6E680C1C1269}"/>
                </a:ext>
              </a:extLst>
            </p:cNvPr>
            <p:cNvSpPr/>
            <p:nvPr/>
          </p:nvSpPr>
          <p:spPr>
            <a:xfrm>
              <a:off x="12384048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7" name="Shape 57">
              <a:extLst>
                <a:ext uri="{FF2B5EF4-FFF2-40B4-BE49-F238E27FC236}">
                  <a16:creationId xmlns:a16="http://schemas.microsoft.com/office/drawing/2014/main" id="{FECD76B6-984D-2E1A-13C6-A211E2E94D0E}"/>
                </a:ext>
              </a:extLst>
            </p:cNvPr>
            <p:cNvSpPr/>
            <p:nvPr/>
          </p:nvSpPr>
          <p:spPr>
            <a:xfrm>
              <a:off x="19014245" y="7004633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8" name="Shape 58">
              <a:extLst>
                <a:ext uri="{FF2B5EF4-FFF2-40B4-BE49-F238E27FC236}">
                  <a16:creationId xmlns:a16="http://schemas.microsoft.com/office/drawing/2014/main" id="{32C377DB-BFD8-FC01-5AC7-19A17EC55AB2}"/>
                </a:ext>
              </a:extLst>
            </p:cNvPr>
            <p:cNvSpPr/>
            <p:nvPr/>
          </p:nvSpPr>
          <p:spPr>
            <a:xfrm>
              <a:off x="15699147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9" name="Shape 59">
              <a:extLst>
                <a:ext uri="{FF2B5EF4-FFF2-40B4-BE49-F238E27FC236}">
                  <a16:creationId xmlns:a16="http://schemas.microsoft.com/office/drawing/2014/main" id="{C9B07355-A838-6DFF-042E-048B7162FA1B}"/>
                </a:ext>
              </a:extLst>
            </p:cNvPr>
            <p:cNvSpPr/>
            <p:nvPr/>
          </p:nvSpPr>
          <p:spPr>
            <a:xfrm>
              <a:off x="14034423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0" name="Shape 60">
              <a:extLst>
                <a:ext uri="{FF2B5EF4-FFF2-40B4-BE49-F238E27FC236}">
                  <a16:creationId xmlns:a16="http://schemas.microsoft.com/office/drawing/2014/main" id="{2004DE75-9224-7481-376A-9F17AB43F7EC}"/>
                </a:ext>
              </a:extLst>
            </p:cNvPr>
            <p:cNvSpPr/>
            <p:nvPr/>
          </p:nvSpPr>
          <p:spPr>
            <a:xfrm>
              <a:off x="20664608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1" name="Shape 61">
              <a:extLst>
                <a:ext uri="{FF2B5EF4-FFF2-40B4-BE49-F238E27FC236}">
                  <a16:creationId xmlns:a16="http://schemas.microsoft.com/office/drawing/2014/main" id="{6A814B20-E594-5B10-6AB6-59D47C1B35B7}"/>
                </a:ext>
              </a:extLst>
            </p:cNvPr>
            <p:cNvSpPr/>
            <p:nvPr/>
          </p:nvSpPr>
          <p:spPr>
            <a:xfrm>
              <a:off x="17349522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2" name="Shape 62">
              <a:extLst>
                <a:ext uri="{FF2B5EF4-FFF2-40B4-BE49-F238E27FC236}">
                  <a16:creationId xmlns:a16="http://schemas.microsoft.com/office/drawing/2014/main" id="{C569E4DE-C693-0B8B-2A16-3F4143564BE4}"/>
                </a:ext>
              </a:extLst>
            </p:cNvPr>
            <p:cNvSpPr/>
            <p:nvPr/>
          </p:nvSpPr>
          <p:spPr>
            <a:xfrm>
              <a:off x="13216417" y="7004633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3" name="Shape 63">
              <a:extLst>
                <a:ext uri="{FF2B5EF4-FFF2-40B4-BE49-F238E27FC236}">
                  <a16:creationId xmlns:a16="http://schemas.microsoft.com/office/drawing/2014/main" id="{A2570050-4440-DF27-2F64-794E8073D457}"/>
                </a:ext>
              </a:extLst>
            </p:cNvPr>
            <p:cNvSpPr/>
            <p:nvPr/>
          </p:nvSpPr>
          <p:spPr>
            <a:xfrm>
              <a:off x="19832251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4" name="Shape 64">
              <a:extLst>
                <a:ext uri="{FF2B5EF4-FFF2-40B4-BE49-F238E27FC236}">
                  <a16:creationId xmlns:a16="http://schemas.microsoft.com/office/drawing/2014/main" id="{5C0FA9CB-18EB-6AE3-F61A-99C852F6EBA8}"/>
                </a:ext>
              </a:extLst>
            </p:cNvPr>
            <p:cNvSpPr/>
            <p:nvPr/>
          </p:nvSpPr>
          <p:spPr>
            <a:xfrm>
              <a:off x="16531516" y="7004633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5" name="Shape 65">
              <a:extLst>
                <a:ext uri="{FF2B5EF4-FFF2-40B4-BE49-F238E27FC236}">
                  <a16:creationId xmlns:a16="http://schemas.microsoft.com/office/drawing/2014/main" id="{045EA232-FB5F-DF66-76E9-C2C75F492007}"/>
                </a:ext>
              </a:extLst>
            </p:cNvPr>
            <p:cNvSpPr/>
            <p:nvPr/>
          </p:nvSpPr>
          <p:spPr>
            <a:xfrm>
              <a:off x="14866777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6" name="Shape 66">
              <a:extLst>
                <a:ext uri="{FF2B5EF4-FFF2-40B4-BE49-F238E27FC236}">
                  <a16:creationId xmlns:a16="http://schemas.microsoft.com/office/drawing/2014/main" id="{667B4A19-E5A7-2038-1A1F-60DF6D9C7464}"/>
                </a:ext>
              </a:extLst>
            </p:cNvPr>
            <p:cNvSpPr/>
            <p:nvPr/>
          </p:nvSpPr>
          <p:spPr>
            <a:xfrm>
              <a:off x="18181876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7" name="Shape 67">
              <a:extLst>
                <a:ext uri="{FF2B5EF4-FFF2-40B4-BE49-F238E27FC236}">
                  <a16:creationId xmlns:a16="http://schemas.microsoft.com/office/drawing/2014/main" id="{2DD50C70-4648-8A99-9879-4F34D089D123}"/>
                </a:ext>
              </a:extLst>
            </p:cNvPr>
            <p:cNvSpPr/>
            <p:nvPr/>
          </p:nvSpPr>
          <p:spPr>
            <a:xfrm>
              <a:off x="12384048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8" name="Shape 68">
              <a:extLst>
                <a:ext uri="{FF2B5EF4-FFF2-40B4-BE49-F238E27FC236}">
                  <a16:creationId xmlns:a16="http://schemas.microsoft.com/office/drawing/2014/main" id="{2FBD91D7-C32C-7069-F22C-CA0117CABA83}"/>
                </a:ext>
              </a:extLst>
            </p:cNvPr>
            <p:cNvSpPr/>
            <p:nvPr/>
          </p:nvSpPr>
          <p:spPr>
            <a:xfrm>
              <a:off x="19014245" y="7831125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9" name="Shape 69">
              <a:extLst>
                <a:ext uri="{FF2B5EF4-FFF2-40B4-BE49-F238E27FC236}">
                  <a16:creationId xmlns:a16="http://schemas.microsoft.com/office/drawing/2014/main" id="{1033E359-89F5-2207-AB45-E5ED5E2B2BFB}"/>
                </a:ext>
              </a:extLst>
            </p:cNvPr>
            <p:cNvSpPr/>
            <p:nvPr/>
          </p:nvSpPr>
          <p:spPr>
            <a:xfrm>
              <a:off x="15699147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0" name="Shape 70">
              <a:extLst>
                <a:ext uri="{FF2B5EF4-FFF2-40B4-BE49-F238E27FC236}">
                  <a16:creationId xmlns:a16="http://schemas.microsoft.com/office/drawing/2014/main" id="{21461832-8475-A09E-0959-2FD9BEB25FFC}"/>
                </a:ext>
              </a:extLst>
            </p:cNvPr>
            <p:cNvSpPr/>
            <p:nvPr/>
          </p:nvSpPr>
          <p:spPr>
            <a:xfrm>
              <a:off x="14034423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1" name="Shape 71">
              <a:extLst>
                <a:ext uri="{FF2B5EF4-FFF2-40B4-BE49-F238E27FC236}">
                  <a16:creationId xmlns:a16="http://schemas.microsoft.com/office/drawing/2014/main" id="{229FE493-3557-67A1-2ABE-4FB049A95396}"/>
                </a:ext>
              </a:extLst>
            </p:cNvPr>
            <p:cNvSpPr/>
            <p:nvPr/>
          </p:nvSpPr>
          <p:spPr>
            <a:xfrm>
              <a:off x="20664608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2" name="Shape 72">
              <a:extLst>
                <a:ext uri="{FF2B5EF4-FFF2-40B4-BE49-F238E27FC236}">
                  <a16:creationId xmlns:a16="http://schemas.microsoft.com/office/drawing/2014/main" id="{7F1C0A5C-F559-66D2-0F23-C6A2E9910257}"/>
                </a:ext>
              </a:extLst>
            </p:cNvPr>
            <p:cNvSpPr/>
            <p:nvPr/>
          </p:nvSpPr>
          <p:spPr>
            <a:xfrm>
              <a:off x="17349522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3" name="Shape 73">
              <a:extLst>
                <a:ext uri="{FF2B5EF4-FFF2-40B4-BE49-F238E27FC236}">
                  <a16:creationId xmlns:a16="http://schemas.microsoft.com/office/drawing/2014/main" id="{3339CEB1-6FF3-F24B-CF6E-16FBD6CBAC29}"/>
                </a:ext>
              </a:extLst>
            </p:cNvPr>
            <p:cNvSpPr/>
            <p:nvPr/>
          </p:nvSpPr>
          <p:spPr>
            <a:xfrm>
              <a:off x="13216417" y="7831125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4" name="Shape 74">
              <a:extLst>
                <a:ext uri="{FF2B5EF4-FFF2-40B4-BE49-F238E27FC236}">
                  <a16:creationId xmlns:a16="http://schemas.microsoft.com/office/drawing/2014/main" id="{67E9FF47-DFD3-0599-88CB-17EFB24C2D72}"/>
                </a:ext>
              </a:extLst>
            </p:cNvPr>
            <p:cNvSpPr/>
            <p:nvPr/>
          </p:nvSpPr>
          <p:spPr>
            <a:xfrm>
              <a:off x="19832251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5" name="Shape 75">
              <a:extLst>
                <a:ext uri="{FF2B5EF4-FFF2-40B4-BE49-F238E27FC236}">
                  <a16:creationId xmlns:a16="http://schemas.microsoft.com/office/drawing/2014/main" id="{91625EED-DA20-1939-CA9F-7E2D0528D74E}"/>
                </a:ext>
              </a:extLst>
            </p:cNvPr>
            <p:cNvSpPr/>
            <p:nvPr/>
          </p:nvSpPr>
          <p:spPr>
            <a:xfrm>
              <a:off x="16531516" y="7831125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6" name="Shape 76">
              <a:extLst>
                <a:ext uri="{FF2B5EF4-FFF2-40B4-BE49-F238E27FC236}">
                  <a16:creationId xmlns:a16="http://schemas.microsoft.com/office/drawing/2014/main" id="{276E9C4A-DB34-9EBA-69D1-FDB79EAE6ED9}"/>
                </a:ext>
              </a:extLst>
            </p:cNvPr>
            <p:cNvSpPr/>
            <p:nvPr/>
          </p:nvSpPr>
          <p:spPr>
            <a:xfrm>
              <a:off x="14866777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7" name="Shape 77">
              <a:extLst>
                <a:ext uri="{FF2B5EF4-FFF2-40B4-BE49-F238E27FC236}">
                  <a16:creationId xmlns:a16="http://schemas.microsoft.com/office/drawing/2014/main" id="{F3547A4F-F92D-34EB-8B37-30952C3BF106}"/>
                </a:ext>
              </a:extLst>
            </p:cNvPr>
            <p:cNvSpPr/>
            <p:nvPr/>
          </p:nvSpPr>
          <p:spPr>
            <a:xfrm>
              <a:off x="18181876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8" name="Shape 78">
              <a:extLst>
                <a:ext uri="{FF2B5EF4-FFF2-40B4-BE49-F238E27FC236}">
                  <a16:creationId xmlns:a16="http://schemas.microsoft.com/office/drawing/2014/main" id="{D151446C-5F53-8AC4-42AE-576297587A95}"/>
                </a:ext>
              </a:extLst>
            </p:cNvPr>
            <p:cNvSpPr/>
            <p:nvPr/>
          </p:nvSpPr>
          <p:spPr>
            <a:xfrm>
              <a:off x="12384048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9" name="Shape 79">
              <a:extLst>
                <a:ext uri="{FF2B5EF4-FFF2-40B4-BE49-F238E27FC236}">
                  <a16:creationId xmlns:a16="http://schemas.microsoft.com/office/drawing/2014/main" id="{5A104FCA-4A22-BAE7-DD82-162F9AFFD6D3}"/>
                </a:ext>
              </a:extLst>
            </p:cNvPr>
            <p:cNvSpPr/>
            <p:nvPr/>
          </p:nvSpPr>
          <p:spPr>
            <a:xfrm>
              <a:off x="19014245" y="865761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0" name="Shape 80">
              <a:extLst>
                <a:ext uri="{FF2B5EF4-FFF2-40B4-BE49-F238E27FC236}">
                  <a16:creationId xmlns:a16="http://schemas.microsoft.com/office/drawing/2014/main" id="{919212B7-06BF-D0F1-47F3-1F1109B09759}"/>
                </a:ext>
              </a:extLst>
            </p:cNvPr>
            <p:cNvSpPr/>
            <p:nvPr/>
          </p:nvSpPr>
          <p:spPr>
            <a:xfrm>
              <a:off x="15699147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1" name="Shape 81">
              <a:extLst>
                <a:ext uri="{FF2B5EF4-FFF2-40B4-BE49-F238E27FC236}">
                  <a16:creationId xmlns:a16="http://schemas.microsoft.com/office/drawing/2014/main" id="{2E73B441-8C4B-5EE8-C573-516A09614C6E}"/>
                </a:ext>
              </a:extLst>
            </p:cNvPr>
            <p:cNvSpPr/>
            <p:nvPr/>
          </p:nvSpPr>
          <p:spPr>
            <a:xfrm>
              <a:off x="14034423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2" name="Shape 82">
              <a:extLst>
                <a:ext uri="{FF2B5EF4-FFF2-40B4-BE49-F238E27FC236}">
                  <a16:creationId xmlns:a16="http://schemas.microsoft.com/office/drawing/2014/main" id="{8AFEFC0B-6090-F8FE-5F8C-CF893B5BFABA}"/>
                </a:ext>
              </a:extLst>
            </p:cNvPr>
            <p:cNvSpPr/>
            <p:nvPr/>
          </p:nvSpPr>
          <p:spPr>
            <a:xfrm>
              <a:off x="20664608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3" name="Shape 83">
              <a:extLst>
                <a:ext uri="{FF2B5EF4-FFF2-40B4-BE49-F238E27FC236}">
                  <a16:creationId xmlns:a16="http://schemas.microsoft.com/office/drawing/2014/main" id="{83ACBFD5-65C7-78A0-0E64-037AE29FBCB0}"/>
                </a:ext>
              </a:extLst>
            </p:cNvPr>
            <p:cNvSpPr/>
            <p:nvPr/>
          </p:nvSpPr>
          <p:spPr>
            <a:xfrm>
              <a:off x="17349522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4" name="Shape 84">
              <a:extLst>
                <a:ext uri="{FF2B5EF4-FFF2-40B4-BE49-F238E27FC236}">
                  <a16:creationId xmlns:a16="http://schemas.microsoft.com/office/drawing/2014/main" id="{86814FF4-DCFA-CB56-9550-EDC1571715F7}"/>
                </a:ext>
              </a:extLst>
            </p:cNvPr>
            <p:cNvSpPr/>
            <p:nvPr/>
          </p:nvSpPr>
          <p:spPr>
            <a:xfrm>
              <a:off x="13216417" y="865761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5" name="Shape 85">
              <a:extLst>
                <a:ext uri="{FF2B5EF4-FFF2-40B4-BE49-F238E27FC236}">
                  <a16:creationId xmlns:a16="http://schemas.microsoft.com/office/drawing/2014/main" id="{8AC57697-E153-2D42-1A75-C2BFB01FD3A3}"/>
                </a:ext>
              </a:extLst>
            </p:cNvPr>
            <p:cNvSpPr/>
            <p:nvPr/>
          </p:nvSpPr>
          <p:spPr>
            <a:xfrm>
              <a:off x="19832251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6" name="Shape 86">
              <a:extLst>
                <a:ext uri="{FF2B5EF4-FFF2-40B4-BE49-F238E27FC236}">
                  <a16:creationId xmlns:a16="http://schemas.microsoft.com/office/drawing/2014/main" id="{06E7F458-605C-DD27-D8F3-90A5D617AAD0}"/>
                </a:ext>
              </a:extLst>
            </p:cNvPr>
            <p:cNvSpPr/>
            <p:nvPr/>
          </p:nvSpPr>
          <p:spPr>
            <a:xfrm>
              <a:off x="16531516" y="865761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7" name="Shape 87">
              <a:extLst>
                <a:ext uri="{FF2B5EF4-FFF2-40B4-BE49-F238E27FC236}">
                  <a16:creationId xmlns:a16="http://schemas.microsoft.com/office/drawing/2014/main" id="{63E551B3-2CE2-9056-8578-B1CBDB7AB711}"/>
                </a:ext>
              </a:extLst>
            </p:cNvPr>
            <p:cNvSpPr/>
            <p:nvPr/>
          </p:nvSpPr>
          <p:spPr>
            <a:xfrm>
              <a:off x="14866777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8" name="Shape 88">
              <a:extLst>
                <a:ext uri="{FF2B5EF4-FFF2-40B4-BE49-F238E27FC236}">
                  <a16:creationId xmlns:a16="http://schemas.microsoft.com/office/drawing/2014/main" id="{60E4C789-6FBE-1828-4999-F5F1753C91B3}"/>
                </a:ext>
              </a:extLst>
            </p:cNvPr>
            <p:cNvSpPr/>
            <p:nvPr/>
          </p:nvSpPr>
          <p:spPr>
            <a:xfrm>
              <a:off x="18181876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9" name="Shape 89">
              <a:extLst>
                <a:ext uri="{FF2B5EF4-FFF2-40B4-BE49-F238E27FC236}">
                  <a16:creationId xmlns:a16="http://schemas.microsoft.com/office/drawing/2014/main" id="{A622CB58-4ED2-4505-5676-C527A2B44A64}"/>
                </a:ext>
              </a:extLst>
            </p:cNvPr>
            <p:cNvSpPr/>
            <p:nvPr/>
          </p:nvSpPr>
          <p:spPr>
            <a:xfrm>
              <a:off x="12384048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0" name="Shape 90">
              <a:extLst>
                <a:ext uri="{FF2B5EF4-FFF2-40B4-BE49-F238E27FC236}">
                  <a16:creationId xmlns:a16="http://schemas.microsoft.com/office/drawing/2014/main" id="{56114535-EA4E-B60B-0148-506F8E6F2FC4}"/>
                </a:ext>
              </a:extLst>
            </p:cNvPr>
            <p:cNvSpPr/>
            <p:nvPr/>
          </p:nvSpPr>
          <p:spPr>
            <a:xfrm>
              <a:off x="19014245" y="2045692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1" name="Shape 91">
              <a:extLst>
                <a:ext uri="{FF2B5EF4-FFF2-40B4-BE49-F238E27FC236}">
                  <a16:creationId xmlns:a16="http://schemas.microsoft.com/office/drawing/2014/main" id="{ED42B939-F775-8E0B-5015-0BB32921DA82}"/>
                </a:ext>
              </a:extLst>
            </p:cNvPr>
            <p:cNvSpPr/>
            <p:nvPr/>
          </p:nvSpPr>
          <p:spPr>
            <a:xfrm>
              <a:off x="15699147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2" name="Shape 92">
              <a:extLst>
                <a:ext uri="{FF2B5EF4-FFF2-40B4-BE49-F238E27FC236}">
                  <a16:creationId xmlns:a16="http://schemas.microsoft.com/office/drawing/2014/main" id="{965E3726-A61C-EB4E-3AD9-F1F35E59DB85}"/>
                </a:ext>
              </a:extLst>
            </p:cNvPr>
            <p:cNvSpPr/>
            <p:nvPr/>
          </p:nvSpPr>
          <p:spPr>
            <a:xfrm>
              <a:off x="14034423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3" name="Shape 93">
              <a:extLst>
                <a:ext uri="{FF2B5EF4-FFF2-40B4-BE49-F238E27FC236}">
                  <a16:creationId xmlns:a16="http://schemas.microsoft.com/office/drawing/2014/main" id="{6722DD6E-8E6E-DA3C-ABDF-5BB35F3C9A99}"/>
                </a:ext>
              </a:extLst>
            </p:cNvPr>
            <p:cNvSpPr/>
            <p:nvPr/>
          </p:nvSpPr>
          <p:spPr>
            <a:xfrm>
              <a:off x="20664608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4" name="Shape 94">
              <a:extLst>
                <a:ext uri="{FF2B5EF4-FFF2-40B4-BE49-F238E27FC236}">
                  <a16:creationId xmlns:a16="http://schemas.microsoft.com/office/drawing/2014/main" id="{9E8D19D7-E5E5-A84C-2A41-4C511CD3BD4D}"/>
                </a:ext>
              </a:extLst>
            </p:cNvPr>
            <p:cNvSpPr/>
            <p:nvPr/>
          </p:nvSpPr>
          <p:spPr>
            <a:xfrm>
              <a:off x="17349522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5" name="Shape 95">
              <a:extLst>
                <a:ext uri="{FF2B5EF4-FFF2-40B4-BE49-F238E27FC236}">
                  <a16:creationId xmlns:a16="http://schemas.microsoft.com/office/drawing/2014/main" id="{D165482A-A9D4-937D-C965-6CA09B3A3E05}"/>
                </a:ext>
              </a:extLst>
            </p:cNvPr>
            <p:cNvSpPr/>
            <p:nvPr/>
          </p:nvSpPr>
          <p:spPr>
            <a:xfrm>
              <a:off x="13216417" y="2045692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6" name="Shape 96">
              <a:extLst>
                <a:ext uri="{FF2B5EF4-FFF2-40B4-BE49-F238E27FC236}">
                  <a16:creationId xmlns:a16="http://schemas.microsoft.com/office/drawing/2014/main" id="{CEA318F1-9CB3-2699-422B-6E7FBB005885}"/>
                </a:ext>
              </a:extLst>
            </p:cNvPr>
            <p:cNvSpPr/>
            <p:nvPr/>
          </p:nvSpPr>
          <p:spPr>
            <a:xfrm>
              <a:off x="19832251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7" name="Shape 97">
              <a:extLst>
                <a:ext uri="{FF2B5EF4-FFF2-40B4-BE49-F238E27FC236}">
                  <a16:creationId xmlns:a16="http://schemas.microsoft.com/office/drawing/2014/main" id="{802F1DC2-39BC-578B-83B8-E2E06694F329}"/>
                </a:ext>
              </a:extLst>
            </p:cNvPr>
            <p:cNvSpPr/>
            <p:nvPr/>
          </p:nvSpPr>
          <p:spPr>
            <a:xfrm>
              <a:off x="16531516" y="2045692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8" name="Shape 98">
              <a:extLst>
                <a:ext uri="{FF2B5EF4-FFF2-40B4-BE49-F238E27FC236}">
                  <a16:creationId xmlns:a16="http://schemas.microsoft.com/office/drawing/2014/main" id="{DA640B97-5DC1-14AF-7BE2-360C9723AAE0}"/>
                </a:ext>
              </a:extLst>
            </p:cNvPr>
            <p:cNvSpPr/>
            <p:nvPr/>
          </p:nvSpPr>
          <p:spPr>
            <a:xfrm>
              <a:off x="14866777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9" name="Shape 99">
              <a:extLst>
                <a:ext uri="{FF2B5EF4-FFF2-40B4-BE49-F238E27FC236}">
                  <a16:creationId xmlns:a16="http://schemas.microsoft.com/office/drawing/2014/main" id="{C9A82AF7-4FBC-9AA4-EF2D-4E54EBAB3CC1}"/>
                </a:ext>
              </a:extLst>
            </p:cNvPr>
            <p:cNvSpPr/>
            <p:nvPr/>
          </p:nvSpPr>
          <p:spPr>
            <a:xfrm>
              <a:off x="18181876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0" name="Shape 100">
              <a:extLst>
                <a:ext uri="{FF2B5EF4-FFF2-40B4-BE49-F238E27FC236}">
                  <a16:creationId xmlns:a16="http://schemas.microsoft.com/office/drawing/2014/main" id="{FD86AF60-BAE5-9B6F-153E-6C11A9B5C0A6}"/>
                </a:ext>
              </a:extLst>
            </p:cNvPr>
            <p:cNvSpPr/>
            <p:nvPr/>
          </p:nvSpPr>
          <p:spPr>
            <a:xfrm>
              <a:off x="12384048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1" name="Shape 101">
              <a:extLst>
                <a:ext uri="{FF2B5EF4-FFF2-40B4-BE49-F238E27FC236}">
                  <a16:creationId xmlns:a16="http://schemas.microsoft.com/office/drawing/2014/main" id="{73E73BE7-5EE5-8970-7809-50C50A5D3066}"/>
                </a:ext>
              </a:extLst>
            </p:cNvPr>
            <p:cNvSpPr/>
            <p:nvPr/>
          </p:nvSpPr>
          <p:spPr>
            <a:xfrm>
              <a:off x="19014245" y="1219200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2" name="Shape 102">
              <a:extLst>
                <a:ext uri="{FF2B5EF4-FFF2-40B4-BE49-F238E27FC236}">
                  <a16:creationId xmlns:a16="http://schemas.microsoft.com/office/drawing/2014/main" id="{8DFA5931-57C1-2650-EE52-02F74AC1981D}"/>
                </a:ext>
              </a:extLst>
            </p:cNvPr>
            <p:cNvSpPr/>
            <p:nvPr/>
          </p:nvSpPr>
          <p:spPr>
            <a:xfrm>
              <a:off x="15699147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3" name="Shape 103">
              <a:extLst>
                <a:ext uri="{FF2B5EF4-FFF2-40B4-BE49-F238E27FC236}">
                  <a16:creationId xmlns:a16="http://schemas.microsoft.com/office/drawing/2014/main" id="{9FBF2CDE-4CAD-714C-3920-59F26A3EB89A}"/>
                </a:ext>
              </a:extLst>
            </p:cNvPr>
            <p:cNvSpPr/>
            <p:nvPr/>
          </p:nvSpPr>
          <p:spPr>
            <a:xfrm>
              <a:off x="14034423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4" name="Shape 104">
              <a:extLst>
                <a:ext uri="{FF2B5EF4-FFF2-40B4-BE49-F238E27FC236}">
                  <a16:creationId xmlns:a16="http://schemas.microsoft.com/office/drawing/2014/main" id="{1AFB0804-3425-497E-D6C9-031BCB7EB94D}"/>
                </a:ext>
              </a:extLst>
            </p:cNvPr>
            <p:cNvSpPr/>
            <p:nvPr/>
          </p:nvSpPr>
          <p:spPr>
            <a:xfrm>
              <a:off x="20664608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5" name="Shape 105">
              <a:extLst>
                <a:ext uri="{FF2B5EF4-FFF2-40B4-BE49-F238E27FC236}">
                  <a16:creationId xmlns:a16="http://schemas.microsoft.com/office/drawing/2014/main" id="{3DF6EC74-43B1-7CE7-348C-4E400FAD9A07}"/>
                </a:ext>
              </a:extLst>
            </p:cNvPr>
            <p:cNvSpPr/>
            <p:nvPr/>
          </p:nvSpPr>
          <p:spPr>
            <a:xfrm>
              <a:off x="17349522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6" name="Shape 106">
              <a:extLst>
                <a:ext uri="{FF2B5EF4-FFF2-40B4-BE49-F238E27FC236}">
                  <a16:creationId xmlns:a16="http://schemas.microsoft.com/office/drawing/2014/main" id="{365092B1-B61F-8B88-D479-78143D326C99}"/>
                </a:ext>
              </a:extLst>
            </p:cNvPr>
            <p:cNvSpPr/>
            <p:nvPr/>
          </p:nvSpPr>
          <p:spPr>
            <a:xfrm>
              <a:off x="13216417" y="1219200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7" name="Shape 107">
              <a:extLst>
                <a:ext uri="{FF2B5EF4-FFF2-40B4-BE49-F238E27FC236}">
                  <a16:creationId xmlns:a16="http://schemas.microsoft.com/office/drawing/2014/main" id="{AF67F81B-72F3-10FB-EFDB-D5B67E17DD50}"/>
                </a:ext>
              </a:extLst>
            </p:cNvPr>
            <p:cNvSpPr/>
            <p:nvPr/>
          </p:nvSpPr>
          <p:spPr>
            <a:xfrm>
              <a:off x="19832251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8" name="Shape 108">
              <a:extLst>
                <a:ext uri="{FF2B5EF4-FFF2-40B4-BE49-F238E27FC236}">
                  <a16:creationId xmlns:a16="http://schemas.microsoft.com/office/drawing/2014/main" id="{E73DAC8B-C945-2A3D-A3C4-97CBE4107DC3}"/>
                </a:ext>
              </a:extLst>
            </p:cNvPr>
            <p:cNvSpPr/>
            <p:nvPr/>
          </p:nvSpPr>
          <p:spPr>
            <a:xfrm>
              <a:off x="16531516" y="1219200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9" name="Shape 109">
              <a:extLst>
                <a:ext uri="{FF2B5EF4-FFF2-40B4-BE49-F238E27FC236}">
                  <a16:creationId xmlns:a16="http://schemas.microsoft.com/office/drawing/2014/main" id="{4586A8DE-0FAB-5017-46FA-11C2B2B7DDC8}"/>
                </a:ext>
              </a:extLst>
            </p:cNvPr>
            <p:cNvSpPr/>
            <p:nvPr/>
          </p:nvSpPr>
          <p:spPr>
            <a:xfrm>
              <a:off x="14866777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30" name="Shape 110">
              <a:extLst>
                <a:ext uri="{FF2B5EF4-FFF2-40B4-BE49-F238E27FC236}">
                  <a16:creationId xmlns:a16="http://schemas.microsoft.com/office/drawing/2014/main" id="{F8F0800A-18D8-9F80-4257-7F6A120EB611}"/>
                </a:ext>
              </a:extLst>
            </p:cNvPr>
            <p:cNvSpPr/>
            <p:nvPr/>
          </p:nvSpPr>
          <p:spPr>
            <a:xfrm>
              <a:off x="18181876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</p:grpSp>
      <p:pic>
        <p:nvPicPr>
          <p:cNvPr id="132" name="Image 1" descr=" ">
            <a:extLst>
              <a:ext uri="{FF2B5EF4-FFF2-40B4-BE49-F238E27FC236}">
                <a16:creationId xmlns:a16="http://schemas.microsoft.com/office/drawing/2014/main" id="{B526E58C-6F71-5AFB-DE08-6B1423327C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133" name="Image 2" descr=" ">
            <a:extLst>
              <a:ext uri="{FF2B5EF4-FFF2-40B4-BE49-F238E27FC236}">
                <a16:creationId xmlns:a16="http://schemas.microsoft.com/office/drawing/2014/main" id="{A877B3CB-305F-5540-965F-A7FA7BAC035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36" name="Текст 7">
            <a:extLst>
              <a:ext uri="{FF2B5EF4-FFF2-40B4-BE49-F238E27FC236}">
                <a16:creationId xmlns:a16="http://schemas.microsoft.com/office/drawing/2014/main" id="{65D3B59F-648C-FC6B-F64E-CD42209760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384048" y="10436073"/>
            <a:ext cx="10790277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Заголовок </a:t>
            </a:r>
            <a:b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подраздела</a:t>
            </a:r>
            <a:endParaRPr lang="en-US" sz="8000" b="1" dirty="0">
              <a:solidFill>
                <a:schemeClr val="bg1"/>
              </a:solidFill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607659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зис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 ">
            <a:extLst>
              <a:ext uri="{FF2B5EF4-FFF2-40B4-BE49-F238E27FC236}">
                <a16:creationId xmlns:a16="http://schemas.microsoft.com/office/drawing/2014/main" id="{CAAF6803-2312-A284-2252-BAFD746951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902388" y="5448300"/>
            <a:ext cx="8484660" cy="8267700"/>
          </a:xfrm>
          <a:prstGeom prst="rect">
            <a:avLst/>
          </a:prstGeom>
        </p:spPr>
      </p:pic>
      <p:pic>
        <p:nvPicPr>
          <p:cNvPr id="6" name="Image 1" descr=" ">
            <a:extLst>
              <a:ext uri="{FF2B5EF4-FFF2-40B4-BE49-F238E27FC236}">
                <a16:creationId xmlns:a16="http://schemas.microsoft.com/office/drawing/2014/main" id="{FAB25860-542F-A871-CF21-D2B726FDFDB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129445" y="8276134"/>
            <a:ext cx="5454637" cy="4855511"/>
          </a:xfrm>
          <a:prstGeom prst="rect">
            <a:avLst/>
          </a:prstGeom>
        </p:spPr>
      </p:pic>
      <p:pic>
        <p:nvPicPr>
          <p:cNvPr id="7" name="Image 17" descr=" ">
            <a:extLst>
              <a:ext uri="{FF2B5EF4-FFF2-40B4-BE49-F238E27FC236}">
                <a16:creationId xmlns:a16="http://schemas.microsoft.com/office/drawing/2014/main" id="{90B55865-D726-586A-A433-3FCB2F0AD06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3" name="Текст 7">
            <a:extLst>
              <a:ext uri="{FF2B5EF4-FFF2-40B4-BE49-F238E27FC236}">
                <a16:creationId xmlns:a16="http://schemas.microsoft.com/office/drawing/2014/main" id="{D67013FB-2ECC-31C5-874E-D75916A1E7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2479675"/>
            <a:ext cx="14683036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67094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зис_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7" descr=" ">
            <a:extLst>
              <a:ext uri="{FF2B5EF4-FFF2-40B4-BE49-F238E27FC236}">
                <a16:creationId xmlns:a16="http://schemas.microsoft.com/office/drawing/2014/main" id="{90B55865-D726-586A-A433-3FCB2F0AD0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2" name="Image 1" descr=" ">
            <a:extLst>
              <a:ext uri="{FF2B5EF4-FFF2-40B4-BE49-F238E27FC236}">
                <a16:creationId xmlns:a16="http://schemas.microsoft.com/office/drawing/2014/main" id="{0752109B-EBB5-12F0-B153-F955559FCB5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229354" y="5205648"/>
            <a:ext cx="6903898" cy="8510352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98EBA16A-ED8D-C887-A0AC-87DEEB1E9B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2479675"/>
            <a:ext cx="14683036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5D9A8C6B-BD49-E716-CE65-5F98A9285D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0" y="5398151"/>
            <a:ext cx="14683035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5028548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зис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7" descr=" ">
            <a:extLst>
              <a:ext uri="{FF2B5EF4-FFF2-40B4-BE49-F238E27FC236}">
                <a16:creationId xmlns:a16="http://schemas.microsoft.com/office/drawing/2014/main" id="{90B55865-D726-586A-A433-3FCB2F0AD0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3" name="Image 0" descr=" ">
            <a:extLst>
              <a:ext uri="{FF2B5EF4-FFF2-40B4-BE49-F238E27FC236}">
                <a16:creationId xmlns:a16="http://schemas.microsoft.com/office/drawing/2014/main" id="{49BAA679-D26B-2499-6D96-BABD2765EEA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902388" y="5448300"/>
            <a:ext cx="8484660" cy="8267700"/>
          </a:xfrm>
          <a:prstGeom prst="rect">
            <a:avLst/>
          </a:prstGeom>
        </p:spPr>
      </p:pic>
      <p:pic>
        <p:nvPicPr>
          <p:cNvPr id="4" name="Image 1" descr=" ">
            <a:extLst>
              <a:ext uri="{FF2B5EF4-FFF2-40B4-BE49-F238E27FC236}">
                <a16:creationId xmlns:a16="http://schemas.microsoft.com/office/drawing/2014/main" id="{E8F4A432-DC7E-B8C7-05BD-6F956363A6F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230203" y="7391400"/>
            <a:ext cx="3251606" cy="5105400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0FB78C90-E1B3-F1E7-5A57-BAA2CE9C15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2479675"/>
            <a:ext cx="1468303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Вопрос</a:t>
            </a:r>
          </a:p>
        </p:txBody>
      </p:sp>
    </p:spTree>
    <p:extLst>
      <p:ext uri="{BB962C8B-B14F-4D97-AF65-F5344CB8AC3E}">
        <p14:creationId xmlns:p14="http://schemas.microsoft.com/office/powerpoint/2010/main" val="13338680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зис_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7" descr=" ">
            <a:extLst>
              <a:ext uri="{FF2B5EF4-FFF2-40B4-BE49-F238E27FC236}">
                <a16:creationId xmlns:a16="http://schemas.microsoft.com/office/drawing/2014/main" id="{90B55865-D726-586A-A433-3FCB2F0AD0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FE0DD5CD-EC9B-99B8-4DF7-85EF662D16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AF38BAD-0D56-FFB5-2587-46F6F08FE6FF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0947400"/>
            <a:ext cx="21948344" cy="0"/>
          </a:xfrm>
          <a:prstGeom prst="line">
            <a:avLst/>
          </a:prstGeom>
          <a:ln w="254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1F829278-7549-237C-5EDF-62075B3E86D2}"/>
              </a:ext>
            </a:extLst>
          </p:cNvPr>
          <p:cNvGrpSpPr/>
          <p:nvPr userDrawn="1"/>
        </p:nvGrpSpPr>
        <p:grpSpPr>
          <a:xfrm>
            <a:off x="1219352" y="11655831"/>
            <a:ext cx="3708864" cy="838200"/>
            <a:chOff x="1219352" y="9337422"/>
            <a:chExt cx="3708864" cy="838200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D5733043-394B-DD80-A293-4CF1DECE3B87}"/>
                </a:ext>
              </a:extLst>
            </p:cNvPr>
            <p:cNvSpPr/>
            <p:nvPr/>
          </p:nvSpPr>
          <p:spPr>
            <a:xfrm>
              <a:off x="1219352" y="9337422"/>
              <a:ext cx="3708864" cy="8382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0" name="Text 4">
              <a:extLst>
                <a:ext uri="{FF2B5EF4-FFF2-40B4-BE49-F238E27FC236}">
                  <a16:creationId xmlns:a16="http://schemas.microsoft.com/office/drawing/2014/main" id="{F7EE06CF-DAF1-B51A-A1D6-1B908C0ECEEB}"/>
                </a:ext>
              </a:extLst>
            </p:cNvPr>
            <p:cNvSpPr/>
            <p:nvPr/>
          </p:nvSpPr>
          <p:spPr>
            <a:xfrm>
              <a:off x="1542488" y="9524087"/>
              <a:ext cx="3062593" cy="464871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/>
            <a:p>
              <a:pPr marL="0" marR="0" lvl="0" indent="0" algn="ctr" defTabSz="1488104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000" b="1" i="0" u="none" strike="noStrike" kern="1200" cap="none" spc="100" normalizeH="0" baseline="0" noProof="0" dirty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Graphik LC Semibold" panose="020B0503030202060203" pitchFamily="34" charset="0"/>
                  <a:ea typeface="+mn-ea"/>
                  <a:cs typeface="+mn-cs"/>
                </a:rPr>
                <a:t>ЭТО БАЗА</a:t>
              </a:r>
              <a:endParaRPr kumimoji="0" lang="en-US" sz="3000" b="1" i="0" u="none" strike="noStrike" kern="1200" cap="none" spc="10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endParaRPr>
            </a:p>
          </p:txBody>
        </p:sp>
      </p:grpSp>
      <p:sp>
        <p:nvSpPr>
          <p:cNvPr id="12" name="Текст 11">
            <a:extLst>
              <a:ext uri="{FF2B5EF4-FFF2-40B4-BE49-F238E27FC236}">
                <a16:creationId xmlns:a16="http://schemas.microsoft.com/office/drawing/2014/main" id="{2FD90472-8D3A-0D89-7339-7C8BE9AC02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4577960"/>
            <a:ext cx="21488400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Лучший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отдых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—</a:t>
            </a:r>
          </a:p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это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смена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деятельности</a:t>
            </a:r>
            <a:endParaRPr lang="en-US" sz="10800" b="1" dirty="0">
              <a:solidFill>
                <a:schemeClr val="bg1"/>
              </a:solidFill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884175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зис_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7" descr=" ">
            <a:extLst>
              <a:ext uri="{FF2B5EF4-FFF2-40B4-BE49-F238E27FC236}">
                <a16:creationId xmlns:a16="http://schemas.microsoft.com/office/drawing/2014/main" id="{33F98CC2-A652-56B9-9A2A-FBADA7C7D1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5" name="Скругленный прямоугольник 8">
            <a:extLst>
              <a:ext uri="{FF2B5EF4-FFF2-40B4-BE49-F238E27FC236}">
                <a16:creationId xmlns:a16="http://schemas.microsoft.com/office/drawing/2014/main" id="{F10981B2-F54D-04F4-EBDD-8E71FF133A93}"/>
              </a:ext>
            </a:extLst>
          </p:cNvPr>
          <p:cNvSpPr/>
          <p:nvPr userDrawn="1"/>
        </p:nvSpPr>
        <p:spPr>
          <a:xfrm>
            <a:off x="1206651" y="1206500"/>
            <a:ext cx="6755663" cy="6755663"/>
          </a:xfrm>
          <a:custGeom>
            <a:avLst/>
            <a:gdLst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699543 w 6699543"/>
              <a:gd name="connsiteY4" fmla="*/ 6325775 h 6699543"/>
              <a:gd name="connsiteX5" fmla="*/ 6325775 w 6699543"/>
              <a:gd name="connsiteY5" fmla="*/ 6699543 h 6699543"/>
              <a:gd name="connsiteX6" fmla="*/ 373768 w 6699543"/>
              <a:gd name="connsiteY6" fmla="*/ 6699543 h 6699543"/>
              <a:gd name="connsiteX7" fmla="*/ 0 w 6699543"/>
              <a:gd name="connsiteY7" fmla="*/ 6325775 h 6699543"/>
              <a:gd name="connsiteX8" fmla="*/ 0 w 6699543"/>
              <a:gd name="connsiteY8" fmla="*/ 373768 h 6699543"/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325775 w 6699543"/>
              <a:gd name="connsiteY4" fmla="*/ 6699543 h 6699543"/>
              <a:gd name="connsiteX5" fmla="*/ 373768 w 6699543"/>
              <a:gd name="connsiteY5" fmla="*/ 6699543 h 6699543"/>
              <a:gd name="connsiteX6" fmla="*/ 0 w 6699543"/>
              <a:gd name="connsiteY6" fmla="*/ 6325775 h 6699543"/>
              <a:gd name="connsiteX7" fmla="*/ 0 w 6699543"/>
              <a:gd name="connsiteY7" fmla="*/ 373768 h 6699543"/>
              <a:gd name="connsiteX0" fmla="*/ 6325775 w 6699543"/>
              <a:gd name="connsiteY0" fmla="*/ 6699543 h 6790983"/>
              <a:gd name="connsiteX1" fmla="*/ 373768 w 6699543"/>
              <a:gd name="connsiteY1" fmla="*/ 6699543 h 6790983"/>
              <a:gd name="connsiteX2" fmla="*/ 0 w 6699543"/>
              <a:gd name="connsiteY2" fmla="*/ 6325775 h 6790983"/>
              <a:gd name="connsiteX3" fmla="*/ 0 w 6699543"/>
              <a:gd name="connsiteY3" fmla="*/ 373768 h 6790983"/>
              <a:gd name="connsiteX4" fmla="*/ 373768 w 6699543"/>
              <a:gd name="connsiteY4" fmla="*/ 0 h 6790983"/>
              <a:gd name="connsiteX5" fmla="*/ 6325775 w 6699543"/>
              <a:gd name="connsiteY5" fmla="*/ 0 h 6790983"/>
              <a:gd name="connsiteX6" fmla="*/ 6699543 w 6699543"/>
              <a:gd name="connsiteY6" fmla="*/ 373768 h 6790983"/>
              <a:gd name="connsiteX7" fmla="*/ 6417215 w 6699543"/>
              <a:gd name="connsiteY7" fmla="*/ 6790983 h 6790983"/>
              <a:gd name="connsiteX0" fmla="*/ 6325775 w 6699543"/>
              <a:gd name="connsiteY0" fmla="*/ 6699543 h 6699543"/>
              <a:gd name="connsiteX1" fmla="*/ 373768 w 6699543"/>
              <a:gd name="connsiteY1" fmla="*/ 6699543 h 6699543"/>
              <a:gd name="connsiteX2" fmla="*/ 0 w 6699543"/>
              <a:gd name="connsiteY2" fmla="*/ 6325775 h 6699543"/>
              <a:gd name="connsiteX3" fmla="*/ 0 w 6699543"/>
              <a:gd name="connsiteY3" fmla="*/ 373768 h 6699543"/>
              <a:gd name="connsiteX4" fmla="*/ 373768 w 6699543"/>
              <a:gd name="connsiteY4" fmla="*/ 0 h 6699543"/>
              <a:gd name="connsiteX5" fmla="*/ 6325775 w 6699543"/>
              <a:gd name="connsiteY5" fmla="*/ 0 h 6699543"/>
              <a:gd name="connsiteX6" fmla="*/ 6699543 w 6699543"/>
              <a:gd name="connsiteY6" fmla="*/ 373768 h 6699543"/>
              <a:gd name="connsiteX0" fmla="*/ 6325775 w 6325775"/>
              <a:gd name="connsiteY0" fmla="*/ 6699543 h 6699543"/>
              <a:gd name="connsiteX1" fmla="*/ 373768 w 6325775"/>
              <a:gd name="connsiteY1" fmla="*/ 6699543 h 6699543"/>
              <a:gd name="connsiteX2" fmla="*/ 0 w 6325775"/>
              <a:gd name="connsiteY2" fmla="*/ 6325775 h 6699543"/>
              <a:gd name="connsiteX3" fmla="*/ 0 w 6325775"/>
              <a:gd name="connsiteY3" fmla="*/ 373768 h 6699543"/>
              <a:gd name="connsiteX4" fmla="*/ 373768 w 6325775"/>
              <a:gd name="connsiteY4" fmla="*/ 0 h 6699543"/>
              <a:gd name="connsiteX5" fmla="*/ 6325775 w 6325775"/>
              <a:gd name="connsiteY5" fmla="*/ 0 h 6699543"/>
              <a:gd name="connsiteX0" fmla="*/ 373768 w 6325775"/>
              <a:gd name="connsiteY0" fmla="*/ 6699543 h 6699543"/>
              <a:gd name="connsiteX1" fmla="*/ 0 w 6325775"/>
              <a:gd name="connsiteY1" fmla="*/ 6325775 h 6699543"/>
              <a:gd name="connsiteX2" fmla="*/ 0 w 6325775"/>
              <a:gd name="connsiteY2" fmla="*/ 373768 h 6699543"/>
              <a:gd name="connsiteX3" fmla="*/ 373768 w 6325775"/>
              <a:gd name="connsiteY3" fmla="*/ 0 h 6699543"/>
              <a:gd name="connsiteX4" fmla="*/ 6325775 w 6325775"/>
              <a:gd name="connsiteY4" fmla="*/ 0 h 6699543"/>
              <a:gd name="connsiteX0" fmla="*/ 0 w 6325775"/>
              <a:gd name="connsiteY0" fmla="*/ 6325775 h 6325775"/>
              <a:gd name="connsiteX1" fmla="*/ 0 w 6325775"/>
              <a:gd name="connsiteY1" fmla="*/ 373768 h 6325775"/>
              <a:gd name="connsiteX2" fmla="*/ 373768 w 6325775"/>
              <a:gd name="connsiteY2" fmla="*/ 0 h 6325775"/>
              <a:gd name="connsiteX3" fmla="*/ 6325775 w 6325775"/>
              <a:gd name="connsiteY3" fmla="*/ 0 h 632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25775" h="6325775">
                <a:moveTo>
                  <a:pt x="0" y="6325775"/>
                </a:moveTo>
                <a:lnTo>
                  <a:pt x="0" y="373768"/>
                </a:lnTo>
                <a:cubicBezTo>
                  <a:pt x="0" y="167342"/>
                  <a:pt x="167342" y="0"/>
                  <a:pt x="373768" y="0"/>
                </a:cubicBezTo>
                <a:lnTo>
                  <a:pt x="6325775" y="0"/>
                </a:lnTo>
              </a:path>
            </a:pathLst>
          </a:cu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Graphik LC Regular"/>
              <a:ea typeface="+mn-ea"/>
              <a:cs typeface="+mn-cs"/>
            </a:endParaRPr>
          </a:p>
        </p:txBody>
      </p:sp>
      <p:sp>
        <p:nvSpPr>
          <p:cNvPr id="11" name="Прямоугольник 9">
            <a:extLst>
              <a:ext uri="{FF2B5EF4-FFF2-40B4-BE49-F238E27FC236}">
                <a16:creationId xmlns:a16="http://schemas.microsoft.com/office/drawing/2014/main" id="{AA1E056F-6202-9A82-1B58-6C07FC6C2A08}"/>
              </a:ext>
            </a:extLst>
          </p:cNvPr>
          <p:cNvSpPr/>
          <p:nvPr userDrawn="1"/>
        </p:nvSpPr>
        <p:spPr>
          <a:xfrm>
            <a:off x="16424733" y="5753836"/>
            <a:ext cx="6755664" cy="6755664"/>
          </a:xfrm>
          <a:custGeom>
            <a:avLst/>
            <a:gdLst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0 w 6755664"/>
              <a:gd name="connsiteY4" fmla="*/ 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91440 w 6755664"/>
              <a:gd name="connsiteY4" fmla="*/ 9144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0" fmla="*/ 6755664 w 6755664"/>
              <a:gd name="connsiteY0" fmla="*/ 0 h 6755664"/>
              <a:gd name="connsiteX1" fmla="*/ 6755664 w 6755664"/>
              <a:gd name="connsiteY1" fmla="*/ 6755664 h 6755664"/>
              <a:gd name="connsiteX2" fmla="*/ 0 w 6755664"/>
              <a:gd name="connsiteY2" fmla="*/ 6755664 h 675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55664" h="6755664">
                <a:moveTo>
                  <a:pt x="6755664" y="0"/>
                </a:moveTo>
                <a:lnTo>
                  <a:pt x="6755664" y="6755664"/>
                </a:lnTo>
                <a:lnTo>
                  <a:pt x="0" y="6755664"/>
                </a:lnTo>
              </a:path>
            </a:pathLst>
          </a:cu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Graphik LC Regular"/>
              <a:ea typeface="+mn-ea"/>
              <a:cs typeface="+mn-cs"/>
            </a:endParaRPr>
          </a:p>
        </p:txBody>
      </p:sp>
      <p:sp>
        <p:nvSpPr>
          <p:cNvPr id="13" name="Текст 11">
            <a:extLst>
              <a:ext uri="{FF2B5EF4-FFF2-40B4-BE49-F238E27FC236}">
                <a16:creationId xmlns:a16="http://schemas.microsoft.com/office/drawing/2014/main" id="{AAE41016-65A0-AA61-73DF-B31ACCBBD4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96298" y="5344765"/>
            <a:ext cx="17858357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Лучший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отдых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—</a:t>
            </a:r>
          </a:p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это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смена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деятельности</a:t>
            </a:r>
            <a:endParaRPr lang="en-US" sz="10800" b="1" dirty="0">
              <a:solidFill>
                <a:schemeClr val="bg1"/>
              </a:solidFill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302798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зис_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4D27EA25-8306-C212-7A3D-29A1A2CD0C5E}"/>
              </a:ext>
            </a:extLst>
          </p:cNvPr>
          <p:cNvCxnSpPr>
            <a:cxnSpLocks/>
          </p:cNvCxnSpPr>
          <p:nvPr userDrawn="1"/>
        </p:nvCxnSpPr>
        <p:spPr>
          <a:xfrm>
            <a:off x="0" y="4127500"/>
            <a:ext cx="24387175" cy="0"/>
          </a:xfrm>
          <a:prstGeom prst="line">
            <a:avLst/>
          </a:prstGeom>
          <a:ln w="254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07D5B344-912A-4CB0-B9F7-9C0397053D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Shape 0">
            <a:extLst>
              <a:ext uri="{FF2B5EF4-FFF2-40B4-BE49-F238E27FC236}">
                <a16:creationId xmlns:a16="http://schemas.microsoft.com/office/drawing/2014/main" id="{9E417371-BC06-BB49-9D66-2F4EF302405F}"/>
              </a:ext>
            </a:extLst>
          </p:cNvPr>
          <p:cNvSpPr/>
          <p:nvPr userDrawn="1"/>
        </p:nvSpPr>
        <p:spPr>
          <a:xfrm>
            <a:off x="4013702" y="3492500"/>
            <a:ext cx="1270159" cy="1270000"/>
          </a:xfrm>
          <a:prstGeom prst="rect">
            <a:avLst/>
          </a:prstGeom>
          <a:noFill/>
          <a:ln/>
        </p:spPr>
      </p:sp>
      <p:pic>
        <p:nvPicPr>
          <p:cNvPr id="7" name="Image 1" descr=" ">
            <a:extLst>
              <a:ext uri="{FF2B5EF4-FFF2-40B4-BE49-F238E27FC236}">
                <a16:creationId xmlns:a16="http://schemas.microsoft.com/office/drawing/2014/main" id="{C0FCF8D2-1183-CE1E-545D-7C79687055A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86686" y="3365500"/>
            <a:ext cx="1524191" cy="1524000"/>
          </a:xfrm>
          <a:prstGeom prst="rect">
            <a:avLst/>
          </a:prstGeom>
        </p:spPr>
      </p:pic>
      <p:pic>
        <p:nvPicPr>
          <p:cNvPr id="8" name="Image 2" descr=" ">
            <a:extLst>
              <a:ext uri="{FF2B5EF4-FFF2-40B4-BE49-F238E27FC236}">
                <a16:creationId xmlns:a16="http://schemas.microsoft.com/office/drawing/2014/main" id="{F833B32E-4F81-18CF-A052-14EF290E940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19457" y="3702013"/>
            <a:ext cx="854737" cy="800013"/>
          </a:xfrm>
          <a:prstGeom prst="rect">
            <a:avLst/>
          </a:prstGeom>
        </p:spPr>
      </p:pic>
      <p:sp>
        <p:nvSpPr>
          <p:cNvPr id="9" name="Shape 1">
            <a:extLst>
              <a:ext uri="{FF2B5EF4-FFF2-40B4-BE49-F238E27FC236}">
                <a16:creationId xmlns:a16="http://schemas.microsoft.com/office/drawing/2014/main" id="{63767067-33AE-37E8-106E-8821A049C605}"/>
              </a:ext>
            </a:extLst>
          </p:cNvPr>
          <p:cNvSpPr/>
          <p:nvPr userDrawn="1"/>
        </p:nvSpPr>
        <p:spPr>
          <a:xfrm>
            <a:off x="4013702" y="5524500"/>
            <a:ext cx="15152994" cy="4076700"/>
          </a:xfrm>
          <a:prstGeom prst="rect">
            <a:avLst/>
          </a:prstGeom>
          <a:noFill/>
          <a:ln/>
        </p:spPr>
      </p:sp>
      <p:sp>
        <p:nvSpPr>
          <p:cNvPr id="14" name="Текст 7">
            <a:extLst>
              <a:ext uri="{FF2B5EF4-FFF2-40B4-BE49-F238E27FC236}">
                <a16:creationId xmlns:a16="http://schemas.microsoft.com/office/drawing/2014/main" id="{6A91144F-F118-D241-BF45-9F1AF4A5D1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01" y="5524500"/>
            <a:ext cx="16945309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B7FB03D8-CDCC-C3B7-93F2-4EDCB17418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13702" y="8229600"/>
            <a:ext cx="11531098" cy="149464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4000"/>
              </a:lnSpc>
              <a:spcBef>
                <a:spcPct val="0"/>
              </a:spcBef>
            </a:pP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Обычно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вы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сначала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найдете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вопрос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или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проблему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,  </a:t>
            </a:r>
            <a:br>
              <a:rPr lang="ru-RU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а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затем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решите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моделировать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процесс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,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чтобы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получить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конкретный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ответ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или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проверить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чей-то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готовый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вывод</a:t>
            </a:r>
            <a:endParaRPr lang="en-US" sz="3000" dirty="0">
              <a:solidFill>
                <a:schemeClr val="bg1"/>
              </a:solidFill>
              <a:latin typeface="Graphik LC Regular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259325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зис_7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2230A6B0-F4E9-97E9-01DF-8AB08F64736C}"/>
              </a:ext>
            </a:extLst>
          </p:cNvPr>
          <p:cNvCxnSpPr>
            <a:cxnSpLocks/>
          </p:cNvCxnSpPr>
          <p:nvPr userDrawn="1"/>
        </p:nvCxnSpPr>
        <p:spPr>
          <a:xfrm>
            <a:off x="0" y="7848600"/>
            <a:ext cx="24387175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hape 0">
            <a:extLst>
              <a:ext uri="{FF2B5EF4-FFF2-40B4-BE49-F238E27FC236}">
                <a16:creationId xmlns:a16="http://schemas.microsoft.com/office/drawing/2014/main" id="{F0BD70C9-6114-85F3-250B-BD1534FA6143}"/>
              </a:ext>
            </a:extLst>
          </p:cNvPr>
          <p:cNvSpPr/>
          <p:nvPr userDrawn="1"/>
        </p:nvSpPr>
        <p:spPr>
          <a:xfrm>
            <a:off x="4013702" y="7391400"/>
            <a:ext cx="914514" cy="914400"/>
          </a:xfrm>
          <a:prstGeom prst="rect">
            <a:avLst/>
          </a:prstGeom>
          <a:noFill/>
          <a:ln/>
        </p:spPr>
      </p:sp>
      <p:pic>
        <p:nvPicPr>
          <p:cNvPr id="10" name="Image 1" descr=" ">
            <a:extLst>
              <a:ext uri="{FF2B5EF4-FFF2-40B4-BE49-F238E27FC236}">
                <a16:creationId xmlns:a16="http://schemas.microsoft.com/office/drawing/2014/main" id="{141FBAB4-0525-830C-152E-C8997374C1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6686" y="7264400"/>
            <a:ext cx="1168546" cy="1168400"/>
          </a:xfrm>
          <a:prstGeom prst="rect">
            <a:avLst/>
          </a:prstGeom>
        </p:spPr>
      </p:pic>
      <p:pic>
        <p:nvPicPr>
          <p:cNvPr id="11" name="Image 2" descr=" ">
            <a:extLst>
              <a:ext uri="{FF2B5EF4-FFF2-40B4-BE49-F238E27FC236}">
                <a16:creationId xmlns:a16="http://schemas.microsoft.com/office/drawing/2014/main" id="{64C6798C-CC8C-8A6B-1BA0-D7912436E9C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60068" y="7540476"/>
            <a:ext cx="618967" cy="579568"/>
          </a:xfrm>
          <a:prstGeom prst="rect">
            <a:avLst/>
          </a:prstGeom>
        </p:spPr>
      </p:pic>
      <p:pic>
        <p:nvPicPr>
          <p:cNvPr id="15" name="Image 17" descr=" ">
            <a:extLst>
              <a:ext uri="{FF2B5EF4-FFF2-40B4-BE49-F238E27FC236}">
                <a16:creationId xmlns:a16="http://schemas.microsoft.com/office/drawing/2014/main" id="{0781BBF5-0A34-03B4-EBB6-B6C80553625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6" name="Текст 7">
            <a:extLst>
              <a:ext uri="{FF2B5EF4-FFF2-40B4-BE49-F238E27FC236}">
                <a16:creationId xmlns:a16="http://schemas.microsoft.com/office/drawing/2014/main" id="{1B58A3EB-D93A-7F8F-8348-DCD5C61A77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02" y="3276600"/>
            <a:ext cx="16945309" cy="346248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Большой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заголовок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: </a:t>
            </a:r>
            <a:b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18" name="Текст 16">
            <a:extLst>
              <a:ext uri="{FF2B5EF4-FFF2-40B4-BE49-F238E27FC236}">
                <a16:creationId xmlns:a16="http://schemas.microsoft.com/office/drawing/2014/main" id="{36353F64-217C-43C9-E847-9A7C8D303E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13702" y="9067800"/>
            <a:ext cx="11531098" cy="149464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4000"/>
              </a:lnSpc>
              <a:spcBef>
                <a:spcPct val="0"/>
              </a:spcBef>
            </a:pP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Обычно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вы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сначала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найдете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вопрос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или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проблему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,  </a:t>
            </a:r>
            <a:br>
              <a:rPr lang="ru-RU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а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затем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решите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моделировать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процесс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,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чтобы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получить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конкретный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ответ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или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проверить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чей-то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готовый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вывод</a:t>
            </a:r>
            <a:endParaRPr lang="en-US" sz="3000" dirty="0">
              <a:solidFill>
                <a:schemeClr val="bg1"/>
              </a:solidFill>
              <a:latin typeface="Graphik LC Regular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38890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зис_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7C45886-A3F1-AEB1-52C9-D0A50A30F3BD}"/>
              </a:ext>
            </a:extLst>
          </p:cNvPr>
          <p:cNvSpPr/>
          <p:nvPr userDrawn="1"/>
        </p:nvSpPr>
        <p:spPr>
          <a:xfrm>
            <a:off x="0" y="0"/>
            <a:ext cx="24387048" cy="68580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0AA6966-F1CD-0F78-268B-BA84214DA458}"/>
              </a:ext>
            </a:extLst>
          </p:cNvPr>
          <p:cNvSpPr/>
          <p:nvPr userDrawn="1"/>
        </p:nvSpPr>
        <p:spPr>
          <a:xfrm>
            <a:off x="10986873" y="9232900"/>
            <a:ext cx="10643930" cy="2108200"/>
          </a:xfrm>
          <a:prstGeom prst="rect">
            <a:avLst/>
          </a:prstGeom>
          <a:noFill/>
          <a:ln/>
        </p:spPr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FF423FDF-1D93-E490-553D-084F72152E15}"/>
              </a:ext>
            </a:extLst>
          </p:cNvPr>
          <p:cNvSpPr/>
          <p:nvPr userDrawn="1"/>
        </p:nvSpPr>
        <p:spPr>
          <a:xfrm>
            <a:off x="2616527" y="1790700"/>
            <a:ext cx="13628803" cy="3225800"/>
          </a:xfrm>
          <a:prstGeom prst="rect">
            <a:avLst/>
          </a:prstGeom>
          <a:noFill/>
          <a:ln/>
        </p:spPr>
      </p:sp>
      <p:pic>
        <p:nvPicPr>
          <p:cNvPr id="13" name="Image 0" descr=" ">
            <a:extLst>
              <a:ext uri="{FF2B5EF4-FFF2-40B4-BE49-F238E27FC236}">
                <a16:creationId xmlns:a16="http://schemas.microsoft.com/office/drawing/2014/main" id="{234C3B96-776E-4031-9863-74FDE8159D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3416752"/>
            <a:ext cx="2387898" cy="25400"/>
          </a:xfrm>
          <a:prstGeom prst="rect">
            <a:avLst/>
          </a:prstGeom>
        </p:spPr>
      </p:pic>
      <p:pic>
        <p:nvPicPr>
          <p:cNvPr id="14" name="Image 1" descr=" ">
            <a:extLst>
              <a:ext uri="{FF2B5EF4-FFF2-40B4-BE49-F238E27FC236}">
                <a16:creationId xmlns:a16="http://schemas.microsoft.com/office/drawing/2014/main" id="{AB84AC88-9EBD-E263-F079-EE555D95256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451108" y="4551287"/>
            <a:ext cx="10936067" cy="25400"/>
          </a:xfrm>
          <a:prstGeom prst="rect">
            <a:avLst/>
          </a:prstGeom>
        </p:spPr>
      </p:pic>
      <p:pic>
        <p:nvPicPr>
          <p:cNvPr id="17" name="Image 2" descr=" ">
            <a:extLst>
              <a:ext uri="{FF2B5EF4-FFF2-40B4-BE49-F238E27FC236}">
                <a16:creationId xmlns:a16="http://schemas.microsoft.com/office/drawing/2014/main" id="{2079836C-1964-1EAF-DD6F-6D76C20015A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0583" y="3108496"/>
            <a:ext cx="625611" cy="625531"/>
          </a:xfrm>
          <a:prstGeom prst="rect">
            <a:avLst/>
          </a:prstGeom>
        </p:spPr>
      </p:pic>
      <p:pic>
        <p:nvPicPr>
          <p:cNvPr id="19" name="Image 3" descr=" ">
            <a:extLst>
              <a:ext uri="{FF2B5EF4-FFF2-40B4-BE49-F238E27FC236}">
                <a16:creationId xmlns:a16="http://schemas.microsoft.com/office/drawing/2014/main" id="{3A8D57F2-217A-D910-0290-2B117551C9A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658132" y="4251224"/>
            <a:ext cx="625611" cy="625531"/>
          </a:xfrm>
          <a:prstGeom prst="rect">
            <a:avLst/>
          </a:prstGeom>
        </p:spPr>
      </p:pic>
      <p:pic>
        <p:nvPicPr>
          <p:cNvPr id="20" name="Image 4" descr=" ">
            <a:extLst>
              <a:ext uri="{FF2B5EF4-FFF2-40B4-BE49-F238E27FC236}">
                <a16:creationId xmlns:a16="http://schemas.microsoft.com/office/drawing/2014/main" id="{F8B6696A-A6A2-DF4F-62BC-A3F3B60D3CE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0" y="10844875"/>
            <a:ext cx="10770946" cy="25400"/>
          </a:xfrm>
          <a:prstGeom prst="rect">
            <a:avLst/>
          </a:prstGeom>
        </p:spPr>
      </p:pic>
      <p:pic>
        <p:nvPicPr>
          <p:cNvPr id="21" name="Image 5" descr=" ">
            <a:extLst>
              <a:ext uri="{FF2B5EF4-FFF2-40B4-BE49-F238E27FC236}">
                <a16:creationId xmlns:a16="http://schemas.microsoft.com/office/drawing/2014/main" id="{80329822-CD44-0543-A0A8-335DE2AEF8CE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1808626" y="10844875"/>
            <a:ext cx="2578422" cy="25400"/>
          </a:xfrm>
          <a:prstGeom prst="rect">
            <a:avLst/>
          </a:prstGeom>
        </p:spPr>
      </p:pic>
      <p:pic>
        <p:nvPicPr>
          <p:cNvPr id="22" name="Image 6" descr=" ">
            <a:extLst>
              <a:ext uri="{FF2B5EF4-FFF2-40B4-BE49-F238E27FC236}">
                <a16:creationId xmlns:a16="http://schemas.microsoft.com/office/drawing/2014/main" id="{A79CD733-1047-C83B-1F70-34D274BED5A5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106538" y="10549979"/>
            <a:ext cx="625611" cy="625531"/>
          </a:xfrm>
          <a:prstGeom prst="rect">
            <a:avLst/>
          </a:prstGeom>
        </p:spPr>
      </p:pic>
      <p:pic>
        <p:nvPicPr>
          <p:cNvPr id="23" name="Image 7" descr=" ">
            <a:extLst>
              <a:ext uri="{FF2B5EF4-FFF2-40B4-BE49-F238E27FC236}">
                <a16:creationId xmlns:a16="http://schemas.microsoft.com/office/drawing/2014/main" id="{0EA51A0C-62E9-7B41-04D7-8E2902A464CC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572071" y="10549979"/>
            <a:ext cx="625611" cy="625531"/>
          </a:xfrm>
          <a:prstGeom prst="rect">
            <a:avLst/>
          </a:prstGeom>
        </p:spPr>
      </p:pic>
      <p:pic>
        <p:nvPicPr>
          <p:cNvPr id="24" name="Image 17" descr=" ">
            <a:extLst>
              <a:ext uri="{FF2B5EF4-FFF2-40B4-BE49-F238E27FC236}">
                <a16:creationId xmlns:a16="http://schemas.microsoft.com/office/drawing/2014/main" id="{A365BDBE-8015-1DC2-2012-33783145F1E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5" name="Текст 7">
            <a:extLst>
              <a:ext uri="{FF2B5EF4-FFF2-40B4-BE49-F238E27FC236}">
                <a16:creationId xmlns:a16="http://schemas.microsoft.com/office/drawing/2014/main" id="{71051B3A-BB21-401E-22AD-1E64A320A1E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16527" y="2781300"/>
            <a:ext cx="10834581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26" name="Текст 7">
            <a:extLst>
              <a:ext uri="{FF2B5EF4-FFF2-40B4-BE49-F238E27FC236}">
                <a16:creationId xmlns:a16="http://schemas.microsoft.com/office/drawing/2014/main" id="{8FDBF7BF-76C0-3DF8-D27B-7C4F0A4178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86873" y="10223500"/>
            <a:ext cx="10834581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en-US" sz="8000" b="1" dirty="0">
                <a:latin typeface="Graphik LC Semibold" panose="020B0503030202060203" pitchFamily="34" charset="0"/>
                <a:ea typeface="+mj-ea"/>
                <a:cs typeface="+mj-cs"/>
              </a:rPr>
              <a:t>Think Big Start Small</a:t>
            </a:r>
          </a:p>
        </p:txBody>
      </p:sp>
      <p:sp>
        <p:nvSpPr>
          <p:cNvPr id="27" name="Текст 14">
            <a:extLst>
              <a:ext uri="{FF2B5EF4-FFF2-40B4-BE49-F238E27FC236}">
                <a16:creationId xmlns:a16="http://schemas.microsoft.com/office/drawing/2014/main" id="{02EB704B-00DC-8119-B139-DC68B7B387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616527" y="1790700"/>
            <a:ext cx="10936067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Цитата 1</a:t>
            </a:r>
          </a:p>
        </p:txBody>
      </p:sp>
      <p:sp>
        <p:nvSpPr>
          <p:cNvPr id="28" name="Текст 14">
            <a:extLst>
              <a:ext uri="{FF2B5EF4-FFF2-40B4-BE49-F238E27FC236}">
                <a16:creationId xmlns:a16="http://schemas.microsoft.com/office/drawing/2014/main" id="{1DA5FF9D-67D8-3402-84CF-5F914F6AAB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86873" y="9241107"/>
            <a:ext cx="10936067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Цитата 2</a:t>
            </a:r>
          </a:p>
        </p:txBody>
      </p:sp>
    </p:spTree>
    <p:extLst>
      <p:ext uri="{BB962C8B-B14F-4D97-AF65-F5344CB8AC3E}">
        <p14:creationId xmlns:p14="http://schemas.microsoft.com/office/powerpoint/2010/main" val="31571420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зис_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 ">
            <a:extLst>
              <a:ext uri="{FF2B5EF4-FFF2-40B4-BE49-F238E27FC236}">
                <a16:creationId xmlns:a16="http://schemas.microsoft.com/office/drawing/2014/main" id="{020D524C-D4CA-82DC-16DF-70F773C436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7" name="Image 6" descr=" ">
            <a:extLst>
              <a:ext uri="{FF2B5EF4-FFF2-40B4-BE49-F238E27FC236}">
                <a16:creationId xmlns:a16="http://schemas.microsoft.com/office/drawing/2014/main" id="{200986D8-2061-31E3-BD87-0D03711FBDE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6BA7987-6C42-27EB-6B52-18C9D5467932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34725"/>
            <a:ext cx="14136867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B9EA6DD1-B3C9-D499-58E8-168E2179394A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497440"/>
            <a:ext cx="14136867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3E7E4105-97DF-F7AB-FF94-35B37B4BED31}"/>
              </a:ext>
            </a:extLst>
          </p:cNvPr>
          <p:cNvCxnSpPr>
            <a:cxnSpLocks/>
          </p:cNvCxnSpPr>
          <p:nvPr userDrawn="1"/>
        </p:nvCxnSpPr>
        <p:spPr>
          <a:xfrm>
            <a:off x="16575572" y="12497440"/>
            <a:ext cx="6582486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B9B4B0F7-B543-0D68-BAF9-DDEE17C7689A}"/>
              </a:ext>
            </a:extLst>
          </p:cNvPr>
          <p:cNvCxnSpPr>
            <a:cxnSpLocks/>
          </p:cNvCxnSpPr>
          <p:nvPr userDrawn="1"/>
        </p:nvCxnSpPr>
        <p:spPr>
          <a:xfrm>
            <a:off x="16575572" y="1234725"/>
            <a:ext cx="5194949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B67BAE0C-3F70-E9A0-FC38-6CAC68A2A403}"/>
              </a:ext>
            </a:extLst>
          </p:cNvPr>
          <p:cNvCxnSpPr>
            <a:cxnSpLocks/>
          </p:cNvCxnSpPr>
          <p:nvPr userDrawn="1"/>
        </p:nvCxnSpPr>
        <p:spPr>
          <a:xfrm>
            <a:off x="15935918" y="1841500"/>
            <a:ext cx="0" cy="10033002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Текст 11">
            <a:extLst>
              <a:ext uri="{FF2B5EF4-FFF2-40B4-BE49-F238E27FC236}">
                <a16:creationId xmlns:a16="http://schemas.microsoft.com/office/drawing/2014/main" id="{824EE4AD-2A3C-8F1B-90F2-B4DA0AF86A9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1841500"/>
            <a:ext cx="14136866" cy="605293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en-US" sz="108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118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10800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10800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br>
              <a:rPr lang="ru-RU" sz="10800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2" name="Текст 55">
            <a:extLst>
              <a:ext uri="{FF2B5EF4-FFF2-40B4-BE49-F238E27FC236}">
                <a16:creationId xmlns:a16="http://schemas.microsoft.com/office/drawing/2014/main" id="{1BB00B47-69D1-9B76-F106-82C7FD8977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575572" y="9353940"/>
            <a:ext cx="7052543" cy="25205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 </a:t>
            </a:r>
          </a:p>
        </p:txBody>
      </p:sp>
    </p:spTree>
    <p:extLst>
      <p:ext uri="{BB962C8B-B14F-4D97-AF65-F5344CB8AC3E}">
        <p14:creationId xmlns:p14="http://schemas.microsoft.com/office/powerpoint/2010/main" val="5711515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лан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Image 50" descr=" ">
            <a:extLst>
              <a:ext uri="{FF2B5EF4-FFF2-40B4-BE49-F238E27FC236}">
                <a16:creationId xmlns:a16="http://schemas.microsoft.com/office/drawing/2014/main" id="{13A6852E-FC8A-9408-F701-916186E4E3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53" name="Image 51" descr=" ">
            <a:extLst>
              <a:ext uri="{FF2B5EF4-FFF2-40B4-BE49-F238E27FC236}">
                <a16:creationId xmlns:a16="http://schemas.microsoft.com/office/drawing/2014/main" id="{14196418-5761-9B8D-3DCB-1C1162E184E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54" name="Текст 7">
            <a:extLst>
              <a:ext uri="{FF2B5EF4-FFF2-40B4-BE49-F238E27FC236}">
                <a16:creationId xmlns:a16="http://schemas.microsoft.com/office/drawing/2014/main" id="{120F5C00-9287-EA69-0EAF-6CE4DEA84F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468303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План лекции</a:t>
            </a:r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75CABEED-9490-FDB8-ED1A-12DE2D29B1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84873" y="3141004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7" name="Текст 55">
            <a:extLst>
              <a:ext uri="{FF2B5EF4-FFF2-40B4-BE49-F238E27FC236}">
                <a16:creationId xmlns:a16="http://schemas.microsoft.com/office/drawing/2014/main" id="{73BC2215-3408-7CC6-BB9A-48B8000EAC1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84873" y="49993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8" name="Текст 55">
            <a:extLst>
              <a:ext uri="{FF2B5EF4-FFF2-40B4-BE49-F238E27FC236}">
                <a16:creationId xmlns:a16="http://schemas.microsoft.com/office/drawing/2014/main" id="{E2A058B0-AC5F-8B11-B943-2DF8FA54B3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84873" y="68535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9" name="Текст 55">
            <a:extLst>
              <a:ext uri="{FF2B5EF4-FFF2-40B4-BE49-F238E27FC236}">
                <a16:creationId xmlns:a16="http://schemas.microsoft.com/office/drawing/2014/main" id="{39134057-CFD4-E4B1-AAE4-E48ABAC819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84873" y="87077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0" name="Текст 55">
            <a:extLst>
              <a:ext uri="{FF2B5EF4-FFF2-40B4-BE49-F238E27FC236}">
                <a16:creationId xmlns:a16="http://schemas.microsoft.com/office/drawing/2014/main" id="{CBE338EC-ABD5-8231-FB9B-72C62FACF0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4873" y="105619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45BCC5DF-5AAD-DF79-4A2C-137DEA8B239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149568" y="3141004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ED0B2116-598D-49ED-E1E0-C041745693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149568" y="49993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8B643EAC-65F3-2BAA-3E3D-B5EA0951F60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149568" y="68535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BE2CE37D-27D1-0CDF-9D20-9232AE11AF7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149568" y="87077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83149C1A-625E-4453-B0C0-CC697FCEEDF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149568" y="105619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</p:spTree>
    <p:extLst>
      <p:ext uri="{BB962C8B-B14F-4D97-AF65-F5344CB8AC3E}">
        <p14:creationId xmlns:p14="http://schemas.microsoft.com/office/powerpoint/2010/main" val="21500438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лан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63E49595-C32C-F63A-E3DF-360804847F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0605826" cy="13716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5DE96714-005F-38FA-37B3-92C93CCCA044}"/>
              </a:ext>
            </a:extLst>
          </p:cNvPr>
          <p:cNvSpPr/>
          <p:nvPr userDrawn="1"/>
        </p:nvSpPr>
        <p:spPr>
          <a:xfrm>
            <a:off x="0" y="0"/>
            <a:ext cx="10605600" cy="137160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44" name="Image 44" descr=" ">
            <a:extLst>
              <a:ext uri="{FF2B5EF4-FFF2-40B4-BE49-F238E27FC236}">
                <a16:creationId xmlns:a16="http://schemas.microsoft.com/office/drawing/2014/main" id="{1F410D3A-6109-C833-468B-CB41D55F86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46" name="Текст 7">
            <a:extLst>
              <a:ext uri="{FF2B5EF4-FFF2-40B4-BE49-F238E27FC236}">
                <a16:creationId xmlns:a16="http://schemas.microsoft.com/office/drawing/2014/main" id="{DD173653-C972-36E3-33E0-03A0A04AD4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877598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План лекции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1A992F62-F7B2-8A28-B227-117B268F906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768521" y="2070931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97802547-8148-7EF9-518D-D5018846E3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68521" y="4172976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A018C5A7-03CD-E37D-EBEF-CFB78E88F3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768521" y="6291435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E2950F98-2BA2-80CE-B9BC-EBD35F78F2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768521" y="840168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E7704AFE-92D7-4B02-208F-065E34E8DA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768521" y="10511938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</p:spTree>
    <p:extLst>
      <p:ext uri="{BB962C8B-B14F-4D97-AF65-F5344CB8AC3E}">
        <p14:creationId xmlns:p14="http://schemas.microsoft.com/office/powerpoint/2010/main" val="11041305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лан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Текст 7">
            <a:extLst>
              <a:ext uri="{FF2B5EF4-FFF2-40B4-BE49-F238E27FC236}">
                <a16:creationId xmlns:a16="http://schemas.microsoft.com/office/drawing/2014/main" id="{DD173653-C972-36E3-33E0-03A0A04AD4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877598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План лекции</a:t>
            </a:r>
          </a:p>
        </p:txBody>
      </p:sp>
      <p:sp>
        <p:nvSpPr>
          <p:cNvPr id="70" name="Shape 1">
            <a:extLst>
              <a:ext uri="{FF2B5EF4-FFF2-40B4-BE49-F238E27FC236}">
                <a16:creationId xmlns:a16="http://schemas.microsoft.com/office/drawing/2014/main" id="{2CE00959-69BA-E723-F3AD-02A493295454}"/>
              </a:ext>
            </a:extLst>
          </p:cNvPr>
          <p:cNvSpPr/>
          <p:nvPr userDrawn="1"/>
        </p:nvSpPr>
        <p:spPr>
          <a:xfrm>
            <a:off x="1219352" y="3136900"/>
            <a:ext cx="8408451" cy="8509000"/>
          </a:xfrm>
          <a:prstGeom prst="rect">
            <a:avLst/>
          </a:prstGeom>
          <a:noFill/>
          <a:ln/>
        </p:spPr>
      </p:sp>
      <p:pic>
        <p:nvPicPr>
          <p:cNvPr id="90" name="Image 9" descr=" ">
            <a:extLst>
              <a:ext uri="{FF2B5EF4-FFF2-40B4-BE49-F238E27FC236}">
                <a16:creationId xmlns:a16="http://schemas.microsoft.com/office/drawing/2014/main" id="{288B17EF-4225-E09D-728B-42B5C63F2D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91" name="Image 10" descr=" ">
            <a:extLst>
              <a:ext uri="{FF2B5EF4-FFF2-40B4-BE49-F238E27FC236}">
                <a16:creationId xmlns:a16="http://schemas.microsoft.com/office/drawing/2014/main" id="{8C47F781-9C62-9160-AF4A-42775B843F1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09" name="Текст 55">
            <a:extLst>
              <a:ext uri="{FF2B5EF4-FFF2-40B4-BE49-F238E27FC236}">
                <a16:creationId xmlns:a16="http://schemas.microsoft.com/office/drawing/2014/main" id="{29A5EEA0-EE37-97DC-22FD-7027F93FF3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984873" y="3136900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110" name="Текст 55">
            <a:extLst>
              <a:ext uri="{FF2B5EF4-FFF2-40B4-BE49-F238E27FC236}">
                <a16:creationId xmlns:a16="http://schemas.microsoft.com/office/drawing/2014/main" id="{9216B4B3-93F5-8C4A-9A77-CED9548DECF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84873" y="4993152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111" name="Текст 55">
            <a:extLst>
              <a:ext uri="{FF2B5EF4-FFF2-40B4-BE49-F238E27FC236}">
                <a16:creationId xmlns:a16="http://schemas.microsoft.com/office/drawing/2014/main" id="{9C93EC5C-3943-0FE3-3B95-C9C6622FE8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84873" y="6849404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112" name="Текст 55">
            <a:extLst>
              <a:ext uri="{FF2B5EF4-FFF2-40B4-BE49-F238E27FC236}">
                <a16:creationId xmlns:a16="http://schemas.microsoft.com/office/drawing/2014/main" id="{FD581BD7-B908-4B36-8EEA-3F3772BC6C5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84873" y="8705656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113" name="Текст 55">
            <a:extLst>
              <a:ext uri="{FF2B5EF4-FFF2-40B4-BE49-F238E27FC236}">
                <a16:creationId xmlns:a16="http://schemas.microsoft.com/office/drawing/2014/main" id="{0F7A994B-7B7D-F8A9-C53F-AC65D4D6793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4873" y="105619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</p:spTree>
    <p:extLst>
      <p:ext uri="{BB962C8B-B14F-4D97-AF65-F5344CB8AC3E}">
        <p14:creationId xmlns:p14="http://schemas.microsoft.com/office/powerpoint/2010/main" val="40077364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пикер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2C9A74D-E1AD-0AF1-3CB9-2EB50DB8AD03}"/>
              </a:ext>
            </a:extLst>
          </p:cNvPr>
          <p:cNvSpPr/>
          <p:nvPr userDrawn="1"/>
        </p:nvSpPr>
        <p:spPr>
          <a:xfrm>
            <a:off x="12384048" y="0"/>
            <a:ext cx="12003000" cy="1371600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30" name="Рисунок 29">
            <a:extLst>
              <a:ext uri="{FF2B5EF4-FFF2-40B4-BE49-F238E27FC236}">
                <a16:creationId xmlns:a16="http://schemas.microsoft.com/office/drawing/2014/main" id="{446559C5-1DB4-3E3E-7EBA-4F3AAD6FF4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616101" y="1219200"/>
            <a:ext cx="9558223" cy="11291888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31" name="Текст 7">
            <a:extLst>
              <a:ext uri="{FF2B5EF4-FFF2-40B4-BE49-F238E27FC236}">
                <a16:creationId xmlns:a16="http://schemas.microsoft.com/office/drawing/2014/main" id="{43659229-292D-8DA7-6E1F-2F70C364C6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19352" y="817780"/>
            <a:ext cx="90816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Имя Фамилия</a:t>
            </a:r>
          </a:p>
        </p:txBody>
      </p:sp>
      <p:sp>
        <p:nvSpPr>
          <p:cNvPr id="32" name="Текст 14">
            <a:extLst>
              <a:ext uri="{FF2B5EF4-FFF2-40B4-BE49-F238E27FC236}">
                <a16:creationId xmlns:a16="http://schemas.microsoft.com/office/drawing/2014/main" id="{8A39B13E-07C4-B22E-C1DF-1647BAAF88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081636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ДОЛЖНОСТЬ СПИКЕРА</a:t>
            </a:r>
          </a:p>
        </p:txBody>
      </p:sp>
      <p:pic>
        <p:nvPicPr>
          <p:cNvPr id="39" name="Image 38" descr=" ">
            <a:extLst>
              <a:ext uri="{FF2B5EF4-FFF2-40B4-BE49-F238E27FC236}">
                <a16:creationId xmlns:a16="http://schemas.microsoft.com/office/drawing/2014/main" id="{FE32D95C-8C4A-A70A-3241-17241E6DDC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694311" y="1727200"/>
            <a:ext cx="965321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8550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пикер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6">
            <a:extLst>
              <a:ext uri="{FF2B5EF4-FFF2-40B4-BE49-F238E27FC236}">
                <a16:creationId xmlns:a16="http://schemas.microsoft.com/office/drawing/2014/main" id="{F8C01122-0A36-C772-33A2-7040677FC51C}"/>
              </a:ext>
            </a:extLst>
          </p:cNvPr>
          <p:cNvSpPr/>
          <p:nvPr userDrawn="1"/>
        </p:nvSpPr>
        <p:spPr>
          <a:xfrm>
            <a:off x="12384048" y="0"/>
            <a:ext cx="12003000" cy="137160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40" name="Рисунок 29">
            <a:extLst>
              <a:ext uri="{FF2B5EF4-FFF2-40B4-BE49-F238E27FC236}">
                <a16:creationId xmlns:a16="http://schemas.microsoft.com/office/drawing/2014/main" id="{F1FB737F-1AA3-8D43-AFF0-CE1BD193B97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flipH="1">
            <a:off x="13616101" y="1219200"/>
            <a:ext cx="9558223" cy="11291888"/>
          </a:xfrm>
          <a:prstGeom prst="round2DiagRect">
            <a:avLst>
              <a:gd name="adj1" fmla="val 9396"/>
              <a:gd name="adj2" fmla="val 0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9" name="Image 28" descr=" ">
            <a:extLst>
              <a:ext uri="{FF2B5EF4-FFF2-40B4-BE49-F238E27FC236}">
                <a16:creationId xmlns:a16="http://schemas.microsoft.com/office/drawing/2014/main" id="{6EF3525C-4F9E-5FF4-BAFC-8E13314226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19200"/>
            <a:ext cx="6515914" cy="1041400"/>
          </a:xfrm>
          <a:prstGeom prst="rect">
            <a:avLst/>
          </a:prstGeom>
        </p:spPr>
      </p:pic>
      <p:sp>
        <p:nvSpPr>
          <p:cNvPr id="10" name="Text 15">
            <a:extLst>
              <a:ext uri="{FF2B5EF4-FFF2-40B4-BE49-F238E27FC236}">
                <a16:creationId xmlns:a16="http://schemas.microsoft.com/office/drawing/2014/main" id="{216174AC-54FF-C24E-6A0D-E34DBD7011B6}"/>
              </a:ext>
            </a:extLst>
          </p:cNvPr>
          <p:cNvSpPr/>
          <p:nvPr userDrawn="1"/>
        </p:nvSpPr>
        <p:spPr>
          <a:xfrm>
            <a:off x="711679" y="1505541"/>
            <a:ext cx="5092556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1485991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Давайте знакомиться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Graphik LC Medium" panose="020B0503030202060203" pitchFamily="34" charset="0"/>
              <a:ea typeface="+mn-ea"/>
              <a:cs typeface="+mn-cs"/>
            </a:endParaRPr>
          </a:p>
        </p:txBody>
      </p:sp>
      <p:pic>
        <p:nvPicPr>
          <p:cNvPr id="13" name="Image 30" descr=" ">
            <a:extLst>
              <a:ext uri="{FF2B5EF4-FFF2-40B4-BE49-F238E27FC236}">
                <a16:creationId xmlns:a16="http://schemas.microsoft.com/office/drawing/2014/main" id="{2A79775E-75D8-84B5-4D64-6153360244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694311" y="1727200"/>
            <a:ext cx="965321" cy="635000"/>
          </a:xfrm>
          <a:prstGeom prst="rect">
            <a:avLst/>
          </a:prstGeom>
        </p:spPr>
      </p:pic>
      <p:pic>
        <p:nvPicPr>
          <p:cNvPr id="14" name="Image 31" descr=" ">
            <a:extLst>
              <a:ext uri="{FF2B5EF4-FFF2-40B4-BE49-F238E27FC236}">
                <a16:creationId xmlns:a16="http://schemas.microsoft.com/office/drawing/2014/main" id="{158574B4-3EFF-AB44-5457-9B9B4948D1A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694311" y="1727200"/>
            <a:ext cx="965321" cy="635000"/>
          </a:xfrm>
          <a:prstGeom prst="rect">
            <a:avLst/>
          </a:prstGeom>
        </p:spPr>
      </p:pic>
      <p:sp>
        <p:nvSpPr>
          <p:cNvPr id="27" name="Текст 55">
            <a:extLst>
              <a:ext uri="{FF2B5EF4-FFF2-40B4-BE49-F238E27FC236}">
                <a16:creationId xmlns:a16="http://schemas.microsoft.com/office/drawing/2014/main" id="{9046158D-55C9-92DB-7527-4F301EF8950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4873" y="5473700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1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E41674CC-A8CF-9B6C-A081-575023CFB2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84873" y="7150100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2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BF343F0D-0637-B341-F460-8AF4CBF0A4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84873" y="8826500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3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C3E61AD0-944D-646F-E711-9EDED63A904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84873" y="10502900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4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42" name="Текст 7">
            <a:extLst>
              <a:ext uri="{FF2B5EF4-FFF2-40B4-BE49-F238E27FC236}">
                <a16:creationId xmlns:a16="http://schemas.microsoft.com/office/drawing/2014/main" id="{F98A7FBC-C71C-6A82-6747-BC82B78F06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19352" y="3213100"/>
            <a:ext cx="90816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Имя Фамилия</a:t>
            </a:r>
          </a:p>
        </p:txBody>
      </p:sp>
    </p:spTree>
    <p:extLst>
      <p:ext uri="{BB962C8B-B14F-4D97-AF65-F5344CB8AC3E}">
        <p14:creationId xmlns:p14="http://schemas.microsoft.com/office/powerpoint/2010/main" val="26104752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 с левой плашкой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7" name="Текст 7">
            <a:extLst>
              <a:ext uri="{FF2B5EF4-FFF2-40B4-BE49-F238E27FC236}">
                <a16:creationId xmlns:a16="http://schemas.microsoft.com/office/drawing/2014/main" id="{9624E0A9-EE0E-C326-B628-B788D5B2E7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72474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8" name="Текст 14">
            <a:extLst>
              <a:ext uri="{FF2B5EF4-FFF2-40B4-BE49-F238E27FC236}">
                <a16:creationId xmlns:a16="http://schemas.microsoft.com/office/drawing/2014/main" id="{BE31EFCC-3230-0083-3352-41D812A2214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8724747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1161663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 с левой плашкой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tx1"/>
          </a:solidFill>
          <a:ln/>
        </p:spPr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" name="Текст 7">
            <a:extLst>
              <a:ext uri="{FF2B5EF4-FFF2-40B4-BE49-F238E27FC236}">
                <a16:creationId xmlns:a16="http://schemas.microsoft.com/office/drawing/2014/main" id="{B9F1B6F5-8F02-DB26-5E34-F18B6883F8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Текст 14">
            <a:extLst>
              <a:ext uri="{FF2B5EF4-FFF2-40B4-BE49-F238E27FC236}">
                <a16:creationId xmlns:a16="http://schemas.microsoft.com/office/drawing/2014/main" id="{96890124-1B1A-72A5-68E7-AB9BDF64B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2" y="3552658"/>
            <a:ext cx="6196714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слайда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4159327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овые блоки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673699BD-ABAA-D4B5-8CFC-A01AC4C0421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19352" y="4619626"/>
            <a:ext cx="9725739" cy="20076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 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BDD326F8-ED51-FC72-06D7-73E0F5B1B6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9351" y="8886826"/>
            <a:ext cx="10640139" cy="25205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Важно понимать, что бывает наоборот: имея расплывчатую задачу, нелокализованную проблему,  </a:t>
            </a:r>
            <a:br>
              <a:rPr lang="ru-RU" dirty="0"/>
            </a:br>
            <a:r>
              <a:rPr lang="ru-RU" dirty="0"/>
              <a:t>вы сначала построите модель текущего процесса, </a:t>
            </a:r>
            <a:br>
              <a:rPr lang="ru-RU" dirty="0"/>
            </a:br>
            <a:r>
              <a:rPr lang="ru-RU" dirty="0"/>
              <a:t>чтобы получить представление «изнутри», как улучшить процесс или где теория не соответствует практике</a:t>
            </a:r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D96454A6-596C-960E-EBA7-C8C45DC9E6EC}"/>
              </a:ext>
            </a:extLst>
          </p:cNvPr>
          <p:cNvGrpSpPr/>
          <p:nvPr userDrawn="1"/>
        </p:nvGrpSpPr>
        <p:grpSpPr>
          <a:xfrm>
            <a:off x="14614682" y="1219564"/>
            <a:ext cx="8546880" cy="11287770"/>
            <a:chOff x="14614682" y="1219564"/>
            <a:chExt cx="8546880" cy="11287770"/>
          </a:xfrm>
        </p:grpSpPr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B36A2C57-4D58-84D8-C1DE-7F66902D5077}"/>
                </a:ext>
              </a:extLst>
            </p:cNvPr>
            <p:cNvSpPr/>
            <p:nvPr/>
          </p:nvSpPr>
          <p:spPr>
            <a:xfrm>
              <a:off x="14614682" y="6869867"/>
              <a:ext cx="4687832" cy="4017412"/>
            </a:xfrm>
            <a:custGeom>
              <a:avLst/>
              <a:gdLst>
                <a:gd name="connsiteX0" fmla="*/ 4687832 w 4687832"/>
                <a:gd name="connsiteY0" fmla="*/ 0 h 4017412"/>
                <a:gd name="connsiteX1" fmla="*/ 2007215 w 4687832"/>
                <a:gd name="connsiteY1" fmla="*/ 0 h 4017412"/>
                <a:gd name="connsiteX2" fmla="*/ 0 w 4687832"/>
                <a:gd name="connsiteY2" fmla="*/ 2008706 h 4017412"/>
                <a:gd name="connsiteX3" fmla="*/ 0 w 4687832"/>
                <a:gd name="connsiteY3" fmla="*/ 2008706 h 4017412"/>
                <a:gd name="connsiteX4" fmla="*/ 2007215 w 4687832"/>
                <a:gd name="connsiteY4" fmla="*/ 4017413 h 4017412"/>
                <a:gd name="connsiteX5" fmla="*/ 4687832 w 4687832"/>
                <a:gd name="connsiteY5" fmla="*/ 4017413 h 4017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87832" h="4017412">
                  <a:moveTo>
                    <a:pt x="4687832" y="0"/>
                  </a:moveTo>
                  <a:lnTo>
                    <a:pt x="2007215" y="0"/>
                  </a:lnTo>
                  <a:cubicBezTo>
                    <a:pt x="898663" y="0"/>
                    <a:pt x="0" y="899329"/>
                    <a:pt x="0" y="2008706"/>
                  </a:cubicBezTo>
                  <a:lnTo>
                    <a:pt x="0" y="2008706"/>
                  </a:lnTo>
                  <a:cubicBezTo>
                    <a:pt x="0" y="3118083"/>
                    <a:pt x="898662" y="4017413"/>
                    <a:pt x="2007215" y="4017413"/>
                  </a:cubicBezTo>
                  <a:lnTo>
                    <a:pt x="4687832" y="4017413"/>
                  </a:lnTo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3BFEB4E6-373C-C713-9C2A-23CAC73CC9FC}"/>
                </a:ext>
              </a:extLst>
            </p:cNvPr>
            <p:cNvSpPr/>
            <p:nvPr/>
          </p:nvSpPr>
          <p:spPr>
            <a:xfrm>
              <a:off x="19198914" y="3474504"/>
              <a:ext cx="3962648" cy="2591875"/>
            </a:xfrm>
            <a:custGeom>
              <a:avLst/>
              <a:gdLst>
                <a:gd name="connsiteX0" fmla="*/ 0 w 3962648"/>
                <a:gd name="connsiteY0" fmla="*/ 0 h 2591875"/>
                <a:gd name="connsiteX1" fmla="*/ 2667662 w 3962648"/>
                <a:gd name="connsiteY1" fmla="*/ 0 h 2591875"/>
                <a:gd name="connsiteX2" fmla="*/ 3962648 w 3962648"/>
                <a:gd name="connsiteY2" fmla="*/ 1295931 h 2591875"/>
                <a:gd name="connsiteX3" fmla="*/ 3962648 w 3962648"/>
                <a:gd name="connsiteY3" fmla="*/ 1295931 h 2591875"/>
                <a:gd name="connsiteX4" fmla="*/ 2667662 w 3962648"/>
                <a:gd name="connsiteY4" fmla="*/ 2591876 h 2591875"/>
                <a:gd name="connsiteX5" fmla="*/ 0 w 3962648"/>
                <a:gd name="connsiteY5" fmla="*/ 2591876 h 259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62648" h="2591875">
                  <a:moveTo>
                    <a:pt x="0" y="0"/>
                  </a:moveTo>
                  <a:lnTo>
                    <a:pt x="2667662" y="0"/>
                  </a:lnTo>
                  <a:cubicBezTo>
                    <a:pt x="3382858" y="0"/>
                    <a:pt x="3962648" y="580207"/>
                    <a:pt x="3962648" y="1295931"/>
                  </a:cubicBezTo>
                  <a:lnTo>
                    <a:pt x="3962648" y="1295931"/>
                  </a:lnTo>
                  <a:cubicBezTo>
                    <a:pt x="3962648" y="2011669"/>
                    <a:pt x="3382858" y="2591876"/>
                    <a:pt x="2667662" y="2591876"/>
                  </a:cubicBezTo>
                  <a:lnTo>
                    <a:pt x="0" y="2591876"/>
                  </a:lnTo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20D42A7B-23E3-3A23-CA19-E3BB82201592}"/>
                </a:ext>
              </a:extLst>
            </p:cNvPr>
            <p:cNvSpPr/>
            <p:nvPr/>
          </p:nvSpPr>
          <p:spPr>
            <a:xfrm>
              <a:off x="16051986" y="9085786"/>
              <a:ext cx="5931273" cy="3421548"/>
            </a:xfrm>
            <a:custGeom>
              <a:avLst/>
              <a:gdLst>
                <a:gd name="connsiteX0" fmla="*/ 5931273 w 5931273"/>
                <a:gd name="connsiteY0" fmla="*/ 3421549 h 3421548"/>
                <a:gd name="connsiteX1" fmla="*/ 5931273 w 5931273"/>
                <a:gd name="connsiteY1" fmla="*/ 115410 h 3421548"/>
                <a:gd name="connsiteX2" fmla="*/ 5815948 w 5931273"/>
                <a:gd name="connsiteY2" fmla="*/ 0 h 3421548"/>
                <a:gd name="connsiteX3" fmla="*/ 0 w 5931273"/>
                <a:gd name="connsiteY3" fmla="*/ 0 h 3421548"/>
                <a:gd name="connsiteX4" fmla="*/ 0 w 5931273"/>
                <a:gd name="connsiteY4" fmla="*/ 3306138 h 3421548"/>
                <a:gd name="connsiteX5" fmla="*/ 115325 w 5931273"/>
                <a:gd name="connsiteY5" fmla="*/ 3421549 h 3421548"/>
                <a:gd name="connsiteX6" fmla="*/ 5931273 w 5931273"/>
                <a:gd name="connsiteY6" fmla="*/ 3421549 h 342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931273" h="3421548">
                  <a:moveTo>
                    <a:pt x="5931273" y="3421549"/>
                  </a:moveTo>
                  <a:lnTo>
                    <a:pt x="5931273" y="115410"/>
                  </a:lnTo>
                  <a:cubicBezTo>
                    <a:pt x="5931273" y="51665"/>
                    <a:pt x="5879646" y="0"/>
                    <a:pt x="5815948" y="0"/>
                  </a:cubicBezTo>
                  <a:lnTo>
                    <a:pt x="0" y="0"/>
                  </a:lnTo>
                  <a:lnTo>
                    <a:pt x="0" y="3306138"/>
                  </a:lnTo>
                  <a:cubicBezTo>
                    <a:pt x="0" y="3369883"/>
                    <a:pt x="51627" y="3421549"/>
                    <a:pt x="115325" y="3421549"/>
                  </a:cubicBezTo>
                  <a:lnTo>
                    <a:pt x="5931273" y="3421549"/>
                  </a:lnTo>
                  <a:close/>
                </a:path>
              </a:pathLst>
            </a:custGeom>
            <a:solidFill>
              <a:srgbClr val="FAFAFA"/>
            </a:solidFill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532AB26A-E64C-641E-9EEE-3D8184A2FD26}"/>
                </a:ext>
              </a:extLst>
            </p:cNvPr>
            <p:cNvSpPr/>
            <p:nvPr/>
          </p:nvSpPr>
          <p:spPr>
            <a:xfrm>
              <a:off x="16686659" y="9072950"/>
              <a:ext cx="828790" cy="1814316"/>
            </a:xfrm>
            <a:custGeom>
              <a:avLst/>
              <a:gdLst>
                <a:gd name="connsiteX0" fmla="*/ 828790 w 828790"/>
                <a:gd name="connsiteY0" fmla="*/ 0 h 1814316"/>
                <a:gd name="connsiteX1" fmla="*/ 0 w 828790"/>
                <a:gd name="connsiteY1" fmla="*/ 0 h 1814316"/>
                <a:gd name="connsiteX2" fmla="*/ 0 w 828790"/>
                <a:gd name="connsiteY2" fmla="*/ 1814316 h 1814316"/>
                <a:gd name="connsiteX3" fmla="*/ 414389 w 828790"/>
                <a:gd name="connsiteY3" fmla="*/ 1397146 h 1814316"/>
                <a:gd name="connsiteX4" fmla="*/ 828790 w 828790"/>
                <a:gd name="connsiteY4" fmla="*/ 1814316 h 1814316"/>
                <a:gd name="connsiteX5" fmla="*/ 828790 w 828790"/>
                <a:gd name="connsiteY5" fmla="*/ 0 h 1814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28790" h="1814316">
                  <a:moveTo>
                    <a:pt x="828790" y="0"/>
                  </a:moveTo>
                  <a:lnTo>
                    <a:pt x="0" y="0"/>
                  </a:lnTo>
                  <a:lnTo>
                    <a:pt x="0" y="1814316"/>
                  </a:lnTo>
                  <a:lnTo>
                    <a:pt x="414389" y="1397146"/>
                  </a:lnTo>
                  <a:lnTo>
                    <a:pt x="828790" y="1814316"/>
                  </a:lnTo>
                  <a:lnTo>
                    <a:pt x="828790" y="0"/>
                  </a:lnTo>
                  <a:close/>
                </a:path>
              </a:pathLst>
            </a:custGeom>
            <a:solidFill>
              <a:srgbClr val="00A651"/>
            </a:solidFill>
            <a:ln w="128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45437118-8354-B82C-CF16-764F09C7EDB3}"/>
                </a:ext>
              </a:extLst>
            </p:cNvPr>
            <p:cNvSpPr/>
            <p:nvPr/>
          </p:nvSpPr>
          <p:spPr>
            <a:xfrm>
              <a:off x="20887748" y="10965041"/>
              <a:ext cx="12813" cy="842355"/>
            </a:xfrm>
            <a:custGeom>
              <a:avLst/>
              <a:gdLst>
                <a:gd name="connsiteX0" fmla="*/ 0 w 12813"/>
                <a:gd name="connsiteY0" fmla="*/ 842356 h 842355"/>
                <a:gd name="connsiteX1" fmla="*/ 0 w 12813"/>
                <a:gd name="connsiteY1" fmla="*/ 0 h 842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813" h="842355">
                  <a:moveTo>
                    <a:pt x="0" y="842356"/>
                  </a:moveTo>
                  <a:lnTo>
                    <a:pt x="0" y="0"/>
                  </a:lnTo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338B4786-AF90-FC17-25B7-F281BCF75C36}"/>
                </a:ext>
              </a:extLst>
            </p:cNvPr>
            <p:cNvSpPr/>
            <p:nvPr/>
          </p:nvSpPr>
          <p:spPr>
            <a:xfrm>
              <a:off x="20564017" y="10952089"/>
              <a:ext cx="647486" cy="323982"/>
            </a:xfrm>
            <a:custGeom>
              <a:avLst/>
              <a:gdLst>
                <a:gd name="connsiteX0" fmla="*/ 647486 w 647486"/>
                <a:gd name="connsiteY0" fmla="*/ 323983 h 323982"/>
                <a:gd name="connsiteX1" fmla="*/ 323743 w 647486"/>
                <a:gd name="connsiteY1" fmla="*/ 0 h 323982"/>
                <a:gd name="connsiteX2" fmla="*/ 0 w 647486"/>
                <a:gd name="connsiteY2" fmla="*/ 323983 h 323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7486" h="323982">
                  <a:moveTo>
                    <a:pt x="647486" y="323983"/>
                  </a:moveTo>
                  <a:lnTo>
                    <a:pt x="323743" y="0"/>
                  </a:lnTo>
                  <a:lnTo>
                    <a:pt x="0" y="323983"/>
                  </a:lnTo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332EED4A-98C3-7924-C2C9-CDE7082CF379}"/>
                </a:ext>
              </a:extLst>
            </p:cNvPr>
            <p:cNvSpPr/>
            <p:nvPr/>
          </p:nvSpPr>
          <p:spPr>
            <a:xfrm>
              <a:off x="20118222" y="10614988"/>
              <a:ext cx="1528352" cy="1529470"/>
            </a:xfrm>
            <a:custGeom>
              <a:avLst/>
              <a:gdLst>
                <a:gd name="connsiteX0" fmla="*/ 1528352 w 1528352"/>
                <a:gd name="connsiteY0" fmla="*/ 764735 h 1529470"/>
                <a:gd name="connsiteX1" fmla="*/ 764170 w 1528352"/>
                <a:gd name="connsiteY1" fmla="*/ 1529470 h 1529470"/>
                <a:gd name="connsiteX2" fmla="*/ 0 w 1528352"/>
                <a:gd name="connsiteY2" fmla="*/ 764735 h 1529470"/>
                <a:gd name="connsiteX3" fmla="*/ 764170 w 1528352"/>
                <a:gd name="connsiteY3" fmla="*/ 0 h 1529470"/>
                <a:gd name="connsiteX4" fmla="*/ 1528352 w 1528352"/>
                <a:gd name="connsiteY4" fmla="*/ 764735 h 1529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8352" h="1529470">
                  <a:moveTo>
                    <a:pt x="1528352" y="764735"/>
                  </a:moveTo>
                  <a:cubicBezTo>
                    <a:pt x="1528352" y="1187112"/>
                    <a:pt x="1186247" y="1529470"/>
                    <a:pt x="764170" y="1529470"/>
                  </a:cubicBezTo>
                  <a:cubicBezTo>
                    <a:pt x="342106" y="1529470"/>
                    <a:pt x="0" y="1187112"/>
                    <a:pt x="0" y="764735"/>
                  </a:cubicBezTo>
                  <a:cubicBezTo>
                    <a:pt x="0" y="342359"/>
                    <a:pt x="342106" y="0"/>
                    <a:pt x="764170" y="0"/>
                  </a:cubicBezTo>
                  <a:cubicBezTo>
                    <a:pt x="1186247" y="0"/>
                    <a:pt x="1528352" y="342359"/>
                    <a:pt x="1528352" y="764735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3D729D89-13D9-E7C9-97F2-A0E5685093B8}"/>
                </a:ext>
              </a:extLst>
            </p:cNvPr>
            <p:cNvSpPr/>
            <p:nvPr/>
          </p:nvSpPr>
          <p:spPr>
            <a:xfrm>
              <a:off x="20027705" y="8813764"/>
              <a:ext cx="2227363" cy="1555129"/>
            </a:xfrm>
            <a:custGeom>
              <a:avLst/>
              <a:gdLst>
                <a:gd name="connsiteX0" fmla="*/ 0 w 2227363"/>
                <a:gd name="connsiteY0" fmla="*/ 0 h 1555129"/>
                <a:gd name="connsiteX1" fmla="*/ 2073597 w 2227363"/>
                <a:gd name="connsiteY1" fmla="*/ 0 h 1555129"/>
                <a:gd name="connsiteX2" fmla="*/ 2227363 w 2227363"/>
                <a:gd name="connsiteY2" fmla="*/ 153881 h 1555129"/>
                <a:gd name="connsiteX3" fmla="*/ 2227363 w 2227363"/>
                <a:gd name="connsiteY3" fmla="*/ 1555130 h 155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27363" h="1555129">
                  <a:moveTo>
                    <a:pt x="0" y="0"/>
                  </a:moveTo>
                  <a:lnTo>
                    <a:pt x="2073597" y="0"/>
                  </a:lnTo>
                  <a:cubicBezTo>
                    <a:pt x="2158527" y="0"/>
                    <a:pt x="2227363" y="68887"/>
                    <a:pt x="2227363" y="153881"/>
                  </a:cubicBezTo>
                  <a:lnTo>
                    <a:pt x="2227363" y="1555130"/>
                  </a:lnTo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0" name="Скругленный прямоугольник 19">
              <a:extLst>
                <a:ext uri="{FF2B5EF4-FFF2-40B4-BE49-F238E27FC236}">
                  <a16:creationId xmlns:a16="http://schemas.microsoft.com/office/drawing/2014/main" id="{D63CC58D-1AB9-0FCB-9963-77BA6719E11E}"/>
                </a:ext>
              </a:extLst>
            </p:cNvPr>
            <p:cNvSpPr/>
            <p:nvPr/>
          </p:nvSpPr>
          <p:spPr>
            <a:xfrm>
              <a:off x="19676129" y="1219564"/>
              <a:ext cx="2071969" cy="1036751"/>
            </a:xfrm>
            <a:prstGeom prst="roundRect">
              <a:avLst>
                <a:gd name="adj" fmla="val 50000"/>
              </a:avLst>
            </a:prstGeom>
            <a:solidFill>
              <a:srgbClr val="00A651"/>
            </a:solidFill>
            <a:ln w="128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B12F6AF2-E1C4-E116-9C32-E074F5F66D04}"/>
                </a:ext>
              </a:extLst>
            </p:cNvPr>
            <p:cNvSpPr/>
            <p:nvPr/>
          </p:nvSpPr>
          <p:spPr>
            <a:xfrm>
              <a:off x="20867502" y="1375084"/>
              <a:ext cx="725189" cy="725726"/>
            </a:xfrm>
            <a:custGeom>
              <a:avLst/>
              <a:gdLst>
                <a:gd name="connsiteX0" fmla="*/ 725190 w 725189"/>
                <a:gd name="connsiteY0" fmla="*/ 362863 h 725726"/>
                <a:gd name="connsiteX1" fmla="*/ 362595 w 725189"/>
                <a:gd name="connsiteY1" fmla="*/ 725727 h 725726"/>
                <a:gd name="connsiteX2" fmla="*/ 0 w 725189"/>
                <a:gd name="connsiteY2" fmla="*/ 362863 h 725726"/>
                <a:gd name="connsiteX3" fmla="*/ 362595 w 725189"/>
                <a:gd name="connsiteY3" fmla="*/ 0 h 725726"/>
                <a:gd name="connsiteX4" fmla="*/ 725190 w 725189"/>
                <a:gd name="connsiteY4" fmla="*/ 362863 h 725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5189" h="725726">
                  <a:moveTo>
                    <a:pt x="725190" y="362863"/>
                  </a:moveTo>
                  <a:cubicBezTo>
                    <a:pt x="725190" y="563267"/>
                    <a:pt x="562850" y="725727"/>
                    <a:pt x="362595" y="725727"/>
                  </a:cubicBezTo>
                  <a:cubicBezTo>
                    <a:pt x="162339" y="725727"/>
                    <a:pt x="0" y="563267"/>
                    <a:pt x="0" y="362863"/>
                  </a:cubicBezTo>
                  <a:cubicBezTo>
                    <a:pt x="0" y="162459"/>
                    <a:pt x="162339" y="0"/>
                    <a:pt x="362595" y="0"/>
                  </a:cubicBezTo>
                  <a:cubicBezTo>
                    <a:pt x="562850" y="0"/>
                    <a:pt x="725190" y="162459"/>
                    <a:pt x="725190" y="362863"/>
                  </a:cubicBezTo>
                  <a:close/>
                </a:path>
              </a:pathLst>
            </a:custGeom>
            <a:solidFill>
              <a:srgbClr val="FAFAFA"/>
            </a:solidFill>
            <a:ln w="128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99D07C81-1386-EC1F-29C7-ACC356518575}"/>
                </a:ext>
              </a:extLst>
            </p:cNvPr>
            <p:cNvSpPr/>
            <p:nvPr/>
          </p:nvSpPr>
          <p:spPr>
            <a:xfrm>
              <a:off x="14873681" y="1737935"/>
              <a:ext cx="3625952" cy="3628627"/>
            </a:xfrm>
            <a:custGeom>
              <a:avLst/>
              <a:gdLst>
                <a:gd name="connsiteX0" fmla="*/ 1812978 w 3625952"/>
                <a:gd name="connsiteY0" fmla="*/ 0 h 3628627"/>
                <a:gd name="connsiteX1" fmla="*/ 805740 w 3625952"/>
                <a:gd name="connsiteY1" fmla="*/ 305766 h 3628627"/>
                <a:gd name="connsiteX2" fmla="*/ 138005 w 3625952"/>
                <a:gd name="connsiteY2" fmla="*/ 1120009 h 3628627"/>
                <a:gd name="connsiteX3" fmla="*/ 34836 w 3625952"/>
                <a:gd name="connsiteY3" fmla="*/ 2168269 h 3628627"/>
                <a:gd name="connsiteX4" fmla="*/ 531009 w 3625952"/>
                <a:gd name="connsiteY4" fmla="*/ 3097234 h 3628627"/>
                <a:gd name="connsiteX5" fmla="*/ 1459276 w 3625952"/>
                <a:gd name="connsiteY5" fmla="*/ 3593768 h 3628627"/>
                <a:gd name="connsiteX6" fmla="*/ 2506774 w 3625952"/>
                <a:gd name="connsiteY6" fmla="*/ 3490527 h 3628627"/>
                <a:gd name="connsiteX7" fmla="*/ 3320405 w 3625952"/>
                <a:gd name="connsiteY7" fmla="*/ 2822287 h 3628627"/>
                <a:gd name="connsiteX8" fmla="*/ 3625953 w 3625952"/>
                <a:gd name="connsiteY8" fmla="*/ 1814318 h 3628627"/>
                <a:gd name="connsiteX9" fmla="*/ 1812978 w 3625952"/>
                <a:gd name="connsiteY9" fmla="*/ 1814318 h 3628627"/>
                <a:gd name="connsiteX10" fmla="*/ 1812978 w 3625952"/>
                <a:gd name="connsiteY10" fmla="*/ 0 h 3628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25952" h="3628627">
                  <a:moveTo>
                    <a:pt x="1812978" y="0"/>
                  </a:moveTo>
                  <a:cubicBezTo>
                    <a:pt x="1454407" y="0"/>
                    <a:pt x="1103882" y="106407"/>
                    <a:pt x="805740" y="305766"/>
                  </a:cubicBezTo>
                  <a:cubicBezTo>
                    <a:pt x="507598" y="505126"/>
                    <a:pt x="275225" y="788486"/>
                    <a:pt x="138005" y="1120009"/>
                  </a:cubicBezTo>
                  <a:cubicBezTo>
                    <a:pt x="786" y="1451531"/>
                    <a:pt x="-35117" y="1816331"/>
                    <a:pt x="34836" y="2168269"/>
                  </a:cubicBezTo>
                  <a:cubicBezTo>
                    <a:pt x="104790" y="2520207"/>
                    <a:pt x="277460" y="2843497"/>
                    <a:pt x="531009" y="3097234"/>
                  </a:cubicBezTo>
                  <a:cubicBezTo>
                    <a:pt x="784557" y="3350970"/>
                    <a:pt x="1107598" y="3523765"/>
                    <a:pt x="1459276" y="3593768"/>
                  </a:cubicBezTo>
                  <a:cubicBezTo>
                    <a:pt x="1810966" y="3663771"/>
                    <a:pt x="2175496" y="3627839"/>
                    <a:pt x="2506774" y="3490527"/>
                  </a:cubicBezTo>
                  <a:cubicBezTo>
                    <a:pt x="2838052" y="3353201"/>
                    <a:pt x="3121188" y="3120662"/>
                    <a:pt x="3320405" y="2822287"/>
                  </a:cubicBezTo>
                  <a:cubicBezTo>
                    <a:pt x="3519623" y="2523926"/>
                    <a:pt x="3625953" y="2173155"/>
                    <a:pt x="3625953" y="1814318"/>
                  </a:cubicBezTo>
                  <a:lnTo>
                    <a:pt x="1812978" y="1814318"/>
                  </a:lnTo>
                  <a:lnTo>
                    <a:pt x="1812978" y="0"/>
                  </a:lnTo>
                  <a:close/>
                </a:path>
              </a:pathLst>
            </a:custGeom>
            <a:solidFill>
              <a:srgbClr val="FAFAFA"/>
            </a:solidFill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0853DE64-2740-B71B-06FE-B392C8924A96}"/>
                </a:ext>
              </a:extLst>
            </p:cNvPr>
            <p:cNvSpPr/>
            <p:nvPr/>
          </p:nvSpPr>
          <p:spPr>
            <a:xfrm>
              <a:off x="16945654" y="1478748"/>
              <a:ext cx="1812975" cy="1814317"/>
            </a:xfrm>
            <a:custGeom>
              <a:avLst/>
              <a:gdLst>
                <a:gd name="connsiteX0" fmla="*/ 1812975 w 1812975"/>
                <a:gd name="connsiteY0" fmla="*/ 1814318 h 1814317"/>
                <a:gd name="connsiteX1" fmla="*/ 1674969 w 1812975"/>
                <a:gd name="connsiteY1" fmla="*/ 1120009 h 1814317"/>
                <a:gd name="connsiteX2" fmla="*/ 1281967 w 1812975"/>
                <a:gd name="connsiteY2" fmla="*/ 531401 h 1814317"/>
                <a:gd name="connsiteX3" fmla="*/ 693796 w 1812975"/>
                <a:gd name="connsiteY3" fmla="*/ 138107 h 1814317"/>
                <a:gd name="connsiteX4" fmla="*/ 0 w 1812975"/>
                <a:gd name="connsiteY4" fmla="*/ 0 h 1814317"/>
                <a:gd name="connsiteX5" fmla="*/ 0 w 1812975"/>
                <a:gd name="connsiteY5" fmla="*/ 1814318 h 1814317"/>
                <a:gd name="connsiteX6" fmla="*/ 1812975 w 1812975"/>
                <a:gd name="connsiteY6" fmla="*/ 1814318 h 1814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12975" h="1814317">
                  <a:moveTo>
                    <a:pt x="1812975" y="1814318"/>
                  </a:moveTo>
                  <a:cubicBezTo>
                    <a:pt x="1812975" y="1576059"/>
                    <a:pt x="1766076" y="1340135"/>
                    <a:pt x="1674969" y="1120009"/>
                  </a:cubicBezTo>
                  <a:cubicBezTo>
                    <a:pt x="1583850" y="899884"/>
                    <a:pt x="1450316" y="699875"/>
                    <a:pt x="1281967" y="531401"/>
                  </a:cubicBezTo>
                  <a:cubicBezTo>
                    <a:pt x="1113618" y="362926"/>
                    <a:pt x="913747" y="229285"/>
                    <a:pt x="693796" y="138107"/>
                  </a:cubicBezTo>
                  <a:cubicBezTo>
                    <a:pt x="473833" y="46928"/>
                    <a:pt x="238082" y="0"/>
                    <a:pt x="0" y="0"/>
                  </a:cubicBezTo>
                  <a:lnTo>
                    <a:pt x="0" y="1814318"/>
                  </a:lnTo>
                  <a:lnTo>
                    <a:pt x="1812975" y="1814318"/>
                  </a:lnTo>
                  <a:close/>
                </a:path>
              </a:pathLst>
            </a:custGeom>
            <a:solidFill>
              <a:schemeClr val="tx2"/>
            </a:solidFill>
            <a:ln w="128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4" name="Полилиния 23">
              <a:extLst>
                <a:ext uri="{FF2B5EF4-FFF2-40B4-BE49-F238E27FC236}">
                  <a16:creationId xmlns:a16="http://schemas.microsoft.com/office/drawing/2014/main" id="{4C8F8F44-8CA9-AF83-984C-6635EF6D1136}"/>
                </a:ext>
              </a:extLst>
            </p:cNvPr>
            <p:cNvSpPr/>
            <p:nvPr/>
          </p:nvSpPr>
          <p:spPr>
            <a:xfrm>
              <a:off x="18953541" y="3254865"/>
              <a:ext cx="438927" cy="439252"/>
            </a:xfrm>
            <a:custGeom>
              <a:avLst/>
              <a:gdLst>
                <a:gd name="connsiteX0" fmla="*/ 219463 w 438927"/>
                <a:gd name="connsiteY0" fmla="*/ 439252 h 439252"/>
                <a:gd name="connsiteX1" fmla="*/ 438927 w 438927"/>
                <a:gd name="connsiteY1" fmla="*/ 219626 h 439252"/>
                <a:gd name="connsiteX2" fmla="*/ 219463 w 438927"/>
                <a:gd name="connsiteY2" fmla="*/ 0 h 439252"/>
                <a:gd name="connsiteX3" fmla="*/ 0 w 438927"/>
                <a:gd name="connsiteY3" fmla="*/ 219626 h 439252"/>
                <a:gd name="connsiteX4" fmla="*/ 219463 w 438927"/>
                <a:gd name="connsiteY4" fmla="*/ 439252 h 439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8927" h="439252">
                  <a:moveTo>
                    <a:pt x="219463" y="439252"/>
                  </a:moveTo>
                  <a:cubicBezTo>
                    <a:pt x="340670" y="439252"/>
                    <a:pt x="438927" y="340922"/>
                    <a:pt x="438927" y="219626"/>
                  </a:cubicBezTo>
                  <a:cubicBezTo>
                    <a:pt x="438927" y="98330"/>
                    <a:pt x="340670" y="0"/>
                    <a:pt x="219463" y="0"/>
                  </a:cubicBezTo>
                  <a:cubicBezTo>
                    <a:pt x="98257" y="0"/>
                    <a:pt x="0" y="98330"/>
                    <a:pt x="0" y="219626"/>
                  </a:cubicBezTo>
                  <a:cubicBezTo>
                    <a:pt x="0" y="340922"/>
                    <a:pt x="98257" y="439252"/>
                    <a:pt x="219463" y="439252"/>
                  </a:cubicBezTo>
                  <a:close/>
                </a:path>
              </a:pathLst>
            </a:custGeom>
            <a:solidFill>
              <a:srgbClr val="141414"/>
            </a:solidFill>
            <a:ln w="128139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20D19C41-D5F8-9984-D62E-88A00806E15B}"/>
                </a:ext>
              </a:extLst>
            </p:cNvPr>
            <p:cNvSpPr/>
            <p:nvPr/>
          </p:nvSpPr>
          <p:spPr>
            <a:xfrm>
              <a:off x="17128303" y="5290154"/>
              <a:ext cx="4788708" cy="2329983"/>
            </a:xfrm>
            <a:custGeom>
              <a:avLst/>
              <a:gdLst>
                <a:gd name="connsiteX0" fmla="*/ 1436067 w 4788708"/>
                <a:gd name="connsiteY0" fmla="*/ 905805 h 2329983"/>
                <a:gd name="connsiteX1" fmla="*/ 1561643 w 4788708"/>
                <a:gd name="connsiteY1" fmla="*/ 880300 h 2329983"/>
                <a:gd name="connsiteX2" fmla="*/ 1592832 w 4788708"/>
                <a:gd name="connsiteY2" fmla="*/ 1034039 h 2329983"/>
                <a:gd name="connsiteX3" fmla="*/ 1436067 w 4788708"/>
                <a:gd name="connsiteY3" fmla="*/ 1034039 h 2329983"/>
                <a:gd name="connsiteX4" fmla="*/ 1436067 w 4788708"/>
                <a:gd name="connsiteY4" fmla="*/ 905805 h 2329983"/>
                <a:gd name="connsiteX5" fmla="*/ 2705143 w 4788708"/>
                <a:gd name="connsiteY5" fmla="*/ 1424178 h 2329983"/>
                <a:gd name="connsiteX6" fmla="*/ 2579566 w 4788708"/>
                <a:gd name="connsiteY6" fmla="*/ 1449684 h 2329983"/>
                <a:gd name="connsiteX7" fmla="*/ 2548377 w 4788708"/>
                <a:gd name="connsiteY7" fmla="*/ 1295944 h 2329983"/>
                <a:gd name="connsiteX8" fmla="*/ 2705143 w 4788708"/>
                <a:gd name="connsiteY8" fmla="*/ 1295944 h 2329983"/>
                <a:gd name="connsiteX9" fmla="*/ 2705143 w 4788708"/>
                <a:gd name="connsiteY9" fmla="*/ 1424178 h 2329983"/>
                <a:gd name="connsiteX10" fmla="*/ 256278 w 4788708"/>
                <a:gd name="connsiteY10" fmla="*/ 1553784 h 2329983"/>
                <a:gd name="connsiteX11" fmla="*/ 775625 w 4788708"/>
                <a:gd name="connsiteY11" fmla="*/ 2073516 h 2329983"/>
                <a:gd name="connsiteX12" fmla="*/ 775625 w 4788708"/>
                <a:gd name="connsiteY12" fmla="*/ 2329983 h 2329983"/>
                <a:gd name="connsiteX13" fmla="*/ 0 w 4788708"/>
                <a:gd name="connsiteY13" fmla="*/ 1553784 h 2329983"/>
                <a:gd name="connsiteX14" fmla="*/ 256278 w 4788708"/>
                <a:gd name="connsiteY14" fmla="*/ 1553784 h 2329983"/>
                <a:gd name="connsiteX15" fmla="*/ 775625 w 4788708"/>
                <a:gd name="connsiteY15" fmla="*/ 1034039 h 2329983"/>
                <a:gd name="connsiteX16" fmla="*/ 256278 w 4788708"/>
                <a:gd name="connsiteY16" fmla="*/ 1553784 h 2329983"/>
                <a:gd name="connsiteX17" fmla="*/ 0 w 4788708"/>
                <a:gd name="connsiteY17" fmla="*/ 1553784 h 2329983"/>
                <a:gd name="connsiteX18" fmla="*/ 775625 w 4788708"/>
                <a:gd name="connsiteY18" fmla="*/ 777572 h 2329983"/>
                <a:gd name="connsiteX19" fmla="*/ 775625 w 4788708"/>
                <a:gd name="connsiteY19" fmla="*/ 1034039 h 2329983"/>
                <a:gd name="connsiteX20" fmla="*/ 1436067 w 4788708"/>
                <a:gd name="connsiteY20" fmla="*/ 1034039 h 2329983"/>
                <a:gd name="connsiteX21" fmla="*/ 775625 w 4788708"/>
                <a:gd name="connsiteY21" fmla="*/ 1034039 h 2329983"/>
                <a:gd name="connsiteX22" fmla="*/ 775625 w 4788708"/>
                <a:gd name="connsiteY22" fmla="*/ 777572 h 2329983"/>
                <a:gd name="connsiteX23" fmla="*/ 1436067 w 4788708"/>
                <a:gd name="connsiteY23" fmla="*/ 777572 h 2329983"/>
                <a:gd name="connsiteX24" fmla="*/ 1436067 w 4788708"/>
                <a:gd name="connsiteY24" fmla="*/ 1034039 h 2329983"/>
                <a:gd name="connsiteX25" fmla="*/ 1551251 w 4788708"/>
                <a:gd name="connsiteY25" fmla="*/ 776212 h 2329983"/>
                <a:gd name="connsiteX26" fmla="*/ 1561643 w 4788708"/>
                <a:gd name="connsiteY26" fmla="*/ 880300 h 2329983"/>
                <a:gd name="connsiteX27" fmla="*/ 1310490 w 4788708"/>
                <a:gd name="connsiteY27" fmla="*/ 931324 h 2329983"/>
                <a:gd name="connsiteX28" fmla="*/ 1294973 w 4788708"/>
                <a:gd name="connsiteY28" fmla="*/ 776212 h 2329983"/>
                <a:gd name="connsiteX29" fmla="*/ 1551251 w 4788708"/>
                <a:gd name="connsiteY29" fmla="*/ 776212 h 2329983"/>
                <a:gd name="connsiteX30" fmla="*/ 2070598 w 4788708"/>
                <a:gd name="connsiteY30" fmla="*/ 256468 h 2329983"/>
                <a:gd name="connsiteX31" fmla="*/ 1551251 w 4788708"/>
                <a:gd name="connsiteY31" fmla="*/ 776212 h 2329983"/>
                <a:gd name="connsiteX32" fmla="*/ 1294973 w 4788708"/>
                <a:gd name="connsiteY32" fmla="*/ 776212 h 2329983"/>
                <a:gd name="connsiteX33" fmla="*/ 2070598 w 4788708"/>
                <a:gd name="connsiteY33" fmla="*/ 0 h 2329983"/>
                <a:gd name="connsiteX34" fmla="*/ 2070598 w 4788708"/>
                <a:gd name="connsiteY34" fmla="*/ 256468 h 2329983"/>
                <a:gd name="connsiteX35" fmla="*/ 4013070 w 4788708"/>
                <a:gd name="connsiteY35" fmla="*/ 256468 h 2329983"/>
                <a:gd name="connsiteX36" fmla="*/ 2070598 w 4788708"/>
                <a:gd name="connsiteY36" fmla="*/ 256468 h 2329983"/>
                <a:gd name="connsiteX37" fmla="*/ 2070598 w 4788708"/>
                <a:gd name="connsiteY37" fmla="*/ 0 h 2329983"/>
                <a:gd name="connsiteX38" fmla="*/ 4013070 w 4788708"/>
                <a:gd name="connsiteY38" fmla="*/ 0 h 2329983"/>
                <a:gd name="connsiteX39" fmla="*/ 4013070 w 4788708"/>
                <a:gd name="connsiteY39" fmla="*/ 256468 h 2329983"/>
                <a:gd name="connsiteX40" fmla="*/ 4532431 w 4788708"/>
                <a:gd name="connsiteY40" fmla="*/ 776212 h 2329983"/>
                <a:gd name="connsiteX41" fmla="*/ 4013070 w 4788708"/>
                <a:gd name="connsiteY41" fmla="*/ 256468 h 2329983"/>
                <a:gd name="connsiteX42" fmla="*/ 4013070 w 4788708"/>
                <a:gd name="connsiteY42" fmla="*/ 0 h 2329983"/>
                <a:gd name="connsiteX43" fmla="*/ 4788709 w 4788708"/>
                <a:gd name="connsiteY43" fmla="*/ 776212 h 2329983"/>
                <a:gd name="connsiteX44" fmla="*/ 4532431 w 4788708"/>
                <a:gd name="connsiteY44" fmla="*/ 776212 h 2329983"/>
                <a:gd name="connsiteX45" fmla="*/ 4013070 w 4788708"/>
                <a:gd name="connsiteY45" fmla="*/ 1295944 h 2329983"/>
                <a:gd name="connsiteX46" fmla="*/ 4532431 w 4788708"/>
                <a:gd name="connsiteY46" fmla="*/ 776212 h 2329983"/>
                <a:gd name="connsiteX47" fmla="*/ 4788709 w 4788708"/>
                <a:gd name="connsiteY47" fmla="*/ 776212 h 2329983"/>
                <a:gd name="connsiteX48" fmla="*/ 4013070 w 4788708"/>
                <a:gd name="connsiteY48" fmla="*/ 1552412 h 2329983"/>
                <a:gd name="connsiteX49" fmla="*/ 4013070 w 4788708"/>
                <a:gd name="connsiteY49" fmla="*/ 1295944 h 2329983"/>
                <a:gd name="connsiteX50" fmla="*/ 2705143 w 4788708"/>
                <a:gd name="connsiteY50" fmla="*/ 1295944 h 2329983"/>
                <a:gd name="connsiteX51" fmla="*/ 4013070 w 4788708"/>
                <a:gd name="connsiteY51" fmla="*/ 1295944 h 2329983"/>
                <a:gd name="connsiteX52" fmla="*/ 4013070 w 4788708"/>
                <a:gd name="connsiteY52" fmla="*/ 1552412 h 2329983"/>
                <a:gd name="connsiteX53" fmla="*/ 2705143 w 4788708"/>
                <a:gd name="connsiteY53" fmla="*/ 1552412 h 2329983"/>
                <a:gd name="connsiteX54" fmla="*/ 2705143 w 4788708"/>
                <a:gd name="connsiteY54" fmla="*/ 1295944 h 2329983"/>
                <a:gd name="connsiteX55" fmla="*/ 2589959 w 4788708"/>
                <a:gd name="connsiteY55" fmla="*/ 1553784 h 2329983"/>
                <a:gd name="connsiteX56" fmla="*/ 2579566 w 4788708"/>
                <a:gd name="connsiteY56" fmla="*/ 1449684 h 2329983"/>
                <a:gd name="connsiteX57" fmla="*/ 2830719 w 4788708"/>
                <a:gd name="connsiteY57" fmla="*/ 1398672 h 2329983"/>
                <a:gd name="connsiteX58" fmla="*/ 2846237 w 4788708"/>
                <a:gd name="connsiteY58" fmla="*/ 1553784 h 2329983"/>
                <a:gd name="connsiteX59" fmla="*/ 2589959 w 4788708"/>
                <a:gd name="connsiteY59" fmla="*/ 1553784 h 2329983"/>
                <a:gd name="connsiteX60" fmla="*/ 2070611 w 4788708"/>
                <a:gd name="connsiteY60" fmla="*/ 2073516 h 2329983"/>
                <a:gd name="connsiteX61" fmla="*/ 2589959 w 4788708"/>
                <a:gd name="connsiteY61" fmla="*/ 1553784 h 2329983"/>
                <a:gd name="connsiteX62" fmla="*/ 2846237 w 4788708"/>
                <a:gd name="connsiteY62" fmla="*/ 1553784 h 2329983"/>
                <a:gd name="connsiteX63" fmla="*/ 2070611 w 4788708"/>
                <a:gd name="connsiteY63" fmla="*/ 2329983 h 2329983"/>
                <a:gd name="connsiteX64" fmla="*/ 2070611 w 4788708"/>
                <a:gd name="connsiteY64" fmla="*/ 2073516 h 2329983"/>
                <a:gd name="connsiteX65" fmla="*/ 775625 w 4788708"/>
                <a:gd name="connsiteY65" fmla="*/ 2073516 h 2329983"/>
                <a:gd name="connsiteX66" fmla="*/ 2070611 w 4788708"/>
                <a:gd name="connsiteY66" fmla="*/ 2073516 h 2329983"/>
                <a:gd name="connsiteX67" fmla="*/ 2070611 w 4788708"/>
                <a:gd name="connsiteY67" fmla="*/ 2329983 h 2329983"/>
                <a:gd name="connsiteX68" fmla="*/ 775625 w 4788708"/>
                <a:gd name="connsiteY68" fmla="*/ 2329983 h 2329983"/>
                <a:gd name="connsiteX69" fmla="*/ 775625 w 4788708"/>
                <a:gd name="connsiteY69" fmla="*/ 2073516 h 2329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788708" h="2329983">
                  <a:moveTo>
                    <a:pt x="1436067" y="905805"/>
                  </a:moveTo>
                  <a:lnTo>
                    <a:pt x="1561643" y="880300"/>
                  </a:lnTo>
                  <a:lnTo>
                    <a:pt x="1592832" y="1034039"/>
                  </a:lnTo>
                  <a:lnTo>
                    <a:pt x="1436067" y="1034039"/>
                  </a:lnTo>
                  <a:lnTo>
                    <a:pt x="1436067" y="905805"/>
                  </a:lnTo>
                  <a:close/>
                  <a:moveTo>
                    <a:pt x="2705143" y="1424178"/>
                  </a:moveTo>
                  <a:lnTo>
                    <a:pt x="2579566" y="1449684"/>
                  </a:lnTo>
                  <a:lnTo>
                    <a:pt x="2548377" y="1295944"/>
                  </a:lnTo>
                  <a:lnTo>
                    <a:pt x="2705143" y="1295944"/>
                  </a:lnTo>
                  <a:lnTo>
                    <a:pt x="2705143" y="1424178"/>
                  </a:lnTo>
                  <a:close/>
                  <a:moveTo>
                    <a:pt x="256278" y="1553784"/>
                  </a:moveTo>
                  <a:cubicBezTo>
                    <a:pt x="256278" y="1840823"/>
                    <a:pt x="488799" y="2073516"/>
                    <a:pt x="775625" y="2073516"/>
                  </a:cubicBezTo>
                  <a:lnTo>
                    <a:pt x="775625" y="2329983"/>
                  </a:lnTo>
                  <a:cubicBezTo>
                    <a:pt x="347257" y="2329983"/>
                    <a:pt x="0" y="1982457"/>
                    <a:pt x="0" y="1553784"/>
                  </a:cubicBezTo>
                  <a:lnTo>
                    <a:pt x="256278" y="1553784"/>
                  </a:lnTo>
                  <a:close/>
                  <a:moveTo>
                    <a:pt x="775625" y="1034039"/>
                  </a:moveTo>
                  <a:cubicBezTo>
                    <a:pt x="488799" y="1034039"/>
                    <a:pt x="256278" y="1266732"/>
                    <a:pt x="256278" y="1553784"/>
                  </a:cubicBezTo>
                  <a:lnTo>
                    <a:pt x="0" y="1553784"/>
                  </a:lnTo>
                  <a:cubicBezTo>
                    <a:pt x="0" y="1125098"/>
                    <a:pt x="347257" y="777572"/>
                    <a:pt x="775625" y="777572"/>
                  </a:cubicBezTo>
                  <a:lnTo>
                    <a:pt x="775625" y="1034039"/>
                  </a:lnTo>
                  <a:close/>
                  <a:moveTo>
                    <a:pt x="1436067" y="1034039"/>
                  </a:moveTo>
                  <a:lnTo>
                    <a:pt x="775625" y="1034039"/>
                  </a:lnTo>
                  <a:lnTo>
                    <a:pt x="775625" y="777572"/>
                  </a:lnTo>
                  <a:lnTo>
                    <a:pt x="1436067" y="777572"/>
                  </a:lnTo>
                  <a:lnTo>
                    <a:pt x="1436067" y="1034039"/>
                  </a:lnTo>
                  <a:close/>
                  <a:moveTo>
                    <a:pt x="1551251" y="776212"/>
                  </a:moveTo>
                  <a:cubicBezTo>
                    <a:pt x="1551251" y="811977"/>
                    <a:pt x="1554839" y="846766"/>
                    <a:pt x="1561643" y="880300"/>
                  </a:cubicBezTo>
                  <a:lnTo>
                    <a:pt x="1310490" y="931324"/>
                  </a:lnTo>
                  <a:cubicBezTo>
                    <a:pt x="1300303" y="881095"/>
                    <a:pt x="1294973" y="829211"/>
                    <a:pt x="1294973" y="776212"/>
                  </a:cubicBezTo>
                  <a:lnTo>
                    <a:pt x="1551251" y="776212"/>
                  </a:lnTo>
                  <a:close/>
                  <a:moveTo>
                    <a:pt x="2070598" y="256468"/>
                  </a:moveTo>
                  <a:cubicBezTo>
                    <a:pt x="1783772" y="256468"/>
                    <a:pt x="1551251" y="489161"/>
                    <a:pt x="1551251" y="776212"/>
                  </a:cubicBezTo>
                  <a:lnTo>
                    <a:pt x="1294973" y="776212"/>
                  </a:lnTo>
                  <a:cubicBezTo>
                    <a:pt x="1294973" y="347527"/>
                    <a:pt x="1642230" y="0"/>
                    <a:pt x="2070598" y="0"/>
                  </a:cubicBezTo>
                  <a:lnTo>
                    <a:pt x="2070598" y="256468"/>
                  </a:lnTo>
                  <a:close/>
                  <a:moveTo>
                    <a:pt x="4013070" y="256468"/>
                  </a:moveTo>
                  <a:lnTo>
                    <a:pt x="2070598" y="256468"/>
                  </a:lnTo>
                  <a:lnTo>
                    <a:pt x="2070598" y="0"/>
                  </a:lnTo>
                  <a:lnTo>
                    <a:pt x="4013070" y="0"/>
                  </a:lnTo>
                  <a:lnTo>
                    <a:pt x="4013070" y="256468"/>
                  </a:lnTo>
                  <a:close/>
                  <a:moveTo>
                    <a:pt x="4532431" y="776212"/>
                  </a:moveTo>
                  <a:cubicBezTo>
                    <a:pt x="4532431" y="489161"/>
                    <a:pt x="4299909" y="256468"/>
                    <a:pt x="4013070" y="256468"/>
                  </a:cubicBezTo>
                  <a:lnTo>
                    <a:pt x="4013070" y="0"/>
                  </a:lnTo>
                  <a:cubicBezTo>
                    <a:pt x="4441440" y="0"/>
                    <a:pt x="4788709" y="347527"/>
                    <a:pt x="4788709" y="776212"/>
                  </a:cubicBezTo>
                  <a:lnTo>
                    <a:pt x="4532431" y="776212"/>
                  </a:lnTo>
                  <a:close/>
                  <a:moveTo>
                    <a:pt x="4013070" y="1295944"/>
                  </a:moveTo>
                  <a:cubicBezTo>
                    <a:pt x="4299897" y="1295944"/>
                    <a:pt x="4532431" y="1063251"/>
                    <a:pt x="4532431" y="776212"/>
                  </a:cubicBezTo>
                  <a:lnTo>
                    <a:pt x="4788709" y="776212"/>
                  </a:lnTo>
                  <a:cubicBezTo>
                    <a:pt x="4788709" y="1204898"/>
                    <a:pt x="4441440" y="1552412"/>
                    <a:pt x="4013070" y="1552412"/>
                  </a:cubicBezTo>
                  <a:lnTo>
                    <a:pt x="4013070" y="1295944"/>
                  </a:lnTo>
                  <a:close/>
                  <a:moveTo>
                    <a:pt x="2705143" y="1295944"/>
                  </a:moveTo>
                  <a:lnTo>
                    <a:pt x="4013070" y="1295944"/>
                  </a:lnTo>
                  <a:lnTo>
                    <a:pt x="4013070" y="1552412"/>
                  </a:lnTo>
                  <a:lnTo>
                    <a:pt x="2705143" y="1552412"/>
                  </a:lnTo>
                  <a:lnTo>
                    <a:pt x="2705143" y="1295944"/>
                  </a:lnTo>
                  <a:close/>
                  <a:moveTo>
                    <a:pt x="2589959" y="1553784"/>
                  </a:moveTo>
                  <a:cubicBezTo>
                    <a:pt x="2589959" y="1518007"/>
                    <a:pt x="2586371" y="1483217"/>
                    <a:pt x="2579566" y="1449684"/>
                  </a:cubicBezTo>
                  <a:lnTo>
                    <a:pt x="2830719" y="1398672"/>
                  </a:lnTo>
                  <a:cubicBezTo>
                    <a:pt x="2840906" y="1448889"/>
                    <a:pt x="2846237" y="1500772"/>
                    <a:pt x="2846237" y="1553784"/>
                  </a:cubicBezTo>
                  <a:lnTo>
                    <a:pt x="2589959" y="1553784"/>
                  </a:lnTo>
                  <a:close/>
                  <a:moveTo>
                    <a:pt x="2070611" y="2073516"/>
                  </a:moveTo>
                  <a:cubicBezTo>
                    <a:pt x="2357438" y="2073516"/>
                    <a:pt x="2589959" y="1840823"/>
                    <a:pt x="2589959" y="1553784"/>
                  </a:cubicBezTo>
                  <a:lnTo>
                    <a:pt x="2846237" y="1553784"/>
                  </a:lnTo>
                  <a:cubicBezTo>
                    <a:pt x="2846237" y="1982457"/>
                    <a:pt x="2498980" y="2329983"/>
                    <a:pt x="2070611" y="2329983"/>
                  </a:cubicBezTo>
                  <a:lnTo>
                    <a:pt x="2070611" y="2073516"/>
                  </a:lnTo>
                  <a:close/>
                  <a:moveTo>
                    <a:pt x="775625" y="2073516"/>
                  </a:moveTo>
                  <a:lnTo>
                    <a:pt x="2070611" y="2073516"/>
                  </a:lnTo>
                  <a:lnTo>
                    <a:pt x="2070611" y="2329983"/>
                  </a:lnTo>
                  <a:lnTo>
                    <a:pt x="775625" y="2329983"/>
                  </a:lnTo>
                  <a:lnTo>
                    <a:pt x="775625" y="2073516"/>
                  </a:lnTo>
                  <a:close/>
                </a:path>
              </a:pathLst>
            </a:custGeom>
            <a:solidFill>
              <a:srgbClr val="FAFAFA"/>
            </a:solidFill>
            <a:ln w="128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6" name="Скругленный прямоугольник 25">
              <a:extLst>
                <a:ext uri="{FF2B5EF4-FFF2-40B4-BE49-F238E27FC236}">
                  <a16:creationId xmlns:a16="http://schemas.microsoft.com/office/drawing/2014/main" id="{3315F771-314E-5EF8-08E3-7BD0BCDFE831}"/>
                </a:ext>
              </a:extLst>
            </p:cNvPr>
            <p:cNvSpPr/>
            <p:nvPr/>
          </p:nvSpPr>
          <p:spPr>
            <a:xfrm flipV="1">
              <a:off x="18551415" y="5418388"/>
              <a:ext cx="3237457" cy="1295944"/>
            </a:xfrm>
            <a:prstGeom prst="roundRect">
              <a:avLst>
                <a:gd name="adj" fmla="val 50000"/>
              </a:avLst>
            </a:prstGeom>
            <a:solidFill>
              <a:srgbClr val="B8E5FF"/>
            </a:solidFill>
            <a:ln w="128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7" name="Скругленный прямоугольник 26">
              <a:extLst>
                <a:ext uri="{FF2B5EF4-FFF2-40B4-BE49-F238E27FC236}">
                  <a16:creationId xmlns:a16="http://schemas.microsoft.com/office/drawing/2014/main" id="{94B797FA-93CC-847E-39DB-9F7B68A92B8B}"/>
                </a:ext>
              </a:extLst>
            </p:cNvPr>
            <p:cNvSpPr/>
            <p:nvPr/>
          </p:nvSpPr>
          <p:spPr>
            <a:xfrm flipV="1">
              <a:off x="17269256" y="6208788"/>
              <a:ext cx="2564330" cy="1270292"/>
            </a:xfrm>
            <a:prstGeom prst="roundRect">
              <a:avLst>
                <a:gd name="adj" fmla="val 50000"/>
              </a:avLst>
            </a:prstGeom>
            <a:solidFill>
              <a:srgbClr val="FAFAFA"/>
            </a:solidFill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57303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овые блоки_2 (плашка + текст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rgbClr val="3044FF">
              <a:alpha val="100000"/>
            </a:srgbClr>
          </a:solidFill>
          <a:ln/>
        </p:spPr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5126757"/>
            <a:ext cx="8534248" cy="346248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Большой заголовок </a:t>
            </a:r>
            <a:br>
              <a:rPr lang="ru-RU" dirty="0"/>
            </a:br>
            <a:r>
              <a:rPr lang="ru-RU" dirty="0"/>
              <a:t>на три строки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673699BD-ABAA-D4B5-8CFC-A01AC4C0421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003003" y="3451664"/>
            <a:ext cx="9725739" cy="20076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 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BDD326F8-ED51-FC72-06D7-73E0F5B1B6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003003" y="7718864"/>
            <a:ext cx="10640139" cy="25205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Важно понимать, что бывает наоборот: имея расплывчатую задачу, нелокализованную проблему,  </a:t>
            </a:r>
            <a:br>
              <a:rPr lang="ru-RU" dirty="0"/>
            </a:br>
            <a:r>
              <a:rPr lang="ru-RU" dirty="0"/>
              <a:t>вы сначала построите модель текущего процесса, </a:t>
            </a:r>
            <a:br>
              <a:rPr lang="ru-RU" dirty="0"/>
            </a:br>
            <a:r>
              <a:rPr lang="ru-RU" dirty="0"/>
              <a:t>чтобы получить представление «изнутри», как улучшить процесс или где теория не соответствует практике</a:t>
            </a:r>
          </a:p>
        </p:txBody>
      </p:sp>
    </p:spTree>
    <p:extLst>
      <p:ext uri="{BB962C8B-B14F-4D97-AF65-F5344CB8AC3E}">
        <p14:creationId xmlns:p14="http://schemas.microsoft.com/office/powerpoint/2010/main" val="22875970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</p15:sldGuideLst>
    </p:ext>
  </p:extLs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овые блоки_3 (плашка + пункты с иконкам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tx1"/>
          </a:solidFill>
          <a:ln/>
        </p:spPr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5703838"/>
            <a:ext cx="853424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7DBADDCE-24C0-F0C1-D7DF-9C997EA04C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768521" y="1881478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D4D05D2D-F07B-E4A0-3B24-9226CDFD687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768521" y="2491078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41699F41-3EF8-B76A-E754-8501FCFEE15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768521" y="4576039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5FE5DF5D-9726-9ABB-62C0-4C6676321B4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768521" y="5185639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5" name="Текст 55">
            <a:extLst>
              <a:ext uri="{FF2B5EF4-FFF2-40B4-BE49-F238E27FC236}">
                <a16:creationId xmlns:a16="http://schemas.microsoft.com/office/drawing/2014/main" id="{6F03D2F8-D3A7-48AE-979F-2CE3AFEB538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768521" y="7266988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6B9C99E4-BBC5-24A3-E31B-606E8F4AE9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768521" y="7876588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7" name="Текст 55">
            <a:extLst>
              <a:ext uri="{FF2B5EF4-FFF2-40B4-BE49-F238E27FC236}">
                <a16:creationId xmlns:a16="http://schemas.microsoft.com/office/drawing/2014/main" id="{6F9DABB3-78DE-4DCE-F5F5-8C5DB72685D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768521" y="9955578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8" name="Текст 55">
            <a:extLst>
              <a:ext uri="{FF2B5EF4-FFF2-40B4-BE49-F238E27FC236}">
                <a16:creationId xmlns:a16="http://schemas.microsoft.com/office/drawing/2014/main" id="{77E5759B-15E4-B690-9B66-1910E98B897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768521" y="10565178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</p:spTree>
    <p:extLst>
      <p:ext uri="{BB962C8B-B14F-4D97-AF65-F5344CB8AC3E}">
        <p14:creationId xmlns:p14="http://schemas.microsoft.com/office/powerpoint/2010/main" val="3032734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овые блоки_4 (плашка + краткие пункты с иконкам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Текст 55">
            <a:extLst>
              <a:ext uri="{FF2B5EF4-FFF2-40B4-BE49-F238E27FC236}">
                <a16:creationId xmlns:a16="http://schemas.microsoft.com/office/drawing/2014/main" id="{D0AACE7B-E6E9-9903-F979-8375DEF69A3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768521" y="1690900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76F7C4CC-564A-FF63-369B-81DD182820D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768521" y="3578668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A46EBADC-FEA0-91B1-9C82-162F6065CB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768521" y="5466436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27B64067-93E3-861D-3805-0DF43F9C712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768521" y="7354204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885F0385-174E-44EC-AD15-6A14B23415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768521" y="9241972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F5E339AD-BA37-F40E-B265-C578EC514C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768521" y="11129740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pic>
        <p:nvPicPr>
          <p:cNvPr id="3" name="Image 1" descr=" ">
            <a:extLst>
              <a:ext uri="{FF2B5EF4-FFF2-40B4-BE49-F238E27FC236}">
                <a16:creationId xmlns:a16="http://schemas.microsoft.com/office/drawing/2014/main" id="{B48CBA4E-00FD-553C-CA49-6EEACD6DAD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0605826" cy="13716000"/>
          </a:xfrm>
          <a:prstGeom prst="rect">
            <a:avLst/>
          </a:prstGeom>
        </p:spPr>
      </p:pic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5703838"/>
            <a:ext cx="853424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97515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овые блоки_5 (2 столбца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" name="Shape 1">
            <a:extLst>
              <a:ext uri="{FF2B5EF4-FFF2-40B4-BE49-F238E27FC236}">
                <a16:creationId xmlns:a16="http://schemas.microsoft.com/office/drawing/2014/main" id="{204E2ECF-A2B7-BD1E-72EF-7982044BAA99}"/>
              </a:ext>
            </a:extLst>
          </p:cNvPr>
          <p:cNvSpPr/>
          <p:nvPr userDrawn="1"/>
        </p:nvSpPr>
        <p:spPr>
          <a:xfrm>
            <a:off x="1219352" y="3759200"/>
            <a:ext cx="10783648" cy="8737600"/>
          </a:xfrm>
          <a:prstGeom prst="round2SameRect">
            <a:avLst>
              <a:gd name="adj1" fmla="val 6202"/>
              <a:gd name="adj2" fmla="val 0"/>
            </a:avLst>
          </a:prstGeom>
          <a:noFill/>
          <a:ln w="25400">
            <a:solidFill>
              <a:srgbClr val="FBCA60"/>
            </a:solidFill>
            <a:prstDash val="solid"/>
          </a:ln>
        </p:spPr>
      </p:sp>
      <p:pic>
        <p:nvPicPr>
          <p:cNvPr id="3" name="Image 0" descr=" ">
            <a:extLst>
              <a:ext uri="{FF2B5EF4-FFF2-40B4-BE49-F238E27FC236}">
                <a16:creationId xmlns:a16="http://schemas.microsoft.com/office/drawing/2014/main" id="{758DAD45-76DB-F79C-CD96-5BAA601B07D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9352" y="3759200"/>
            <a:ext cx="10783648" cy="1879600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71784376-6B78-370E-C3DB-421F9653EA32}"/>
              </a:ext>
            </a:extLst>
          </p:cNvPr>
          <p:cNvSpPr/>
          <p:nvPr userDrawn="1"/>
        </p:nvSpPr>
        <p:spPr>
          <a:xfrm>
            <a:off x="12384048" y="3759200"/>
            <a:ext cx="10783648" cy="8737600"/>
          </a:xfrm>
          <a:prstGeom prst="round2SameRect">
            <a:avLst>
              <a:gd name="adj1" fmla="val 5859"/>
              <a:gd name="adj2" fmla="val 0"/>
            </a:avLst>
          </a:prstGeom>
          <a:noFill/>
          <a:ln w="25400">
            <a:solidFill>
              <a:srgbClr val="009B40"/>
            </a:solidFill>
            <a:prstDash val="solid"/>
          </a:ln>
        </p:spPr>
      </p:sp>
      <p:pic>
        <p:nvPicPr>
          <p:cNvPr id="7" name="Image 1" descr=" ">
            <a:extLst>
              <a:ext uri="{FF2B5EF4-FFF2-40B4-BE49-F238E27FC236}">
                <a16:creationId xmlns:a16="http://schemas.microsoft.com/office/drawing/2014/main" id="{3C8B92D3-2E3B-4C56-92B0-72910594572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384048" y="3759200"/>
            <a:ext cx="10783648" cy="1879600"/>
          </a:xfrm>
          <a:prstGeom prst="rect">
            <a:avLst/>
          </a:prstGeom>
        </p:spPr>
      </p:pic>
      <p:sp>
        <p:nvSpPr>
          <p:cNvPr id="8" name="Текст 55">
            <a:extLst>
              <a:ext uri="{FF2B5EF4-FFF2-40B4-BE49-F238E27FC236}">
                <a16:creationId xmlns:a16="http://schemas.microsoft.com/office/drawing/2014/main" id="{ABA6485D-43CF-3921-D214-A8F02605B95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59670" y="4427387"/>
            <a:ext cx="7430844" cy="5507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1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0F2B5BBD-1FF4-8082-44B4-A465A9C6F14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013276" y="4419084"/>
            <a:ext cx="7430844" cy="5507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2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1D42419D-6346-2CBC-7013-87A46531DF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48581" y="641696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1876AC76-7C21-9BD6-3BF0-E4DE1F9BA17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48581" y="76500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D1412ACB-20F0-78A1-BEBD-60DDDFD1D9C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48581" y="88692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27F7CAA0-F820-F296-E998-82AAA74D334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48581" y="100884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81CB03D6-F9DE-D13B-1B62-98CA4DF2BDE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48581" y="113076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5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008CAB53-9321-E6EF-B36D-D4552CA68FF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4313275" y="641696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AF353F19-37D8-8C6F-E06B-6E3B51739ED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4313275" y="76500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FFBC3E66-90C4-1DD1-74B2-AB52C728A44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313275" y="88692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98817D88-FD6D-C889-336B-A8656403D33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313275" y="100884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E202932F-533E-C423-8E66-BA8506CAE41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4313275" y="113076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5</a:t>
            </a:r>
          </a:p>
        </p:txBody>
      </p:sp>
    </p:spTree>
    <p:extLst>
      <p:ext uri="{BB962C8B-B14F-4D97-AF65-F5344CB8AC3E}">
        <p14:creationId xmlns:p14="http://schemas.microsoft.com/office/powerpoint/2010/main" val="28199658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овые блоки_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2E440F48-36E2-3E5C-D3FF-983E139BAA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59670" y="5437787"/>
            <a:ext cx="7430844" cy="5507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1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23F6A993-0C93-AD71-5C35-41F610CC214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013276" y="5437787"/>
            <a:ext cx="7430844" cy="5507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2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3BB20C42-E2D0-0045-F534-D69C4612FF1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829029" y="6853899"/>
            <a:ext cx="8041934" cy="24460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900" indent="-342900">
              <a:lnSpc>
                <a:spcPts val="34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ru-RU" sz="2400" b="0" i="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/>
            <a:r>
              <a:rPr lang="ru-RU" dirty="0"/>
              <a:t>Обычно вы сначала найдете вопрос или проблему</a:t>
            </a:r>
          </a:p>
          <a:p>
            <a:pPr marL="0" lvl="0"/>
            <a:r>
              <a:rPr lang="ru-RU" dirty="0"/>
              <a:t>А затем решите моделировать процесс </a:t>
            </a:r>
          </a:p>
          <a:p>
            <a:pPr marL="0" lvl="0"/>
            <a:r>
              <a:rPr lang="ru-RU" dirty="0"/>
              <a:t>Чтобы получить конкретный ответ </a:t>
            </a:r>
          </a:p>
          <a:p>
            <a:pPr marL="0" lvl="0"/>
            <a:r>
              <a:rPr lang="ru-RU" dirty="0"/>
              <a:t>Или проверить чей-то готовый вывод</a:t>
            </a:r>
          </a:p>
          <a:p>
            <a:pPr marL="0" lvl="0"/>
            <a:r>
              <a:rPr lang="ru-RU" dirty="0"/>
              <a:t>Альтернативным путем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3333E377-F687-958C-EAF9-FA9091DA00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082635" y="6853899"/>
            <a:ext cx="8041934" cy="24460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900" indent="-342900">
              <a:lnSpc>
                <a:spcPts val="34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ru-RU" sz="2400" b="0" i="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/>
            <a:r>
              <a:rPr lang="ru-RU" dirty="0"/>
              <a:t>Обычно вы сначала найдете вопрос или проблему</a:t>
            </a:r>
          </a:p>
          <a:p>
            <a:pPr marL="0" lvl="0"/>
            <a:r>
              <a:rPr lang="ru-RU" dirty="0"/>
              <a:t>А затем решите моделировать процесс </a:t>
            </a:r>
          </a:p>
          <a:p>
            <a:pPr marL="0" lvl="0"/>
            <a:r>
              <a:rPr lang="ru-RU" dirty="0"/>
              <a:t>Чтобы получить конкретный ответ </a:t>
            </a:r>
          </a:p>
          <a:p>
            <a:pPr marL="0" lvl="0"/>
            <a:r>
              <a:rPr lang="ru-RU" dirty="0"/>
              <a:t>Или проверить чей-то готовый вывод</a:t>
            </a:r>
          </a:p>
          <a:p>
            <a:pPr marL="0" lvl="0"/>
            <a:r>
              <a:rPr lang="ru-RU" dirty="0"/>
              <a:t>Альтернативным путем</a:t>
            </a:r>
          </a:p>
        </p:txBody>
      </p:sp>
    </p:spTree>
    <p:extLst>
      <p:ext uri="{BB962C8B-B14F-4D97-AF65-F5344CB8AC3E}">
        <p14:creationId xmlns:p14="http://schemas.microsoft.com/office/powerpoint/2010/main" val="6495901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овые блоки_7 (краткие подпункты + икон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1" name="Текст 14">
            <a:extLst>
              <a:ext uri="{FF2B5EF4-FFF2-40B4-BE49-F238E27FC236}">
                <a16:creationId xmlns:a16="http://schemas.microsoft.com/office/drawing/2014/main" id="{97485FA9-2A79-90AF-3174-CFA6613EB0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0676BB35-A490-235B-1238-F02BC4539F0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768521" y="3835148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392360A4-EEEF-DF51-88D1-00D2279E157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768521" y="5722916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D53B74D5-2F25-473A-9367-80E98CFAF3A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768521" y="7610684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2464E47B-35B0-7586-18EB-A049463A908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768521" y="9498452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B03747F9-B868-EE2A-9869-60BDFCA2DD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768521" y="11386220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9041327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679">
          <p15:clr>
            <a:srgbClr val="FBAE40"/>
          </p15:clr>
        </p15:guide>
        <p15:guide id="2" pos="7568">
          <p15:clr>
            <a:srgbClr val="FBAE40"/>
          </p15:clr>
        </p15:guide>
      </p15:sldGuideLst>
    </p:ext>
  </p:extLst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овые блоки_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Текст 7">
            <a:extLst>
              <a:ext uri="{FF2B5EF4-FFF2-40B4-BE49-F238E27FC236}">
                <a16:creationId xmlns:a16="http://schemas.microsoft.com/office/drawing/2014/main" id="{5B8495F1-E46A-9165-9730-67B701F9E6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092690" y="10452144"/>
            <a:ext cx="9081635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r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A897F12C-2FC8-67B5-34BD-68E0C3A3C48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48385" y="26416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6FE8D3F8-6E53-61F9-04A7-50E0CF3E50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348385" y="38608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CAACDBBF-7544-A5AE-0E2E-618A4EF40F5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48385" y="50800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51D3C734-6A19-175A-48FF-33F917666B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348385" y="62992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B6157516-BF95-D40B-532B-53371CCF541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348385" y="75184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5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39735E3A-85DD-B42A-4E26-8B117D5DC37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337683" y="26416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4C3F7980-36F9-E790-1AD7-75A03FF97CC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337683" y="38608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7155095C-1530-DA27-382A-569D6876B0E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337683" y="50800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35C71E6E-C272-979A-46EA-ACA5B3EE022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337683" y="62992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C065EE60-0525-6362-E865-C252053474E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337683" y="75184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5</a:t>
            </a:r>
          </a:p>
        </p:txBody>
      </p:sp>
      <p:sp>
        <p:nvSpPr>
          <p:cNvPr id="27" name="Текст 14">
            <a:extLst>
              <a:ext uri="{FF2B5EF4-FFF2-40B4-BE49-F238E27FC236}">
                <a16:creationId xmlns:a16="http://schemas.microsoft.com/office/drawing/2014/main" id="{7C91F001-0AB9-F8A5-469B-B764A1F39C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1219200"/>
            <a:ext cx="6620782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1</a:t>
            </a:r>
          </a:p>
        </p:txBody>
      </p:sp>
      <p:sp>
        <p:nvSpPr>
          <p:cNvPr id="28" name="Текст 14">
            <a:extLst>
              <a:ext uri="{FF2B5EF4-FFF2-40B4-BE49-F238E27FC236}">
                <a16:creationId xmlns:a16="http://schemas.microsoft.com/office/drawing/2014/main" id="{40958489-19B5-F8D1-D8BA-B23E054C8F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208652" y="1219200"/>
            <a:ext cx="6620782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2</a:t>
            </a:r>
          </a:p>
        </p:txBody>
      </p:sp>
      <p:pic>
        <p:nvPicPr>
          <p:cNvPr id="29" name="Image 17" descr=" ">
            <a:extLst>
              <a:ext uri="{FF2B5EF4-FFF2-40B4-BE49-F238E27FC236}">
                <a16:creationId xmlns:a16="http://schemas.microsoft.com/office/drawing/2014/main" id="{9BC9CB08-4F41-B6DE-52DC-65DABA79EB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936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овые блоки_9 (подпункты на 2-3 строки + икон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1" name="Текст 14">
            <a:extLst>
              <a:ext uri="{FF2B5EF4-FFF2-40B4-BE49-F238E27FC236}">
                <a16:creationId xmlns:a16="http://schemas.microsoft.com/office/drawing/2014/main" id="{97485FA9-2A79-90AF-3174-CFA6613EB0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236A0C36-03D0-DB30-3155-2F55CB87390B}"/>
              </a:ext>
            </a:extLst>
          </p:cNvPr>
          <p:cNvGrpSpPr/>
          <p:nvPr userDrawn="1"/>
        </p:nvGrpSpPr>
        <p:grpSpPr>
          <a:xfrm>
            <a:off x="-3952800" y="7750117"/>
            <a:ext cx="10394564" cy="9519594"/>
            <a:chOff x="-3952800" y="7750117"/>
            <a:chExt cx="10394564" cy="9519594"/>
          </a:xfrm>
        </p:grpSpPr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FCCDE1FC-9CFE-900C-2E89-FA62FB4D70C2}"/>
                </a:ext>
              </a:extLst>
            </p:cNvPr>
            <p:cNvSpPr/>
            <p:nvPr/>
          </p:nvSpPr>
          <p:spPr>
            <a:xfrm>
              <a:off x="-2162688" y="9102938"/>
              <a:ext cx="6814415" cy="6813648"/>
            </a:xfrm>
            <a:custGeom>
              <a:avLst/>
              <a:gdLst>
                <a:gd name="connsiteX0" fmla="*/ 6279096 w 6814415"/>
                <a:gd name="connsiteY0" fmla="*/ 6278380 h 6813648"/>
                <a:gd name="connsiteX1" fmla="*/ 5239819 w 6814415"/>
                <a:gd name="connsiteY1" fmla="*/ 1574426 h 6813648"/>
                <a:gd name="connsiteX2" fmla="*/ 535323 w 6814415"/>
                <a:gd name="connsiteY2" fmla="*/ 535266 h 6813648"/>
                <a:gd name="connsiteX3" fmla="*/ 1574600 w 6814415"/>
                <a:gd name="connsiteY3" fmla="*/ 5239220 h 6813648"/>
                <a:gd name="connsiteX4" fmla="*/ 6279096 w 6814415"/>
                <a:gd name="connsiteY4" fmla="*/ 6278380 h 6813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4415" h="6813648">
                  <a:moveTo>
                    <a:pt x="6279096" y="6278380"/>
                  </a:moveTo>
                  <a:cubicBezTo>
                    <a:pt x="7291213" y="5266375"/>
                    <a:pt x="6825906" y="3160348"/>
                    <a:pt x="5239819" y="1574426"/>
                  </a:cubicBezTo>
                  <a:cubicBezTo>
                    <a:pt x="3653718" y="-11496"/>
                    <a:pt x="1547441" y="-476744"/>
                    <a:pt x="535323" y="535266"/>
                  </a:cubicBezTo>
                  <a:cubicBezTo>
                    <a:pt x="-476794" y="1547270"/>
                    <a:pt x="-11500" y="3653310"/>
                    <a:pt x="1574600" y="5239220"/>
                  </a:cubicBezTo>
                  <a:cubicBezTo>
                    <a:pt x="3160701" y="6825142"/>
                    <a:pt x="5266965" y="7290396"/>
                    <a:pt x="6279096" y="6278380"/>
                  </a:cubicBezTo>
                  <a:close/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4B56A654-FE04-4F96-D6FC-055A9AD71506}"/>
                </a:ext>
              </a:extLst>
            </p:cNvPr>
            <p:cNvSpPr/>
            <p:nvPr/>
          </p:nvSpPr>
          <p:spPr>
            <a:xfrm>
              <a:off x="-2162688" y="9102925"/>
              <a:ext cx="6814415" cy="6813643"/>
            </a:xfrm>
            <a:custGeom>
              <a:avLst/>
              <a:gdLst>
                <a:gd name="connsiteX0" fmla="*/ 5239806 w 6814415"/>
                <a:gd name="connsiteY0" fmla="*/ 5239220 h 6813643"/>
                <a:gd name="connsiteX1" fmla="*/ 6279096 w 6814415"/>
                <a:gd name="connsiteY1" fmla="*/ 535266 h 6813643"/>
                <a:gd name="connsiteX2" fmla="*/ 1574600 w 6814415"/>
                <a:gd name="connsiteY2" fmla="*/ 1574426 h 6813643"/>
                <a:gd name="connsiteX3" fmla="*/ 535323 w 6814415"/>
                <a:gd name="connsiteY3" fmla="*/ 6278380 h 6813643"/>
                <a:gd name="connsiteX4" fmla="*/ 5239806 w 6814415"/>
                <a:gd name="connsiteY4" fmla="*/ 5239220 h 6813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4415" h="6813643">
                  <a:moveTo>
                    <a:pt x="5239806" y="5239220"/>
                  </a:moveTo>
                  <a:cubicBezTo>
                    <a:pt x="6825906" y="3653298"/>
                    <a:pt x="7291213" y="1547270"/>
                    <a:pt x="6279096" y="535266"/>
                  </a:cubicBezTo>
                  <a:cubicBezTo>
                    <a:pt x="5266965" y="-476744"/>
                    <a:pt x="3160701" y="-11496"/>
                    <a:pt x="1574600" y="1574426"/>
                  </a:cubicBezTo>
                  <a:cubicBezTo>
                    <a:pt x="-11500" y="3160335"/>
                    <a:pt x="-476794" y="5266376"/>
                    <a:pt x="535323" y="6278380"/>
                  </a:cubicBezTo>
                  <a:cubicBezTo>
                    <a:pt x="1547441" y="7290385"/>
                    <a:pt x="3653718" y="6825142"/>
                    <a:pt x="5239806" y="5239220"/>
                  </a:cubicBezTo>
                  <a:close/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245A2B3F-904A-912B-3F03-461996B493E8}"/>
                </a:ext>
              </a:extLst>
            </p:cNvPr>
            <p:cNvSpPr/>
            <p:nvPr/>
          </p:nvSpPr>
          <p:spPr>
            <a:xfrm>
              <a:off x="4698655" y="8442156"/>
              <a:ext cx="640848" cy="640776"/>
            </a:xfrm>
            <a:custGeom>
              <a:avLst/>
              <a:gdLst>
                <a:gd name="connsiteX0" fmla="*/ 320424 w 640848"/>
                <a:gd name="connsiteY0" fmla="*/ 640777 h 640776"/>
                <a:gd name="connsiteX1" fmla="*/ 640849 w 640848"/>
                <a:gd name="connsiteY1" fmla="*/ 320388 h 640776"/>
                <a:gd name="connsiteX2" fmla="*/ 320424 w 640848"/>
                <a:gd name="connsiteY2" fmla="*/ 0 h 640776"/>
                <a:gd name="connsiteX3" fmla="*/ 0 w 640848"/>
                <a:gd name="connsiteY3" fmla="*/ 320388 h 640776"/>
                <a:gd name="connsiteX4" fmla="*/ 320424 w 640848"/>
                <a:gd name="connsiteY4" fmla="*/ 640777 h 640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848" h="640776">
                  <a:moveTo>
                    <a:pt x="320424" y="640777"/>
                  </a:moveTo>
                  <a:cubicBezTo>
                    <a:pt x="497388" y="640777"/>
                    <a:pt x="640849" y="497334"/>
                    <a:pt x="640849" y="320388"/>
                  </a:cubicBezTo>
                  <a:cubicBezTo>
                    <a:pt x="640849" y="143443"/>
                    <a:pt x="497388" y="0"/>
                    <a:pt x="320424" y="0"/>
                  </a:cubicBezTo>
                  <a:cubicBezTo>
                    <a:pt x="143460" y="0"/>
                    <a:pt x="0" y="143443"/>
                    <a:pt x="0" y="320388"/>
                  </a:cubicBezTo>
                  <a:cubicBezTo>
                    <a:pt x="0" y="497334"/>
                    <a:pt x="143460" y="640777"/>
                    <a:pt x="320424" y="640777"/>
                  </a:cubicBezTo>
                  <a:close/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BCF9B0D6-92F4-348A-AA39-7C6F9AEB27AE}"/>
                </a:ext>
              </a:extLst>
            </p:cNvPr>
            <p:cNvSpPr/>
            <p:nvPr/>
          </p:nvSpPr>
          <p:spPr>
            <a:xfrm>
              <a:off x="-3952800" y="12509792"/>
              <a:ext cx="10394564" cy="12815"/>
            </a:xfrm>
            <a:custGeom>
              <a:avLst/>
              <a:gdLst>
                <a:gd name="connsiteX0" fmla="*/ 10394564 w 10394564"/>
                <a:gd name="connsiteY0" fmla="*/ 0 h 12815"/>
                <a:gd name="connsiteX1" fmla="*/ 0 w 10394564"/>
                <a:gd name="connsiteY1" fmla="*/ 0 h 12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94564" h="12815">
                  <a:moveTo>
                    <a:pt x="10394564" y="0"/>
                  </a:move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C7A57909-97B8-B31B-EC36-318DAC946AEB}"/>
                </a:ext>
              </a:extLst>
            </p:cNvPr>
            <p:cNvSpPr/>
            <p:nvPr/>
          </p:nvSpPr>
          <p:spPr>
            <a:xfrm>
              <a:off x="1244584" y="7750117"/>
              <a:ext cx="12816" cy="9519594"/>
            </a:xfrm>
            <a:custGeom>
              <a:avLst/>
              <a:gdLst>
                <a:gd name="connsiteX0" fmla="*/ 0 w 12816"/>
                <a:gd name="connsiteY0" fmla="*/ 0 h 9519594"/>
                <a:gd name="connsiteX1" fmla="*/ 0 w 12816"/>
                <a:gd name="connsiteY1" fmla="*/ 9519595 h 9519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816" h="9519594">
                  <a:moveTo>
                    <a:pt x="0" y="0"/>
                  </a:moveTo>
                  <a:lnTo>
                    <a:pt x="0" y="9519595"/>
                  </a:lnTo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5C538124-FE8B-A40A-42BD-495D33D9DC5B}"/>
                </a:ext>
              </a:extLst>
            </p:cNvPr>
            <p:cNvSpPr/>
            <p:nvPr/>
          </p:nvSpPr>
          <p:spPr>
            <a:xfrm>
              <a:off x="2929913" y="14145067"/>
              <a:ext cx="358875" cy="358834"/>
            </a:xfrm>
            <a:custGeom>
              <a:avLst/>
              <a:gdLst>
                <a:gd name="connsiteX0" fmla="*/ 358875 w 358875"/>
                <a:gd name="connsiteY0" fmla="*/ 179417 h 358834"/>
                <a:gd name="connsiteX1" fmla="*/ 179438 w 358875"/>
                <a:gd name="connsiteY1" fmla="*/ 358835 h 358834"/>
                <a:gd name="connsiteX2" fmla="*/ 0 w 358875"/>
                <a:gd name="connsiteY2" fmla="*/ 179417 h 358834"/>
                <a:gd name="connsiteX3" fmla="*/ 179438 w 358875"/>
                <a:gd name="connsiteY3" fmla="*/ 0 h 358834"/>
                <a:gd name="connsiteX4" fmla="*/ 358875 w 358875"/>
                <a:gd name="connsiteY4" fmla="*/ 179417 h 358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8875" h="358834">
                  <a:moveTo>
                    <a:pt x="358875" y="179417"/>
                  </a:moveTo>
                  <a:cubicBezTo>
                    <a:pt x="358875" y="278507"/>
                    <a:pt x="278538" y="358835"/>
                    <a:pt x="179438" y="358835"/>
                  </a:cubicBezTo>
                  <a:cubicBezTo>
                    <a:pt x="80337" y="358835"/>
                    <a:pt x="0" y="278507"/>
                    <a:pt x="0" y="179417"/>
                  </a:cubicBezTo>
                  <a:cubicBezTo>
                    <a:pt x="0" y="80328"/>
                    <a:pt x="80337" y="0"/>
                    <a:pt x="179438" y="0"/>
                  </a:cubicBezTo>
                  <a:cubicBezTo>
                    <a:pt x="278538" y="0"/>
                    <a:pt x="358875" y="80328"/>
                    <a:pt x="358875" y="179417"/>
                  </a:cubicBezTo>
                  <a:close/>
                </a:path>
              </a:pathLst>
            </a:custGeom>
            <a:solidFill>
              <a:srgbClr val="FAFAFA"/>
            </a:solidFill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7211FE26-DB99-25D1-5DA1-3E813EBC7B9C}"/>
                </a:ext>
              </a:extLst>
            </p:cNvPr>
            <p:cNvSpPr/>
            <p:nvPr/>
          </p:nvSpPr>
          <p:spPr>
            <a:xfrm>
              <a:off x="-3320544" y="12246946"/>
              <a:ext cx="525600" cy="525600"/>
            </a:xfrm>
            <a:custGeom>
              <a:avLst/>
              <a:gdLst>
                <a:gd name="connsiteX0" fmla="*/ 166621 w 166620"/>
                <a:gd name="connsiteY0" fmla="*/ 83301 h 166601"/>
                <a:gd name="connsiteX1" fmla="*/ 83310 w 166620"/>
                <a:gd name="connsiteY1" fmla="*/ 166602 h 166601"/>
                <a:gd name="connsiteX2" fmla="*/ 0 w 166620"/>
                <a:gd name="connsiteY2" fmla="*/ 83301 h 166601"/>
                <a:gd name="connsiteX3" fmla="*/ 83310 w 166620"/>
                <a:gd name="connsiteY3" fmla="*/ 0 h 166601"/>
                <a:gd name="connsiteX4" fmla="*/ 166621 w 166620"/>
                <a:gd name="connsiteY4" fmla="*/ 83301 h 166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620" h="166601">
                  <a:moveTo>
                    <a:pt x="166621" y="83301"/>
                  </a:moveTo>
                  <a:cubicBezTo>
                    <a:pt x="166621" y="129309"/>
                    <a:pt x="129322" y="166602"/>
                    <a:pt x="83310" y="166602"/>
                  </a:cubicBezTo>
                  <a:cubicBezTo>
                    <a:pt x="37300" y="166602"/>
                    <a:pt x="0" y="129309"/>
                    <a:pt x="0" y="83301"/>
                  </a:cubicBezTo>
                  <a:cubicBezTo>
                    <a:pt x="0" y="37293"/>
                    <a:pt x="37300" y="0"/>
                    <a:pt x="83310" y="0"/>
                  </a:cubicBezTo>
                  <a:cubicBezTo>
                    <a:pt x="129322" y="0"/>
                    <a:pt x="166621" y="37293"/>
                    <a:pt x="166621" y="83301"/>
                  </a:cubicBezTo>
                  <a:close/>
                </a:path>
              </a:pathLst>
            </a:custGeom>
            <a:solidFill>
              <a:srgbClr val="141414"/>
            </a:solidFill>
            <a:ln w="1270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</p:grpSp>
      <p:sp>
        <p:nvSpPr>
          <p:cNvPr id="23" name="Текст 55">
            <a:extLst>
              <a:ext uri="{FF2B5EF4-FFF2-40B4-BE49-F238E27FC236}">
                <a16:creationId xmlns:a16="http://schemas.microsoft.com/office/drawing/2014/main" id="{2E2ED24B-3B95-5E84-8F02-16E8A059D5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082623" y="2590801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A036EDEF-1116-C3EA-21DC-85CBD64E47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082623" y="4730833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E3BCB7AB-F6FC-AAA8-CC70-CCC3392A478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082623" y="6866905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218A2412-3817-AED3-D88D-549F2130D19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082623" y="900297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D5BC7A18-5711-729A-0C1F-6D95362E39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082623" y="11139051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</p:spTree>
    <p:extLst>
      <p:ext uri="{BB962C8B-B14F-4D97-AF65-F5344CB8AC3E}">
        <p14:creationId xmlns:p14="http://schemas.microsoft.com/office/powerpoint/2010/main" val="42172774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225">
          <p15:clr>
            <a:srgbClr val="FBAE40"/>
          </p15:clr>
        </p15:guide>
        <p15:guide id="2" pos="7568">
          <p15:clr>
            <a:srgbClr val="FBAE40"/>
          </p15:clr>
        </p15:guide>
      </p15:sldGuideLst>
    </p:ext>
  </p:extLst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овые блоки_10 (текстовые пункты + маленькие икон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5" y="1963424"/>
            <a:ext cx="9394860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D5BC7A18-5711-729A-0C1F-6D95362E39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98976" y="5600703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B85C9C7-418B-F0F8-2F97-447F06F52A8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903004" y="1219605"/>
            <a:ext cx="5264816" cy="11475923"/>
          </a:xfrm>
          <a:prstGeom prst="rect">
            <a:avLst/>
          </a:prstGeom>
        </p:spPr>
      </p:pic>
      <p:sp>
        <p:nvSpPr>
          <p:cNvPr id="9" name="Текст 55">
            <a:extLst>
              <a:ext uri="{FF2B5EF4-FFF2-40B4-BE49-F238E27FC236}">
                <a16:creationId xmlns:a16="http://schemas.microsoft.com/office/drawing/2014/main" id="{90BF4978-D130-32DB-EA8B-AB0A0778EBC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98976" y="7730969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E1B44813-A1E8-6366-35B6-651D9F48688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98976" y="9864569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</p:spTree>
    <p:extLst>
      <p:ext uri="{BB962C8B-B14F-4D97-AF65-F5344CB8AC3E}">
        <p14:creationId xmlns:p14="http://schemas.microsoft.com/office/powerpoint/2010/main" val="9943514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44">
          <p15:clr>
            <a:srgbClr val="FBAE40"/>
          </p15:clr>
        </p15:guide>
      </p15:sldGuideLst>
    </p:ext>
  </p:extLs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овые блоки_11 (2 столбца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6" name="Текст 7">
            <a:extLst>
              <a:ext uri="{FF2B5EF4-FFF2-40B4-BE49-F238E27FC236}">
                <a16:creationId xmlns:a16="http://schemas.microsoft.com/office/drawing/2014/main" id="{FDAA29EF-3D39-A618-D652-187F277A17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AA9F02C5-F656-3920-0D60-CB9BB0DBFBC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98976" y="4141031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3438667E-4343-71F7-D005-496251085A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98976" y="627129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82CD34DD-87D4-43D9-8970-A6B3D2006C4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98976" y="840489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1D3351A6-F463-18DA-F5DB-97304718E77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98976" y="1053227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346C8550-5EF7-E7AF-EF7B-E7316CF9046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4279792" y="4141031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F9F9D073-174A-F680-456A-D427D21611F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279792" y="627129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FF3F24FE-8409-28D7-13E9-8EE57A2092D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279792" y="840489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98F9F8E0-10CB-D859-AC0A-DA265AB2E2A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4279792" y="1053227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</p:spTree>
    <p:extLst>
      <p:ext uri="{BB962C8B-B14F-4D97-AF65-F5344CB8AC3E}">
        <p14:creationId xmlns:p14="http://schemas.microsoft.com/office/powerpoint/2010/main" val="21895031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44">
          <p15:clr>
            <a:srgbClr val="FBAE40"/>
          </p15:clr>
        </p15:guide>
        <p15:guide id="2" pos="8996">
          <p15:clr>
            <a:srgbClr val="FBAE40"/>
          </p15:clr>
        </p15:guide>
        <p15:guide id="3" pos="8316">
          <p15:clr>
            <a:srgbClr val="FBAE40"/>
          </p15:clr>
        </p15:guide>
      </p15:sldGuideLst>
    </p:ext>
  </p:extLst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овые блоки_12 (текстовые пункты + икон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5" y="1963424"/>
            <a:ext cx="9394860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D5BC7A18-5711-729A-0C1F-6D95362E39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84873" y="5600700"/>
            <a:ext cx="9725739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A68277E5-AA8C-1FE5-BD65-49F8ED3E318D}"/>
              </a:ext>
            </a:extLst>
          </p:cNvPr>
          <p:cNvGrpSpPr/>
          <p:nvPr userDrawn="1"/>
        </p:nvGrpSpPr>
        <p:grpSpPr>
          <a:xfrm>
            <a:off x="14235056" y="5562600"/>
            <a:ext cx="8932640" cy="6986587"/>
            <a:chOff x="14235056" y="5562600"/>
            <a:chExt cx="8932640" cy="6986587"/>
          </a:xfrm>
        </p:grpSpPr>
        <p:pic>
          <p:nvPicPr>
            <p:cNvPr id="5" name="Image 0" descr=" ">
              <a:extLst>
                <a:ext uri="{FF2B5EF4-FFF2-40B4-BE49-F238E27FC236}">
                  <a16:creationId xmlns:a16="http://schemas.microsoft.com/office/drawing/2014/main" id="{BB5BCAE8-8861-63C1-16E1-2C2A43CFEC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8893128" y="8049847"/>
              <a:ext cx="4274568" cy="3077307"/>
            </a:xfrm>
            <a:prstGeom prst="rect">
              <a:avLst/>
            </a:prstGeom>
          </p:spPr>
        </p:pic>
        <p:pic>
          <p:nvPicPr>
            <p:cNvPr id="7" name="Image 1" descr=" ">
              <a:extLst>
                <a:ext uri="{FF2B5EF4-FFF2-40B4-BE49-F238E27FC236}">
                  <a16:creationId xmlns:a16="http://schemas.microsoft.com/office/drawing/2014/main" id="{9E0D263C-300F-102C-9B06-543622D4A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7867226" y="12140230"/>
              <a:ext cx="4629245" cy="367323"/>
            </a:xfrm>
            <a:prstGeom prst="rect">
              <a:avLst/>
            </a:prstGeom>
          </p:spPr>
        </p:pic>
        <p:pic>
          <p:nvPicPr>
            <p:cNvPr id="10" name="Image 2" descr=" ">
              <a:extLst>
                <a:ext uri="{FF2B5EF4-FFF2-40B4-BE49-F238E27FC236}">
                  <a16:creationId xmlns:a16="http://schemas.microsoft.com/office/drawing/2014/main" id="{0CC8549D-42FA-3773-EE54-ABE7EBE75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5554806" y="12140230"/>
              <a:ext cx="4641946" cy="367323"/>
            </a:xfrm>
            <a:prstGeom prst="rect">
              <a:avLst/>
            </a:prstGeom>
          </p:spPr>
        </p:pic>
        <p:pic>
          <p:nvPicPr>
            <p:cNvPr id="11" name="Image 3" descr=" ">
              <a:extLst>
                <a:ext uri="{FF2B5EF4-FFF2-40B4-BE49-F238E27FC236}">
                  <a16:creationId xmlns:a16="http://schemas.microsoft.com/office/drawing/2014/main" id="{EB615494-54BA-8523-8E1E-77351BD17E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7854525" y="8720999"/>
              <a:ext cx="4641946" cy="3444630"/>
            </a:xfrm>
            <a:prstGeom prst="rect">
              <a:avLst/>
            </a:prstGeom>
          </p:spPr>
        </p:pic>
        <p:pic>
          <p:nvPicPr>
            <p:cNvPr id="13" name="Image 4" descr=" ">
              <a:extLst>
                <a:ext uri="{FF2B5EF4-FFF2-40B4-BE49-F238E27FC236}">
                  <a16:creationId xmlns:a16="http://schemas.microsoft.com/office/drawing/2014/main" id="{15AA4A38-A0DB-A50F-D211-24EC996366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8038214" y="8904660"/>
              <a:ext cx="4274568" cy="3077307"/>
            </a:xfrm>
            <a:prstGeom prst="rect">
              <a:avLst/>
            </a:prstGeom>
          </p:spPr>
        </p:pic>
        <p:pic>
          <p:nvPicPr>
            <p:cNvPr id="14" name="Image 5" descr=" ">
              <a:extLst>
                <a:ext uri="{FF2B5EF4-FFF2-40B4-BE49-F238E27FC236}">
                  <a16:creationId xmlns:a16="http://schemas.microsoft.com/office/drawing/2014/main" id="{DD91BE23-41E1-0BC2-664D-C7CD379EF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21013313" y="11434893"/>
              <a:ext cx="205185" cy="205153"/>
            </a:xfrm>
            <a:prstGeom prst="rect">
              <a:avLst/>
            </a:prstGeom>
          </p:spPr>
        </p:pic>
        <p:pic>
          <p:nvPicPr>
            <p:cNvPr id="15" name="Image 6" descr=" ">
              <a:extLst>
                <a:ext uri="{FF2B5EF4-FFF2-40B4-BE49-F238E27FC236}">
                  <a16:creationId xmlns:a16="http://schemas.microsoft.com/office/drawing/2014/main" id="{CEBBA2DF-EA0D-99DD-2BF8-DFD37A04C4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1389473" y="11434893"/>
              <a:ext cx="205185" cy="205153"/>
            </a:xfrm>
            <a:prstGeom prst="rect">
              <a:avLst/>
            </a:prstGeom>
          </p:spPr>
        </p:pic>
        <p:pic>
          <p:nvPicPr>
            <p:cNvPr id="16" name="Image 7" descr=" ">
              <a:extLst>
                <a:ext uri="{FF2B5EF4-FFF2-40B4-BE49-F238E27FC236}">
                  <a16:creationId xmlns:a16="http://schemas.microsoft.com/office/drawing/2014/main" id="{FE84A2CF-1556-2821-2056-F59904F309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21765634" y="11434893"/>
              <a:ext cx="205185" cy="205153"/>
            </a:xfrm>
            <a:prstGeom prst="rect">
              <a:avLst/>
            </a:prstGeom>
          </p:spPr>
        </p:pic>
        <p:pic>
          <p:nvPicPr>
            <p:cNvPr id="17" name="Image 8" descr=" ">
              <a:extLst>
                <a:ext uri="{FF2B5EF4-FFF2-40B4-BE49-F238E27FC236}">
                  <a16:creationId xmlns:a16="http://schemas.microsoft.com/office/drawing/2014/main" id="{43EFD36F-FF8D-AF02-35AA-AD5F7EA291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9064103" y="5682019"/>
              <a:ext cx="2688581" cy="1286365"/>
            </a:xfrm>
            <a:prstGeom prst="rect">
              <a:avLst/>
            </a:prstGeom>
          </p:spPr>
        </p:pic>
        <p:pic>
          <p:nvPicPr>
            <p:cNvPr id="18" name="Image 9" descr=" ">
              <a:extLst>
                <a:ext uri="{FF2B5EF4-FFF2-40B4-BE49-F238E27FC236}">
                  <a16:creationId xmlns:a16="http://schemas.microsoft.com/office/drawing/2014/main" id="{A4BD8FBA-118E-EB17-42B6-888F1EDDA4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21637638" y="5562600"/>
              <a:ext cx="204689" cy="204667"/>
            </a:xfrm>
            <a:prstGeom prst="rect">
              <a:avLst/>
            </a:prstGeom>
          </p:spPr>
        </p:pic>
        <p:pic>
          <p:nvPicPr>
            <p:cNvPr id="19" name="Image 10" descr=" ">
              <a:extLst>
                <a:ext uri="{FF2B5EF4-FFF2-40B4-BE49-F238E27FC236}">
                  <a16:creationId xmlns:a16="http://schemas.microsoft.com/office/drawing/2014/main" id="{07091684-A8CC-3AE0-488C-DB04A66913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14263883" y="6942993"/>
              <a:ext cx="3432356" cy="3273670"/>
            </a:xfrm>
            <a:prstGeom prst="rect">
              <a:avLst/>
            </a:prstGeom>
          </p:spPr>
        </p:pic>
        <p:sp>
          <p:nvSpPr>
            <p:cNvPr id="20" name="Shape 1">
              <a:extLst>
                <a:ext uri="{FF2B5EF4-FFF2-40B4-BE49-F238E27FC236}">
                  <a16:creationId xmlns:a16="http://schemas.microsoft.com/office/drawing/2014/main" id="{FC9DEE40-CA81-D5B7-8474-6B8BEFDC155E}"/>
                </a:ext>
              </a:extLst>
            </p:cNvPr>
            <p:cNvSpPr/>
            <p:nvPr/>
          </p:nvSpPr>
          <p:spPr>
            <a:xfrm>
              <a:off x="16841325" y="6442804"/>
              <a:ext cx="2051795" cy="1025769"/>
            </a:xfrm>
            <a:prstGeom prst="roundRect">
              <a:avLst>
                <a:gd name="adj" fmla="val 123909"/>
              </a:avLst>
            </a:prstGeom>
            <a:solidFill>
              <a:srgbClr val="E6E6E6">
                <a:alpha val="100000"/>
              </a:srgbClr>
            </a:solidFill>
            <a:ln/>
          </p:spPr>
        </p:sp>
        <p:pic>
          <p:nvPicPr>
            <p:cNvPr id="21" name="Image 11" descr=" ">
              <a:extLst>
                <a:ext uri="{FF2B5EF4-FFF2-40B4-BE49-F238E27FC236}">
                  <a16:creationId xmlns:a16="http://schemas.microsoft.com/office/drawing/2014/main" id="{08CB153C-9F19-EEA7-D68D-85BEB6C93B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7191834" y="6947266"/>
              <a:ext cx="1359318" cy="25400"/>
            </a:xfrm>
            <a:prstGeom prst="rect">
              <a:avLst/>
            </a:prstGeom>
          </p:spPr>
        </p:pic>
        <p:pic>
          <p:nvPicPr>
            <p:cNvPr id="22" name="Image 12" descr=" ">
              <a:extLst>
                <a:ext uri="{FF2B5EF4-FFF2-40B4-BE49-F238E27FC236}">
                  <a16:creationId xmlns:a16="http://schemas.microsoft.com/office/drawing/2014/main" id="{CF8203EF-0E4A-E68D-5468-16D1EF0575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18280561" y="6686851"/>
              <a:ext cx="292930" cy="549870"/>
            </a:xfrm>
            <a:prstGeom prst="rect">
              <a:avLst/>
            </a:prstGeom>
          </p:spPr>
        </p:pic>
        <p:pic>
          <p:nvPicPr>
            <p:cNvPr id="23" name="Image 13" descr=" ">
              <a:extLst>
                <a:ext uri="{FF2B5EF4-FFF2-40B4-BE49-F238E27FC236}">
                  <a16:creationId xmlns:a16="http://schemas.microsoft.com/office/drawing/2014/main" id="{6322EE8D-EF0C-866D-3839-759E118C0B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6268538" y="8639665"/>
              <a:ext cx="1025901" cy="1026071"/>
            </a:xfrm>
            <a:prstGeom prst="rect">
              <a:avLst/>
            </a:prstGeom>
          </p:spPr>
        </p:pic>
        <p:pic>
          <p:nvPicPr>
            <p:cNvPr id="24" name="Image 14" descr=" ">
              <a:extLst>
                <a:ext uri="{FF2B5EF4-FFF2-40B4-BE49-F238E27FC236}">
                  <a16:creationId xmlns:a16="http://schemas.microsoft.com/office/drawing/2014/main" id="{9C6C7671-0834-7F9E-F4E0-0666B175EB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6500789" y="8934214"/>
              <a:ext cx="561537" cy="499166"/>
            </a:xfrm>
            <a:prstGeom prst="rect">
              <a:avLst/>
            </a:prstGeom>
          </p:spPr>
        </p:pic>
        <p:pic>
          <p:nvPicPr>
            <p:cNvPr id="25" name="Image 15" descr=" ">
              <a:extLst>
                <a:ext uri="{FF2B5EF4-FFF2-40B4-BE49-F238E27FC236}">
                  <a16:creationId xmlns:a16="http://schemas.microsoft.com/office/drawing/2014/main" id="{540DAC27-773D-C372-BE04-E06FAF93E7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14362072" y="11695602"/>
              <a:ext cx="2564741" cy="726585"/>
            </a:xfrm>
            <a:prstGeom prst="rect">
              <a:avLst/>
            </a:prstGeom>
          </p:spPr>
        </p:pic>
        <p:pic>
          <p:nvPicPr>
            <p:cNvPr id="26" name="Image 16" descr=" ">
              <a:extLst>
                <a:ext uri="{FF2B5EF4-FFF2-40B4-BE49-F238E27FC236}">
                  <a16:creationId xmlns:a16="http://schemas.microsoft.com/office/drawing/2014/main" id="{D75D8F70-F831-1B04-7BDE-B59E19DF86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4235056" y="11568602"/>
              <a:ext cx="2948232" cy="980585"/>
            </a:xfrm>
            <a:prstGeom prst="rect">
              <a:avLst/>
            </a:prstGeom>
          </p:spPr>
        </p:pic>
      </p:grpSp>
      <p:sp>
        <p:nvSpPr>
          <p:cNvPr id="31" name="Текст 55">
            <a:extLst>
              <a:ext uri="{FF2B5EF4-FFF2-40B4-BE49-F238E27FC236}">
                <a16:creationId xmlns:a16="http://schemas.microsoft.com/office/drawing/2014/main" id="{75B07120-C781-DE93-E4AF-53EF01552B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84873" y="7290950"/>
            <a:ext cx="9725739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5BDB893B-89B1-2566-BF39-7BAF0E15BD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84873" y="8967350"/>
            <a:ext cx="9725739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2934224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75">
          <p15:clr>
            <a:srgbClr val="FBAE40"/>
          </p15:clr>
        </p15:guide>
      </p15:sldGuideLst>
    </p:ext>
  </p:extLst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овые блоки_13 (круглая плашка + пункты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 ">
            <a:extLst>
              <a:ext uri="{FF2B5EF4-FFF2-40B4-BE49-F238E27FC236}">
                <a16:creationId xmlns:a16="http://schemas.microsoft.com/office/drawing/2014/main" id="{CFE240FB-32D6-5570-045A-2BEE47F65C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0605826" cy="13716000"/>
          </a:xfrm>
          <a:prstGeom prst="rect">
            <a:avLst/>
          </a:prstGeom>
        </p:spPr>
      </p:pic>
      <p:pic>
        <p:nvPicPr>
          <p:cNvPr id="9" name="Image 17" descr=" ">
            <a:extLst>
              <a:ext uri="{FF2B5EF4-FFF2-40B4-BE49-F238E27FC236}">
                <a16:creationId xmlns:a16="http://schemas.microsoft.com/office/drawing/2014/main" id="{4903FC69-1ED7-3A2E-AA31-F3B39B43851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0" name="Текст 7">
            <a:extLst>
              <a:ext uri="{FF2B5EF4-FFF2-40B4-BE49-F238E27FC236}">
                <a16:creationId xmlns:a16="http://schemas.microsoft.com/office/drawing/2014/main" id="{BDE395DD-E25C-F35A-5185-CD2D596478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5703838"/>
            <a:ext cx="853424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8AA9EF30-923F-CC29-1F95-0C3AD53823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618527" y="1826366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DECE9BD2-5DE5-3518-BA3C-AD2973AB7D1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465202" y="4084657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191FADF1-FCFB-904D-8120-72BE3C92F8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278006" y="6342948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EA00D223-2873-79C0-DE47-99A079780EA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465202" y="8601239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57C4B2D3-A8F4-E3B8-8336-C40CEEFAB0E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618527" y="10859529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40208976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овые блоки_14 (6 пунктов с цифрами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17" descr=" ">
            <a:extLst>
              <a:ext uri="{FF2B5EF4-FFF2-40B4-BE49-F238E27FC236}">
                <a16:creationId xmlns:a16="http://schemas.microsoft.com/office/drawing/2014/main" id="{4903FC69-1ED7-3A2E-AA31-F3B39B4385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9" name="Текст 7">
            <a:extLst>
              <a:ext uri="{FF2B5EF4-FFF2-40B4-BE49-F238E27FC236}">
                <a16:creationId xmlns:a16="http://schemas.microsoft.com/office/drawing/2014/main" id="{10373520-3333-EB2B-6F62-1F5FD2E15E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729724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Слайд с пунктами</a:t>
            </a:r>
          </a:p>
        </p:txBody>
      </p:sp>
      <p:sp>
        <p:nvSpPr>
          <p:cNvPr id="30" name="Текст 7">
            <a:extLst>
              <a:ext uri="{FF2B5EF4-FFF2-40B4-BE49-F238E27FC236}">
                <a16:creationId xmlns:a16="http://schemas.microsoft.com/office/drawing/2014/main" id="{FDB60644-C013-DB8A-CA27-1825B29971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19352" y="3556000"/>
            <a:ext cx="15876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01</a:t>
            </a:r>
          </a:p>
        </p:txBody>
      </p:sp>
      <p:sp>
        <p:nvSpPr>
          <p:cNvPr id="31" name="Текст 7">
            <a:extLst>
              <a:ext uri="{FF2B5EF4-FFF2-40B4-BE49-F238E27FC236}">
                <a16:creationId xmlns:a16="http://schemas.microsoft.com/office/drawing/2014/main" id="{7F0C0B23-03B8-2CA1-55CC-ED8FBE5FFE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2" y="6604000"/>
            <a:ext cx="15876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02</a:t>
            </a:r>
          </a:p>
        </p:txBody>
      </p:sp>
      <p:sp>
        <p:nvSpPr>
          <p:cNvPr id="32" name="Текст 7">
            <a:extLst>
              <a:ext uri="{FF2B5EF4-FFF2-40B4-BE49-F238E27FC236}">
                <a16:creationId xmlns:a16="http://schemas.microsoft.com/office/drawing/2014/main" id="{E2759336-7EA8-EF91-B0DA-8DFD522CE8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19352" y="9652000"/>
            <a:ext cx="15876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03</a:t>
            </a:r>
          </a:p>
        </p:txBody>
      </p:sp>
      <p:sp>
        <p:nvSpPr>
          <p:cNvPr id="33" name="Текст 7">
            <a:extLst>
              <a:ext uri="{FF2B5EF4-FFF2-40B4-BE49-F238E27FC236}">
                <a16:creationId xmlns:a16="http://schemas.microsoft.com/office/drawing/2014/main" id="{5964D710-92F7-9438-AEBC-30FD2BD500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84048" y="3556000"/>
            <a:ext cx="15876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04</a:t>
            </a:r>
          </a:p>
        </p:txBody>
      </p:sp>
      <p:sp>
        <p:nvSpPr>
          <p:cNvPr id="34" name="Текст 7">
            <a:extLst>
              <a:ext uri="{FF2B5EF4-FFF2-40B4-BE49-F238E27FC236}">
                <a16:creationId xmlns:a16="http://schemas.microsoft.com/office/drawing/2014/main" id="{C081309D-DD2D-AFA8-606A-5D609007F5B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384048" y="6604000"/>
            <a:ext cx="15876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05</a:t>
            </a:r>
          </a:p>
        </p:txBody>
      </p:sp>
      <p:sp>
        <p:nvSpPr>
          <p:cNvPr id="35" name="Текст 7">
            <a:extLst>
              <a:ext uri="{FF2B5EF4-FFF2-40B4-BE49-F238E27FC236}">
                <a16:creationId xmlns:a16="http://schemas.microsoft.com/office/drawing/2014/main" id="{2A0BA931-EAB5-4952-64F7-6F8201ECF33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384048" y="9652000"/>
            <a:ext cx="15876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06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BC93D27B-DC99-5F7D-45C5-926E6BAA78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92938" y="3556000"/>
            <a:ext cx="689696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AFB14B45-2776-2C8F-BE2B-915240E3EB1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92938" y="6604000"/>
            <a:ext cx="689696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E30CC10E-FCA4-9A1B-6203-4F5472AF666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92938" y="9652000"/>
            <a:ext cx="689696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18693CED-C43C-CDAC-9D25-1805ED6CEB3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657632" y="3556000"/>
            <a:ext cx="689696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46C6AA54-D9E9-7A12-0CA4-A09B84A35D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657632" y="6604000"/>
            <a:ext cx="689696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19E41231-D9FA-14A7-6ED0-48E48486247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657632" y="9652000"/>
            <a:ext cx="689696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3865299F-6B46-CC6F-0158-97E11F95662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92938" y="4165600"/>
            <a:ext cx="689696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05589C96-FB73-7565-D01F-EE3C63A6BAB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92938" y="7213600"/>
            <a:ext cx="689696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C9242043-D6FC-6EF3-B854-24FA8838371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92938" y="10261600"/>
            <a:ext cx="689696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6" name="Текст 55">
            <a:extLst>
              <a:ext uri="{FF2B5EF4-FFF2-40B4-BE49-F238E27FC236}">
                <a16:creationId xmlns:a16="http://schemas.microsoft.com/office/drawing/2014/main" id="{5884F115-0960-DABC-CDFF-F1F28250682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657632" y="4165600"/>
            <a:ext cx="689696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A8ADCD49-70F6-34DA-8201-B6E2ADA394D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4657632" y="7213600"/>
            <a:ext cx="689696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6F90DBC6-BA82-A8AF-5666-68FABCC903B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4657632" y="10261600"/>
            <a:ext cx="689696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</p:spTree>
    <p:extLst>
      <p:ext uri="{BB962C8B-B14F-4D97-AF65-F5344CB8AC3E}">
        <p14:creationId xmlns:p14="http://schemas.microsoft.com/office/powerpoint/2010/main" val="28271688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овые блоки_15 (пункты с подзаголовком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ED4C4207-CE3E-20FC-0FAE-8A182FCB589B}"/>
              </a:ext>
            </a:extLst>
          </p:cNvPr>
          <p:cNvCxnSpPr>
            <a:cxnSpLocks/>
          </p:cNvCxnSpPr>
          <p:nvPr userDrawn="1"/>
        </p:nvCxnSpPr>
        <p:spPr>
          <a:xfrm>
            <a:off x="1219352" y="2603500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Текст 7">
            <a:extLst>
              <a:ext uri="{FF2B5EF4-FFF2-40B4-BE49-F238E27FC236}">
                <a16:creationId xmlns:a16="http://schemas.microsoft.com/office/drawing/2014/main" id="{98697660-DC49-499C-CB89-E4681144F1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7133962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40" name="Текст 14">
            <a:extLst>
              <a:ext uri="{FF2B5EF4-FFF2-40B4-BE49-F238E27FC236}">
                <a16:creationId xmlns:a16="http://schemas.microsoft.com/office/drawing/2014/main" id="{98C247A0-1EFF-3221-932D-25AFA8343EE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3505200"/>
            <a:ext cx="3840329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34F3B4CA-6BAE-AB5F-E6DC-624D408CB5E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752394" y="4114800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3FD50DB7-4364-8712-385D-1AA5704D1BA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752394" y="3505200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10C5B185-DBDF-817A-E506-738162DA93B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752394" y="11324264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CD23760A-BE78-BA7E-3465-777863645E3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752394" y="10714664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8A258C36-20EB-1AF9-77FA-C2EB6DA8765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752394" y="8921110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23F39400-BFB6-A243-2EED-16D085E49E1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752394" y="8311510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A005E764-8253-3A88-8315-BD05A07DE0B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752394" y="6517955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91269FA8-22A5-4990-6734-89B23135D42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752394" y="5908355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992740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8044">
          <p15:clr>
            <a:srgbClr val="FBAE40"/>
          </p15:clr>
        </p15:guide>
        <p15:guide id="3" pos="6933">
          <p15:clr>
            <a:srgbClr val="FBAE40"/>
          </p15:clr>
        </p15:guide>
      </p15:sldGuideLst>
    </p:ext>
  </p:extLst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овые блоки_16 (пункты с линиям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41" name="Текст 55">
            <a:extLst>
              <a:ext uri="{FF2B5EF4-FFF2-40B4-BE49-F238E27FC236}">
                <a16:creationId xmlns:a16="http://schemas.microsoft.com/office/drawing/2014/main" id="{34F3B4CA-6BAE-AB5F-E6DC-624D408CB5E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752394" y="2286291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3FD50DB7-4364-8712-385D-1AA5704D1BA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752394" y="167669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10C5B185-DBDF-817A-E506-738162DA93B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752394" y="10744491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CD23760A-BE78-BA7E-3465-777863645E3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752394" y="1013489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8A258C36-20EB-1AF9-77FA-C2EB6DA8765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752394" y="7925091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23F39400-BFB6-A243-2EED-16D085E49E1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752394" y="731549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A005E764-8253-3A88-8315-BD05A07DE0B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752394" y="5105691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91269FA8-22A5-4990-6734-89B23135D42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752394" y="449609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3C8BADD7-BD14-4B00-2A95-9C2779738945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04913"/>
            <a:ext cx="2060737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CF3B8654-F2E6-5750-301C-B2E9E2843FE0}"/>
              </a:ext>
            </a:extLst>
          </p:cNvPr>
          <p:cNvCxnSpPr>
            <a:cxnSpLocks/>
          </p:cNvCxnSpPr>
          <p:nvPr userDrawn="1"/>
        </p:nvCxnSpPr>
        <p:spPr>
          <a:xfrm>
            <a:off x="11001387" y="4024313"/>
            <a:ext cx="1217293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239F17B3-B63D-033C-0B88-8CDC4EAE3957}"/>
              </a:ext>
            </a:extLst>
          </p:cNvPr>
          <p:cNvCxnSpPr>
            <a:cxnSpLocks/>
          </p:cNvCxnSpPr>
          <p:nvPr userDrawn="1"/>
        </p:nvCxnSpPr>
        <p:spPr>
          <a:xfrm>
            <a:off x="11001387" y="6843713"/>
            <a:ext cx="1217293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ED37EE55-DB14-725F-D596-7B3404C77A8E}"/>
              </a:ext>
            </a:extLst>
          </p:cNvPr>
          <p:cNvCxnSpPr>
            <a:cxnSpLocks/>
          </p:cNvCxnSpPr>
          <p:nvPr userDrawn="1"/>
        </p:nvCxnSpPr>
        <p:spPr>
          <a:xfrm>
            <a:off x="11001387" y="9663113"/>
            <a:ext cx="1217293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72A3C506-629D-4DBB-601B-2BC8883F7CC7}"/>
              </a:ext>
            </a:extLst>
          </p:cNvPr>
          <p:cNvCxnSpPr>
            <a:cxnSpLocks/>
          </p:cNvCxnSpPr>
          <p:nvPr userDrawn="1"/>
        </p:nvCxnSpPr>
        <p:spPr>
          <a:xfrm>
            <a:off x="11001387" y="12482513"/>
            <a:ext cx="1217293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Текст 7">
            <a:extLst>
              <a:ext uri="{FF2B5EF4-FFF2-40B4-BE49-F238E27FC236}">
                <a16:creationId xmlns:a16="http://schemas.microsoft.com/office/drawing/2014/main" id="{D890C986-DEDA-B7C4-52CC-84FDE6758B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1676691"/>
            <a:ext cx="9394860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3308833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8044">
          <p15:clr>
            <a:srgbClr val="FBAE40"/>
          </p15:clr>
        </p15:guide>
        <p15:guide id="3" pos="6933">
          <p15:clr>
            <a:srgbClr val="FBAE40"/>
          </p15:clr>
        </p15:guide>
      </p15:sldGuideLst>
    </p:ext>
  </p:extLst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овые блоки_17 (плашка с иллюстрацией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438E5611-E4BA-5D5B-7D84-C953E22CBD80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sp>
        <p:nvSpPr>
          <p:cNvPr id="58" name="Текст 7">
            <a:extLst>
              <a:ext uri="{FF2B5EF4-FFF2-40B4-BE49-F238E27FC236}">
                <a16:creationId xmlns:a16="http://schemas.microsoft.com/office/drawing/2014/main" id="{A75725BE-F50B-16CD-1EF8-E77FBBD96A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010258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59" name="Текст 55">
            <a:extLst>
              <a:ext uri="{FF2B5EF4-FFF2-40B4-BE49-F238E27FC236}">
                <a16:creationId xmlns:a16="http://schemas.microsoft.com/office/drawing/2014/main" id="{9C8D5699-DF29-D16F-4448-1352389EDC2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768521" y="3620265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0" name="Текст 55">
            <a:extLst>
              <a:ext uri="{FF2B5EF4-FFF2-40B4-BE49-F238E27FC236}">
                <a16:creationId xmlns:a16="http://schemas.microsoft.com/office/drawing/2014/main" id="{C722C896-BA4A-141D-99AE-FC850C3E17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768521" y="3010665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4314325E-15A8-11D3-C003-EDAD5ABCA3F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768521" y="6177494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7E0BF46B-2EDC-6635-A78E-6119C32AF55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768521" y="5581744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CA9F2D85-180C-DEB7-E62B-6293DB8740D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3768521" y="8734723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70C58B14-34B6-195C-00DC-EADADCC4FD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3768521" y="8138973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71AFC07D-6806-1676-9B78-BFA9D1C2A3C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3768521" y="11291951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CFD95EA6-7A4F-0687-B054-82EF0014EE3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3768521" y="1069620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7514063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568">
          <p15:clr>
            <a:srgbClr val="FBAE40"/>
          </p15:clr>
        </p15:guide>
        <p15:guide id="3" pos="6683">
          <p15:clr>
            <a:srgbClr val="FBAE40"/>
          </p15:clr>
        </p15:guide>
        <p15:guide id="4" pos="8679">
          <p15:clr>
            <a:srgbClr val="FBAE40"/>
          </p15:clr>
        </p15:guide>
      </p15:sldGuideLst>
    </p:ext>
  </p:extLst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овые блоки_18 (рамка + текстовые бло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" name="Скругленный прямоугольник 8">
            <a:extLst>
              <a:ext uri="{FF2B5EF4-FFF2-40B4-BE49-F238E27FC236}">
                <a16:creationId xmlns:a16="http://schemas.microsoft.com/office/drawing/2014/main" id="{B49C2E52-E572-5672-993F-C3D02E1A915B}"/>
              </a:ext>
            </a:extLst>
          </p:cNvPr>
          <p:cNvSpPr/>
          <p:nvPr userDrawn="1"/>
        </p:nvSpPr>
        <p:spPr>
          <a:xfrm>
            <a:off x="1206651" y="1206500"/>
            <a:ext cx="6755663" cy="6755663"/>
          </a:xfrm>
          <a:custGeom>
            <a:avLst/>
            <a:gdLst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699543 w 6699543"/>
              <a:gd name="connsiteY4" fmla="*/ 6325775 h 6699543"/>
              <a:gd name="connsiteX5" fmla="*/ 6325775 w 6699543"/>
              <a:gd name="connsiteY5" fmla="*/ 6699543 h 6699543"/>
              <a:gd name="connsiteX6" fmla="*/ 373768 w 6699543"/>
              <a:gd name="connsiteY6" fmla="*/ 6699543 h 6699543"/>
              <a:gd name="connsiteX7" fmla="*/ 0 w 6699543"/>
              <a:gd name="connsiteY7" fmla="*/ 6325775 h 6699543"/>
              <a:gd name="connsiteX8" fmla="*/ 0 w 6699543"/>
              <a:gd name="connsiteY8" fmla="*/ 373768 h 6699543"/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325775 w 6699543"/>
              <a:gd name="connsiteY4" fmla="*/ 6699543 h 6699543"/>
              <a:gd name="connsiteX5" fmla="*/ 373768 w 6699543"/>
              <a:gd name="connsiteY5" fmla="*/ 6699543 h 6699543"/>
              <a:gd name="connsiteX6" fmla="*/ 0 w 6699543"/>
              <a:gd name="connsiteY6" fmla="*/ 6325775 h 6699543"/>
              <a:gd name="connsiteX7" fmla="*/ 0 w 6699543"/>
              <a:gd name="connsiteY7" fmla="*/ 373768 h 6699543"/>
              <a:gd name="connsiteX0" fmla="*/ 6325775 w 6699543"/>
              <a:gd name="connsiteY0" fmla="*/ 6699543 h 6790983"/>
              <a:gd name="connsiteX1" fmla="*/ 373768 w 6699543"/>
              <a:gd name="connsiteY1" fmla="*/ 6699543 h 6790983"/>
              <a:gd name="connsiteX2" fmla="*/ 0 w 6699543"/>
              <a:gd name="connsiteY2" fmla="*/ 6325775 h 6790983"/>
              <a:gd name="connsiteX3" fmla="*/ 0 w 6699543"/>
              <a:gd name="connsiteY3" fmla="*/ 373768 h 6790983"/>
              <a:gd name="connsiteX4" fmla="*/ 373768 w 6699543"/>
              <a:gd name="connsiteY4" fmla="*/ 0 h 6790983"/>
              <a:gd name="connsiteX5" fmla="*/ 6325775 w 6699543"/>
              <a:gd name="connsiteY5" fmla="*/ 0 h 6790983"/>
              <a:gd name="connsiteX6" fmla="*/ 6699543 w 6699543"/>
              <a:gd name="connsiteY6" fmla="*/ 373768 h 6790983"/>
              <a:gd name="connsiteX7" fmla="*/ 6417215 w 6699543"/>
              <a:gd name="connsiteY7" fmla="*/ 6790983 h 6790983"/>
              <a:gd name="connsiteX0" fmla="*/ 6325775 w 6699543"/>
              <a:gd name="connsiteY0" fmla="*/ 6699543 h 6699543"/>
              <a:gd name="connsiteX1" fmla="*/ 373768 w 6699543"/>
              <a:gd name="connsiteY1" fmla="*/ 6699543 h 6699543"/>
              <a:gd name="connsiteX2" fmla="*/ 0 w 6699543"/>
              <a:gd name="connsiteY2" fmla="*/ 6325775 h 6699543"/>
              <a:gd name="connsiteX3" fmla="*/ 0 w 6699543"/>
              <a:gd name="connsiteY3" fmla="*/ 373768 h 6699543"/>
              <a:gd name="connsiteX4" fmla="*/ 373768 w 6699543"/>
              <a:gd name="connsiteY4" fmla="*/ 0 h 6699543"/>
              <a:gd name="connsiteX5" fmla="*/ 6325775 w 6699543"/>
              <a:gd name="connsiteY5" fmla="*/ 0 h 6699543"/>
              <a:gd name="connsiteX6" fmla="*/ 6699543 w 6699543"/>
              <a:gd name="connsiteY6" fmla="*/ 373768 h 6699543"/>
              <a:gd name="connsiteX0" fmla="*/ 6325775 w 6325775"/>
              <a:gd name="connsiteY0" fmla="*/ 6699543 h 6699543"/>
              <a:gd name="connsiteX1" fmla="*/ 373768 w 6325775"/>
              <a:gd name="connsiteY1" fmla="*/ 6699543 h 6699543"/>
              <a:gd name="connsiteX2" fmla="*/ 0 w 6325775"/>
              <a:gd name="connsiteY2" fmla="*/ 6325775 h 6699543"/>
              <a:gd name="connsiteX3" fmla="*/ 0 w 6325775"/>
              <a:gd name="connsiteY3" fmla="*/ 373768 h 6699543"/>
              <a:gd name="connsiteX4" fmla="*/ 373768 w 6325775"/>
              <a:gd name="connsiteY4" fmla="*/ 0 h 6699543"/>
              <a:gd name="connsiteX5" fmla="*/ 6325775 w 6325775"/>
              <a:gd name="connsiteY5" fmla="*/ 0 h 6699543"/>
              <a:gd name="connsiteX0" fmla="*/ 373768 w 6325775"/>
              <a:gd name="connsiteY0" fmla="*/ 6699543 h 6699543"/>
              <a:gd name="connsiteX1" fmla="*/ 0 w 6325775"/>
              <a:gd name="connsiteY1" fmla="*/ 6325775 h 6699543"/>
              <a:gd name="connsiteX2" fmla="*/ 0 w 6325775"/>
              <a:gd name="connsiteY2" fmla="*/ 373768 h 6699543"/>
              <a:gd name="connsiteX3" fmla="*/ 373768 w 6325775"/>
              <a:gd name="connsiteY3" fmla="*/ 0 h 6699543"/>
              <a:gd name="connsiteX4" fmla="*/ 6325775 w 6325775"/>
              <a:gd name="connsiteY4" fmla="*/ 0 h 6699543"/>
              <a:gd name="connsiteX0" fmla="*/ 0 w 6325775"/>
              <a:gd name="connsiteY0" fmla="*/ 6325775 h 6325775"/>
              <a:gd name="connsiteX1" fmla="*/ 0 w 6325775"/>
              <a:gd name="connsiteY1" fmla="*/ 373768 h 6325775"/>
              <a:gd name="connsiteX2" fmla="*/ 373768 w 6325775"/>
              <a:gd name="connsiteY2" fmla="*/ 0 h 6325775"/>
              <a:gd name="connsiteX3" fmla="*/ 6325775 w 6325775"/>
              <a:gd name="connsiteY3" fmla="*/ 0 h 632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25775" h="6325775">
                <a:moveTo>
                  <a:pt x="0" y="6325775"/>
                </a:moveTo>
                <a:lnTo>
                  <a:pt x="0" y="373768"/>
                </a:lnTo>
                <a:cubicBezTo>
                  <a:pt x="0" y="167342"/>
                  <a:pt x="167342" y="0"/>
                  <a:pt x="373768" y="0"/>
                </a:cubicBezTo>
                <a:lnTo>
                  <a:pt x="6325775" y="0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Graphik LC Regular"/>
              <a:ea typeface="+mn-ea"/>
              <a:cs typeface="+mn-cs"/>
            </a:endParaRPr>
          </a:p>
        </p:txBody>
      </p:sp>
      <p:sp>
        <p:nvSpPr>
          <p:cNvPr id="5" name="Прямоугольник 9">
            <a:extLst>
              <a:ext uri="{FF2B5EF4-FFF2-40B4-BE49-F238E27FC236}">
                <a16:creationId xmlns:a16="http://schemas.microsoft.com/office/drawing/2014/main" id="{B582D367-FAD7-05BE-CDB7-593DD2E36F23}"/>
              </a:ext>
            </a:extLst>
          </p:cNvPr>
          <p:cNvSpPr/>
          <p:nvPr userDrawn="1"/>
        </p:nvSpPr>
        <p:spPr>
          <a:xfrm>
            <a:off x="16424733" y="5753836"/>
            <a:ext cx="6755664" cy="6755664"/>
          </a:xfrm>
          <a:custGeom>
            <a:avLst/>
            <a:gdLst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0 w 6755664"/>
              <a:gd name="connsiteY4" fmla="*/ 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91440 w 6755664"/>
              <a:gd name="connsiteY4" fmla="*/ 9144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0" fmla="*/ 6755664 w 6755664"/>
              <a:gd name="connsiteY0" fmla="*/ 0 h 6755664"/>
              <a:gd name="connsiteX1" fmla="*/ 6755664 w 6755664"/>
              <a:gd name="connsiteY1" fmla="*/ 6755664 h 6755664"/>
              <a:gd name="connsiteX2" fmla="*/ 0 w 6755664"/>
              <a:gd name="connsiteY2" fmla="*/ 6755664 h 675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55664" h="6755664">
                <a:moveTo>
                  <a:pt x="6755664" y="0"/>
                </a:moveTo>
                <a:lnTo>
                  <a:pt x="6755664" y="6755664"/>
                </a:lnTo>
                <a:lnTo>
                  <a:pt x="0" y="6755664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Graphik LC Regular"/>
              <a:ea typeface="+mn-ea"/>
              <a:cs typeface="+mn-cs"/>
            </a:endParaRPr>
          </a:p>
        </p:txBody>
      </p:sp>
      <p:sp>
        <p:nvSpPr>
          <p:cNvPr id="15" name="Текст 7">
            <a:extLst>
              <a:ext uri="{FF2B5EF4-FFF2-40B4-BE49-F238E27FC236}">
                <a16:creationId xmlns:a16="http://schemas.microsoft.com/office/drawing/2014/main" id="{ED095C03-4444-058E-CF2B-7E65249028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16527" y="3157745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786C063C-3AAD-BF09-B89A-0E68505D603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616527" y="5418345"/>
            <a:ext cx="8918886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чей-то готовый вывод альтернативным путем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D0793E13-FAF1-B718-C61F-DB482BDBA66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616527" y="8378171"/>
            <a:ext cx="8918886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Важно понимать, что бывает наоборот: имея расплывчатую задачу, нелокализованную проблему, вы сначала построите модель текущего процесса, чтобы получить представление «изнутри», как улучшить процесс или где теория не соответствует практике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9A614C29-87C3-BFE1-4AB6-1F9E454969B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476129" y="5418345"/>
            <a:ext cx="8099666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00DCE09F-4E95-A913-345B-1E760A8AF6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476129" y="6367537"/>
            <a:ext cx="8099666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DE71BD17-1AB2-4868-29A5-93455245DA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4476129" y="7316664"/>
            <a:ext cx="8099666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EA6B3A17-3490-B2A3-67AB-E6913F9AE89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4476129" y="8265791"/>
            <a:ext cx="8099666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9E6E9374-CA81-8A9E-A7B4-1E032DC324B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4476129" y="9203824"/>
            <a:ext cx="8099666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D957C9F6-FCEC-5EE0-13B6-D83C77E5B2D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4476129" y="10164045"/>
            <a:ext cx="8099666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</p:spTree>
    <p:extLst>
      <p:ext uri="{BB962C8B-B14F-4D97-AF65-F5344CB8AC3E}">
        <p14:creationId xmlns:p14="http://schemas.microsoft.com/office/powerpoint/2010/main" val="3928220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овые блоки_19 (горизонтальная плашка + 4 пункта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17" descr=" ">
            <a:extLst>
              <a:ext uri="{FF2B5EF4-FFF2-40B4-BE49-F238E27FC236}">
                <a16:creationId xmlns:a16="http://schemas.microsoft.com/office/drawing/2014/main" id="{4903FC69-1ED7-3A2E-AA31-F3B39B4385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D1F9D318-CEFB-5612-BA75-042D25D6B60B}"/>
              </a:ext>
            </a:extLst>
          </p:cNvPr>
          <p:cNvSpPr/>
          <p:nvPr userDrawn="1"/>
        </p:nvSpPr>
        <p:spPr>
          <a:xfrm flipV="1">
            <a:off x="0" y="5588000"/>
            <a:ext cx="24387048" cy="81280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/>
              <a:ea typeface="+mn-ea"/>
              <a:cs typeface="+mn-cs"/>
            </a:endParaRPr>
          </a:p>
        </p:txBody>
      </p:sp>
      <p:sp>
        <p:nvSpPr>
          <p:cNvPr id="15" name="Текст 7">
            <a:extLst>
              <a:ext uri="{FF2B5EF4-FFF2-40B4-BE49-F238E27FC236}">
                <a16:creationId xmlns:a16="http://schemas.microsoft.com/office/drawing/2014/main" id="{99939A9D-2E06-76E2-9344-5613898165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9208651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10666DD3-22FD-25C3-AD21-A7E04411AF3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352" y="9080500"/>
            <a:ext cx="4836391" cy="2574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83211791-537F-8DB6-8943-F5537412F0F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08051" y="9080500"/>
            <a:ext cx="4836391" cy="2574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742D708B-5009-3D73-7870-7F106111215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396749" y="9080500"/>
            <a:ext cx="4836391" cy="2574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CB5261CD-9498-307C-B0B9-7E40AF66B72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972746" y="9080500"/>
            <a:ext cx="4836391" cy="2574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D94312C5-FBDC-02D1-8BD1-1BD7067CB86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19352" y="8470900"/>
            <a:ext cx="483639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C934315D-D5C4-2563-D395-EA75282D43F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08051" y="8470900"/>
            <a:ext cx="483639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214C904B-43FF-46B1-7D39-289B881F878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396749" y="8470900"/>
            <a:ext cx="483639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4B727DA3-121E-69F7-AED4-453EB9DC6D4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7972746" y="8470900"/>
            <a:ext cx="483639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4BD494FF-B080-B029-618C-B3941D8BD9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2396749" y="1219200"/>
            <a:ext cx="9725739" cy="25205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</a:t>
            </a:r>
            <a:br>
              <a:rPr lang="ru-RU" dirty="0"/>
            </a:br>
            <a:r>
              <a:rPr lang="ru-RU" dirty="0"/>
              <a:t>или проверить  чей-то готовый вывод альтернативным путем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AC801BA2-5585-D54F-2B83-323361777A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396749" y="4296100"/>
            <a:ext cx="9725739" cy="3445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000"/>
              </a:lnSpc>
            </a:pPr>
            <a:r>
              <a:rPr lang="ru-RU" dirty="0"/>
              <a:t>Ссылка на источник </a:t>
            </a:r>
          </a:p>
        </p:txBody>
      </p:sp>
    </p:spTree>
    <p:extLst>
      <p:ext uri="{BB962C8B-B14F-4D97-AF65-F5344CB8AC3E}">
        <p14:creationId xmlns:p14="http://schemas.microsoft.com/office/powerpoint/2010/main" val="35431610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овые блоки_20 (пункты + лини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FB177212-E3C8-8EBC-F0D1-297E43FDCFB0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04913"/>
            <a:ext cx="2060737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833EB9B4-2DB5-1162-3544-83A863A2C5E6}"/>
              </a:ext>
            </a:extLst>
          </p:cNvPr>
          <p:cNvCxnSpPr>
            <a:cxnSpLocks/>
          </p:cNvCxnSpPr>
          <p:nvPr userDrawn="1"/>
        </p:nvCxnSpPr>
        <p:spPr>
          <a:xfrm>
            <a:off x="1212850" y="3451610"/>
            <a:ext cx="2196147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D25FD1D9-DC45-CB2C-6380-90EBCEC62235}"/>
              </a:ext>
            </a:extLst>
          </p:cNvPr>
          <p:cNvCxnSpPr>
            <a:cxnSpLocks/>
          </p:cNvCxnSpPr>
          <p:nvPr userDrawn="1"/>
        </p:nvCxnSpPr>
        <p:spPr>
          <a:xfrm>
            <a:off x="1212850" y="5709335"/>
            <a:ext cx="2196147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B3CEFCD3-E1F9-1D24-E2D9-0F43CAA08387}"/>
              </a:ext>
            </a:extLst>
          </p:cNvPr>
          <p:cNvCxnSpPr>
            <a:cxnSpLocks/>
          </p:cNvCxnSpPr>
          <p:nvPr userDrawn="1"/>
        </p:nvCxnSpPr>
        <p:spPr>
          <a:xfrm>
            <a:off x="1212850" y="10224785"/>
            <a:ext cx="2196147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72EF228B-DB9A-6F21-F241-1D99589C29D5}"/>
              </a:ext>
            </a:extLst>
          </p:cNvPr>
          <p:cNvCxnSpPr>
            <a:cxnSpLocks/>
          </p:cNvCxnSpPr>
          <p:nvPr userDrawn="1"/>
        </p:nvCxnSpPr>
        <p:spPr>
          <a:xfrm>
            <a:off x="1212850" y="12482513"/>
            <a:ext cx="2196147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CF5E3F09-24E4-1B52-9EA6-F69905C89506}"/>
              </a:ext>
            </a:extLst>
          </p:cNvPr>
          <p:cNvCxnSpPr>
            <a:cxnSpLocks/>
          </p:cNvCxnSpPr>
          <p:nvPr userDrawn="1"/>
        </p:nvCxnSpPr>
        <p:spPr>
          <a:xfrm>
            <a:off x="1212850" y="7967060"/>
            <a:ext cx="2196147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Текст 55">
            <a:extLst>
              <a:ext uri="{FF2B5EF4-FFF2-40B4-BE49-F238E27FC236}">
                <a16:creationId xmlns:a16="http://schemas.microsoft.com/office/drawing/2014/main" id="{B9005F16-E06B-996D-64C2-7C18EDA46EC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4873" y="1841834"/>
            <a:ext cx="4836391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DFE0727D-BA1B-5878-C7EC-735F177794E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84873" y="4097355"/>
            <a:ext cx="4836391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CDF19753-407B-019F-D54D-86535136F64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84873" y="6352876"/>
            <a:ext cx="4836391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4EAF4B98-7BC3-698D-B702-5835DC0A9E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84873" y="8608396"/>
            <a:ext cx="4836391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95013C3F-AF5F-C857-63CE-A1EC7077710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84873" y="10863917"/>
            <a:ext cx="4836391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AC763B7B-9066-5DB1-86AD-EC5D73077B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986873" y="1695107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FEB4EC6A-7308-DE31-74F0-CFE4F12AF62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986873" y="3952897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93F4CA36-4BDA-C650-1075-23A7542D543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986873" y="6210622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C3B90479-A5F9-30A6-7CD8-C747753320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986873" y="8468347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0C4C509A-4F4D-ABBD-4BB2-17AAEC5CAA1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986873" y="10726072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</p:spTree>
    <p:extLst>
      <p:ext uri="{BB962C8B-B14F-4D97-AF65-F5344CB8AC3E}">
        <p14:creationId xmlns:p14="http://schemas.microsoft.com/office/powerpoint/2010/main" val="30687044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овые блоки_21 (тезис + перекрестие и текстовые бло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7858E12B-FA27-FA92-082C-2AEE00D67492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34725"/>
            <a:ext cx="8813511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41352DD0-A915-3911-5E6D-46AFD4A06819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497440"/>
            <a:ext cx="8813511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A4FFA629-ECE7-4037-3503-ECFF3D19F1DF}"/>
              </a:ext>
            </a:extLst>
          </p:cNvPr>
          <p:cNvCxnSpPr>
            <a:cxnSpLocks/>
          </p:cNvCxnSpPr>
          <p:nvPr userDrawn="1"/>
        </p:nvCxnSpPr>
        <p:spPr>
          <a:xfrm>
            <a:off x="11252216" y="12497440"/>
            <a:ext cx="11922109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44D874E5-161A-C794-44DC-39335C98AFD5}"/>
              </a:ext>
            </a:extLst>
          </p:cNvPr>
          <p:cNvCxnSpPr>
            <a:cxnSpLocks/>
          </p:cNvCxnSpPr>
          <p:nvPr userDrawn="1"/>
        </p:nvCxnSpPr>
        <p:spPr>
          <a:xfrm>
            <a:off x="11252216" y="1234725"/>
            <a:ext cx="10574512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EC14C58D-1B6D-3B9F-B6F8-8B1459081176}"/>
              </a:ext>
            </a:extLst>
          </p:cNvPr>
          <p:cNvCxnSpPr>
            <a:cxnSpLocks/>
          </p:cNvCxnSpPr>
          <p:nvPr userDrawn="1"/>
        </p:nvCxnSpPr>
        <p:spPr>
          <a:xfrm>
            <a:off x="10612562" y="1841500"/>
            <a:ext cx="0" cy="10033002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Текст 11">
            <a:extLst>
              <a:ext uri="{FF2B5EF4-FFF2-40B4-BE49-F238E27FC236}">
                <a16:creationId xmlns:a16="http://schemas.microsoft.com/office/drawing/2014/main" id="{618E607F-FE48-24CC-7932-8305BA8C60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1841500"/>
            <a:ext cx="8813505" cy="605293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en-US" sz="108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118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10800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10800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br>
              <a:rPr lang="ru-RU" sz="10800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15B8A94C-F7B5-84F7-5AAD-A5AA2C17FA4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370232" y="2924946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F57C3B27-7FCC-91C8-544E-F78C189425A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370232" y="2315346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049CF09B-12D5-B35E-C5AB-998DD27A968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370232" y="10134410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0A734AA8-6330-45D8-65E4-1FDD4E49FE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370232" y="9524810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3B298278-88DF-25B7-8073-B6A592BB522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3370232" y="7731256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2591A152-5CE2-3944-179C-A489E42E989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3370232" y="7121656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B172DC4C-2161-B08E-32F1-CF223EE553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3370232" y="5328101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AE144C9F-F6A2-3CAE-0DA1-86D8D7EF4EC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3370232" y="471850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7222353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плашки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ED699A2F-14DB-73D5-F7C2-7AFB9BADCA73}"/>
              </a:ext>
            </a:extLst>
          </p:cNvPr>
          <p:cNvGrpSpPr/>
          <p:nvPr userDrawn="1"/>
        </p:nvGrpSpPr>
        <p:grpSpPr>
          <a:xfrm>
            <a:off x="1275668" y="9329909"/>
            <a:ext cx="21835838" cy="6788607"/>
            <a:chOff x="1275668" y="9329909"/>
            <a:chExt cx="21835838" cy="6788607"/>
          </a:xfrm>
        </p:grpSpPr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D6310DF9-7F34-CFC3-79A2-72623D68D13C}"/>
                </a:ext>
              </a:extLst>
            </p:cNvPr>
            <p:cNvSpPr/>
            <p:nvPr/>
          </p:nvSpPr>
          <p:spPr>
            <a:xfrm>
              <a:off x="12193587" y="9329909"/>
              <a:ext cx="12563" cy="6788607"/>
            </a:xfrm>
            <a:custGeom>
              <a:avLst/>
              <a:gdLst>
                <a:gd name="connsiteX0" fmla="*/ 0 w 12563"/>
                <a:gd name="connsiteY0" fmla="*/ 0 h 6788607"/>
                <a:gd name="connsiteX1" fmla="*/ 0 w 12563"/>
                <a:gd name="connsiteY1" fmla="*/ 6788607 h 6788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563" h="6788607">
                  <a:moveTo>
                    <a:pt x="0" y="0"/>
                  </a:moveTo>
                  <a:lnTo>
                    <a:pt x="0" y="6788607"/>
                  </a:lnTo>
                </a:path>
              </a:pathLst>
            </a:custGeom>
            <a:noFill/>
            <a:ln w="25400" cap="sq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5" name="Полилиния 4">
              <a:extLst>
                <a:ext uri="{FF2B5EF4-FFF2-40B4-BE49-F238E27FC236}">
                  <a16:creationId xmlns:a16="http://schemas.microsoft.com/office/drawing/2014/main" id="{8FC3FED7-E87E-000E-8FEC-64DDCF2E05A0}"/>
                </a:ext>
              </a:extLst>
            </p:cNvPr>
            <p:cNvSpPr/>
            <p:nvPr/>
          </p:nvSpPr>
          <p:spPr>
            <a:xfrm>
              <a:off x="1634206" y="12512052"/>
              <a:ext cx="21289472" cy="12556"/>
            </a:xfrm>
            <a:custGeom>
              <a:avLst/>
              <a:gdLst>
                <a:gd name="connsiteX0" fmla="*/ 21289472 w 21289472"/>
                <a:gd name="connsiteY0" fmla="*/ 0 h 12556"/>
                <a:gd name="connsiteX1" fmla="*/ 0 w 21289472"/>
                <a:gd name="connsiteY1" fmla="*/ 0 h 1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289472" h="12556">
                  <a:moveTo>
                    <a:pt x="21289472" y="0"/>
                  </a:move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BEC8422E-F30A-6FEC-D57F-9B0BDDFC6339}"/>
                </a:ext>
              </a:extLst>
            </p:cNvPr>
            <p:cNvSpPr/>
            <p:nvPr/>
          </p:nvSpPr>
          <p:spPr>
            <a:xfrm>
              <a:off x="2737121" y="9410886"/>
              <a:ext cx="9461982" cy="6553646"/>
            </a:xfrm>
            <a:custGeom>
              <a:avLst/>
              <a:gdLst>
                <a:gd name="connsiteX0" fmla="*/ 9461982 w 9461982"/>
                <a:gd name="connsiteY0" fmla="*/ 3101167 h 6553646"/>
                <a:gd name="connsiteX1" fmla="*/ 1577787 w 9461982"/>
                <a:gd name="connsiteY1" fmla="*/ 343370 h 6553646"/>
                <a:gd name="connsiteX2" fmla="*/ 1577787 w 9461982"/>
                <a:gd name="connsiteY2" fmla="*/ 6283512 h 6553646"/>
                <a:gd name="connsiteX3" fmla="*/ 9461982 w 9461982"/>
                <a:gd name="connsiteY3" fmla="*/ 3101380 h 6553646"/>
                <a:gd name="connsiteX4" fmla="*/ 9461982 w 9461982"/>
                <a:gd name="connsiteY4" fmla="*/ 3101167 h 655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61982" h="6553646">
                  <a:moveTo>
                    <a:pt x="9461982" y="3101167"/>
                  </a:moveTo>
                  <a:cubicBezTo>
                    <a:pt x="6209322" y="555331"/>
                    <a:pt x="3441975" y="-640707"/>
                    <a:pt x="1577787" y="343370"/>
                  </a:cubicBezTo>
                  <a:cubicBezTo>
                    <a:pt x="-591132" y="1488291"/>
                    <a:pt x="-459700" y="5280032"/>
                    <a:pt x="1577787" y="6283512"/>
                  </a:cubicBezTo>
                  <a:cubicBezTo>
                    <a:pt x="3353576" y="7158267"/>
                    <a:pt x="6209322" y="5859167"/>
                    <a:pt x="9461982" y="3101380"/>
                  </a:cubicBezTo>
                  <a:lnTo>
                    <a:pt x="9461982" y="3101167"/>
                  </a:lnTo>
                  <a:close/>
                </a:path>
              </a:pathLst>
            </a:custGeom>
            <a:noFill/>
            <a:ln w="25400" cap="rnd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DF33DD16-E96B-5547-44AB-0C53D8614373}"/>
                </a:ext>
              </a:extLst>
            </p:cNvPr>
            <p:cNvSpPr/>
            <p:nvPr/>
          </p:nvSpPr>
          <p:spPr>
            <a:xfrm>
              <a:off x="5455485" y="9333747"/>
              <a:ext cx="6743617" cy="6575756"/>
            </a:xfrm>
            <a:custGeom>
              <a:avLst/>
              <a:gdLst>
                <a:gd name="connsiteX0" fmla="*/ 6743618 w 6743617"/>
                <a:gd name="connsiteY0" fmla="*/ 3178306 h 6575756"/>
                <a:gd name="connsiteX1" fmla="*/ 1520631 w 6743617"/>
                <a:gd name="connsiteY1" fmla="*/ 59168 h 6575756"/>
                <a:gd name="connsiteX2" fmla="*/ 1520631 w 6743617"/>
                <a:gd name="connsiteY2" fmla="*/ 6523993 h 6575756"/>
                <a:gd name="connsiteX3" fmla="*/ 6743618 w 6743617"/>
                <a:gd name="connsiteY3" fmla="*/ 3178306 h 657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3617" h="6575756">
                  <a:moveTo>
                    <a:pt x="6743618" y="3178306"/>
                  </a:moveTo>
                  <a:cubicBezTo>
                    <a:pt x="4911418" y="1139629"/>
                    <a:pt x="2784936" y="-316355"/>
                    <a:pt x="1520631" y="59168"/>
                  </a:cubicBezTo>
                  <a:cubicBezTo>
                    <a:pt x="-559314" y="677111"/>
                    <a:pt x="-453753" y="5978658"/>
                    <a:pt x="1520631" y="6523993"/>
                  </a:cubicBezTo>
                  <a:cubicBezTo>
                    <a:pt x="2772435" y="6869686"/>
                    <a:pt x="4896291" y="5453765"/>
                    <a:pt x="6743618" y="3178306"/>
                  </a:cubicBezTo>
                  <a:close/>
                </a:path>
              </a:pathLst>
            </a:custGeom>
            <a:noFill/>
            <a:ln w="25400" cap="rnd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BDD4B9F3-6F06-FAA6-1280-75E3F7177E64}"/>
                </a:ext>
              </a:extLst>
            </p:cNvPr>
            <p:cNvSpPr/>
            <p:nvPr/>
          </p:nvSpPr>
          <p:spPr>
            <a:xfrm>
              <a:off x="8704489" y="9330301"/>
              <a:ext cx="3494600" cy="6576567"/>
            </a:xfrm>
            <a:custGeom>
              <a:avLst/>
              <a:gdLst>
                <a:gd name="connsiteX0" fmla="*/ 3494601 w 3494600"/>
                <a:gd name="connsiteY0" fmla="*/ 3181752 h 6576567"/>
                <a:gd name="connsiteX1" fmla="*/ 932835 w 3494600"/>
                <a:gd name="connsiteY1" fmla="*/ 5460 h 6576567"/>
                <a:gd name="connsiteX2" fmla="*/ 932835 w 3494600"/>
                <a:gd name="connsiteY2" fmla="*/ 6571887 h 6576567"/>
                <a:gd name="connsiteX3" fmla="*/ 3494601 w 3494600"/>
                <a:gd name="connsiteY3" fmla="*/ 3181752 h 6576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94600" h="6576567">
                  <a:moveTo>
                    <a:pt x="3494601" y="3181752"/>
                  </a:moveTo>
                  <a:cubicBezTo>
                    <a:pt x="2479499" y="1309355"/>
                    <a:pt x="1550168" y="-99061"/>
                    <a:pt x="932835" y="5460"/>
                  </a:cubicBezTo>
                  <a:cubicBezTo>
                    <a:pt x="-347175" y="222429"/>
                    <a:pt x="-274179" y="6391017"/>
                    <a:pt x="932835" y="6571887"/>
                  </a:cubicBezTo>
                  <a:cubicBezTo>
                    <a:pt x="1438213" y="6647624"/>
                    <a:pt x="2243086" y="5816677"/>
                    <a:pt x="3494601" y="3181752"/>
                  </a:cubicBezTo>
                  <a:close/>
                </a:path>
              </a:pathLst>
            </a:custGeom>
            <a:noFill/>
            <a:ln w="25400" cap="rnd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AA4AA47A-16F6-4558-65C1-A1C5FC2E2081}"/>
                </a:ext>
              </a:extLst>
            </p:cNvPr>
            <p:cNvSpPr/>
            <p:nvPr/>
          </p:nvSpPr>
          <p:spPr>
            <a:xfrm>
              <a:off x="12199103" y="9410886"/>
              <a:ext cx="9462017" cy="6553646"/>
            </a:xfrm>
            <a:custGeom>
              <a:avLst/>
              <a:gdLst>
                <a:gd name="connsiteX0" fmla="*/ 0 w 9462017"/>
                <a:gd name="connsiteY0" fmla="*/ 3101167 h 6553646"/>
                <a:gd name="connsiteX1" fmla="*/ 7884157 w 9462017"/>
                <a:gd name="connsiteY1" fmla="*/ 343370 h 6553646"/>
                <a:gd name="connsiteX2" fmla="*/ 7884157 w 9462017"/>
                <a:gd name="connsiteY2" fmla="*/ 6283512 h 6553646"/>
                <a:gd name="connsiteX3" fmla="*/ 0 w 9462017"/>
                <a:gd name="connsiteY3" fmla="*/ 3101380 h 6553646"/>
                <a:gd name="connsiteX4" fmla="*/ 0 w 9462017"/>
                <a:gd name="connsiteY4" fmla="*/ 3101167 h 655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62017" h="6553646">
                  <a:moveTo>
                    <a:pt x="0" y="3101167"/>
                  </a:moveTo>
                  <a:cubicBezTo>
                    <a:pt x="3252647" y="555331"/>
                    <a:pt x="6020070" y="-640707"/>
                    <a:pt x="7884157" y="343370"/>
                  </a:cubicBezTo>
                  <a:cubicBezTo>
                    <a:pt x="10053166" y="1488291"/>
                    <a:pt x="9921750" y="5280032"/>
                    <a:pt x="7884157" y="6283512"/>
                  </a:cubicBezTo>
                  <a:cubicBezTo>
                    <a:pt x="6108393" y="7158267"/>
                    <a:pt x="3252647" y="5859167"/>
                    <a:pt x="0" y="3101380"/>
                  </a:cubicBezTo>
                  <a:lnTo>
                    <a:pt x="0" y="3101167"/>
                  </a:lnTo>
                  <a:close/>
                </a:path>
              </a:pathLst>
            </a:custGeom>
            <a:noFill/>
            <a:ln w="25400" cap="rnd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F772D0FD-372B-D210-7E3D-2A641FBBDBE5}"/>
                </a:ext>
              </a:extLst>
            </p:cNvPr>
            <p:cNvSpPr/>
            <p:nvPr/>
          </p:nvSpPr>
          <p:spPr>
            <a:xfrm>
              <a:off x="12199103" y="9333747"/>
              <a:ext cx="6743655" cy="6575756"/>
            </a:xfrm>
            <a:custGeom>
              <a:avLst/>
              <a:gdLst>
                <a:gd name="connsiteX0" fmla="*/ 0 w 6743655"/>
                <a:gd name="connsiteY0" fmla="*/ 3178306 h 6575756"/>
                <a:gd name="connsiteX1" fmla="*/ 5223025 w 6743655"/>
                <a:gd name="connsiteY1" fmla="*/ 59168 h 6575756"/>
                <a:gd name="connsiteX2" fmla="*/ 5223025 w 6743655"/>
                <a:gd name="connsiteY2" fmla="*/ 6523993 h 6575756"/>
                <a:gd name="connsiteX3" fmla="*/ 0 w 6743655"/>
                <a:gd name="connsiteY3" fmla="*/ 3178306 h 657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3655" h="6575756">
                  <a:moveTo>
                    <a:pt x="0" y="3178306"/>
                  </a:moveTo>
                  <a:cubicBezTo>
                    <a:pt x="1832188" y="1139629"/>
                    <a:pt x="3958732" y="-316355"/>
                    <a:pt x="5223025" y="59168"/>
                  </a:cubicBezTo>
                  <a:cubicBezTo>
                    <a:pt x="7302956" y="677111"/>
                    <a:pt x="7197422" y="5978658"/>
                    <a:pt x="5223025" y="6523993"/>
                  </a:cubicBezTo>
                  <a:cubicBezTo>
                    <a:pt x="3971170" y="6869686"/>
                    <a:pt x="1847389" y="5453765"/>
                    <a:pt x="0" y="3178306"/>
                  </a:cubicBezTo>
                  <a:close/>
                </a:path>
              </a:pathLst>
            </a:custGeom>
            <a:noFill/>
            <a:ln w="25400" cap="rnd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3D316EA9-7C31-CEE7-2F28-5663AFAC7012}"/>
                </a:ext>
              </a:extLst>
            </p:cNvPr>
            <p:cNvSpPr/>
            <p:nvPr/>
          </p:nvSpPr>
          <p:spPr>
            <a:xfrm>
              <a:off x="12199103" y="9330301"/>
              <a:ext cx="3494590" cy="6576567"/>
            </a:xfrm>
            <a:custGeom>
              <a:avLst/>
              <a:gdLst>
                <a:gd name="connsiteX0" fmla="*/ 0 w 3494590"/>
                <a:gd name="connsiteY0" fmla="*/ 3181752 h 6576567"/>
                <a:gd name="connsiteX1" fmla="*/ 2561765 w 3494590"/>
                <a:gd name="connsiteY1" fmla="*/ 5460 h 6576567"/>
                <a:gd name="connsiteX2" fmla="*/ 2561765 w 3494590"/>
                <a:gd name="connsiteY2" fmla="*/ 6571887 h 6576567"/>
                <a:gd name="connsiteX3" fmla="*/ 0 w 3494590"/>
                <a:gd name="connsiteY3" fmla="*/ 3181752 h 6576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94590" h="6576567">
                  <a:moveTo>
                    <a:pt x="0" y="3181752"/>
                  </a:moveTo>
                  <a:cubicBezTo>
                    <a:pt x="1015115" y="1309355"/>
                    <a:pt x="1944507" y="-99061"/>
                    <a:pt x="2561765" y="5460"/>
                  </a:cubicBezTo>
                  <a:cubicBezTo>
                    <a:pt x="3841762" y="222429"/>
                    <a:pt x="3768768" y="6391017"/>
                    <a:pt x="2561765" y="6571887"/>
                  </a:cubicBezTo>
                  <a:cubicBezTo>
                    <a:pt x="2056451" y="6647624"/>
                    <a:pt x="1251515" y="5816677"/>
                    <a:pt x="0" y="3181752"/>
                  </a:cubicBezTo>
                  <a:close/>
                </a:path>
              </a:pathLst>
            </a:custGeom>
            <a:noFill/>
            <a:ln w="25400" cap="rnd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1B56148A-E1FD-55C2-3B84-7349DE5A486F}"/>
                </a:ext>
              </a:extLst>
            </p:cNvPr>
            <p:cNvSpPr/>
            <p:nvPr/>
          </p:nvSpPr>
          <p:spPr>
            <a:xfrm>
              <a:off x="1275668" y="12368474"/>
              <a:ext cx="276403" cy="276233"/>
            </a:xfrm>
            <a:custGeom>
              <a:avLst/>
              <a:gdLst>
                <a:gd name="connsiteX0" fmla="*/ 138202 w 276403"/>
                <a:gd name="connsiteY0" fmla="*/ 276233 h 276233"/>
                <a:gd name="connsiteX1" fmla="*/ 276403 w 276403"/>
                <a:gd name="connsiteY1" fmla="*/ 138117 h 276233"/>
                <a:gd name="connsiteX2" fmla="*/ 138202 w 276403"/>
                <a:gd name="connsiteY2" fmla="*/ 0 h 276233"/>
                <a:gd name="connsiteX3" fmla="*/ 0 w 276403"/>
                <a:gd name="connsiteY3" fmla="*/ 138117 h 276233"/>
                <a:gd name="connsiteX4" fmla="*/ 138202 w 276403"/>
                <a:gd name="connsiteY4" fmla="*/ 276233 h 276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403" h="276233">
                  <a:moveTo>
                    <a:pt x="138202" y="276233"/>
                  </a:moveTo>
                  <a:cubicBezTo>
                    <a:pt x="214528" y="276233"/>
                    <a:pt x="276403" y="214395"/>
                    <a:pt x="276403" y="138117"/>
                  </a:cubicBezTo>
                  <a:cubicBezTo>
                    <a:pt x="276403" y="61839"/>
                    <a:pt x="214528" y="0"/>
                    <a:pt x="138202" y="0"/>
                  </a:cubicBezTo>
                  <a:cubicBezTo>
                    <a:pt x="61875" y="0"/>
                    <a:pt x="0" y="61839"/>
                    <a:pt x="0" y="138117"/>
                  </a:cubicBezTo>
                  <a:cubicBezTo>
                    <a:pt x="0" y="214395"/>
                    <a:pt x="61875" y="276233"/>
                    <a:pt x="138202" y="276233"/>
                  </a:cubicBezTo>
                  <a:close/>
                </a:path>
              </a:pathLst>
            </a:custGeom>
            <a:solidFill>
              <a:srgbClr val="414141"/>
            </a:solidFill>
            <a:ln w="125601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F974EDDE-4F88-7420-5C04-114E93EB8ECA}"/>
                </a:ext>
              </a:extLst>
            </p:cNvPr>
            <p:cNvSpPr/>
            <p:nvPr/>
          </p:nvSpPr>
          <p:spPr>
            <a:xfrm>
              <a:off x="3398946" y="10246501"/>
              <a:ext cx="276403" cy="276233"/>
            </a:xfrm>
            <a:custGeom>
              <a:avLst/>
              <a:gdLst>
                <a:gd name="connsiteX0" fmla="*/ 276403 w 276403"/>
                <a:gd name="connsiteY0" fmla="*/ 138118 h 276233"/>
                <a:gd name="connsiteX1" fmla="*/ 138202 w 276403"/>
                <a:gd name="connsiteY1" fmla="*/ 276233 h 276233"/>
                <a:gd name="connsiteX2" fmla="*/ 0 w 276403"/>
                <a:gd name="connsiteY2" fmla="*/ 138118 h 276233"/>
                <a:gd name="connsiteX3" fmla="*/ 138202 w 276403"/>
                <a:gd name="connsiteY3" fmla="*/ 0 h 276233"/>
                <a:gd name="connsiteX4" fmla="*/ 276403 w 276403"/>
                <a:gd name="connsiteY4" fmla="*/ 138118 h 276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403" h="276233">
                  <a:moveTo>
                    <a:pt x="276403" y="138118"/>
                  </a:moveTo>
                  <a:cubicBezTo>
                    <a:pt x="276403" y="214397"/>
                    <a:pt x="214526" y="276233"/>
                    <a:pt x="138202" y="276233"/>
                  </a:cubicBezTo>
                  <a:cubicBezTo>
                    <a:pt x="61877" y="276233"/>
                    <a:pt x="0" y="214397"/>
                    <a:pt x="0" y="138118"/>
                  </a:cubicBezTo>
                  <a:cubicBezTo>
                    <a:pt x="0" y="61839"/>
                    <a:pt x="61877" y="0"/>
                    <a:pt x="138202" y="0"/>
                  </a:cubicBezTo>
                  <a:cubicBezTo>
                    <a:pt x="214526" y="0"/>
                    <a:pt x="276403" y="61839"/>
                    <a:pt x="276403" y="138118"/>
                  </a:cubicBezTo>
                  <a:close/>
                </a:path>
              </a:pathLst>
            </a:custGeom>
            <a:solidFill>
              <a:srgbClr val="141414"/>
            </a:solidFill>
            <a:ln w="25400" cap="flat">
              <a:solidFill>
                <a:srgbClr val="41414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0B63BD72-B38E-5143-7DE0-5CDE607A444C}"/>
                </a:ext>
              </a:extLst>
            </p:cNvPr>
            <p:cNvSpPr/>
            <p:nvPr/>
          </p:nvSpPr>
          <p:spPr>
            <a:xfrm>
              <a:off x="18374963" y="14616008"/>
              <a:ext cx="276403" cy="276233"/>
            </a:xfrm>
            <a:custGeom>
              <a:avLst/>
              <a:gdLst>
                <a:gd name="connsiteX0" fmla="*/ 276403 w 276403"/>
                <a:gd name="connsiteY0" fmla="*/ 138117 h 276233"/>
                <a:gd name="connsiteX1" fmla="*/ 138202 w 276403"/>
                <a:gd name="connsiteY1" fmla="*/ 276233 h 276233"/>
                <a:gd name="connsiteX2" fmla="*/ 0 w 276403"/>
                <a:gd name="connsiteY2" fmla="*/ 138117 h 276233"/>
                <a:gd name="connsiteX3" fmla="*/ 138202 w 276403"/>
                <a:gd name="connsiteY3" fmla="*/ 0 h 276233"/>
                <a:gd name="connsiteX4" fmla="*/ 276403 w 276403"/>
                <a:gd name="connsiteY4" fmla="*/ 138117 h 276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403" h="276233">
                  <a:moveTo>
                    <a:pt x="276403" y="138117"/>
                  </a:moveTo>
                  <a:cubicBezTo>
                    <a:pt x="276403" y="214395"/>
                    <a:pt x="214589" y="276233"/>
                    <a:pt x="138202" y="276233"/>
                  </a:cubicBezTo>
                  <a:cubicBezTo>
                    <a:pt x="61814" y="276233"/>
                    <a:pt x="0" y="214395"/>
                    <a:pt x="0" y="138117"/>
                  </a:cubicBezTo>
                  <a:cubicBezTo>
                    <a:pt x="0" y="61838"/>
                    <a:pt x="61814" y="0"/>
                    <a:pt x="138202" y="0"/>
                  </a:cubicBezTo>
                  <a:cubicBezTo>
                    <a:pt x="214589" y="0"/>
                    <a:pt x="276403" y="61838"/>
                    <a:pt x="276403" y="138117"/>
                  </a:cubicBezTo>
                  <a:close/>
                </a:path>
              </a:pathLst>
            </a:custGeom>
            <a:solidFill>
              <a:srgbClr val="141414"/>
            </a:solidFill>
            <a:ln w="25400" cap="flat">
              <a:solidFill>
                <a:srgbClr val="41414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AADA902D-B7B5-0C24-21CD-50FE56BA2D1E}"/>
                </a:ext>
              </a:extLst>
            </p:cNvPr>
            <p:cNvSpPr/>
            <p:nvPr/>
          </p:nvSpPr>
          <p:spPr>
            <a:xfrm>
              <a:off x="22835103" y="12368474"/>
              <a:ext cx="276403" cy="276233"/>
            </a:xfrm>
            <a:custGeom>
              <a:avLst/>
              <a:gdLst>
                <a:gd name="connsiteX0" fmla="*/ 138202 w 276403"/>
                <a:gd name="connsiteY0" fmla="*/ 276233 h 276233"/>
                <a:gd name="connsiteX1" fmla="*/ 276403 w 276403"/>
                <a:gd name="connsiteY1" fmla="*/ 138117 h 276233"/>
                <a:gd name="connsiteX2" fmla="*/ 138202 w 276403"/>
                <a:gd name="connsiteY2" fmla="*/ 0 h 276233"/>
                <a:gd name="connsiteX3" fmla="*/ 0 w 276403"/>
                <a:gd name="connsiteY3" fmla="*/ 138117 h 276233"/>
                <a:gd name="connsiteX4" fmla="*/ 138202 w 276403"/>
                <a:gd name="connsiteY4" fmla="*/ 276233 h 276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403" h="276233">
                  <a:moveTo>
                    <a:pt x="138202" y="276233"/>
                  </a:moveTo>
                  <a:cubicBezTo>
                    <a:pt x="214589" y="276233"/>
                    <a:pt x="276403" y="214395"/>
                    <a:pt x="276403" y="138117"/>
                  </a:cubicBezTo>
                  <a:cubicBezTo>
                    <a:pt x="276403" y="61839"/>
                    <a:pt x="214589" y="0"/>
                    <a:pt x="138202" y="0"/>
                  </a:cubicBezTo>
                  <a:cubicBezTo>
                    <a:pt x="61814" y="0"/>
                    <a:pt x="0" y="61839"/>
                    <a:pt x="0" y="138117"/>
                  </a:cubicBezTo>
                  <a:cubicBezTo>
                    <a:pt x="0" y="214395"/>
                    <a:pt x="61814" y="276233"/>
                    <a:pt x="138202" y="276233"/>
                  </a:cubicBezTo>
                  <a:close/>
                </a:path>
              </a:pathLst>
            </a:custGeom>
            <a:solidFill>
              <a:srgbClr val="414141"/>
            </a:solidFill>
            <a:ln w="125601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</p:grpSp>
      <p:sp>
        <p:nvSpPr>
          <p:cNvPr id="16" name="Shape 11">
            <a:extLst>
              <a:ext uri="{FF2B5EF4-FFF2-40B4-BE49-F238E27FC236}">
                <a16:creationId xmlns:a16="http://schemas.microsoft.com/office/drawing/2014/main" id="{B29D1643-47F3-DD23-3A72-04B2C0D343F8}"/>
              </a:ext>
            </a:extLst>
          </p:cNvPr>
          <p:cNvSpPr>
            <a:spLocks/>
          </p:cNvSpPr>
          <p:nvPr userDrawn="1"/>
        </p:nvSpPr>
        <p:spPr>
          <a:xfrm>
            <a:off x="1219352" y="2458165"/>
            <a:ext cx="10786986" cy="51355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CF1469F9-BE69-BB64-0A94-12107B9A1174}"/>
              </a:ext>
            </a:extLst>
          </p:cNvPr>
          <p:cNvSpPr>
            <a:spLocks/>
          </p:cNvSpPr>
          <p:nvPr userDrawn="1"/>
        </p:nvSpPr>
        <p:spPr>
          <a:xfrm>
            <a:off x="12387338" y="2458165"/>
            <a:ext cx="10786986" cy="51355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Текст 14">
            <a:extLst>
              <a:ext uri="{FF2B5EF4-FFF2-40B4-BE49-F238E27FC236}">
                <a16:creationId xmlns:a16="http://schemas.microsoft.com/office/drawing/2014/main" id="{3F60C5DE-79D7-8F61-E4C8-96CBF670E2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54190" y="3504834"/>
            <a:ext cx="8638747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1</a:t>
            </a:r>
          </a:p>
        </p:txBody>
      </p:sp>
      <p:sp>
        <p:nvSpPr>
          <p:cNvPr id="23" name="Текст 14">
            <a:extLst>
              <a:ext uri="{FF2B5EF4-FFF2-40B4-BE49-F238E27FC236}">
                <a16:creationId xmlns:a16="http://schemas.microsoft.com/office/drawing/2014/main" id="{C929E4A1-B0B8-9FDC-604F-520976BB60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922176" y="3504834"/>
            <a:ext cx="8638747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2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FDBD3E6D-6DED-7D5C-997F-B82001D4BA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54190" y="4540426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36FE4251-EDFE-CBFC-CAE0-A1EFFFE5A24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922176" y="4540426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</p:spTree>
    <p:extLst>
      <p:ext uri="{BB962C8B-B14F-4D97-AF65-F5344CB8AC3E}">
        <p14:creationId xmlns:p14="http://schemas.microsoft.com/office/powerpoint/2010/main" val="38898784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плаш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103AA4AF-D8EE-EBDD-0F2A-10F8B2CD8D64}"/>
              </a:ext>
            </a:extLst>
          </p:cNvPr>
          <p:cNvSpPr/>
          <p:nvPr userDrawn="1"/>
        </p:nvSpPr>
        <p:spPr>
          <a:xfrm>
            <a:off x="16105613" y="5747753"/>
            <a:ext cx="7062083" cy="43561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D4ACAC18-1259-B428-74DB-04773FAFE81A}"/>
              </a:ext>
            </a:extLst>
          </p:cNvPr>
          <p:cNvSpPr/>
          <p:nvPr userDrawn="1"/>
        </p:nvSpPr>
        <p:spPr>
          <a:xfrm>
            <a:off x="8662483" y="5747753"/>
            <a:ext cx="7062083" cy="43561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47A85605-A823-4493-E8FE-0BBEAAF8E668}"/>
              </a:ext>
            </a:extLst>
          </p:cNvPr>
          <p:cNvSpPr/>
          <p:nvPr userDrawn="1"/>
        </p:nvSpPr>
        <p:spPr>
          <a:xfrm>
            <a:off x="1219352" y="5747753"/>
            <a:ext cx="7062083" cy="43561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sp>
        <p:nvSpPr>
          <p:cNvPr id="18" name="Текст 7">
            <a:extLst>
              <a:ext uri="{FF2B5EF4-FFF2-40B4-BE49-F238E27FC236}">
                <a16:creationId xmlns:a16="http://schemas.microsoft.com/office/drawing/2014/main" id="{84C5389A-D7C3-B5E3-47F8-6FDCC35071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2890253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AAC206CD-BF6F-AA7C-7493-1155D1A9280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27416" y="7436853"/>
            <a:ext cx="616764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C8D1DE36-B7A4-4C25-BE13-8C35B85CA3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70546" y="7436853"/>
            <a:ext cx="616764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4F57185B-0BE0-5F4A-EAD7-7339EA2D9E8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613676" y="7436853"/>
            <a:ext cx="616764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1E833D5F-87DE-7E99-F2AD-09E4014E711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27417" y="6841103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929FC0B3-0C14-BD7A-0E48-A977187184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70546" y="6841103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0" name="Текст 55">
            <a:extLst>
              <a:ext uri="{FF2B5EF4-FFF2-40B4-BE49-F238E27FC236}">
                <a16:creationId xmlns:a16="http://schemas.microsoft.com/office/drawing/2014/main" id="{D64AD4C2-5A6F-CCA7-D6DD-E78E90555E6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6613676" y="6841103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5180632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плашки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8" name="Shape 3">
            <a:extLst>
              <a:ext uri="{FF2B5EF4-FFF2-40B4-BE49-F238E27FC236}">
                <a16:creationId xmlns:a16="http://schemas.microsoft.com/office/drawing/2014/main" id="{3DE0BB0E-CB2A-F66F-E0AC-CAE77ADE40FA}"/>
              </a:ext>
            </a:extLst>
          </p:cNvPr>
          <p:cNvSpPr/>
          <p:nvPr userDrawn="1"/>
        </p:nvSpPr>
        <p:spPr>
          <a:xfrm>
            <a:off x="16105613" y="4775200"/>
            <a:ext cx="7062083" cy="67310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E7FA60B3-5DAE-3CFF-C457-3039D47EA5D4}"/>
              </a:ext>
            </a:extLst>
          </p:cNvPr>
          <p:cNvSpPr/>
          <p:nvPr userDrawn="1"/>
        </p:nvSpPr>
        <p:spPr>
          <a:xfrm>
            <a:off x="8662483" y="4775200"/>
            <a:ext cx="7062083" cy="67310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139F5E0A-BC57-F663-3F5E-A2E209626F1D}"/>
              </a:ext>
            </a:extLst>
          </p:cNvPr>
          <p:cNvSpPr/>
          <p:nvPr userDrawn="1"/>
        </p:nvSpPr>
        <p:spPr>
          <a:xfrm>
            <a:off x="1219352" y="4775200"/>
            <a:ext cx="7062083" cy="67310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31" name="Текст 7">
            <a:extLst>
              <a:ext uri="{FF2B5EF4-FFF2-40B4-BE49-F238E27FC236}">
                <a16:creationId xmlns:a16="http://schemas.microsoft.com/office/drawing/2014/main" id="{1F72E04F-3072-F9EF-AAFC-DC249C33948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32" name="Текст 14">
            <a:extLst>
              <a:ext uri="{FF2B5EF4-FFF2-40B4-BE49-F238E27FC236}">
                <a16:creationId xmlns:a16="http://schemas.microsoft.com/office/drawing/2014/main" id="{777BEE66-14D5-EB0B-9D76-D06B6F9B00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3D608449-63FC-8436-552B-D62CAD75403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27416" y="6464300"/>
            <a:ext cx="6167647" cy="43183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C042E17F-E521-7FDF-7F68-09956647D88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27416" y="5854700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4F832DAF-3174-B142-229D-FB656BC7E94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70546" y="6464300"/>
            <a:ext cx="6167647" cy="43183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52857B92-2118-2201-4C6D-13FF88D0F06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613676" y="6464300"/>
            <a:ext cx="6167647" cy="43183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5889C5FC-D3FF-A57F-98CF-484632156F7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70546" y="5854700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7251EAF3-1428-F8AB-8B9B-F9C3AEBBC5E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6613676" y="5854700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4715177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плашки + перекрестие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1" name="Текст 7">
            <a:extLst>
              <a:ext uri="{FF2B5EF4-FFF2-40B4-BE49-F238E27FC236}">
                <a16:creationId xmlns:a16="http://schemas.microsoft.com/office/drawing/2014/main" id="{1F72E04F-3072-F9EF-AAFC-DC249C33948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32" name="Текст 14">
            <a:extLst>
              <a:ext uri="{FF2B5EF4-FFF2-40B4-BE49-F238E27FC236}">
                <a16:creationId xmlns:a16="http://schemas.microsoft.com/office/drawing/2014/main" id="{777BEE66-14D5-EB0B-9D76-D06B6F9B00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76BC5FCE-7099-BE48-D622-FA5B5192E844}"/>
              </a:ext>
            </a:extLst>
          </p:cNvPr>
          <p:cNvCxnSpPr>
            <a:cxnSpLocks/>
          </p:cNvCxnSpPr>
          <p:nvPr userDrawn="1"/>
        </p:nvCxnSpPr>
        <p:spPr>
          <a:xfrm>
            <a:off x="1219352" y="4102100"/>
            <a:ext cx="6706438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D4A3D35F-17C3-B35A-D4FD-B89FFD11B5F7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511088"/>
            <a:ext cx="6706438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027C5694-14A2-5B9D-CEBE-B0D40D8804E5}"/>
              </a:ext>
            </a:extLst>
          </p:cNvPr>
          <p:cNvCxnSpPr>
            <a:cxnSpLocks/>
          </p:cNvCxnSpPr>
          <p:nvPr userDrawn="1"/>
        </p:nvCxnSpPr>
        <p:spPr>
          <a:xfrm>
            <a:off x="8840305" y="4102100"/>
            <a:ext cx="6706438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60F059A7-F3C3-F988-131C-D8AE6519656D}"/>
              </a:ext>
            </a:extLst>
          </p:cNvPr>
          <p:cNvCxnSpPr>
            <a:cxnSpLocks/>
          </p:cNvCxnSpPr>
          <p:nvPr userDrawn="1"/>
        </p:nvCxnSpPr>
        <p:spPr>
          <a:xfrm>
            <a:off x="8840305" y="12511088"/>
            <a:ext cx="6706438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6477AC1D-40E2-F58D-2A7D-C01D6C10AAAE}"/>
              </a:ext>
            </a:extLst>
          </p:cNvPr>
          <p:cNvCxnSpPr>
            <a:cxnSpLocks/>
          </p:cNvCxnSpPr>
          <p:nvPr userDrawn="1"/>
        </p:nvCxnSpPr>
        <p:spPr>
          <a:xfrm>
            <a:off x="16461257" y="4102100"/>
            <a:ext cx="6706438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695075BD-A590-BDD8-8DA5-1147519D7669}"/>
              </a:ext>
            </a:extLst>
          </p:cNvPr>
          <p:cNvCxnSpPr>
            <a:cxnSpLocks/>
          </p:cNvCxnSpPr>
          <p:nvPr userDrawn="1"/>
        </p:nvCxnSpPr>
        <p:spPr>
          <a:xfrm>
            <a:off x="16461257" y="12511088"/>
            <a:ext cx="6706438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65F018F4-577E-2F8C-171C-7C94839D0861}"/>
              </a:ext>
            </a:extLst>
          </p:cNvPr>
          <p:cNvCxnSpPr>
            <a:cxnSpLocks/>
          </p:cNvCxnSpPr>
          <p:nvPr userDrawn="1"/>
        </p:nvCxnSpPr>
        <p:spPr>
          <a:xfrm>
            <a:off x="8380252" y="4546600"/>
            <a:ext cx="0" cy="7394525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Текст 55">
            <a:extLst>
              <a:ext uri="{FF2B5EF4-FFF2-40B4-BE49-F238E27FC236}">
                <a16:creationId xmlns:a16="http://schemas.microsoft.com/office/drawing/2014/main" id="{E9F9F016-14C9-A8F9-F9D2-55873A8A745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352" y="5219700"/>
            <a:ext cx="6167647" cy="65723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0700B29B-4077-93FF-C4B9-2A34A88F2DB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19352" y="4610100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A97097F6-5AC6-2031-00CF-BC42C185CB3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840305" y="5219700"/>
            <a:ext cx="6167647" cy="65723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D5B9E0A5-538D-C655-0AE3-7850AF5FB9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461257" y="5219700"/>
            <a:ext cx="6167647" cy="65723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3E7367DD-D27C-C0F1-0DB1-0BC6589FC7A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40305" y="4610100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2BBEEED8-C40B-4333-DDE7-E766E53570E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6461257" y="4610100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E576B061-3915-FE58-E05C-7331D400AD64}"/>
              </a:ext>
            </a:extLst>
          </p:cNvPr>
          <p:cNvCxnSpPr>
            <a:cxnSpLocks/>
          </p:cNvCxnSpPr>
          <p:nvPr userDrawn="1"/>
        </p:nvCxnSpPr>
        <p:spPr>
          <a:xfrm>
            <a:off x="16004000" y="4546600"/>
            <a:ext cx="0" cy="7394525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5155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плаш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C49144B3-4D90-24DB-F095-961F013DB696}"/>
              </a:ext>
            </a:extLst>
          </p:cNvPr>
          <p:cNvSpPr/>
          <p:nvPr userDrawn="1"/>
        </p:nvSpPr>
        <p:spPr>
          <a:xfrm>
            <a:off x="17960045" y="5270499"/>
            <a:ext cx="5207651" cy="6018823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97117DA-3746-4ED1-A994-308E8255C8A8}"/>
              </a:ext>
            </a:extLst>
          </p:cNvPr>
          <p:cNvSpPr/>
          <p:nvPr userDrawn="1"/>
        </p:nvSpPr>
        <p:spPr>
          <a:xfrm>
            <a:off x="12371346" y="5270499"/>
            <a:ext cx="5207651" cy="6018823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E2294286-5E85-EAAA-91D2-52FA43D544AD}"/>
              </a:ext>
            </a:extLst>
          </p:cNvPr>
          <p:cNvSpPr/>
          <p:nvPr userDrawn="1"/>
        </p:nvSpPr>
        <p:spPr>
          <a:xfrm>
            <a:off x="6795349" y="5270499"/>
            <a:ext cx="5207651" cy="6018823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5" name="Shape 18">
            <a:extLst>
              <a:ext uri="{FF2B5EF4-FFF2-40B4-BE49-F238E27FC236}">
                <a16:creationId xmlns:a16="http://schemas.microsoft.com/office/drawing/2014/main" id="{63A5FB02-8ED3-BF4B-5B92-067A79FFB804}"/>
              </a:ext>
            </a:extLst>
          </p:cNvPr>
          <p:cNvSpPr/>
          <p:nvPr userDrawn="1"/>
        </p:nvSpPr>
        <p:spPr>
          <a:xfrm>
            <a:off x="1219352" y="5270499"/>
            <a:ext cx="5207651" cy="6018823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23" name="Текст 7">
            <a:extLst>
              <a:ext uri="{FF2B5EF4-FFF2-40B4-BE49-F238E27FC236}">
                <a16:creationId xmlns:a16="http://schemas.microsoft.com/office/drawing/2014/main" id="{4D1EFDB6-9EAF-72F5-34CE-DDC86ED05F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24" name="Текст 14">
            <a:extLst>
              <a:ext uri="{FF2B5EF4-FFF2-40B4-BE49-F238E27FC236}">
                <a16:creationId xmlns:a16="http://schemas.microsoft.com/office/drawing/2014/main" id="{95ADFFE7-60D4-F6D9-CFAE-84AF50A598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3A747506-1AE4-4C00-E272-244B0157C78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27416" y="7810500"/>
            <a:ext cx="4300851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266C6B3D-C76B-271D-7F45-729B8B1BB0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27416" y="7200900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BC78EB6C-F00D-8B5E-0C8E-C0E074F5DBF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303413" y="7810500"/>
            <a:ext cx="4300851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44C1798F-4E84-6410-DD6E-4CB48A5A199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879410" y="7810500"/>
            <a:ext cx="4300851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2BD99801-DCA4-2EB4-A95C-78A0C70DBA9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468108" y="7810500"/>
            <a:ext cx="4300851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50E4288B-D21F-C790-ECCF-F1FCE73ECBC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303413" y="7200900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2E210F67-5245-E30F-26FF-CC45E41E1C6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879410" y="7200900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BF13C697-9283-0ED6-8BE1-D12F6E7FEC4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8468108" y="7200900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4</a:t>
            </a:r>
          </a:p>
        </p:txBody>
      </p:sp>
    </p:spTree>
    <p:extLst>
      <p:ext uri="{BB962C8B-B14F-4D97-AF65-F5344CB8AC3E}">
        <p14:creationId xmlns:p14="http://schemas.microsoft.com/office/powerpoint/2010/main" val="37376635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фото + 4 плашки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Рисунок 38">
            <a:extLst>
              <a:ext uri="{FF2B5EF4-FFF2-40B4-BE49-F238E27FC236}">
                <a16:creationId xmlns:a16="http://schemas.microsoft.com/office/drawing/2014/main" id="{7D0CF3DD-D54F-E9C9-9210-76CCCF6F10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19352" y="1219200"/>
            <a:ext cx="10728607" cy="11291888"/>
          </a:xfrm>
          <a:prstGeom prst="round2DiagRect">
            <a:avLst>
              <a:gd name="adj1" fmla="val 7556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3646DADF-46AE-D4D2-B681-6FC2FCEDE20D}"/>
              </a:ext>
            </a:extLst>
          </p:cNvPr>
          <p:cNvSpPr/>
          <p:nvPr userDrawn="1"/>
        </p:nvSpPr>
        <p:spPr>
          <a:xfrm>
            <a:off x="17960045" y="1219200"/>
            <a:ext cx="5207651" cy="54483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9C427C8D-D771-EC6D-98F1-7DC7631CC381}"/>
              </a:ext>
            </a:extLst>
          </p:cNvPr>
          <p:cNvSpPr/>
          <p:nvPr userDrawn="1"/>
        </p:nvSpPr>
        <p:spPr>
          <a:xfrm>
            <a:off x="12371346" y="1219200"/>
            <a:ext cx="5207651" cy="54483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25" name="Shape 12">
            <a:extLst>
              <a:ext uri="{FF2B5EF4-FFF2-40B4-BE49-F238E27FC236}">
                <a16:creationId xmlns:a16="http://schemas.microsoft.com/office/drawing/2014/main" id="{0133EDD6-F3CA-C295-9095-4AD290BE8E7A}"/>
              </a:ext>
            </a:extLst>
          </p:cNvPr>
          <p:cNvSpPr/>
          <p:nvPr userDrawn="1"/>
        </p:nvSpPr>
        <p:spPr>
          <a:xfrm>
            <a:off x="17960045" y="7048500"/>
            <a:ext cx="5207651" cy="54483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29" name="Shape 18">
            <a:extLst>
              <a:ext uri="{FF2B5EF4-FFF2-40B4-BE49-F238E27FC236}">
                <a16:creationId xmlns:a16="http://schemas.microsoft.com/office/drawing/2014/main" id="{08CC378B-E239-BD0B-78D8-1A2819A4508D}"/>
              </a:ext>
            </a:extLst>
          </p:cNvPr>
          <p:cNvSpPr/>
          <p:nvPr userDrawn="1"/>
        </p:nvSpPr>
        <p:spPr>
          <a:xfrm>
            <a:off x="12371346" y="7048500"/>
            <a:ext cx="5207651" cy="54483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BAF70AF1-65F7-EBBC-5968-27703152E38E}"/>
              </a:ext>
            </a:extLst>
          </p:cNvPr>
          <p:cNvGrpSpPr/>
          <p:nvPr userDrawn="1"/>
        </p:nvGrpSpPr>
        <p:grpSpPr>
          <a:xfrm>
            <a:off x="1219352" y="11277600"/>
            <a:ext cx="1473384" cy="1219200"/>
            <a:chOff x="1219352" y="11277600"/>
            <a:chExt cx="1473384" cy="1219200"/>
          </a:xfrm>
        </p:grpSpPr>
        <p:sp>
          <p:nvSpPr>
            <p:cNvPr id="36" name="Shape 24">
              <a:extLst>
                <a:ext uri="{FF2B5EF4-FFF2-40B4-BE49-F238E27FC236}">
                  <a16:creationId xmlns:a16="http://schemas.microsoft.com/office/drawing/2014/main" id="{7715BCB0-E696-F254-47DB-E9C64D863B07}"/>
                </a:ext>
              </a:extLst>
            </p:cNvPr>
            <p:cNvSpPr/>
            <p:nvPr userDrawn="1"/>
          </p:nvSpPr>
          <p:spPr>
            <a:xfrm>
              <a:off x="1219352" y="11277600"/>
              <a:ext cx="1473384" cy="1219200"/>
            </a:xfrm>
            <a:prstGeom prst="rect">
              <a:avLst/>
            </a:prstGeom>
            <a:solidFill>
              <a:schemeClr val="bg1"/>
            </a:solidFill>
            <a:ln/>
          </p:spPr>
        </p:sp>
        <p:pic>
          <p:nvPicPr>
            <p:cNvPr id="37" name="Image 2" descr=" ">
              <a:extLst>
                <a:ext uri="{FF2B5EF4-FFF2-40B4-BE49-F238E27FC236}">
                  <a16:creationId xmlns:a16="http://schemas.microsoft.com/office/drawing/2014/main" id="{4A9F18CC-42B1-82E0-DF46-8B7A18D6C7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73384" y="11569700"/>
              <a:ext cx="965321" cy="635000"/>
            </a:xfrm>
            <a:prstGeom prst="rect">
              <a:avLst/>
            </a:prstGeom>
          </p:spPr>
        </p:pic>
      </p:grpSp>
      <p:sp>
        <p:nvSpPr>
          <p:cNvPr id="41" name="Текст 55">
            <a:extLst>
              <a:ext uri="{FF2B5EF4-FFF2-40B4-BE49-F238E27FC236}">
                <a16:creationId xmlns:a16="http://schemas.microsoft.com/office/drawing/2014/main" id="{76402B6D-6013-986A-5121-DD359586D99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879410" y="2781300"/>
            <a:ext cx="4293137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68DB9C24-9D17-88B5-4850-E42B00E0C69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8468108" y="2781300"/>
            <a:ext cx="4293137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CA125B0E-855B-A9D1-B25E-158C4BC78F8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8468108" y="8610600"/>
            <a:ext cx="4293137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57A983C7-F0B3-2ECB-0EDD-47BD66D7D35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879410" y="8610600"/>
            <a:ext cx="4293137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ACEEB0FC-8539-7670-4337-4EDBB964669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879410" y="21717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6" name="Текст 55">
            <a:extLst>
              <a:ext uri="{FF2B5EF4-FFF2-40B4-BE49-F238E27FC236}">
                <a16:creationId xmlns:a16="http://schemas.microsoft.com/office/drawing/2014/main" id="{E1B5780C-1BEE-9C31-7944-56BBB651D23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8468108" y="21717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02F13583-865C-D633-F444-0EF0503329A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8468108" y="8116482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60933A65-5315-5632-FA1D-A4689188C19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2879410" y="8116482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6E76F030-1832-7830-DE42-4EDF6C1E5AC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879410" y="1727200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(01)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2552111E-842C-8342-374C-2EEA6C89F36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8468108" y="1727200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(02)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DB28BEDE-9C70-0036-6402-FC577427434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468108" y="7556435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(04)</a:t>
            </a:r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1A521593-ED1A-F641-B8FB-7F5FAEAAE02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2879410" y="7556435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(03)</a:t>
            </a:r>
          </a:p>
        </p:txBody>
      </p:sp>
    </p:spTree>
    <p:extLst>
      <p:ext uri="{BB962C8B-B14F-4D97-AF65-F5344CB8AC3E}">
        <p14:creationId xmlns:p14="http://schemas.microsoft.com/office/powerpoint/2010/main" val="29358346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+ 4 карточ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9C20679-E597-7A7C-C270-FE5E14AF4425}"/>
              </a:ext>
            </a:extLst>
          </p:cNvPr>
          <p:cNvSpPr/>
          <p:nvPr userDrawn="1"/>
        </p:nvSpPr>
        <p:spPr>
          <a:xfrm>
            <a:off x="8662483" y="1219200"/>
            <a:ext cx="7062083" cy="5448300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2A5607C3-F6FD-2BDE-1069-9D548E05388F}"/>
              </a:ext>
            </a:extLst>
          </p:cNvPr>
          <p:cNvSpPr/>
          <p:nvPr userDrawn="1"/>
        </p:nvSpPr>
        <p:spPr>
          <a:xfrm>
            <a:off x="8662483" y="7048500"/>
            <a:ext cx="7062083" cy="5448300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9" name="Shape 12">
            <a:extLst>
              <a:ext uri="{FF2B5EF4-FFF2-40B4-BE49-F238E27FC236}">
                <a16:creationId xmlns:a16="http://schemas.microsoft.com/office/drawing/2014/main" id="{D4C34BD8-A8C3-9CC8-1063-2DA721EBD2AC}"/>
              </a:ext>
            </a:extLst>
          </p:cNvPr>
          <p:cNvSpPr/>
          <p:nvPr userDrawn="1"/>
        </p:nvSpPr>
        <p:spPr>
          <a:xfrm>
            <a:off x="16105613" y="1219200"/>
            <a:ext cx="7062083" cy="5448300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3" name="Shape 18">
            <a:extLst>
              <a:ext uri="{FF2B5EF4-FFF2-40B4-BE49-F238E27FC236}">
                <a16:creationId xmlns:a16="http://schemas.microsoft.com/office/drawing/2014/main" id="{5D3CD850-67D2-317B-3F13-C6709E189C5B}"/>
              </a:ext>
            </a:extLst>
          </p:cNvPr>
          <p:cNvSpPr/>
          <p:nvPr userDrawn="1"/>
        </p:nvSpPr>
        <p:spPr>
          <a:xfrm>
            <a:off x="16105613" y="7048500"/>
            <a:ext cx="7062083" cy="5448300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pic>
        <p:nvPicPr>
          <p:cNvPr id="17" name="Image 1" descr=" ">
            <a:extLst>
              <a:ext uri="{FF2B5EF4-FFF2-40B4-BE49-F238E27FC236}">
                <a16:creationId xmlns:a16="http://schemas.microsoft.com/office/drawing/2014/main" id="{EF0A7645-B8F0-0B88-B96A-36A7A5C133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1899900"/>
            <a:ext cx="965321" cy="635000"/>
          </a:xfrm>
          <a:prstGeom prst="rect">
            <a:avLst/>
          </a:prstGeom>
        </p:spPr>
      </p:pic>
      <p:sp>
        <p:nvSpPr>
          <p:cNvPr id="21" name="Текст 7">
            <a:extLst>
              <a:ext uri="{FF2B5EF4-FFF2-40B4-BE49-F238E27FC236}">
                <a16:creationId xmlns:a16="http://schemas.microsoft.com/office/drawing/2014/main" id="{3E3AE24C-0842-5D9A-A855-E345B5A4F3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1676691"/>
            <a:ext cx="658352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22" name="Текст 14">
            <a:extLst>
              <a:ext uri="{FF2B5EF4-FFF2-40B4-BE49-F238E27FC236}">
                <a16:creationId xmlns:a16="http://schemas.microsoft.com/office/drawing/2014/main" id="{5F77FC78-137E-8207-8906-6FA8CEADF8F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2" y="4597400"/>
            <a:ext cx="65835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69868D57-8442-CD71-0B73-77BFCBB79F0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70546" y="27813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8F5F961C-CA29-6702-65CC-909B9AE671C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70546" y="2171700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25208EEE-BBF4-8F1C-4A33-8A8B9227CAA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543338" y="27813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727D2E8A-C143-6A10-4A26-C77D4171DFF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543338" y="2171700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0300E677-86AB-909C-5486-BA60172A820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70546" y="8607971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AD127D1B-C083-96DD-E909-C29E88E118B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170546" y="8116482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B1925066-3A64-B28A-341F-69C2FF52D5F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6543338" y="8607971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30" name="Текст 55">
            <a:extLst>
              <a:ext uri="{FF2B5EF4-FFF2-40B4-BE49-F238E27FC236}">
                <a16:creationId xmlns:a16="http://schemas.microsoft.com/office/drawing/2014/main" id="{A5C8703B-5F1B-ACA2-91B8-19EBDC06796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6543338" y="8116482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C421F43F-44C9-351A-E86A-977F357A44D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00208" y="1727200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(01)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A652F64C-4C0C-B1DC-CD5F-DC1890C6A35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6543338" y="1727200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(02)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77D180A4-F5B9-DBC6-DE77-A6B002AC8F0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6543338" y="7556435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(04)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772B52D4-D903-9780-F69A-C3736DE2E82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00208" y="7556500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(03)</a:t>
            </a:r>
          </a:p>
        </p:txBody>
      </p:sp>
    </p:spTree>
    <p:extLst>
      <p:ext uri="{BB962C8B-B14F-4D97-AF65-F5344CB8AC3E}">
        <p14:creationId xmlns:p14="http://schemas.microsoft.com/office/powerpoint/2010/main" val="343187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 карточек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58A5AB3F-3734-B412-D572-8A3B1463AE01}"/>
              </a:ext>
            </a:extLst>
          </p:cNvPr>
          <p:cNvSpPr/>
          <p:nvPr userDrawn="1"/>
        </p:nvSpPr>
        <p:spPr>
          <a:xfrm>
            <a:off x="1219352" y="1219200"/>
            <a:ext cx="7062083" cy="54356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61DE9F8-8BCB-C3DB-63E5-CEAA5C59643A}"/>
              </a:ext>
            </a:extLst>
          </p:cNvPr>
          <p:cNvSpPr/>
          <p:nvPr userDrawn="1"/>
        </p:nvSpPr>
        <p:spPr>
          <a:xfrm>
            <a:off x="8662483" y="1219200"/>
            <a:ext cx="7062083" cy="5435600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2611F7A3-C113-5E93-0168-627FE5763301}"/>
              </a:ext>
            </a:extLst>
          </p:cNvPr>
          <p:cNvSpPr/>
          <p:nvPr userDrawn="1"/>
        </p:nvSpPr>
        <p:spPr>
          <a:xfrm>
            <a:off x="8662483" y="7048500"/>
            <a:ext cx="7062083" cy="5435600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17EF3D73-30E0-C90D-F30D-89570799E40B}"/>
              </a:ext>
            </a:extLst>
          </p:cNvPr>
          <p:cNvSpPr/>
          <p:nvPr userDrawn="1"/>
        </p:nvSpPr>
        <p:spPr>
          <a:xfrm>
            <a:off x="1219352" y="7048500"/>
            <a:ext cx="7062083" cy="5435600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A323C7FD-7705-E409-F283-1FAEF9C526AF}"/>
              </a:ext>
            </a:extLst>
          </p:cNvPr>
          <p:cNvSpPr/>
          <p:nvPr userDrawn="1"/>
        </p:nvSpPr>
        <p:spPr>
          <a:xfrm>
            <a:off x="16105613" y="1219200"/>
            <a:ext cx="7062083" cy="5435600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6A0B672C-FAB4-389C-5815-298599B3FC58}"/>
              </a:ext>
            </a:extLst>
          </p:cNvPr>
          <p:cNvSpPr/>
          <p:nvPr userDrawn="1"/>
        </p:nvSpPr>
        <p:spPr>
          <a:xfrm>
            <a:off x="16105613" y="7048500"/>
            <a:ext cx="7062083" cy="5435600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86FEBA3A-B5A1-F94A-2543-90F7D077A173}"/>
              </a:ext>
            </a:extLst>
          </p:cNvPr>
          <p:cNvSpPr/>
          <p:nvPr userDrawn="1"/>
        </p:nvSpPr>
        <p:spPr>
          <a:xfrm>
            <a:off x="21922940" y="685800"/>
            <a:ext cx="1524191" cy="10160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</p:sp>
      <p:pic>
        <p:nvPicPr>
          <p:cNvPr id="20" name="Image 5" descr=" ">
            <a:extLst>
              <a:ext uri="{FF2B5EF4-FFF2-40B4-BE49-F238E27FC236}">
                <a16:creationId xmlns:a16="http://schemas.microsoft.com/office/drawing/2014/main" id="{94322F50-DE54-CCD0-8442-3C7461EC54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AF257A40-73CD-ECA0-F516-D614E21EC47F}"/>
              </a:ext>
            </a:extLst>
          </p:cNvPr>
          <p:cNvGrpSpPr/>
          <p:nvPr userDrawn="1"/>
        </p:nvGrpSpPr>
        <p:grpSpPr>
          <a:xfrm>
            <a:off x="6752785" y="5154725"/>
            <a:ext cx="900000" cy="900000"/>
            <a:chOff x="839608" y="7340770"/>
            <a:chExt cx="918854" cy="918854"/>
          </a:xfrm>
        </p:grpSpPr>
        <p:sp>
          <p:nvSpPr>
            <p:cNvPr id="36" name="Овал 35">
              <a:extLst>
                <a:ext uri="{FF2B5EF4-FFF2-40B4-BE49-F238E27FC236}">
                  <a16:creationId xmlns:a16="http://schemas.microsoft.com/office/drawing/2014/main" id="{F082081C-3BD4-C76C-6AE7-CA1EB021CBC0}"/>
                </a:ext>
              </a:extLst>
            </p:cNvPr>
            <p:cNvSpPr/>
            <p:nvPr/>
          </p:nvSpPr>
          <p:spPr>
            <a:xfrm>
              <a:off x="839608" y="7340770"/>
              <a:ext cx="918854" cy="918854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4760" b="0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37" name="Рисунок 36">
              <a:extLst>
                <a:ext uri="{FF2B5EF4-FFF2-40B4-BE49-F238E27FC236}">
                  <a16:creationId xmlns:a16="http://schemas.microsoft.com/office/drawing/2014/main" id="{E6189705-B184-6B76-944C-DC7212A8A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52575" y="7612218"/>
              <a:ext cx="492921" cy="375957"/>
            </a:xfrm>
            <a:prstGeom prst="rect">
              <a:avLst/>
            </a:prstGeom>
          </p:spPr>
        </p:pic>
      </p:grpSp>
      <p:sp>
        <p:nvSpPr>
          <p:cNvPr id="38" name="Текст 55">
            <a:extLst>
              <a:ext uri="{FF2B5EF4-FFF2-40B4-BE49-F238E27FC236}">
                <a16:creationId xmlns:a16="http://schemas.microsoft.com/office/drawing/2014/main" id="{FF743B61-3110-C228-2181-114607DDE9A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70546" y="17272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>
                <a:latin typeface="Graphik LC Regular" panose="020B0503030202060203" pitchFamily="34" charset="0"/>
              </a:rPr>
              <a:t>…</a:t>
            </a:r>
            <a:r>
              <a:rPr lang="en-US" sz="2400" dirty="0" err="1">
                <a:latin typeface="Graphik LC Regular" panose="020B0503030202060203" pitchFamily="34" charset="0"/>
              </a:rPr>
              <a:t>моя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цель</a:t>
            </a:r>
            <a:r>
              <a:rPr lang="en-US" sz="2400" dirty="0">
                <a:latin typeface="Graphik LC Regular" panose="020B0503030202060203" pitchFamily="34" charset="0"/>
              </a:rPr>
              <a:t> – </a:t>
            </a:r>
            <a:r>
              <a:rPr lang="en-US" sz="2400" dirty="0" err="1">
                <a:latin typeface="Graphik LC Regular" panose="020B0503030202060203" pitchFamily="34" charset="0"/>
              </a:rPr>
              <a:t>стать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области</a:t>
            </a:r>
            <a:r>
              <a:rPr lang="en-US" sz="2400" dirty="0">
                <a:latin typeface="Graphik LC Regular" panose="020B0503030202060203" pitchFamily="34" charset="0"/>
              </a:rPr>
              <a:t>  Data Science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внести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значимый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вклад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развитие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сферы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технологий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3416D589-9BCF-C4E4-61E4-3B2CBC3AA53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613676" y="17272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>
                <a:latin typeface="Graphik LC Regular" panose="020B0503030202060203" pitchFamily="34" charset="0"/>
              </a:rPr>
              <a:t>…</a:t>
            </a:r>
            <a:r>
              <a:rPr lang="en-US" sz="2400" dirty="0" err="1">
                <a:latin typeface="Graphik LC Regular" panose="020B0503030202060203" pitchFamily="34" charset="0"/>
              </a:rPr>
              <a:t>моя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цель</a:t>
            </a:r>
            <a:r>
              <a:rPr lang="en-US" sz="2400" dirty="0">
                <a:latin typeface="Graphik LC Regular" panose="020B0503030202060203" pitchFamily="34" charset="0"/>
              </a:rPr>
              <a:t> – </a:t>
            </a:r>
            <a:r>
              <a:rPr lang="en-US" sz="2400" dirty="0" err="1">
                <a:latin typeface="Graphik LC Regular" panose="020B0503030202060203" pitchFamily="34" charset="0"/>
              </a:rPr>
              <a:t>стать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области</a:t>
            </a:r>
            <a:r>
              <a:rPr lang="en-US" sz="2400" dirty="0">
                <a:latin typeface="Graphik LC Regular" panose="020B0503030202060203" pitchFamily="34" charset="0"/>
              </a:rPr>
              <a:t>  Data Science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внести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значимый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вклад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развитие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сферы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технологий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8DB9BCF5-1501-3B1C-04F7-F1AA75D5497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170546" y="75565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>
                <a:latin typeface="Graphik LC Regular" panose="020B0503030202060203" pitchFamily="34" charset="0"/>
              </a:rPr>
              <a:t>…</a:t>
            </a:r>
            <a:r>
              <a:rPr lang="en-US" sz="2400" dirty="0" err="1">
                <a:latin typeface="Graphik LC Regular" panose="020B0503030202060203" pitchFamily="34" charset="0"/>
              </a:rPr>
              <a:t>моя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цель</a:t>
            </a:r>
            <a:r>
              <a:rPr lang="en-US" sz="2400" dirty="0">
                <a:latin typeface="Graphik LC Regular" panose="020B0503030202060203" pitchFamily="34" charset="0"/>
              </a:rPr>
              <a:t> – </a:t>
            </a:r>
            <a:r>
              <a:rPr lang="en-US" sz="2400" dirty="0" err="1">
                <a:latin typeface="Graphik LC Regular" panose="020B0503030202060203" pitchFamily="34" charset="0"/>
              </a:rPr>
              <a:t>стать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области</a:t>
            </a:r>
            <a:r>
              <a:rPr lang="en-US" sz="2400" dirty="0">
                <a:latin typeface="Graphik LC Regular" panose="020B0503030202060203" pitchFamily="34" charset="0"/>
              </a:rPr>
              <a:t>  Data Science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внести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значимый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вклад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развитие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сферы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технологий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FD0C70E0-8062-348D-5EC8-380B3A47E79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6613676" y="75565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>
                <a:latin typeface="Graphik LC Regular" panose="020B0503030202060203" pitchFamily="34" charset="0"/>
              </a:rPr>
              <a:t>…</a:t>
            </a:r>
            <a:r>
              <a:rPr lang="en-US" sz="2400" dirty="0" err="1">
                <a:latin typeface="Graphik LC Regular" panose="020B0503030202060203" pitchFamily="34" charset="0"/>
              </a:rPr>
              <a:t>моя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цель</a:t>
            </a:r>
            <a:r>
              <a:rPr lang="en-US" sz="2400" dirty="0">
                <a:latin typeface="Graphik LC Regular" panose="020B0503030202060203" pitchFamily="34" charset="0"/>
              </a:rPr>
              <a:t> – </a:t>
            </a:r>
            <a:r>
              <a:rPr lang="en-US" sz="2400" dirty="0" err="1">
                <a:latin typeface="Graphik LC Regular" panose="020B0503030202060203" pitchFamily="34" charset="0"/>
              </a:rPr>
              <a:t>стать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области</a:t>
            </a:r>
            <a:r>
              <a:rPr lang="en-US" sz="2400" dirty="0">
                <a:latin typeface="Graphik LC Regular" panose="020B0503030202060203" pitchFamily="34" charset="0"/>
              </a:rPr>
              <a:t>  Data Science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внести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значимый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вклад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развитие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сферы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технологий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D1EAF10F-C98D-735D-0EFE-9DFB9A08432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27416" y="75565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>
                <a:latin typeface="Graphik LC Regular" panose="020B0503030202060203" pitchFamily="34" charset="0"/>
              </a:rPr>
              <a:t>…</a:t>
            </a:r>
            <a:r>
              <a:rPr lang="en-US" sz="2400" dirty="0" err="1">
                <a:latin typeface="Graphik LC Regular" panose="020B0503030202060203" pitchFamily="34" charset="0"/>
              </a:rPr>
              <a:t>моя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цель</a:t>
            </a:r>
            <a:r>
              <a:rPr lang="en-US" sz="2400" dirty="0">
                <a:latin typeface="Graphik LC Regular" panose="020B0503030202060203" pitchFamily="34" charset="0"/>
              </a:rPr>
              <a:t> – </a:t>
            </a:r>
            <a:r>
              <a:rPr lang="en-US" sz="2400" dirty="0" err="1">
                <a:latin typeface="Graphik LC Regular" panose="020B0503030202060203" pitchFamily="34" charset="0"/>
              </a:rPr>
              <a:t>стать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области</a:t>
            </a:r>
            <a:r>
              <a:rPr lang="en-US" sz="2400" dirty="0">
                <a:latin typeface="Graphik LC Regular" panose="020B0503030202060203" pitchFamily="34" charset="0"/>
              </a:rPr>
              <a:t>  Data Science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внести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значимый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вклад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развитие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сферы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технологий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43" name="Текст 7">
            <a:extLst>
              <a:ext uri="{FF2B5EF4-FFF2-40B4-BE49-F238E27FC236}">
                <a16:creationId xmlns:a16="http://schemas.microsoft.com/office/drawing/2014/main" id="{E5813595-2A5D-07E0-87DC-9EF15F0E04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7416" y="1727200"/>
            <a:ext cx="5925369" cy="179536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6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7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карточке</a:t>
            </a:r>
          </a:p>
        </p:txBody>
      </p:sp>
    </p:spTree>
    <p:extLst>
      <p:ext uri="{BB962C8B-B14F-4D97-AF65-F5344CB8AC3E}">
        <p14:creationId xmlns:p14="http://schemas.microsoft.com/office/powerpoint/2010/main" val="16195497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 карточек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D29CDF5A-8926-B59B-4B03-A9375CF199E7}"/>
              </a:ext>
            </a:extLst>
          </p:cNvPr>
          <p:cNvSpPr/>
          <p:nvPr userDrawn="1"/>
        </p:nvSpPr>
        <p:spPr>
          <a:xfrm>
            <a:off x="1219352" y="1866900"/>
            <a:ext cx="7062083" cy="48006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7A414BD-419F-B7BC-F079-875B20E458C6}"/>
              </a:ext>
            </a:extLst>
          </p:cNvPr>
          <p:cNvSpPr/>
          <p:nvPr userDrawn="1"/>
        </p:nvSpPr>
        <p:spPr>
          <a:xfrm>
            <a:off x="8662483" y="1866900"/>
            <a:ext cx="7062083" cy="48006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A8EF36B-976E-143A-70A9-4856FC3A1D3C}"/>
              </a:ext>
            </a:extLst>
          </p:cNvPr>
          <p:cNvSpPr/>
          <p:nvPr userDrawn="1"/>
        </p:nvSpPr>
        <p:spPr>
          <a:xfrm>
            <a:off x="16105613" y="1866900"/>
            <a:ext cx="7062083" cy="48006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0C8C02F2-7FE9-691A-95F7-A7C4F12A8BBC}"/>
              </a:ext>
            </a:extLst>
          </p:cNvPr>
          <p:cNvSpPr/>
          <p:nvPr userDrawn="1"/>
        </p:nvSpPr>
        <p:spPr>
          <a:xfrm>
            <a:off x="1219352" y="7683500"/>
            <a:ext cx="7062083" cy="48006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FE23E302-8294-1465-3815-5F226C2EF687}"/>
              </a:ext>
            </a:extLst>
          </p:cNvPr>
          <p:cNvSpPr/>
          <p:nvPr userDrawn="1"/>
        </p:nvSpPr>
        <p:spPr>
          <a:xfrm>
            <a:off x="8662483" y="7683500"/>
            <a:ext cx="7062083" cy="48006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19" name="Shape 20">
            <a:extLst>
              <a:ext uri="{FF2B5EF4-FFF2-40B4-BE49-F238E27FC236}">
                <a16:creationId xmlns:a16="http://schemas.microsoft.com/office/drawing/2014/main" id="{3C62C82D-5162-E559-4377-8EAFD8077616}"/>
              </a:ext>
            </a:extLst>
          </p:cNvPr>
          <p:cNvSpPr/>
          <p:nvPr userDrawn="1"/>
        </p:nvSpPr>
        <p:spPr>
          <a:xfrm>
            <a:off x="16105613" y="7683500"/>
            <a:ext cx="7062083" cy="48006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pic>
        <p:nvPicPr>
          <p:cNvPr id="58" name="Image 17" descr=" ">
            <a:extLst>
              <a:ext uri="{FF2B5EF4-FFF2-40B4-BE49-F238E27FC236}">
                <a16:creationId xmlns:a16="http://schemas.microsoft.com/office/drawing/2014/main" id="{7F9179D4-74E6-0E6F-B719-69442B00B0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59" name="Текст 55">
            <a:extLst>
              <a:ext uri="{FF2B5EF4-FFF2-40B4-BE49-F238E27FC236}">
                <a16:creationId xmlns:a16="http://schemas.microsoft.com/office/drawing/2014/main" id="{50A3E5C1-CC59-8EB4-295D-7EBDD179C5D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27416" y="3556000"/>
            <a:ext cx="605865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0" name="Текст 55">
            <a:extLst>
              <a:ext uri="{FF2B5EF4-FFF2-40B4-BE49-F238E27FC236}">
                <a16:creationId xmlns:a16="http://schemas.microsoft.com/office/drawing/2014/main" id="{A0C26F81-661F-951C-2891-9D696F6CE3B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27416" y="29464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15C308B5-50AF-914B-FA49-D0D2CA879C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170546" y="3556000"/>
            <a:ext cx="605865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1626877E-E726-6EF0-6904-7057C89FFC7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70546" y="29464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5EF1B351-DEDB-702C-5628-2FCCEA294A9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6613676" y="3556000"/>
            <a:ext cx="605865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842FDBF8-C1E2-6F00-CEED-9D2261F0792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6613676" y="29464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5FF1035B-7B27-DF6E-DB79-1529C74CAA0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70546" y="9372600"/>
            <a:ext cx="605865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A7BE5046-F966-F33E-BB99-075333BACD0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70546" y="87630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7" name="Текст 55">
            <a:extLst>
              <a:ext uri="{FF2B5EF4-FFF2-40B4-BE49-F238E27FC236}">
                <a16:creationId xmlns:a16="http://schemas.microsoft.com/office/drawing/2014/main" id="{E2282C99-A76D-DEDE-7E0B-25B47A048AD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6613676" y="9372600"/>
            <a:ext cx="605865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8" name="Текст 55">
            <a:extLst>
              <a:ext uri="{FF2B5EF4-FFF2-40B4-BE49-F238E27FC236}">
                <a16:creationId xmlns:a16="http://schemas.microsoft.com/office/drawing/2014/main" id="{47F00621-1F64-FC44-161B-E65B3F5A017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6613676" y="87630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9" name="Текст 55">
            <a:extLst>
              <a:ext uri="{FF2B5EF4-FFF2-40B4-BE49-F238E27FC236}">
                <a16:creationId xmlns:a16="http://schemas.microsoft.com/office/drawing/2014/main" id="{31E440CC-7E76-2CFA-6591-D8D5E88F152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727416" y="9372600"/>
            <a:ext cx="605865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70" name="Текст 55">
            <a:extLst>
              <a:ext uri="{FF2B5EF4-FFF2-40B4-BE49-F238E27FC236}">
                <a16:creationId xmlns:a16="http://schemas.microsoft.com/office/drawing/2014/main" id="{C579FFD4-E3AD-1CE3-DB66-1D594C46DB5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27416" y="87630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5452230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 для формул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B9F1B6F5-8F02-DB26-5E34-F18B6883F8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Текст 14">
            <a:extLst>
              <a:ext uri="{FF2B5EF4-FFF2-40B4-BE49-F238E27FC236}">
                <a16:creationId xmlns:a16="http://schemas.microsoft.com/office/drawing/2014/main" id="{96890124-1B1A-72A5-68E7-AB9BDF64B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2" y="3552658"/>
            <a:ext cx="6196714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слайда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pic>
        <p:nvPicPr>
          <p:cNvPr id="6" name="Image 2" descr=" ">
            <a:extLst>
              <a:ext uri="{FF2B5EF4-FFF2-40B4-BE49-F238E27FC236}">
                <a16:creationId xmlns:a16="http://schemas.microsoft.com/office/drawing/2014/main" id="{86D65B27-9718-D92A-EE8F-7119E7F0F1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1899900"/>
            <a:ext cx="965321" cy="635000"/>
          </a:xfrm>
          <a:prstGeom prst="rect">
            <a:avLst/>
          </a:prstGeom>
        </p:spPr>
      </p:pic>
      <p:sp>
        <p:nvSpPr>
          <p:cNvPr id="9" name="Текст 55">
            <a:extLst>
              <a:ext uri="{FF2B5EF4-FFF2-40B4-BE49-F238E27FC236}">
                <a16:creationId xmlns:a16="http://schemas.microsoft.com/office/drawing/2014/main" id="{16D7CF6E-56A8-3AD0-DCFB-4155A6982B5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002999" y="1115916"/>
            <a:ext cx="11171325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 err="1">
                <a:latin typeface="Graphik LC Regular" panose="020B0503030202060203" pitchFamily="34" charset="0"/>
              </a:rPr>
              <a:t>Наконец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мы</a:t>
            </a:r>
            <a:r>
              <a:rPr lang="en-US" sz="2400" dirty="0">
                <a:latin typeface="Graphik LC Regular" panose="020B0503030202060203" pitchFamily="34" charset="0"/>
              </a:rPr>
              <a:t> </a:t>
            </a:r>
            <a:r>
              <a:rPr lang="en-US" sz="2400" dirty="0" err="1">
                <a:latin typeface="Graphik LC Regular" panose="020B0503030202060203" pitchFamily="34" charset="0"/>
              </a:rPr>
              <a:t>можем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сформулировать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без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доказательства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основной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результат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к</a:t>
            </a:r>
            <a:r>
              <a:rPr lang="en-US" sz="2400" dirty="0">
                <a:latin typeface="Graphik LC Regular" panose="020B0503030202060203" pitchFamily="34" charset="0"/>
              </a:rPr>
              <a:t> </a:t>
            </a:r>
            <a:r>
              <a:rPr lang="en-US" sz="2400" dirty="0" err="1">
                <a:latin typeface="Graphik LC Regular" panose="020B0503030202060203" pitchFamily="34" charset="0"/>
              </a:rPr>
              <a:t>которому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мы</a:t>
            </a:r>
            <a:r>
              <a:rPr lang="en-US" sz="2400" dirty="0">
                <a:latin typeface="Graphik LC Regular" panose="020B0503030202060203" pitchFamily="34" charset="0"/>
              </a:rPr>
              <a:t> </a:t>
            </a:r>
            <a:r>
              <a:rPr lang="en-US" sz="2400" dirty="0" err="1">
                <a:latin typeface="Graphik LC Regular" panose="020B0503030202060203" pitchFamily="34" charset="0"/>
              </a:rPr>
              <a:t>стремились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 </a:t>
            </a:r>
            <a:r>
              <a:rPr lang="en-US" sz="2400" dirty="0" err="1">
                <a:latin typeface="Graphik LC Regular" panose="020B0503030202060203" pitchFamily="34" charset="0"/>
              </a:rPr>
              <a:t>этом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материале</a:t>
            </a:r>
            <a:r>
              <a:rPr lang="en-US" sz="2400" dirty="0">
                <a:latin typeface="Graphik LC Regular" panose="020B0503030202060203" pitchFamily="34" charset="0"/>
              </a:rPr>
              <a:t>. </a:t>
            </a:r>
            <a:r>
              <a:rPr lang="en-US" sz="2400" dirty="0" err="1">
                <a:latin typeface="Graphik LC Regular" panose="020B0503030202060203" pitchFamily="34" charset="0"/>
              </a:rPr>
              <a:t>Как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говорилось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выше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 </a:t>
            </a:r>
            <a:r>
              <a:rPr lang="en-US" sz="2400" dirty="0" err="1">
                <a:latin typeface="Graphik LC Regular" panose="020B0503030202060203" pitchFamily="34" charset="0"/>
              </a:rPr>
              <a:t>множестве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действительных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чисел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не</a:t>
            </a:r>
            <a:r>
              <a:rPr lang="en-US" sz="2400" dirty="0">
                <a:latin typeface="Graphik LC Regular" panose="020B0503030202060203" pitchFamily="34" charset="0"/>
              </a:rPr>
              <a:t> </a:t>
            </a:r>
            <a:r>
              <a:rPr lang="en-US" sz="2400" dirty="0" err="1">
                <a:latin typeface="Graphik LC Regular" panose="020B0503030202060203" pitchFamily="34" charset="0"/>
              </a:rPr>
              <a:t>все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уравнения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имеют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решения</a:t>
            </a:r>
            <a:r>
              <a:rPr lang="en-US" sz="2400" dirty="0">
                <a:latin typeface="Graphik LC Regular" panose="020B0503030202060203" pitchFamily="34" charset="0"/>
              </a:rPr>
              <a:t>.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F12DC751-8E78-FF27-C434-9F2C4AFA8D7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996497" y="3016807"/>
            <a:ext cx="11171325" cy="3975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6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>
              <a:lnSpc>
                <a:spcPts val="3120"/>
              </a:lnSpc>
            </a:pPr>
            <a:r>
              <a:rPr lang="ru-RU" dirty="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𝑓(𝑧)=𝑎𝑛𝑧𝑛 +𝑎𝑛−1𝑧𝑛−1 +...+𝑎1𝑧 + 𝑎0, 𝑎𝑛 ≠ 0.</a:t>
            </a:r>
          </a:p>
        </p:txBody>
      </p:sp>
    </p:spTree>
    <p:extLst>
      <p:ext uri="{BB962C8B-B14F-4D97-AF65-F5344CB8AC3E}">
        <p14:creationId xmlns:p14="http://schemas.microsoft.com/office/powerpoint/2010/main" val="19666615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 для формул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B9F1B6F5-8F02-DB26-5E34-F18B6883F8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Текст 14">
            <a:extLst>
              <a:ext uri="{FF2B5EF4-FFF2-40B4-BE49-F238E27FC236}">
                <a16:creationId xmlns:a16="http://schemas.microsoft.com/office/drawing/2014/main" id="{96890124-1B1A-72A5-68E7-AB9BDF64B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2" y="5676900"/>
            <a:ext cx="6196714" cy="17230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Тезис</a:t>
            </a:r>
            <a:br>
              <a:rPr lang="ru-RU" dirty="0"/>
            </a:br>
            <a:r>
              <a:rPr lang="ru-RU" dirty="0"/>
              <a:t>на две строки</a:t>
            </a:r>
            <a:br>
              <a:rPr lang="ru-RU" dirty="0"/>
            </a:br>
            <a:r>
              <a:rPr lang="ru-RU" dirty="0"/>
              <a:t>(и более)</a:t>
            </a:r>
          </a:p>
        </p:txBody>
      </p:sp>
      <p:pic>
        <p:nvPicPr>
          <p:cNvPr id="6" name="Image 2" descr=" ">
            <a:extLst>
              <a:ext uri="{FF2B5EF4-FFF2-40B4-BE49-F238E27FC236}">
                <a16:creationId xmlns:a16="http://schemas.microsoft.com/office/drawing/2014/main" id="{86D65B27-9718-D92A-EE8F-7119E7F0F1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1899900"/>
            <a:ext cx="965321" cy="635000"/>
          </a:xfrm>
          <a:prstGeom prst="rect">
            <a:avLst/>
          </a:prstGeom>
        </p:spPr>
      </p:pic>
      <p:sp>
        <p:nvSpPr>
          <p:cNvPr id="9" name="Текст 55">
            <a:extLst>
              <a:ext uri="{FF2B5EF4-FFF2-40B4-BE49-F238E27FC236}">
                <a16:creationId xmlns:a16="http://schemas.microsoft.com/office/drawing/2014/main" id="{16D7CF6E-56A8-3AD0-DCFB-4155A6982B5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384048" y="2350517"/>
            <a:ext cx="10790277" cy="31575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indent="0" algn="l">
              <a:lnSpc>
                <a:spcPts val="3400"/>
              </a:lnSpc>
              <a:spcAft>
                <a:spcPts val="1800"/>
              </a:spcAft>
              <a:buNone/>
            </a:pP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Дава</a:t>
            </a:r>
            <a:r>
              <a:rPr lang="ru-RU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йт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е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рассмотрим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уравнение</a:t>
            </a:r>
            <a:endParaRPr lang="en-US" sz="2400" dirty="0"/>
          </a:p>
          <a:p>
            <a:pPr marL="0" indent="0" algn="l">
              <a:lnSpc>
                <a:spcPts val="3120"/>
              </a:lnSpc>
              <a:spcAft>
                <a:spcPts val="1800"/>
              </a:spcAft>
              <a:buNone/>
            </a:pPr>
            <a:r>
              <a:rPr lang="en-US" sz="2600" dirty="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𝑥2 = −1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.</a:t>
            </a:r>
            <a:endParaRPr lang="en-US" sz="2400" dirty="0"/>
          </a:p>
          <a:p>
            <a:pPr marL="0" indent="0" algn="l">
              <a:lnSpc>
                <a:spcPts val="3400"/>
              </a:lnSpc>
              <a:spcAft>
                <a:spcPts val="1800"/>
              </a:spcAft>
              <a:buNone/>
            </a:pP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В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действительных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числах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 </a:t>
            </a:r>
            <a:r>
              <a:rPr lang="en-US" sz="2600" dirty="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(𝑥 ∈ </a:t>
            </a:r>
            <a:r>
              <a:rPr lang="en-US" sz="2600" dirty="0" err="1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ℝ</a:t>
            </a:r>
            <a:r>
              <a:rPr lang="en-US" sz="2600" dirty="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)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у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этого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уравнения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нет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решения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, </a:t>
            </a:r>
            <a:br>
              <a:rPr lang="ru-RU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</a:b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потому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что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квадрат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любого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деиствительного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числа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неотрицателен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.  </a:t>
            </a:r>
            <a:br>
              <a:rPr lang="ru-RU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</a:b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Чтобы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решить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это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уравнение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,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нам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нужно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расширить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множество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де</a:t>
            </a:r>
            <a:r>
              <a:rPr lang="ru-RU" sz="24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йс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твительных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чисел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.</a:t>
            </a:r>
            <a:endParaRPr lang="en-US" sz="2400"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43094219-6C74-8826-7E54-A325DEF6BEDE}"/>
              </a:ext>
            </a:extLst>
          </p:cNvPr>
          <p:cNvSpPr/>
          <p:nvPr/>
        </p:nvSpPr>
        <p:spPr>
          <a:xfrm>
            <a:off x="12003000" y="1296418"/>
            <a:ext cx="2413302" cy="749300"/>
          </a:xfrm>
          <a:prstGeom prst="rect">
            <a:avLst/>
          </a:prstGeom>
          <a:noFill/>
          <a:ln w="25400">
            <a:solidFill>
              <a:srgbClr val="141414"/>
            </a:solidFill>
            <a:prstDash val="solid"/>
          </a:ln>
        </p:spPr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D50F39A9-63DA-07E7-83D7-D90EF39932E6}"/>
              </a:ext>
            </a:extLst>
          </p:cNvPr>
          <p:cNvSpPr/>
          <p:nvPr/>
        </p:nvSpPr>
        <p:spPr>
          <a:xfrm>
            <a:off x="12104613" y="1194818"/>
            <a:ext cx="762095" cy="2286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</p:sp>
      <p:pic>
        <p:nvPicPr>
          <p:cNvPr id="13" name="Image 3" descr=" ">
            <a:extLst>
              <a:ext uri="{FF2B5EF4-FFF2-40B4-BE49-F238E27FC236}">
                <a16:creationId xmlns:a16="http://schemas.microsoft.com/office/drawing/2014/main" id="{0C93E1A6-2B15-5BF7-969D-3E14034354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51028" y="1217043"/>
            <a:ext cx="161201" cy="184150"/>
          </a:xfrm>
          <a:prstGeom prst="rect">
            <a:avLst/>
          </a:prstGeom>
        </p:spPr>
      </p:pic>
      <p:pic>
        <p:nvPicPr>
          <p:cNvPr id="14" name="Image 5" descr=" ">
            <a:extLst>
              <a:ext uri="{FF2B5EF4-FFF2-40B4-BE49-F238E27FC236}">
                <a16:creationId xmlns:a16="http://schemas.microsoft.com/office/drawing/2014/main" id="{BC2E4BD5-C614-B00E-4DF5-A2734E988F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393574" y="1217043"/>
            <a:ext cx="184173" cy="184150"/>
          </a:xfrm>
          <a:prstGeom prst="rect">
            <a:avLst/>
          </a:prstGeom>
        </p:spPr>
      </p:pic>
      <p:pic>
        <p:nvPicPr>
          <p:cNvPr id="15" name="Image 7" descr=" ">
            <a:extLst>
              <a:ext uri="{FF2B5EF4-FFF2-40B4-BE49-F238E27FC236}">
                <a16:creationId xmlns:a16="http://schemas.microsoft.com/office/drawing/2014/main" id="{46B85058-0F81-AA69-8D86-D63F477E243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651798" y="1217043"/>
            <a:ext cx="175788" cy="184150"/>
          </a:xfrm>
          <a:prstGeom prst="rect">
            <a:avLst/>
          </a:prstGeom>
        </p:spPr>
      </p:pic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7EFD0689-94AE-E772-667C-BD4D52F097E0}"/>
              </a:ext>
            </a:extLst>
          </p:cNvPr>
          <p:cNvCxnSpPr>
            <a:cxnSpLocks/>
          </p:cNvCxnSpPr>
          <p:nvPr/>
        </p:nvCxnSpPr>
        <p:spPr>
          <a:xfrm>
            <a:off x="12003000" y="1809568"/>
            <a:ext cx="0" cy="369848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Текст 55">
            <a:extLst>
              <a:ext uri="{FF2B5EF4-FFF2-40B4-BE49-F238E27FC236}">
                <a16:creationId xmlns:a16="http://schemas.microsoft.com/office/drawing/2014/main" id="{5DE5578D-8AFD-D566-D1B4-F4A3419599B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158191" y="1532569"/>
            <a:ext cx="21029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800" spc="100" baseline="0" dirty="0">
                <a:latin typeface="Graphik LC Medium" panose="020B0503030202060203" pitchFamily="34" charset="0"/>
              </a:defRPr>
            </a:lvl1pPr>
          </a:lstStyle>
          <a:p>
            <a:pPr marL="0" lvl="0" defTabSz="1485991"/>
            <a:r>
              <a:rPr lang="ru-RU" dirty="0"/>
              <a:t>ПРИМЕР</a:t>
            </a:r>
          </a:p>
        </p:txBody>
      </p:sp>
    </p:spTree>
    <p:extLst>
      <p:ext uri="{BB962C8B-B14F-4D97-AF65-F5344CB8AC3E}">
        <p14:creationId xmlns:p14="http://schemas.microsoft.com/office/powerpoint/2010/main" val="34468629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</p15:sldGuideLst>
    </p:ext>
  </p:extLst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 для схем_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E07EBA8F-BE3E-35A9-83B1-E693B3344F8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B66C72B1-437B-8249-2C86-20CF01A98F9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352" y="11671300"/>
            <a:ext cx="7735220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23684E48-6045-B93F-8F48-B3968BF556B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19352" y="11061700"/>
            <a:ext cx="773522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11" name="Рисунок 21">
            <a:extLst>
              <a:ext uri="{FF2B5EF4-FFF2-40B4-BE49-F238E27FC236}">
                <a16:creationId xmlns:a16="http://schemas.microsoft.com/office/drawing/2014/main" id="{8F92EBA6-336C-A030-FFE9-01F33D09203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19352" y="4263187"/>
            <a:ext cx="6913623" cy="6277813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0E150DEC-80E8-F43D-2DF7-C3C1675E351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244945" y="11671300"/>
            <a:ext cx="7735220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4990268D-96C7-1179-7EB4-CB20565833C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244945" y="11061700"/>
            <a:ext cx="773522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1" name="Рисунок 21">
            <a:extLst>
              <a:ext uri="{FF2B5EF4-FFF2-40B4-BE49-F238E27FC236}">
                <a16:creationId xmlns:a16="http://schemas.microsoft.com/office/drawing/2014/main" id="{02C14124-115A-71D8-AF10-0A60B4D7D74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3244945" y="4263187"/>
            <a:ext cx="6913623" cy="6277813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00656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 для схем_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0D242553-8494-E788-1EA0-FEB5B0E0F9B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67324" y="2688491"/>
            <a:ext cx="4843540" cy="4398105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9A7801D1-DC8D-DFB1-518B-2E2FC4C9F70A}"/>
              </a:ext>
            </a:extLst>
          </p:cNvPr>
          <p:cNvCxnSpPr>
            <a:cxnSpLocks/>
          </p:cNvCxnSpPr>
          <p:nvPr userDrawn="1"/>
        </p:nvCxnSpPr>
        <p:spPr>
          <a:xfrm>
            <a:off x="1219352" y="7569200"/>
            <a:ext cx="10516914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8DA4455D-5FF7-66FB-9BF3-5B311EBC1E19}"/>
              </a:ext>
            </a:extLst>
          </p:cNvPr>
          <p:cNvCxnSpPr>
            <a:cxnSpLocks/>
          </p:cNvCxnSpPr>
          <p:nvPr userDrawn="1"/>
        </p:nvCxnSpPr>
        <p:spPr>
          <a:xfrm>
            <a:off x="12193588" y="8051800"/>
            <a:ext cx="0" cy="4459288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2EA8F629-0E91-AD7A-AE75-3F15F367E870}"/>
              </a:ext>
            </a:extLst>
          </p:cNvPr>
          <p:cNvCxnSpPr>
            <a:cxnSpLocks/>
          </p:cNvCxnSpPr>
          <p:nvPr userDrawn="1"/>
        </p:nvCxnSpPr>
        <p:spPr>
          <a:xfrm>
            <a:off x="12650781" y="7569200"/>
            <a:ext cx="10516914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E039206A-A9A0-A075-6C34-E339D5464E2D}"/>
              </a:ext>
            </a:extLst>
          </p:cNvPr>
          <p:cNvCxnSpPr>
            <a:cxnSpLocks/>
          </p:cNvCxnSpPr>
          <p:nvPr userDrawn="1"/>
        </p:nvCxnSpPr>
        <p:spPr>
          <a:xfrm>
            <a:off x="12193588" y="2688491"/>
            <a:ext cx="0" cy="4459288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0" name="Текст 7">
            <a:extLst>
              <a:ext uri="{FF2B5EF4-FFF2-40B4-BE49-F238E27FC236}">
                <a16:creationId xmlns:a16="http://schemas.microsoft.com/office/drawing/2014/main" id="{B2769C97-467C-2B89-7D02-D0690418C4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23" name="Рисунок 21">
            <a:extLst>
              <a:ext uri="{FF2B5EF4-FFF2-40B4-BE49-F238E27FC236}">
                <a16:creationId xmlns:a16="http://schemas.microsoft.com/office/drawing/2014/main" id="{B09D8A1E-FD11-8B79-328E-1D90D9011F1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867324" y="8098695"/>
            <a:ext cx="4843540" cy="4398105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4" name="Рисунок 21">
            <a:extLst>
              <a:ext uri="{FF2B5EF4-FFF2-40B4-BE49-F238E27FC236}">
                <a16:creationId xmlns:a16="http://schemas.microsoft.com/office/drawing/2014/main" id="{35254E78-4150-D142-AF9A-F689CD9015E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324155" y="2688491"/>
            <a:ext cx="4843540" cy="4398105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5" name="Рисунок 21">
            <a:extLst>
              <a:ext uri="{FF2B5EF4-FFF2-40B4-BE49-F238E27FC236}">
                <a16:creationId xmlns:a16="http://schemas.microsoft.com/office/drawing/2014/main" id="{1678F33C-B7F5-5D61-80D6-E064973965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324155" y="8098695"/>
            <a:ext cx="4843540" cy="4398105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3710448F-3940-4363-67FB-758BCC1E95E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19352" y="4697045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F7526744-210E-4BF3-703E-1F481DB5CA7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9352" y="10082995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D894D0BA-A690-09B5-4A0D-03B6A08A91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50781" y="4697045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D6503532-C03A-52AC-EF3F-3149A5A647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650781" y="10082995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185491CE-DB5A-4D37-570C-B22FA5630EB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19353" y="5306645"/>
            <a:ext cx="4843540" cy="1881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000" dirty="0" err="1">
                <a:latin typeface="Graphik LC Regular" panose="020B0503030202060203" pitchFamily="34" charset="0"/>
              </a:rPr>
              <a:t>Обычно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вы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сначала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найдете</a:t>
            </a:r>
            <a:r>
              <a:rPr lang="en-US" sz="2000" dirty="0">
                <a:latin typeface="Graphik LC Regular" panose="020B0503030202060203" pitchFamily="34" charset="0"/>
              </a:rPr>
              <a:t>  </a:t>
            </a:r>
            <a:r>
              <a:rPr lang="en-US" sz="2000" dirty="0" err="1">
                <a:latin typeface="Graphik LC Regular" panose="020B0503030202060203" pitchFamily="34" charset="0"/>
              </a:rPr>
              <a:t>вопрос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или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проблему</a:t>
            </a:r>
            <a:r>
              <a:rPr lang="en-US" sz="2000" dirty="0">
                <a:latin typeface="Graphik LC Regular" panose="020B0503030202060203" pitchFamily="34" charset="0"/>
              </a:rPr>
              <a:t>, </a:t>
            </a:r>
            <a:r>
              <a:rPr lang="en-US" sz="2000" dirty="0" err="1">
                <a:latin typeface="Graphik LC Regular" panose="020B0503030202060203" pitchFamily="34" charset="0"/>
              </a:rPr>
              <a:t>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затем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решите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моделировать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процесс</a:t>
            </a:r>
            <a:r>
              <a:rPr lang="ru-RU" sz="2000" dirty="0">
                <a:latin typeface="Graphik LC Regular" panose="020B0503030202060203" pitchFamily="34" charset="0"/>
              </a:rPr>
              <a:t>, чтобы получить конкретный ответ или проверить чей-то  готовый вывод</a:t>
            </a:r>
            <a:endParaRPr lang="en-US" sz="2000" dirty="0">
              <a:latin typeface="Graphik LC Regular" panose="020B0503030202060203" pitchFamily="34" charset="0"/>
            </a:endParaRP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6C27DE82-FA43-43A2-DB74-091567D5143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219353" y="10678745"/>
            <a:ext cx="4843540" cy="1881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000" dirty="0" err="1">
                <a:latin typeface="Graphik LC Regular" panose="020B0503030202060203" pitchFamily="34" charset="0"/>
              </a:rPr>
              <a:t>Обычно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вы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сначала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найдете</a:t>
            </a:r>
            <a:r>
              <a:rPr lang="en-US" sz="2000" dirty="0">
                <a:latin typeface="Graphik LC Regular" panose="020B0503030202060203" pitchFamily="34" charset="0"/>
              </a:rPr>
              <a:t>  </a:t>
            </a:r>
            <a:r>
              <a:rPr lang="en-US" sz="2000" dirty="0" err="1">
                <a:latin typeface="Graphik LC Regular" panose="020B0503030202060203" pitchFamily="34" charset="0"/>
              </a:rPr>
              <a:t>вопрос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или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проблему</a:t>
            </a:r>
            <a:r>
              <a:rPr lang="en-US" sz="2000" dirty="0">
                <a:latin typeface="Graphik LC Regular" panose="020B0503030202060203" pitchFamily="34" charset="0"/>
              </a:rPr>
              <a:t>, </a:t>
            </a:r>
            <a:r>
              <a:rPr lang="en-US" sz="2000" dirty="0" err="1">
                <a:latin typeface="Graphik LC Regular" panose="020B0503030202060203" pitchFamily="34" charset="0"/>
              </a:rPr>
              <a:t>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затем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решите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моделировать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процесс</a:t>
            </a:r>
            <a:r>
              <a:rPr lang="ru-RU" sz="2000" dirty="0">
                <a:latin typeface="Graphik LC Regular" panose="020B0503030202060203" pitchFamily="34" charset="0"/>
              </a:rPr>
              <a:t>, чтобы получить конкретный ответ или проверить чей-то  готовый вывод</a:t>
            </a:r>
            <a:endParaRPr lang="en-US" sz="2000" dirty="0">
              <a:latin typeface="Graphik LC Regular" panose="020B0503030202060203" pitchFamily="34" charset="0"/>
            </a:endParaRP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573AAADE-FF41-910E-A411-64C5C43710F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2650781" y="5306645"/>
            <a:ext cx="4843540" cy="1881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000" dirty="0" err="1">
                <a:latin typeface="Graphik LC Regular" panose="020B0503030202060203" pitchFamily="34" charset="0"/>
              </a:rPr>
              <a:t>Обычно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вы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сначала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найдете</a:t>
            </a:r>
            <a:r>
              <a:rPr lang="en-US" sz="2000" dirty="0">
                <a:latin typeface="Graphik LC Regular" panose="020B0503030202060203" pitchFamily="34" charset="0"/>
              </a:rPr>
              <a:t>  </a:t>
            </a:r>
            <a:r>
              <a:rPr lang="en-US" sz="2000" dirty="0" err="1">
                <a:latin typeface="Graphik LC Regular" panose="020B0503030202060203" pitchFamily="34" charset="0"/>
              </a:rPr>
              <a:t>вопрос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или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проблему</a:t>
            </a:r>
            <a:r>
              <a:rPr lang="en-US" sz="2000" dirty="0">
                <a:latin typeface="Graphik LC Regular" panose="020B0503030202060203" pitchFamily="34" charset="0"/>
              </a:rPr>
              <a:t>, </a:t>
            </a:r>
            <a:r>
              <a:rPr lang="en-US" sz="2000" dirty="0" err="1">
                <a:latin typeface="Graphik LC Regular" panose="020B0503030202060203" pitchFamily="34" charset="0"/>
              </a:rPr>
              <a:t>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затем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решите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моделировать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процесс</a:t>
            </a:r>
            <a:r>
              <a:rPr lang="ru-RU" sz="2000" dirty="0">
                <a:latin typeface="Graphik LC Regular" panose="020B0503030202060203" pitchFamily="34" charset="0"/>
              </a:rPr>
              <a:t>, чтобы получить конкретный ответ или проверить чей-то  готовый вывод</a:t>
            </a:r>
            <a:endParaRPr lang="en-US" sz="2000" dirty="0">
              <a:latin typeface="Graphik LC Regular" panose="020B0503030202060203" pitchFamily="34" charset="0"/>
            </a:endParaRP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3380755D-6090-F710-1D1B-196DFDCBB4B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2650781" y="10678745"/>
            <a:ext cx="4843540" cy="1881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000" dirty="0" err="1">
                <a:latin typeface="Graphik LC Regular" panose="020B0503030202060203" pitchFamily="34" charset="0"/>
              </a:rPr>
              <a:t>Обычно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вы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сначала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найдете</a:t>
            </a:r>
            <a:r>
              <a:rPr lang="en-US" sz="2000" dirty="0">
                <a:latin typeface="Graphik LC Regular" panose="020B0503030202060203" pitchFamily="34" charset="0"/>
              </a:rPr>
              <a:t>  </a:t>
            </a:r>
            <a:r>
              <a:rPr lang="en-US" sz="2000" dirty="0" err="1">
                <a:latin typeface="Graphik LC Regular" panose="020B0503030202060203" pitchFamily="34" charset="0"/>
              </a:rPr>
              <a:t>вопрос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или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проблему</a:t>
            </a:r>
            <a:r>
              <a:rPr lang="en-US" sz="2000" dirty="0">
                <a:latin typeface="Graphik LC Regular" panose="020B0503030202060203" pitchFamily="34" charset="0"/>
              </a:rPr>
              <a:t>, </a:t>
            </a:r>
            <a:r>
              <a:rPr lang="en-US" sz="2000" dirty="0" err="1">
                <a:latin typeface="Graphik LC Regular" panose="020B0503030202060203" pitchFamily="34" charset="0"/>
              </a:rPr>
              <a:t>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затем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решите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моделировать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процесс</a:t>
            </a:r>
            <a:r>
              <a:rPr lang="ru-RU" sz="2000" dirty="0">
                <a:latin typeface="Graphik LC Regular" panose="020B0503030202060203" pitchFamily="34" charset="0"/>
              </a:rPr>
              <a:t>, чтобы получить конкретный ответ или проверить чей-то  готовый вывод</a:t>
            </a:r>
            <a:endParaRPr lang="en-US" sz="2000" dirty="0">
              <a:latin typeface="Graphik LC Regular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50734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фото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21">
            <a:extLst>
              <a:ext uri="{FF2B5EF4-FFF2-40B4-BE49-F238E27FC236}">
                <a16:creationId xmlns:a16="http://schemas.microsoft.com/office/drawing/2014/main" id="{57174BAF-4B23-1DDC-8E35-9809BA6669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58" name="Image 17" descr=" ">
            <a:extLst>
              <a:ext uri="{FF2B5EF4-FFF2-40B4-BE49-F238E27FC236}">
                <a16:creationId xmlns:a16="http://schemas.microsoft.com/office/drawing/2014/main" id="{7F9179D4-74E6-0E6F-B719-69442B00B0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9" name="Текст 7">
            <a:extLst>
              <a:ext uri="{FF2B5EF4-FFF2-40B4-BE49-F238E27FC236}">
                <a16:creationId xmlns:a16="http://schemas.microsoft.com/office/drawing/2014/main" id="{381307EC-943B-B3FD-7F55-0610B3E53D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90299" y="3130550"/>
            <a:ext cx="86675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535F91B6-3D94-3544-BB5A-2B5A8F90BB0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990299" y="6851650"/>
            <a:ext cx="11184026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 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2D9956E2-46F2-42B0-A2AF-49B594CDC74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1990299" y="8716919"/>
            <a:ext cx="9704289" cy="19238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342900" indent="-3429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  <a:p>
            <a:pPr marL="0" lvl="0" defTabSz="1485991">
              <a:lnSpc>
                <a:spcPts val="3400"/>
              </a:lnSpc>
            </a:pPr>
            <a:r>
              <a:rPr lang="ru-RU" dirty="0"/>
              <a:t>А затем решите моделировать процесс</a:t>
            </a:r>
          </a:p>
          <a:p>
            <a:pPr marL="0" lvl="0" defTabSz="1485991">
              <a:lnSpc>
                <a:spcPts val="3400"/>
              </a:lnSpc>
            </a:pPr>
            <a:r>
              <a:rPr lang="ru-RU" dirty="0"/>
              <a:t>Чтобы получить конкретный ответ</a:t>
            </a:r>
          </a:p>
          <a:p>
            <a:pPr marL="0" lvl="0" defTabSz="1485991">
              <a:lnSpc>
                <a:spcPts val="3400"/>
              </a:lnSpc>
            </a:pPr>
            <a:r>
              <a:rPr lang="ru-RU" dirty="0"/>
              <a:t>Или проверить чей-то готовый вывод</a:t>
            </a:r>
          </a:p>
        </p:txBody>
      </p:sp>
    </p:spTree>
    <p:extLst>
      <p:ext uri="{BB962C8B-B14F-4D97-AF65-F5344CB8AC3E}">
        <p14:creationId xmlns:p14="http://schemas.microsoft.com/office/powerpoint/2010/main" val="27136021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 фот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21">
            <a:extLst>
              <a:ext uri="{FF2B5EF4-FFF2-40B4-BE49-F238E27FC236}">
                <a16:creationId xmlns:a16="http://schemas.microsoft.com/office/drawing/2014/main" id="{DE559254-3830-6552-B365-9C7DE1C18B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19352" y="2730500"/>
            <a:ext cx="7062082" cy="82423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9" name="Текст 7">
            <a:extLst>
              <a:ext uri="{FF2B5EF4-FFF2-40B4-BE49-F238E27FC236}">
                <a16:creationId xmlns:a16="http://schemas.microsoft.com/office/drawing/2014/main" id="{536655E3-D4B7-452C-FFED-A9A0E24839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01AC3531-F19B-C4C0-3660-6BF64E6E36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352" y="11293062"/>
            <a:ext cx="7062083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 err="1">
                <a:latin typeface="Graphik LC Regular" panose="020B0503030202060203" pitchFamily="34" charset="0"/>
              </a:rPr>
              <a:t>Описание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фото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на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две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строки</a:t>
            </a:r>
            <a:r>
              <a:rPr lang="en-US" sz="2400" dirty="0">
                <a:latin typeface="Graphik LC Regular" panose="020B0503030202060203" pitchFamily="34" charset="0"/>
              </a:rPr>
              <a:t> 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(</a:t>
            </a:r>
            <a:r>
              <a:rPr lang="en-US" sz="2400" dirty="0" err="1">
                <a:latin typeface="Graphik LC Regular" panose="020B0503030202060203" pitchFamily="34" charset="0"/>
              </a:rPr>
              <a:t>или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даже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три</a:t>
            </a:r>
            <a:r>
              <a:rPr lang="en-US" sz="2400" dirty="0">
                <a:latin typeface="Graphik LC Regular" panose="020B0503030202060203" pitchFamily="34" charset="0"/>
              </a:rPr>
              <a:t>)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9B29676F-1605-A40F-DB07-9E8080FDDE0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62483" y="11293062"/>
            <a:ext cx="7062083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 err="1">
                <a:latin typeface="Graphik LC Regular" panose="020B0503030202060203" pitchFamily="34" charset="0"/>
              </a:rPr>
              <a:t>Описание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фото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на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две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строки</a:t>
            </a:r>
            <a:r>
              <a:rPr lang="en-US" sz="2400" dirty="0">
                <a:latin typeface="Graphik LC Regular" panose="020B0503030202060203" pitchFamily="34" charset="0"/>
              </a:rPr>
              <a:t> 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(</a:t>
            </a:r>
            <a:r>
              <a:rPr lang="en-US" sz="2400" dirty="0" err="1">
                <a:latin typeface="Graphik LC Regular" panose="020B0503030202060203" pitchFamily="34" charset="0"/>
              </a:rPr>
              <a:t>или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даже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три</a:t>
            </a:r>
            <a:r>
              <a:rPr lang="en-US" sz="2400" dirty="0">
                <a:latin typeface="Graphik LC Regular" panose="020B0503030202060203" pitchFamily="34" charset="0"/>
              </a:rPr>
              <a:t>)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A2629E36-4ED4-2B05-BE92-7A2F45B7536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105613" y="11293062"/>
            <a:ext cx="7062083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 err="1">
                <a:latin typeface="Graphik LC Regular" panose="020B0503030202060203" pitchFamily="34" charset="0"/>
              </a:rPr>
              <a:t>Описание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фото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на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две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строки</a:t>
            </a:r>
            <a:r>
              <a:rPr lang="en-US" sz="2400" dirty="0">
                <a:latin typeface="Graphik LC Regular" panose="020B0503030202060203" pitchFamily="34" charset="0"/>
              </a:rPr>
              <a:t> 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(</a:t>
            </a:r>
            <a:r>
              <a:rPr lang="en-US" sz="2400" dirty="0" err="1">
                <a:latin typeface="Graphik LC Regular" panose="020B0503030202060203" pitchFamily="34" charset="0"/>
              </a:rPr>
              <a:t>или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даже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три</a:t>
            </a:r>
            <a:r>
              <a:rPr lang="en-US" sz="2400" dirty="0">
                <a:latin typeface="Graphik LC Regular" panose="020B0503030202060203" pitchFamily="34" charset="0"/>
              </a:rPr>
              <a:t>)</a:t>
            </a:r>
          </a:p>
        </p:txBody>
      </p:sp>
      <p:sp>
        <p:nvSpPr>
          <p:cNvPr id="14" name="Рисунок 21">
            <a:extLst>
              <a:ext uri="{FF2B5EF4-FFF2-40B4-BE49-F238E27FC236}">
                <a16:creationId xmlns:a16="http://schemas.microsoft.com/office/drawing/2014/main" id="{2931A38E-D4EC-17EE-733E-CD49808F62B6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8662483" y="2730500"/>
            <a:ext cx="7062082" cy="82423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1" name="Рисунок 21">
            <a:extLst>
              <a:ext uri="{FF2B5EF4-FFF2-40B4-BE49-F238E27FC236}">
                <a16:creationId xmlns:a16="http://schemas.microsoft.com/office/drawing/2014/main" id="{1D81512B-689C-949E-0779-0D22BD9ED0F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6105613" y="2730500"/>
            <a:ext cx="7062082" cy="82423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88806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3 фот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Рисунок 22">
            <a:extLst>
              <a:ext uri="{FF2B5EF4-FFF2-40B4-BE49-F238E27FC236}">
                <a16:creationId xmlns:a16="http://schemas.microsoft.com/office/drawing/2014/main" id="{3950CC7D-DF68-690A-DB98-26D3A487D72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 flipV="1">
            <a:off x="15178397" y="4140200"/>
            <a:ext cx="7989299" cy="8370888"/>
          </a:xfrm>
          <a:prstGeom prst="round1Rect">
            <a:avLst>
              <a:gd name="adj" fmla="val 10626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3" name="Рисунок 22">
            <a:extLst>
              <a:ext uri="{FF2B5EF4-FFF2-40B4-BE49-F238E27FC236}">
                <a16:creationId xmlns:a16="http://schemas.microsoft.com/office/drawing/2014/main" id="{3F9913F4-66C4-29A6-42AF-A5FC752322A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6808050" y="4140200"/>
            <a:ext cx="7989299" cy="8370888"/>
          </a:xfrm>
          <a:prstGeom prst="round1Rect">
            <a:avLst>
              <a:gd name="adj" fmla="val 10626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0BFDC9A1-5B0E-76F9-5FF6-C91182719643}"/>
              </a:ext>
            </a:extLst>
          </p:cNvPr>
          <p:cNvGrpSpPr/>
          <p:nvPr userDrawn="1"/>
        </p:nvGrpSpPr>
        <p:grpSpPr>
          <a:xfrm rot="16200000">
            <a:off x="-2988589" y="8663308"/>
            <a:ext cx="8402880" cy="7695561"/>
            <a:chOff x="-3952800" y="7750117"/>
            <a:chExt cx="10394564" cy="9519594"/>
          </a:xfrm>
        </p:grpSpPr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A61AEB53-7CD7-E8B9-0038-C4B281577CD9}"/>
                </a:ext>
              </a:extLst>
            </p:cNvPr>
            <p:cNvSpPr/>
            <p:nvPr/>
          </p:nvSpPr>
          <p:spPr>
            <a:xfrm>
              <a:off x="-2162688" y="9102938"/>
              <a:ext cx="6814415" cy="6813648"/>
            </a:xfrm>
            <a:custGeom>
              <a:avLst/>
              <a:gdLst>
                <a:gd name="connsiteX0" fmla="*/ 6279096 w 6814415"/>
                <a:gd name="connsiteY0" fmla="*/ 6278380 h 6813648"/>
                <a:gd name="connsiteX1" fmla="*/ 5239819 w 6814415"/>
                <a:gd name="connsiteY1" fmla="*/ 1574426 h 6813648"/>
                <a:gd name="connsiteX2" fmla="*/ 535323 w 6814415"/>
                <a:gd name="connsiteY2" fmla="*/ 535266 h 6813648"/>
                <a:gd name="connsiteX3" fmla="*/ 1574600 w 6814415"/>
                <a:gd name="connsiteY3" fmla="*/ 5239220 h 6813648"/>
                <a:gd name="connsiteX4" fmla="*/ 6279096 w 6814415"/>
                <a:gd name="connsiteY4" fmla="*/ 6278380 h 6813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4415" h="6813648">
                  <a:moveTo>
                    <a:pt x="6279096" y="6278380"/>
                  </a:moveTo>
                  <a:cubicBezTo>
                    <a:pt x="7291213" y="5266375"/>
                    <a:pt x="6825906" y="3160348"/>
                    <a:pt x="5239819" y="1574426"/>
                  </a:cubicBezTo>
                  <a:cubicBezTo>
                    <a:pt x="3653718" y="-11496"/>
                    <a:pt x="1547441" y="-476744"/>
                    <a:pt x="535323" y="535266"/>
                  </a:cubicBezTo>
                  <a:cubicBezTo>
                    <a:pt x="-476794" y="1547270"/>
                    <a:pt x="-11500" y="3653310"/>
                    <a:pt x="1574600" y="5239220"/>
                  </a:cubicBezTo>
                  <a:cubicBezTo>
                    <a:pt x="3160701" y="6825142"/>
                    <a:pt x="5266965" y="7290396"/>
                    <a:pt x="6279096" y="6278380"/>
                  </a:cubicBezTo>
                  <a:close/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7E34D67D-4630-2003-5C83-55289FEF7B00}"/>
                </a:ext>
              </a:extLst>
            </p:cNvPr>
            <p:cNvSpPr/>
            <p:nvPr/>
          </p:nvSpPr>
          <p:spPr>
            <a:xfrm>
              <a:off x="-2162688" y="9102925"/>
              <a:ext cx="6814415" cy="6813643"/>
            </a:xfrm>
            <a:custGeom>
              <a:avLst/>
              <a:gdLst>
                <a:gd name="connsiteX0" fmla="*/ 5239806 w 6814415"/>
                <a:gd name="connsiteY0" fmla="*/ 5239220 h 6813643"/>
                <a:gd name="connsiteX1" fmla="*/ 6279096 w 6814415"/>
                <a:gd name="connsiteY1" fmla="*/ 535266 h 6813643"/>
                <a:gd name="connsiteX2" fmla="*/ 1574600 w 6814415"/>
                <a:gd name="connsiteY2" fmla="*/ 1574426 h 6813643"/>
                <a:gd name="connsiteX3" fmla="*/ 535323 w 6814415"/>
                <a:gd name="connsiteY3" fmla="*/ 6278380 h 6813643"/>
                <a:gd name="connsiteX4" fmla="*/ 5239806 w 6814415"/>
                <a:gd name="connsiteY4" fmla="*/ 5239220 h 6813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4415" h="6813643">
                  <a:moveTo>
                    <a:pt x="5239806" y="5239220"/>
                  </a:moveTo>
                  <a:cubicBezTo>
                    <a:pt x="6825906" y="3653298"/>
                    <a:pt x="7291213" y="1547270"/>
                    <a:pt x="6279096" y="535266"/>
                  </a:cubicBezTo>
                  <a:cubicBezTo>
                    <a:pt x="5266965" y="-476744"/>
                    <a:pt x="3160701" y="-11496"/>
                    <a:pt x="1574600" y="1574426"/>
                  </a:cubicBezTo>
                  <a:cubicBezTo>
                    <a:pt x="-11500" y="3160335"/>
                    <a:pt x="-476794" y="5266376"/>
                    <a:pt x="535323" y="6278380"/>
                  </a:cubicBezTo>
                  <a:cubicBezTo>
                    <a:pt x="1547441" y="7290385"/>
                    <a:pt x="3653718" y="6825142"/>
                    <a:pt x="5239806" y="5239220"/>
                  </a:cubicBezTo>
                  <a:close/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64D2735D-4048-02A1-3F12-D8B613C3F863}"/>
                </a:ext>
              </a:extLst>
            </p:cNvPr>
            <p:cNvSpPr/>
            <p:nvPr/>
          </p:nvSpPr>
          <p:spPr>
            <a:xfrm>
              <a:off x="4698655" y="8442156"/>
              <a:ext cx="640848" cy="640776"/>
            </a:xfrm>
            <a:custGeom>
              <a:avLst/>
              <a:gdLst>
                <a:gd name="connsiteX0" fmla="*/ 320424 w 640848"/>
                <a:gd name="connsiteY0" fmla="*/ 640777 h 640776"/>
                <a:gd name="connsiteX1" fmla="*/ 640849 w 640848"/>
                <a:gd name="connsiteY1" fmla="*/ 320388 h 640776"/>
                <a:gd name="connsiteX2" fmla="*/ 320424 w 640848"/>
                <a:gd name="connsiteY2" fmla="*/ 0 h 640776"/>
                <a:gd name="connsiteX3" fmla="*/ 0 w 640848"/>
                <a:gd name="connsiteY3" fmla="*/ 320388 h 640776"/>
                <a:gd name="connsiteX4" fmla="*/ 320424 w 640848"/>
                <a:gd name="connsiteY4" fmla="*/ 640777 h 640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848" h="640776">
                  <a:moveTo>
                    <a:pt x="320424" y="640777"/>
                  </a:moveTo>
                  <a:cubicBezTo>
                    <a:pt x="497388" y="640777"/>
                    <a:pt x="640849" y="497334"/>
                    <a:pt x="640849" y="320388"/>
                  </a:cubicBezTo>
                  <a:cubicBezTo>
                    <a:pt x="640849" y="143443"/>
                    <a:pt x="497388" y="0"/>
                    <a:pt x="320424" y="0"/>
                  </a:cubicBezTo>
                  <a:cubicBezTo>
                    <a:pt x="143460" y="0"/>
                    <a:pt x="0" y="143443"/>
                    <a:pt x="0" y="320388"/>
                  </a:cubicBezTo>
                  <a:cubicBezTo>
                    <a:pt x="0" y="497334"/>
                    <a:pt x="143460" y="640777"/>
                    <a:pt x="320424" y="640777"/>
                  </a:cubicBezTo>
                  <a:close/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EBAFFBEE-D65F-A85D-2A10-55E8A7365A89}"/>
                </a:ext>
              </a:extLst>
            </p:cNvPr>
            <p:cNvSpPr/>
            <p:nvPr/>
          </p:nvSpPr>
          <p:spPr>
            <a:xfrm>
              <a:off x="-3952800" y="12509792"/>
              <a:ext cx="10394564" cy="12815"/>
            </a:xfrm>
            <a:custGeom>
              <a:avLst/>
              <a:gdLst>
                <a:gd name="connsiteX0" fmla="*/ 10394564 w 10394564"/>
                <a:gd name="connsiteY0" fmla="*/ 0 h 12815"/>
                <a:gd name="connsiteX1" fmla="*/ 0 w 10394564"/>
                <a:gd name="connsiteY1" fmla="*/ 0 h 12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94564" h="12815">
                  <a:moveTo>
                    <a:pt x="10394564" y="0"/>
                  </a:move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85BA4D98-0C41-4B5C-EE2C-ED031F6382B5}"/>
                </a:ext>
              </a:extLst>
            </p:cNvPr>
            <p:cNvSpPr/>
            <p:nvPr/>
          </p:nvSpPr>
          <p:spPr>
            <a:xfrm>
              <a:off x="1244584" y="7750117"/>
              <a:ext cx="12816" cy="9519594"/>
            </a:xfrm>
            <a:custGeom>
              <a:avLst/>
              <a:gdLst>
                <a:gd name="connsiteX0" fmla="*/ 0 w 12816"/>
                <a:gd name="connsiteY0" fmla="*/ 0 h 9519594"/>
                <a:gd name="connsiteX1" fmla="*/ 0 w 12816"/>
                <a:gd name="connsiteY1" fmla="*/ 9519595 h 9519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816" h="9519594">
                  <a:moveTo>
                    <a:pt x="0" y="0"/>
                  </a:moveTo>
                  <a:lnTo>
                    <a:pt x="0" y="9519595"/>
                  </a:lnTo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77D0D017-11BB-8D63-9146-838747B66A85}"/>
                </a:ext>
              </a:extLst>
            </p:cNvPr>
            <p:cNvSpPr/>
            <p:nvPr/>
          </p:nvSpPr>
          <p:spPr>
            <a:xfrm>
              <a:off x="2929913" y="14145067"/>
              <a:ext cx="358875" cy="358834"/>
            </a:xfrm>
            <a:custGeom>
              <a:avLst/>
              <a:gdLst>
                <a:gd name="connsiteX0" fmla="*/ 358875 w 358875"/>
                <a:gd name="connsiteY0" fmla="*/ 179417 h 358834"/>
                <a:gd name="connsiteX1" fmla="*/ 179438 w 358875"/>
                <a:gd name="connsiteY1" fmla="*/ 358835 h 358834"/>
                <a:gd name="connsiteX2" fmla="*/ 0 w 358875"/>
                <a:gd name="connsiteY2" fmla="*/ 179417 h 358834"/>
                <a:gd name="connsiteX3" fmla="*/ 179438 w 358875"/>
                <a:gd name="connsiteY3" fmla="*/ 0 h 358834"/>
                <a:gd name="connsiteX4" fmla="*/ 358875 w 358875"/>
                <a:gd name="connsiteY4" fmla="*/ 179417 h 358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8875" h="358834">
                  <a:moveTo>
                    <a:pt x="358875" y="179417"/>
                  </a:moveTo>
                  <a:cubicBezTo>
                    <a:pt x="358875" y="278507"/>
                    <a:pt x="278538" y="358835"/>
                    <a:pt x="179438" y="358835"/>
                  </a:cubicBezTo>
                  <a:cubicBezTo>
                    <a:pt x="80337" y="358835"/>
                    <a:pt x="0" y="278507"/>
                    <a:pt x="0" y="179417"/>
                  </a:cubicBezTo>
                  <a:cubicBezTo>
                    <a:pt x="0" y="80328"/>
                    <a:pt x="80337" y="0"/>
                    <a:pt x="179438" y="0"/>
                  </a:cubicBezTo>
                  <a:cubicBezTo>
                    <a:pt x="278538" y="0"/>
                    <a:pt x="358875" y="80328"/>
                    <a:pt x="358875" y="179417"/>
                  </a:cubicBezTo>
                  <a:close/>
                </a:path>
              </a:pathLst>
            </a:custGeom>
            <a:solidFill>
              <a:srgbClr val="FAFAFA"/>
            </a:solidFill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E69EC2C9-95B5-9EBE-169A-31AD8BE06F71}"/>
                </a:ext>
              </a:extLst>
            </p:cNvPr>
            <p:cNvSpPr/>
            <p:nvPr/>
          </p:nvSpPr>
          <p:spPr>
            <a:xfrm>
              <a:off x="-3320544" y="12246946"/>
              <a:ext cx="525600" cy="525600"/>
            </a:xfrm>
            <a:custGeom>
              <a:avLst/>
              <a:gdLst>
                <a:gd name="connsiteX0" fmla="*/ 166621 w 166620"/>
                <a:gd name="connsiteY0" fmla="*/ 83301 h 166601"/>
                <a:gd name="connsiteX1" fmla="*/ 83310 w 166620"/>
                <a:gd name="connsiteY1" fmla="*/ 166602 h 166601"/>
                <a:gd name="connsiteX2" fmla="*/ 0 w 166620"/>
                <a:gd name="connsiteY2" fmla="*/ 83301 h 166601"/>
                <a:gd name="connsiteX3" fmla="*/ 83310 w 166620"/>
                <a:gd name="connsiteY3" fmla="*/ 0 h 166601"/>
                <a:gd name="connsiteX4" fmla="*/ 166621 w 166620"/>
                <a:gd name="connsiteY4" fmla="*/ 83301 h 166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620" h="166601">
                  <a:moveTo>
                    <a:pt x="166621" y="83301"/>
                  </a:moveTo>
                  <a:cubicBezTo>
                    <a:pt x="166621" y="129309"/>
                    <a:pt x="129322" y="166602"/>
                    <a:pt x="83310" y="166602"/>
                  </a:cubicBezTo>
                  <a:cubicBezTo>
                    <a:pt x="37300" y="166602"/>
                    <a:pt x="0" y="129309"/>
                    <a:pt x="0" y="83301"/>
                  </a:cubicBezTo>
                  <a:cubicBezTo>
                    <a:pt x="0" y="37293"/>
                    <a:pt x="37300" y="0"/>
                    <a:pt x="83310" y="0"/>
                  </a:cubicBezTo>
                  <a:cubicBezTo>
                    <a:pt x="129322" y="0"/>
                    <a:pt x="166621" y="37293"/>
                    <a:pt x="166621" y="83301"/>
                  </a:cubicBezTo>
                  <a:close/>
                </a:path>
              </a:pathLst>
            </a:custGeom>
            <a:solidFill>
              <a:srgbClr val="141414"/>
            </a:solidFill>
            <a:ln w="1270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</p:grpSp>
      <p:sp>
        <p:nvSpPr>
          <p:cNvPr id="20" name="Текст 7">
            <a:extLst>
              <a:ext uri="{FF2B5EF4-FFF2-40B4-BE49-F238E27FC236}">
                <a16:creationId xmlns:a16="http://schemas.microsoft.com/office/drawing/2014/main" id="{40083478-13A7-EFC6-A771-CA04A31C079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17388146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ункты + фото справ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Рисунок 21">
            <a:extLst>
              <a:ext uri="{FF2B5EF4-FFF2-40B4-BE49-F238E27FC236}">
                <a16:creationId xmlns:a16="http://schemas.microsoft.com/office/drawing/2014/main" id="{52F33FFD-46FD-04DF-CC94-BE035787F4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806625" y="0"/>
            <a:ext cx="10580550" cy="137160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8" name="Текст 7">
            <a:extLst>
              <a:ext uri="{FF2B5EF4-FFF2-40B4-BE49-F238E27FC236}">
                <a16:creationId xmlns:a16="http://schemas.microsoft.com/office/drawing/2014/main" id="{7648C066-2872-3622-EEC9-1ED07951949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4" name="Shape 22">
            <a:extLst>
              <a:ext uri="{FF2B5EF4-FFF2-40B4-BE49-F238E27FC236}">
                <a16:creationId xmlns:a16="http://schemas.microsoft.com/office/drawing/2014/main" id="{64BA1BC1-6632-EC99-2CEA-1AE3C3579A7E}"/>
              </a:ext>
            </a:extLst>
          </p:cNvPr>
          <p:cNvSpPr/>
          <p:nvPr userDrawn="1"/>
        </p:nvSpPr>
        <p:spPr>
          <a:xfrm>
            <a:off x="22913664" y="0"/>
            <a:ext cx="1473384" cy="12192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5" name="Image 21" descr=" ">
            <a:extLst>
              <a:ext uri="{FF2B5EF4-FFF2-40B4-BE49-F238E27FC236}">
                <a16:creationId xmlns:a16="http://schemas.microsoft.com/office/drawing/2014/main" id="{A1380C5D-1E27-643B-0EE4-AE03CDD8A7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167696" y="292100"/>
            <a:ext cx="965321" cy="635000"/>
          </a:xfrm>
          <a:prstGeom prst="rect">
            <a:avLst/>
          </a:prstGeom>
        </p:spPr>
      </p:pic>
      <p:pic>
        <p:nvPicPr>
          <p:cNvPr id="6" name="Image 22" descr=" ">
            <a:extLst>
              <a:ext uri="{FF2B5EF4-FFF2-40B4-BE49-F238E27FC236}">
                <a16:creationId xmlns:a16="http://schemas.microsoft.com/office/drawing/2014/main" id="{0208FE2C-78D3-31A8-13FC-A2B0FBAAB9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167696" y="292100"/>
            <a:ext cx="965321" cy="635000"/>
          </a:xfrm>
          <a:prstGeom prst="rect">
            <a:avLst/>
          </a:prstGeom>
        </p:spPr>
      </p:pic>
      <p:sp>
        <p:nvSpPr>
          <p:cNvPr id="30" name="Текст 55">
            <a:extLst>
              <a:ext uri="{FF2B5EF4-FFF2-40B4-BE49-F238E27FC236}">
                <a16:creationId xmlns:a16="http://schemas.microsoft.com/office/drawing/2014/main" id="{8E7BF26C-3E4C-530B-2E95-D944F25AC63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91029" y="322655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26655C33-31FD-7187-05C8-0A91F399D74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91029" y="3836151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0CF61E60-87EF-D2C0-3A09-6EB3C6E7E39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91029" y="5707310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1A142D55-2F9A-9C6F-15A3-1CB3C56CB1A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91029" y="6316910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3DE0A7D9-49D5-105D-31D0-9E2E5A13BA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91029" y="8239257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8F493928-AEE0-DB26-85BB-82494C6F31E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91029" y="8848857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F5AAB6FD-D517-9286-56AA-074045B07E4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91029" y="1073023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99D36F0F-C600-AC58-CEBC-9CB99F53BB3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91029" y="11339831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</p:spTree>
    <p:extLst>
      <p:ext uri="{BB962C8B-B14F-4D97-AF65-F5344CB8AC3E}">
        <p14:creationId xmlns:p14="http://schemas.microsoft.com/office/powerpoint/2010/main" val="2122304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75">
          <p15:clr>
            <a:srgbClr val="FBAE40"/>
          </p15:clr>
        </p15:guide>
      </p15:sldGuideLst>
    </p:ext>
  </p:extLst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лашка + фото + пункты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Рисунок 21">
            <a:extLst>
              <a:ext uri="{FF2B5EF4-FFF2-40B4-BE49-F238E27FC236}">
                <a16:creationId xmlns:a16="http://schemas.microsoft.com/office/drawing/2014/main" id="{073F2056-5435-65D3-248F-91151F04D93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14302" y="0"/>
            <a:ext cx="7003248" cy="137160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17FF8FFC-8D9B-5C9C-8C74-0DE3F5E8D42E}"/>
              </a:ext>
            </a:extLst>
          </p:cNvPr>
          <p:cNvSpPr/>
          <p:nvPr userDrawn="1"/>
        </p:nvSpPr>
        <p:spPr>
          <a:xfrm>
            <a:off x="0" y="0"/>
            <a:ext cx="6414302" cy="13716000"/>
          </a:xfrm>
          <a:prstGeom prst="rect">
            <a:avLst/>
          </a:prstGeom>
          <a:solidFill>
            <a:srgbClr val="3044FF">
              <a:alpha val="10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/>
              <a:ea typeface="+mn-ea"/>
              <a:cs typeface="+mn-cs"/>
            </a:endParaRPr>
          </a:p>
        </p:txBody>
      </p:sp>
      <p:pic>
        <p:nvPicPr>
          <p:cNvPr id="26" name="Image 44" descr=" ">
            <a:extLst>
              <a:ext uri="{FF2B5EF4-FFF2-40B4-BE49-F238E27FC236}">
                <a16:creationId xmlns:a16="http://schemas.microsoft.com/office/drawing/2014/main" id="{AA97780D-1DB4-C21A-ED19-7266D295E4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41" name="Текст 7">
            <a:extLst>
              <a:ext uri="{FF2B5EF4-FFF2-40B4-BE49-F238E27FC236}">
                <a16:creationId xmlns:a16="http://schemas.microsoft.com/office/drawing/2014/main" id="{D0F72F20-6E6D-FA35-9E15-E144514929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517903" y="1614938"/>
            <a:ext cx="8649794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4CAFED7B-AEAF-4ECB-85B4-4369739FCFF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675805" y="5019902"/>
            <a:ext cx="7491892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3D4E3A88-ECF9-ECF7-7652-2FD4A346DE1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675805" y="6802419"/>
            <a:ext cx="7491892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2B0204F9-C786-DC89-D08C-43CE028D714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675805" y="8596029"/>
            <a:ext cx="7491892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A3939095-1C1D-1FB2-F49E-D75A9A7DC45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675805" y="10389638"/>
            <a:ext cx="7491892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6" name="Текст 7">
            <a:extLst>
              <a:ext uri="{FF2B5EF4-FFF2-40B4-BE49-F238E27FC236}">
                <a16:creationId xmlns:a16="http://schemas.microsoft.com/office/drawing/2014/main" id="{CF393901-188C-7BE1-3AD0-4C8B06495C2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352" y="5689600"/>
            <a:ext cx="328547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ХХ</a:t>
            </a:r>
          </a:p>
        </p:txBody>
      </p:sp>
      <p:sp>
        <p:nvSpPr>
          <p:cNvPr id="47" name="Текст 7">
            <a:extLst>
              <a:ext uri="{FF2B5EF4-FFF2-40B4-BE49-F238E27FC236}">
                <a16:creationId xmlns:a16="http://schemas.microsoft.com/office/drawing/2014/main" id="{745C7185-C88D-BCC5-3DD8-10C2B855DB8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9352" y="7962900"/>
            <a:ext cx="328547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ХХ</a:t>
            </a:r>
          </a:p>
        </p:txBody>
      </p:sp>
      <p:sp>
        <p:nvSpPr>
          <p:cNvPr id="48" name="Текст 7">
            <a:extLst>
              <a:ext uri="{FF2B5EF4-FFF2-40B4-BE49-F238E27FC236}">
                <a16:creationId xmlns:a16="http://schemas.microsoft.com/office/drawing/2014/main" id="{5D3A9E8F-78C3-D3E0-0391-DE2AF594298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19352" y="10236200"/>
            <a:ext cx="328547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ХХ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2FEFF9B5-13DF-5371-DB5A-BEAB68C29AD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19352" y="6762741"/>
            <a:ext cx="4470959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большие цифры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6CF5E056-1220-B230-1107-9E7F7E86436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19352" y="9036041"/>
            <a:ext cx="4470959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большие цифры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5235D802-0300-62A4-7907-9A0123C3B8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19352" y="11309341"/>
            <a:ext cx="4470959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большие цифры</a:t>
            </a:r>
          </a:p>
        </p:txBody>
      </p:sp>
      <p:sp>
        <p:nvSpPr>
          <p:cNvPr id="52" name="Текст 36">
            <a:extLst>
              <a:ext uri="{FF2B5EF4-FFF2-40B4-BE49-F238E27FC236}">
                <a16:creationId xmlns:a16="http://schemas.microsoft.com/office/drawing/2014/main" id="{FEE6E28E-C2E2-8845-4615-C6C72D4542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19353" y="3187700"/>
            <a:ext cx="4470958" cy="155638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48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1800" smtClean="0"/>
            </a:lvl2pPr>
            <a:lvl3pPr>
              <a:defRPr lang="ru-RU" sz="1800" smtClean="0"/>
            </a:lvl3pPr>
            <a:lvl4pPr>
              <a:defRPr lang="ru-RU" sz="1800" smtClean="0"/>
            </a:lvl4pPr>
            <a:lvl5pPr>
              <a:defRPr lang="ru-RU" sz="1800"/>
            </a:lvl5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39883458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30">
          <p15:clr>
            <a:srgbClr val="FBAE40"/>
          </p15:clr>
        </p15:guide>
        <p15:guide id="2" pos="8452">
          <p15:clr>
            <a:srgbClr val="FBAE40"/>
          </p15:clr>
        </p15:guide>
        <p15:guide id="3" pos="9133">
          <p15:clr>
            <a:srgbClr val="FBAE40"/>
          </p15:clr>
        </p15:guide>
      </p15:sldGuideLst>
    </p:ext>
  </p:extLst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фото + карточ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21">
            <a:extLst>
              <a:ext uri="{FF2B5EF4-FFF2-40B4-BE49-F238E27FC236}">
                <a16:creationId xmlns:a16="http://schemas.microsoft.com/office/drawing/2014/main" id="{F9F52CF7-EBA6-0FE2-675C-D201618596C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19351" y="1219200"/>
            <a:ext cx="7062083" cy="54356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4" name="Рисунок 21">
            <a:extLst>
              <a:ext uri="{FF2B5EF4-FFF2-40B4-BE49-F238E27FC236}">
                <a16:creationId xmlns:a16="http://schemas.microsoft.com/office/drawing/2014/main" id="{6F7FB8E2-DFBF-0763-664B-90468848735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662483" y="7048500"/>
            <a:ext cx="7062083" cy="54356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26" name="Image 44" descr=" ">
            <a:extLst>
              <a:ext uri="{FF2B5EF4-FFF2-40B4-BE49-F238E27FC236}">
                <a16:creationId xmlns:a16="http://schemas.microsoft.com/office/drawing/2014/main" id="{AA97780D-1DB4-C21A-ED19-7266D295E4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5A375BE4-E36D-F8CE-D71C-05996955AAAB}"/>
              </a:ext>
            </a:extLst>
          </p:cNvPr>
          <p:cNvSpPr/>
          <p:nvPr userDrawn="1"/>
        </p:nvSpPr>
        <p:spPr>
          <a:xfrm>
            <a:off x="8662483" y="1219200"/>
            <a:ext cx="7062083" cy="5435600"/>
          </a:xfrm>
          <a:prstGeom prst="rect">
            <a:avLst/>
          </a:prstGeom>
          <a:solidFill>
            <a:srgbClr val="3044FF">
              <a:alpha val="100000"/>
            </a:srgbClr>
          </a:solidFill>
          <a:ln/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DCFDF534-407C-90F6-462F-287ED1960079}"/>
              </a:ext>
            </a:extLst>
          </p:cNvPr>
          <p:cNvSpPr/>
          <p:nvPr userDrawn="1"/>
        </p:nvSpPr>
        <p:spPr>
          <a:xfrm>
            <a:off x="16105613" y="7048500"/>
            <a:ext cx="7062083" cy="5435600"/>
          </a:xfrm>
          <a:prstGeom prst="rect">
            <a:avLst/>
          </a:prstGeom>
          <a:solidFill>
            <a:srgbClr val="3044FF">
              <a:alpha val="100000"/>
            </a:srgbClr>
          </a:solidFill>
          <a:ln/>
        </p:spPr>
      </p:sp>
      <p:sp>
        <p:nvSpPr>
          <p:cNvPr id="15" name="Текст 7">
            <a:extLst>
              <a:ext uri="{FF2B5EF4-FFF2-40B4-BE49-F238E27FC236}">
                <a16:creationId xmlns:a16="http://schemas.microsoft.com/office/drawing/2014/main" id="{A915F306-DE0C-0880-0EAE-EA69BB6E9F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70546" y="5366004"/>
            <a:ext cx="5825614" cy="8976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6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7000"/>
              </a:lnSpc>
              <a:spcBef>
                <a:spcPct val="0"/>
              </a:spcBef>
            </a:pPr>
            <a:r>
              <a:rPr lang="ru-RU" dirty="0"/>
              <a:t>Заголовок </a:t>
            </a:r>
          </a:p>
        </p:txBody>
      </p:sp>
      <p:sp>
        <p:nvSpPr>
          <p:cNvPr id="16" name="Текст 7">
            <a:extLst>
              <a:ext uri="{FF2B5EF4-FFF2-40B4-BE49-F238E27FC236}">
                <a16:creationId xmlns:a16="http://schemas.microsoft.com/office/drawing/2014/main" id="{8D590E4E-C274-57B3-65C1-E753AF1673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613676" y="11195304"/>
            <a:ext cx="5825614" cy="8976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6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7000"/>
              </a:lnSpc>
              <a:spcBef>
                <a:spcPct val="0"/>
              </a:spcBef>
            </a:pPr>
            <a:r>
              <a:rPr lang="ru-RU" dirty="0"/>
              <a:t>Заголовок 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C4A72E07-5067-FD7F-A57F-95BFDAD5A88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50166" y="1727200"/>
            <a:ext cx="4745994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DDF336AB-0870-2FAC-96DA-9A6231C501D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693296" y="7556500"/>
            <a:ext cx="4745994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</p:spTree>
    <p:extLst>
      <p:ext uri="{BB962C8B-B14F-4D97-AF65-F5344CB8AC3E}">
        <p14:creationId xmlns:p14="http://schemas.microsoft.com/office/powerpoint/2010/main" val="17042416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фото + студент в центре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07C51D9-8A44-5BE2-480B-680B4F247610}"/>
              </a:ext>
            </a:extLst>
          </p:cNvPr>
          <p:cNvSpPr/>
          <p:nvPr userDrawn="1"/>
        </p:nvSpPr>
        <p:spPr>
          <a:xfrm>
            <a:off x="13781222" y="0"/>
            <a:ext cx="10605826" cy="137160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52" name="Рисунок 21">
            <a:extLst>
              <a:ext uri="{FF2B5EF4-FFF2-40B4-BE49-F238E27FC236}">
                <a16:creationId xmlns:a16="http://schemas.microsoft.com/office/drawing/2014/main" id="{DF4FFE5E-AD20-4B2A-1A59-2B67F2A2397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806335" y="0"/>
            <a:ext cx="10580713" cy="68580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14481C1E-E551-4E5C-6B2F-75DE592748CD}"/>
              </a:ext>
            </a:extLst>
          </p:cNvPr>
          <p:cNvGrpSpPr/>
          <p:nvPr userDrawn="1"/>
        </p:nvGrpSpPr>
        <p:grpSpPr>
          <a:xfrm>
            <a:off x="1192550" y="1231850"/>
            <a:ext cx="4969245" cy="5008650"/>
            <a:chOff x="1232054" y="1231850"/>
            <a:chExt cx="4969245" cy="5008650"/>
          </a:xfrm>
        </p:grpSpPr>
        <p:pic>
          <p:nvPicPr>
            <p:cNvPr id="6" name="Image 25" descr=" ">
              <a:extLst>
                <a:ext uri="{FF2B5EF4-FFF2-40B4-BE49-F238E27FC236}">
                  <a16:creationId xmlns:a16="http://schemas.microsoft.com/office/drawing/2014/main" id="{EF1FC807-F486-23D0-7946-2FEF46337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05521" y="1231850"/>
              <a:ext cx="2495778" cy="2508399"/>
            </a:xfrm>
            <a:prstGeom prst="rect">
              <a:avLst/>
            </a:prstGeom>
          </p:spPr>
        </p:pic>
        <p:pic>
          <p:nvPicPr>
            <p:cNvPr id="7" name="Image 26" descr=" ">
              <a:extLst>
                <a:ext uri="{FF2B5EF4-FFF2-40B4-BE49-F238E27FC236}">
                  <a16:creationId xmlns:a16="http://schemas.microsoft.com/office/drawing/2014/main" id="{7BA95124-23FE-9942-DB72-0AF463CB4F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705521" y="3732039"/>
              <a:ext cx="2495778" cy="2508461"/>
            </a:xfrm>
            <a:prstGeom prst="rect">
              <a:avLst/>
            </a:prstGeom>
          </p:spPr>
        </p:pic>
        <p:pic>
          <p:nvPicPr>
            <p:cNvPr id="10" name="Image 27" descr=" ">
              <a:extLst>
                <a:ext uri="{FF2B5EF4-FFF2-40B4-BE49-F238E27FC236}">
                  <a16:creationId xmlns:a16="http://schemas.microsoft.com/office/drawing/2014/main" id="{6886758D-71EE-2673-7450-CC917E2C21D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641198" y="1477727"/>
              <a:ext cx="4150943" cy="2262622"/>
            </a:xfrm>
            <a:prstGeom prst="rect">
              <a:avLst/>
            </a:prstGeom>
          </p:spPr>
        </p:pic>
        <p:pic>
          <p:nvPicPr>
            <p:cNvPr id="13" name="Image 28" descr=" ">
              <a:extLst>
                <a:ext uri="{FF2B5EF4-FFF2-40B4-BE49-F238E27FC236}">
                  <a16:creationId xmlns:a16="http://schemas.microsoft.com/office/drawing/2014/main" id="{63BCF2D9-D28E-FF04-464E-E204520857F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232054" y="1231850"/>
              <a:ext cx="2495778" cy="2508399"/>
            </a:xfrm>
            <a:prstGeom prst="rect">
              <a:avLst/>
            </a:prstGeom>
          </p:spPr>
        </p:pic>
        <p:pic>
          <p:nvPicPr>
            <p:cNvPr id="14" name="Image 29" descr=" ">
              <a:extLst>
                <a:ext uri="{FF2B5EF4-FFF2-40B4-BE49-F238E27FC236}">
                  <a16:creationId xmlns:a16="http://schemas.microsoft.com/office/drawing/2014/main" id="{E8E0A84F-53D4-B4FD-CF0E-402A650DF9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641198" y="3731940"/>
              <a:ext cx="4150943" cy="2262622"/>
            </a:xfrm>
            <a:prstGeom prst="rect">
              <a:avLst/>
            </a:prstGeom>
          </p:spPr>
        </p:pic>
        <p:pic>
          <p:nvPicPr>
            <p:cNvPr id="15" name="Image 30" descr=" ">
              <a:extLst>
                <a:ext uri="{FF2B5EF4-FFF2-40B4-BE49-F238E27FC236}">
                  <a16:creationId xmlns:a16="http://schemas.microsoft.com/office/drawing/2014/main" id="{09E205C5-64D4-C8A7-5191-73B1E6D40B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232054" y="3732039"/>
              <a:ext cx="2495778" cy="2508461"/>
            </a:xfrm>
            <a:prstGeom prst="rect">
              <a:avLst/>
            </a:prstGeom>
          </p:spPr>
        </p:pic>
        <p:pic>
          <p:nvPicPr>
            <p:cNvPr id="16" name="Image 31" descr=" ">
              <a:extLst>
                <a:ext uri="{FF2B5EF4-FFF2-40B4-BE49-F238E27FC236}">
                  <a16:creationId xmlns:a16="http://schemas.microsoft.com/office/drawing/2014/main" id="{1D8E236B-8353-5293-2D21-72161A2E26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701867" y="5420494"/>
              <a:ext cx="188082" cy="188057"/>
            </a:xfrm>
            <a:prstGeom prst="rect">
              <a:avLst/>
            </a:prstGeom>
          </p:spPr>
        </p:pic>
        <p:pic>
          <p:nvPicPr>
            <p:cNvPr id="17" name="Image 32" descr=" ">
              <a:extLst>
                <a:ext uri="{FF2B5EF4-FFF2-40B4-BE49-F238E27FC236}">
                  <a16:creationId xmlns:a16="http://schemas.microsoft.com/office/drawing/2014/main" id="{9C854E3F-C1D2-7B86-8316-C77CC139F3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543378" y="1875346"/>
              <a:ext cx="188082" cy="188057"/>
            </a:xfrm>
            <a:prstGeom prst="rect">
              <a:avLst/>
            </a:prstGeom>
          </p:spPr>
        </p:pic>
      </p:grpSp>
      <p:sp>
        <p:nvSpPr>
          <p:cNvPr id="18" name="Text 10">
            <a:extLst>
              <a:ext uri="{FF2B5EF4-FFF2-40B4-BE49-F238E27FC236}">
                <a16:creationId xmlns:a16="http://schemas.microsoft.com/office/drawing/2014/main" id="{44B23B36-CCC3-2256-071C-6AEBE0542D15}"/>
              </a:ext>
            </a:extLst>
          </p:cNvPr>
          <p:cNvSpPr/>
          <p:nvPr userDrawn="1"/>
        </p:nvSpPr>
        <p:spPr>
          <a:xfrm>
            <a:off x="2738654" y="3359937"/>
            <a:ext cx="1956044" cy="752477"/>
          </a:xfrm>
          <a:prstGeom prst="rect">
            <a:avLst/>
          </a:prstGeom>
          <a:solidFill>
            <a:schemeClr val="tx1"/>
          </a:solidFill>
        </p:spPr>
        <p:txBody>
          <a:bodyPr wrap="square" lIns="180000" tIns="108000" rIns="180000" bIns="180000" rtlCol="0">
            <a:spAutoFit/>
          </a:bodyPr>
          <a:lstStyle/>
          <a:p>
            <a:pPr marL="0" marR="0" lvl="0" indent="0" algn="ctr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 err="1">
                <a:ln>
                  <a:noFill/>
                </a:ln>
                <a:solidFill>
                  <a:srgbClr val="DB44E8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t>карьера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DB44E8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21444EEC-488E-7C3F-007A-27CD9C7AA8C7}"/>
              </a:ext>
            </a:extLst>
          </p:cNvPr>
          <p:cNvGrpSpPr/>
          <p:nvPr userDrawn="1"/>
        </p:nvGrpSpPr>
        <p:grpSpPr>
          <a:xfrm>
            <a:off x="1182776" y="7404100"/>
            <a:ext cx="4988793" cy="5096608"/>
            <a:chOff x="1219352" y="7404100"/>
            <a:chExt cx="4988793" cy="5096608"/>
          </a:xfrm>
        </p:grpSpPr>
        <p:pic>
          <p:nvPicPr>
            <p:cNvPr id="20" name="Image 12" descr=" ">
              <a:extLst>
                <a:ext uri="{FF2B5EF4-FFF2-40B4-BE49-F238E27FC236}">
                  <a16:creationId xmlns:a16="http://schemas.microsoft.com/office/drawing/2014/main" id="{4F45B57D-E0BA-225C-21F8-4AC666ED2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219352" y="7404100"/>
              <a:ext cx="4988793" cy="5096608"/>
            </a:xfrm>
            <a:prstGeom prst="rect">
              <a:avLst/>
            </a:prstGeom>
            <a:ln w="25400">
              <a:noFill/>
            </a:ln>
          </p:spPr>
        </p:pic>
        <p:pic>
          <p:nvPicPr>
            <p:cNvPr id="21" name="Image 13" descr=" ">
              <a:extLst>
                <a:ext uri="{FF2B5EF4-FFF2-40B4-BE49-F238E27FC236}">
                  <a16:creationId xmlns:a16="http://schemas.microsoft.com/office/drawing/2014/main" id="{DE79BB18-CECB-3423-407E-1329AF4037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228344" y="9937862"/>
              <a:ext cx="4969349" cy="1287004"/>
            </a:xfrm>
            <a:prstGeom prst="rect">
              <a:avLst/>
            </a:prstGeom>
          </p:spPr>
        </p:pic>
        <p:pic>
          <p:nvPicPr>
            <p:cNvPr id="22" name="Image 14" descr=" ">
              <a:extLst>
                <a:ext uri="{FF2B5EF4-FFF2-40B4-BE49-F238E27FC236}">
                  <a16:creationId xmlns:a16="http://schemas.microsoft.com/office/drawing/2014/main" id="{1193834F-5553-D8CD-A199-67051621E6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228344" y="8685101"/>
              <a:ext cx="4969349" cy="1287004"/>
            </a:xfrm>
            <a:prstGeom prst="rect">
              <a:avLst/>
            </a:prstGeom>
          </p:spPr>
        </p:pic>
        <p:pic>
          <p:nvPicPr>
            <p:cNvPr id="23" name="Image 15" descr=" ">
              <a:extLst>
                <a:ext uri="{FF2B5EF4-FFF2-40B4-BE49-F238E27FC236}">
                  <a16:creationId xmlns:a16="http://schemas.microsoft.com/office/drawing/2014/main" id="{4E955AA2-B615-7C4E-97CA-0E17376C04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228344" y="7423931"/>
              <a:ext cx="4969099" cy="2549054"/>
            </a:xfrm>
            <a:prstGeom prst="rect">
              <a:avLst/>
            </a:prstGeom>
          </p:spPr>
        </p:pic>
        <p:pic>
          <p:nvPicPr>
            <p:cNvPr id="24" name="Image 16" descr=" ">
              <a:extLst>
                <a:ext uri="{FF2B5EF4-FFF2-40B4-BE49-F238E27FC236}">
                  <a16:creationId xmlns:a16="http://schemas.microsoft.com/office/drawing/2014/main" id="{9FB0DDCE-9C40-0DDC-A597-82976AEF53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1228344" y="9936993"/>
              <a:ext cx="4969349" cy="2549054"/>
            </a:xfrm>
            <a:prstGeom prst="rect">
              <a:avLst/>
            </a:prstGeom>
          </p:spPr>
        </p:pic>
        <p:pic>
          <p:nvPicPr>
            <p:cNvPr id="25" name="Image 17" descr=" ">
              <a:extLst>
                <a:ext uri="{FF2B5EF4-FFF2-40B4-BE49-F238E27FC236}">
                  <a16:creationId xmlns:a16="http://schemas.microsoft.com/office/drawing/2014/main" id="{9C873CC4-AF43-0AF6-5985-08BBCFEF6E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2150184" y="7515120"/>
              <a:ext cx="188082" cy="188057"/>
            </a:xfrm>
            <a:prstGeom prst="rect">
              <a:avLst/>
            </a:prstGeom>
          </p:spPr>
        </p:pic>
        <p:pic>
          <p:nvPicPr>
            <p:cNvPr id="26" name="Image 18" descr=" ">
              <a:extLst>
                <a:ext uri="{FF2B5EF4-FFF2-40B4-BE49-F238E27FC236}">
                  <a16:creationId xmlns:a16="http://schemas.microsoft.com/office/drawing/2014/main" id="{5BED584C-F275-5985-88C5-E559CE53C9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3061180" y="8621198"/>
              <a:ext cx="188082" cy="188057"/>
            </a:xfrm>
            <a:prstGeom prst="rect">
              <a:avLst/>
            </a:prstGeom>
          </p:spPr>
        </p:pic>
        <p:pic>
          <p:nvPicPr>
            <p:cNvPr id="27" name="Image 19" descr=" ">
              <a:extLst>
                <a:ext uri="{FF2B5EF4-FFF2-40B4-BE49-F238E27FC236}">
                  <a16:creationId xmlns:a16="http://schemas.microsoft.com/office/drawing/2014/main" id="{70A2437E-C148-501B-1067-63AA741D84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4536127" y="11095711"/>
              <a:ext cx="188082" cy="188057"/>
            </a:xfrm>
            <a:prstGeom prst="rect">
              <a:avLst/>
            </a:prstGeom>
          </p:spPr>
        </p:pic>
        <p:pic>
          <p:nvPicPr>
            <p:cNvPr id="28" name="Image 20" descr=" ">
              <a:extLst>
                <a:ext uri="{FF2B5EF4-FFF2-40B4-BE49-F238E27FC236}">
                  <a16:creationId xmlns:a16="http://schemas.microsoft.com/office/drawing/2014/main" id="{DF91FB6F-9856-50CB-9B0F-B36BCE4C17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2150184" y="12212470"/>
              <a:ext cx="188082" cy="188057"/>
            </a:xfrm>
            <a:prstGeom prst="rect">
              <a:avLst/>
            </a:prstGeom>
          </p:spPr>
        </p:pic>
      </p:grpSp>
      <p:sp>
        <p:nvSpPr>
          <p:cNvPr id="29" name="Text 11">
            <a:extLst>
              <a:ext uri="{FF2B5EF4-FFF2-40B4-BE49-F238E27FC236}">
                <a16:creationId xmlns:a16="http://schemas.microsoft.com/office/drawing/2014/main" id="{8D4B81F8-664F-59CC-5CD0-337CF17F360A}"/>
              </a:ext>
            </a:extLst>
          </p:cNvPr>
          <p:cNvSpPr/>
          <p:nvPr userDrawn="1"/>
        </p:nvSpPr>
        <p:spPr>
          <a:xfrm>
            <a:off x="2703972" y="9576166"/>
            <a:ext cx="2019552" cy="752477"/>
          </a:xfrm>
          <a:prstGeom prst="rect">
            <a:avLst/>
          </a:prstGeom>
          <a:solidFill>
            <a:schemeClr val="tx1"/>
          </a:solidFill>
        </p:spPr>
        <p:txBody>
          <a:bodyPr wrap="square" lIns="180000" tIns="108000" rIns="180000" bIns="180000" rtlCol="0">
            <a:spAutoFit/>
          </a:bodyPr>
          <a:lstStyle/>
          <a:p>
            <a:pPr marL="0" marR="0" lvl="0" indent="0" algn="ctr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 err="1">
                <a:ln>
                  <a:noFill/>
                </a:ln>
                <a:solidFill>
                  <a:srgbClr val="009B40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t>события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009B40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09072-90CE-F4E0-8C87-E41CCB5AB3E3}"/>
              </a:ext>
            </a:extLst>
          </p:cNvPr>
          <p:cNvGrpSpPr/>
          <p:nvPr userDrawn="1"/>
        </p:nvGrpSpPr>
        <p:grpSpPr>
          <a:xfrm>
            <a:off x="7464488" y="1244600"/>
            <a:ext cx="5014270" cy="5012395"/>
            <a:chOff x="7493937" y="1244600"/>
            <a:chExt cx="5014270" cy="5012395"/>
          </a:xfrm>
        </p:grpSpPr>
        <p:pic>
          <p:nvPicPr>
            <p:cNvPr id="31" name="Image 9" descr=" ">
              <a:extLst>
                <a:ext uri="{FF2B5EF4-FFF2-40B4-BE49-F238E27FC236}">
                  <a16:creationId xmlns:a16="http://schemas.microsoft.com/office/drawing/2014/main" id="{B9D4F8F8-A397-52B3-FE1E-FDE6D1CDAF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8784517" y="1244600"/>
              <a:ext cx="2433112" cy="5012172"/>
            </a:xfrm>
            <a:prstGeom prst="rect">
              <a:avLst/>
            </a:prstGeom>
          </p:spPr>
        </p:pic>
        <p:pic>
          <p:nvPicPr>
            <p:cNvPr id="32" name="Image 10" descr=" ">
              <a:extLst>
                <a:ext uri="{FF2B5EF4-FFF2-40B4-BE49-F238E27FC236}">
                  <a16:creationId xmlns:a16="http://schemas.microsoft.com/office/drawing/2014/main" id="{7D183049-0E16-7C31-AEE8-3CF336B81B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10075095" y="1244823"/>
              <a:ext cx="2433112" cy="5012172"/>
            </a:xfrm>
            <a:prstGeom prst="rect">
              <a:avLst/>
            </a:prstGeom>
          </p:spPr>
        </p:pic>
        <p:pic>
          <p:nvPicPr>
            <p:cNvPr id="33" name="Image 11" descr=" ">
              <a:extLst>
                <a:ext uri="{FF2B5EF4-FFF2-40B4-BE49-F238E27FC236}">
                  <a16:creationId xmlns:a16="http://schemas.microsoft.com/office/drawing/2014/main" id="{080A6B85-E567-780B-A1DF-232BB3A704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7493937" y="1244600"/>
              <a:ext cx="2433112" cy="5012172"/>
            </a:xfrm>
            <a:prstGeom prst="rect">
              <a:avLst/>
            </a:prstGeom>
          </p:spPr>
        </p:pic>
      </p:grpSp>
      <p:sp>
        <p:nvSpPr>
          <p:cNvPr id="34" name="Text 12">
            <a:extLst>
              <a:ext uri="{FF2B5EF4-FFF2-40B4-BE49-F238E27FC236}">
                <a16:creationId xmlns:a16="http://schemas.microsoft.com/office/drawing/2014/main" id="{74C89E89-5EE7-48D2-14CF-6F0C51C10C1E}"/>
              </a:ext>
            </a:extLst>
          </p:cNvPr>
          <p:cNvSpPr/>
          <p:nvPr userDrawn="1"/>
        </p:nvSpPr>
        <p:spPr>
          <a:xfrm>
            <a:off x="8880622" y="3374559"/>
            <a:ext cx="2240901" cy="752477"/>
          </a:xfrm>
          <a:prstGeom prst="rect">
            <a:avLst/>
          </a:prstGeom>
          <a:solidFill>
            <a:schemeClr val="tx1"/>
          </a:solidFill>
        </p:spPr>
        <p:txBody>
          <a:bodyPr wrap="square" lIns="180000" tIns="108000" rIns="180000" bIns="180000" rtlCol="0">
            <a:spAutoFit/>
          </a:bodyPr>
          <a:lstStyle/>
          <a:p>
            <a:pPr marL="0" marR="0" lvl="0" indent="0" algn="ctr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>
                <a:ln>
                  <a:noFill/>
                </a:ln>
                <a:solidFill>
                  <a:srgbClr val="FFDD2C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t>обучение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FFDD2C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496D09D5-E962-E176-CD46-6229CD9D2B32}"/>
              </a:ext>
            </a:extLst>
          </p:cNvPr>
          <p:cNvSpPr/>
          <p:nvPr userDrawn="1"/>
        </p:nvSpPr>
        <p:spPr>
          <a:xfrm>
            <a:off x="22913664" y="0"/>
            <a:ext cx="1473384" cy="12192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37" name="Image 38" descr=" ">
            <a:extLst>
              <a:ext uri="{FF2B5EF4-FFF2-40B4-BE49-F238E27FC236}">
                <a16:creationId xmlns:a16="http://schemas.microsoft.com/office/drawing/2014/main" id="{E5C12931-DDFC-799A-3C67-B72C6CFB0572}"/>
              </a:ext>
            </a:extLst>
          </p:cNvPr>
          <p:cNvPicPr>
            <a:picLocks noChangeAspect="1"/>
          </p:cNvPicPr>
          <p:nvPr userDrawn="1"/>
        </p:nvPicPr>
        <p:blipFill>
          <a:blip r:embed="rId41"/>
          <a:stretch>
            <a:fillRect/>
          </a:stretch>
        </p:blipFill>
        <p:spPr>
          <a:xfrm>
            <a:off x="23167696" y="292100"/>
            <a:ext cx="965321" cy="635000"/>
          </a:xfrm>
          <a:prstGeom prst="rect">
            <a:avLst/>
          </a:prstGeom>
        </p:spPr>
      </p:pic>
      <p:pic>
        <p:nvPicPr>
          <p:cNvPr id="38" name="Image 39" descr=" ">
            <a:extLst>
              <a:ext uri="{FF2B5EF4-FFF2-40B4-BE49-F238E27FC236}">
                <a16:creationId xmlns:a16="http://schemas.microsoft.com/office/drawing/2014/main" id="{5BE53F15-8875-FC88-8D75-FB218E61C950}"/>
              </a:ext>
            </a:extLst>
          </p:cNvPr>
          <p:cNvPicPr>
            <a:picLocks noChangeAspect="1"/>
          </p:cNvPicPr>
          <p:nvPr userDrawn="1"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23167696" y="292100"/>
            <a:ext cx="965321" cy="635000"/>
          </a:xfrm>
          <a:prstGeom prst="rect">
            <a:avLst/>
          </a:prstGeom>
        </p:spPr>
      </p:pic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C5EB40C1-150B-E451-9EEA-EBAF3F3353C1}"/>
              </a:ext>
            </a:extLst>
          </p:cNvPr>
          <p:cNvGrpSpPr/>
          <p:nvPr userDrawn="1"/>
        </p:nvGrpSpPr>
        <p:grpSpPr>
          <a:xfrm>
            <a:off x="1228094" y="1219797"/>
            <a:ext cx="11277003" cy="11277003"/>
            <a:chOff x="1228094" y="1219797"/>
            <a:chExt cx="11277003" cy="11277003"/>
          </a:xfrm>
        </p:grpSpPr>
        <p:cxnSp>
          <p:nvCxnSpPr>
            <p:cNvPr id="43" name="Прямая соединительная линия 42">
              <a:extLst>
                <a:ext uri="{FF2B5EF4-FFF2-40B4-BE49-F238E27FC236}">
                  <a16:creationId xmlns:a16="http://schemas.microsoft.com/office/drawing/2014/main" id="{2EB04CB8-A343-D7F4-57F5-8F6D6C6BD3B7}"/>
                </a:ext>
              </a:extLst>
            </p:cNvPr>
            <p:cNvCxnSpPr/>
            <p:nvPr/>
          </p:nvCxnSpPr>
          <p:spPr>
            <a:xfrm>
              <a:off x="1228094" y="6784322"/>
              <a:ext cx="11277003" cy="0"/>
            </a:xfrm>
            <a:prstGeom prst="line">
              <a:avLst/>
            </a:prstGeom>
            <a:ln w="42672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Прямая соединительная линия 43">
              <a:extLst>
                <a:ext uri="{FF2B5EF4-FFF2-40B4-BE49-F238E27FC236}">
                  <a16:creationId xmlns:a16="http://schemas.microsoft.com/office/drawing/2014/main" id="{9CE36658-F412-4500-A273-7C1F2B5F2D9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89184" y="6858299"/>
              <a:ext cx="11277003" cy="0"/>
            </a:xfrm>
            <a:prstGeom prst="line">
              <a:avLst/>
            </a:prstGeom>
            <a:ln w="42672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 9">
            <a:extLst>
              <a:ext uri="{FF2B5EF4-FFF2-40B4-BE49-F238E27FC236}">
                <a16:creationId xmlns:a16="http://schemas.microsoft.com/office/drawing/2014/main" id="{19969FC1-07F3-51B2-E964-08721BF95057}"/>
              </a:ext>
            </a:extLst>
          </p:cNvPr>
          <p:cNvSpPr/>
          <p:nvPr userDrawn="1"/>
        </p:nvSpPr>
        <p:spPr>
          <a:xfrm>
            <a:off x="5724715" y="6371829"/>
            <a:ext cx="2214310" cy="834038"/>
          </a:xfrm>
          <a:prstGeom prst="rect">
            <a:avLst/>
          </a:prstGeom>
          <a:solidFill>
            <a:schemeClr val="tx1"/>
          </a:solidFill>
        </p:spPr>
        <p:txBody>
          <a:bodyPr wrap="square" lIns="180000" tIns="108000" rIns="180000" bIns="180000" rtlCol="0">
            <a:spAutoFit/>
          </a:bodyPr>
          <a:lstStyle/>
          <a:p>
            <a:pPr marL="0" marR="0" lvl="0" indent="0" algn="ctr" defTabSz="1485991" rtl="0" eaLnBrk="1" fontAlgn="auto" latinLnBrk="0" hangingPunct="1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Студент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Graphik LC Medium" panose="020B0503030202060203" pitchFamily="34" charset="0"/>
              <a:ea typeface="+mn-ea"/>
              <a:cs typeface="+mn-cs"/>
            </a:endParaRPr>
          </a:p>
        </p:txBody>
      </p: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id="{E25167E0-024D-8330-B32E-784282F2C76B}"/>
              </a:ext>
            </a:extLst>
          </p:cNvPr>
          <p:cNvGrpSpPr/>
          <p:nvPr userDrawn="1"/>
        </p:nvGrpSpPr>
        <p:grpSpPr>
          <a:xfrm>
            <a:off x="7479614" y="7423931"/>
            <a:ext cx="4984018" cy="5059780"/>
            <a:chOff x="-2278729" y="5661811"/>
            <a:chExt cx="693628" cy="704172"/>
          </a:xfrm>
        </p:grpSpPr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71799D0B-6A89-1B20-44EC-BA1DE3C6B616}"/>
                </a:ext>
              </a:extLst>
            </p:cNvPr>
            <p:cNvSpPr/>
            <p:nvPr/>
          </p:nvSpPr>
          <p:spPr>
            <a:xfrm>
              <a:off x="-2218452" y="5661811"/>
              <a:ext cx="574197" cy="704172"/>
            </a:xfrm>
            <a:custGeom>
              <a:avLst/>
              <a:gdLst>
                <a:gd name="connsiteX0" fmla="*/ 548447 w 574197"/>
                <a:gd name="connsiteY0" fmla="*/ 651070 h 704172"/>
                <a:gd name="connsiteX1" fmla="*/ 405772 w 574197"/>
                <a:gd name="connsiteY1" fmla="*/ 166229 h 704172"/>
                <a:gd name="connsiteX2" fmla="*/ 25753 w 574197"/>
                <a:gd name="connsiteY2" fmla="*/ 53109 h 704172"/>
                <a:gd name="connsiteX3" fmla="*/ 168428 w 574197"/>
                <a:gd name="connsiteY3" fmla="*/ 537940 h 704172"/>
                <a:gd name="connsiteX4" fmla="*/ 548447 w 574197"/>
                <a:gd name="connsiteY4" fmla="*/ 651070 h 704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4197" h="704172">
                  <a:moveTo>
                    <a:pt x="548447" y="651070"/>
                  </a:moveTo>
                  <a:cubicBezTo>
                    <a:pt x="613988" y="548420"/>
                    <a:pt x="550104" y="331352"/>
                    <a:pt x="405772" y="166229"/>
                  </a:cubicBezTo>
                  <a:cubicBezTo>
                    <a:pt x="261430" y="1106"/>
                    <a:pt x="91294" y="-49538"/>
                    <a:pt x="25753" y="53109"/>
                  </a:cubicBezTo>
                  <a:cubicBezTo>
                    <a:pt x="-39789" y="155749"/>
                    <a:pt x="24086" y="372817"/>
                    <a:pt x="168428" y="537940"/>
                  </a:cubicBezTo>
                  <a:cubicBezTo>
                    <a:pt x="312760" y="703062"/>
                    <a:pt x="482905" y="753710"/>
                    <a:pt x="548447" y="651070"/>
                  </a:cubicBezTo>
                  <a:close/>
                </a:path>
              </a:pathLst>
            </a:custGeom>
            <a:noFill/>
            <a:ln w="254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CDABE462-0C44-802D-BAE4-3BB7268A5D29}"/>
                </a:ext>
              </a:extLst>
            </p:cNvPr>
            <p:cNvSpPr/>
            <p:nvPr/>
          </p:nvSpPr>
          <p:spPr>
            <a:xfrm>
              <a:off x="-2276196" y="5667973"/>
              <a:ext cx="689705" cy="691674"/>
            </a:xfrm>
            <a:custGeom>
              <a:avLst/>
              <a:gdLst>
                <a:gd name="connsiteX0" fmla="*/ 431844 w 689705"/>
                <a:gd name="connsiteY0" fmla="*/ 644642 h 691674"/>
                <a:gd name="connsiteX1" fmla="*/ 678466 w 689705"/>
                <a:gd name="connsiteY1" fmla="*/ 171826 h 691674"/>
                <a:gd name="connsiteX2" fmla="*/ 257861 w 689705"/>
                <a:gd name="connsiteY2" fmla="*/ 47032 h 691674"/>
                <a:gd name="connsiteX3" fmla="*/ 11239 w 689705"/>
                <a:gd name="connsiteY3" fmla="*/ 519848 h 691674"/>
                <a:gd name="connsiteX4" fmla="*/ 431844 w 689705"/>
                <a:gd name="connsiteY4" fmla="*/ 644642 h 691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705" h="691674">
                  <a:moveTo>
                    <a:pt x="431844" y="644642"/>
                  </a:moveTo>
                  <a:cubicBezTo>
                    <a:pt x="616096" y="548540"/>
                    <a:pt x="726510" y="336854"/>
                    <a:pt x="678466" y="171826"/>
                  </a:cubicBezTo>
                  <a:cubicBezTo>
                    <a:pt x="630422" y="6798"/>
                    <a:pt x="442112" y="-49070"/>
                    <a:pt x="257861" y="47032"/>
                  </a:cubicBezTo>
                  <a:cubicBezTo>
                    <a:pt x="73609" y="143134"/>
                    <a:pt x="-36805" y="354820"/>
                    <a:pt x="11239" y="519848"/>
                  </a:cubicBezTo>
                  <a:cubicBezTo>
                    <a:pt x="59284" y="684876"/>
                    <a:pt x="247593" y="740744"/>
                    <a:pt x="431844" y="644642"/>
                  </a:cubicBezTo>
                  <a:close/>
                </a:path>
              </a:pathLst>
            </a:custGeom>
            <a:noFill/>
            <a:ln w="254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039EDDFB-703E-57C4-C192-7F514F38A8A7}"/>
                </a:ext>
              </a:extLst>
            </p:cNvPr>
            <p:cNvSpPr/>
            <p:nvPr/>
          </p:nvSpPr>
          <p:spPr>
            <a:xfrm>
              <a:off x="-2278729" y="6165203"/>
              <a:ext cx="22860" cy="22741"/>
            </a:xfrm>
            <a:custGeom>
              <a:avLst/>
              <a:gdLst>
                <a:gd name="connsiteX0" fmla="*/ 11430 w 22860"/>
                <a:gd name="connsiteY0" fmla="*/ 22741 h 22741"/>
                <a:gd name="connsiteX1" fmla="*/ 22860 w 22860"/>
                <a:gd name="connsiteY1" fmla="*/ 11371 h 22741"/>
                <a:gd name="connsiteX2" fmla="*/ 11430 w 22860"/>
                <a:gd name="connsiteY2" fmla="*/ 0 h 22741"/>
                <a:gd name="connsiteX3" fmla="*/ 0 w 22860"/>
                <a:gd name="connsiteY3" fmla="*/ 11371 h 22741"/>
                <a:gd name="connsiteX4" fmla="*/ 11430 w 22860"/>
                <a:gd name="connsiteY4" fmla="*/ 22741 h 22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" h="22741">
                  <a:moveTo>
                    <a:pt x="11430" y="22741"/>
                  </a:moveTo>
                  <a:cubicBezTo>
                    <a:pt x="17745" y="22741"/>
                    <a:pt x="22860" y="17653"/>
                    <a:pt x="22860" y="11371"/>
                  </a:cubicBezTo>
                  <a:cubicBezTo>
                    <a:pt x="22860" y="5088"/>
                    <a:pt x="17745" y="0"/>
                    <a:pt x="11430" y="0"/>
                  </a:cubicBezTo>
                  <a:cubicBezTo>
                    <a:pt x="5115" y="0"/>
                    <a:pt x="0" y="5088"/>
                    <a:pt x="0" y="11371"/>
                  </a:cubicBezTo>
                  <a:cubicBezTo>
                    <a:pt x="0" y="17653"/>
                    <a:pt x="5115" y="22741"/>
                    <a:pt x="11430" y="22741"/>
                  </a:cubicBezTo>
                  <a:close/>
                </a:path>
              </a:pathLst>
            </a:custGeom>
            <a:solidFill>
              <a:srgbClr val="141414"/>
            </a:solidFill>
            <a:ln w="254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D30C4074-6523-5CDD-2F02-E4681D1FF062}"/>
                </a:ext>
              </a:extLst>
            </p:cNvPr>
            <p:cNvSpPr/>
            <p:nvPr/>
          </p:nvSpPr>
          <p:spPr>
            <a:xfrm>
              <a:off x="-1607960" y="5829623"/>
              <a:ext cx="22859" cy="22741"/>
            </a:xfrm>
            <a:custGeom>
              <a:avLst/>
              <a:gdLst>
                <a:gd name="connsiteX0" fmla="*/ 11430 w 22859"/>
                <a:gd name="connsiteY0" fmla="*/ 22742 h 22741"/>
                <a:gd name="connsiteX1" fmla="*/ 22860 w 22859"/>
                <a:gd name="connsiteY1" fmla="*/ 11371 h 22741"/>
                <a:gd name="connsiteX2" fmla="*/ 11430 w 22859"/>
                <a:gd name="connsiteY2" fmla="*/ 0 h 22741"/>
                <a:gd name="connsiteX3" fmla="*/ 0 w 22859"/>
                <a:gd name="connsiteY3" fmla="*/ 11371 h 22741"/>
                <a:gd name="connsiteX4" fmla="*/ 11430 w 22859"/>
                <a:gd name="connsiteY4" fmla="*/ 22742 h 22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59" h="22741">
                  <a:moveTo>
                    <a:pt x="11430" y="22742"/>
                  </a:moveTo>
                  <a:cubicBezTo>
                    <a:pt x="17745" y="22742"/>
                    <a:pt x="22860" y="17653"/>
                    <a:pt x="22860" y="11371"/>
                  </a:cubicBezTo>
                  <a:cubicBezTo>
                    <a:pt x="22860" y="5088"/>
                    <a:pt x="17745" y="0"/>
                    <a:pt x="11430" y="0"/>
                  </a:cubicBezTo>
                  <a:cubicBezTo>
                    <a:pt x="5115" y="0"/>
                    <a:pt x="0" y="5088"/>
                    <a:pt x="0" y="11371"/>
                  </a:cubicBezTo>
                  <a:cubicBezTo>
                    <a:pt x="0" y="17653"/>
                    <a:pt x="5115" y="22742"/>
                    <a:pt x="11430" y="22742"/>
                  </a:cubicBezTo>
                  <a:close/>
                </a:path>
              </a:pathLst>
            </a:custGeom>
            <a:solidFill>
              <a:srgbClr val="141414"/>
            </a:solidFill>
            <a:ln w="254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sp>
        <p:nvSpPr>
          <p:cNvPr id="51" name="Text 11">
            <a:extLst>
              <a:ext uri="{FF2B5EF4-FFF2-40B4-BE49-F238E27FC236}">
                <a16:creationId xmlns:a16="http://schemas.microsoft.com/office/drawing/2014/main" id="{E9471C3B-7935-50D3-1E85-A279AB83C7FA}"/>
              </a:ext>
            </a:extLst>
          </p:cNvPr>
          <p:cNvSpPr/>
          <p:nvPr userDrawn="1"/>
        </p:nvSpPr>
        <p:spPr>
          <a:xfrm>
            <a:off x="8917273" y="9577583"/>
            <a:ext cx="2019552" cy="752477"/>
          </a:xfrm>
          <a:prstGeom prst="rect">
            <a:avLst/>
          </a:prstGeom>
          <a:solidFill>
            <a:schemeClr val="tx1"/>
          </a:solidFill>
        </p:spPr>
        <p:txBody>
          <a:bodyPr wrap="square" lIns="180000" tIns="108000" rIns="180000" bIns="180000" rtlCol="0">
            <a:spAutoFit/>
          </a:bodyPr>
          <a:lstStyle/>
          <a:p>
            <a:pPr marL="0" marR="0" lvl="0" indent="0" algn="ctr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0" i="0" u="none" strike="noStrike" kern="1200" cap="none" spc="0" normalizeH="0" baseline="0" noProof="0" dirty="0">
                <a:ln>
                  <a:noFill/>
                </a:ln>
                <a:solidFill>
                  <a:srgbClr val="E63F07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t>город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E63F07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  <p:sp>
        <p:nvSpPr>
          <p:cNvPr id="53" name="Текст 14">
            <a:extLst>
              <a:ext uri="{FF2B5EF4-FFF2-40B4-BE49-F238E27FC236}">
                <a16:creationId xmlns:a16="http://schemas.microsoft.com/office/drawing/2014/main" id="{B5BD268E-75F3-EB19-14FD-0D2CDF167C0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797349" y="9258300"/>
            <a:ext cx="65835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1D9C7C13-8A61-683C-E9C6-FF0F6FC2F8A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4797349" y="9956800"/>
            <a:ext cx="8370347" cy="25205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</a:t>
            </a:r>
            <a:br>
              <a:rPr lang="ru-RU" dirty="0"/>
            </a:br>
            <a:r>
              <a:rPr lang="ru-RU" dirty="0"/>
              <a:t>или проверить  чей-то готовый вывод альтернативным путем</a:t>
            </a:r>
          </a:p>
        </p:txBody>
      </p:sp>
    </p:spTree>
    <p:extLst>
      <p:ext uri="{BB962C8B-B14F-4D97-AF65-F5344CB8AC3E}">
        <p14:creationId xmlns:p14="http://schemas.microsoft.com/office/powerpoint/2010/main" val="5053514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фото во весь слайд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21">
            <a:extLst>
              <a:ext uri="{FF2B5EF4-FFF2-40B4-BE49-F238E27FC236}">
                <a16:creationId xmlns:a16="http://schemas.microsoft.com/office/drawing/2014/main" id="{18FF4AD4-042C-550F-D8EA-1987D53B1FD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24387049" cy="137160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ACBEFE49-77FF-2A15-AA48-1FE9583D3BEA}"/>
              </a:ext>
            </a:extLst>
          </p:cNvPr>
          <p:cNvSpPr/>
          <p:nvPr userDrawn="1"/>
        </p:nvSpPr>
        <p:spPr>
          <a:xfrm>
            <a:off x="22913664" y="0"/>
            <a:ext cx="1473384" cy="12192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8" name="Image 1" descr=" ">
            <a:extLst>
              <a:ext uri="{FF2B5EF4-FFF2-40B4-BE49-F238E27FC236}">
                <a16:creationId xmlns:a16="http://schemas.microsoft.com/office/drawing/2014/main" id="{B70EE149-2153-EB80-A093-D3C8E910F2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167696" y="292100"/>
            <a:ext cx="965321" cy="635000"/>
          </a:xfrm>
          <a:prstGeom prst="rect">
            <a:avLst/>
          </a:prstGeom>
        </p:spPr>
      </p:pic>
      <p:pic>
        <p:nvPicPr>
          <p:cNvPr id="9" name="Image 2" descr=" ">
            <a:extLst>
              <a:ext uri="{FF2B5EF4-FFF2-40B4-BE49-F238E27FC236}">
                <a16:creationId xmlns:a16="http://schemas.microsoft.com/office/drawing/2014/main" id="{6CD3999F-4908-D8A7-C089-C614CB55AE1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167696" y="292100"/>
            <a:ext cx="965321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9775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галерея фото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Рисунок 21">
            <a:extLst>
              <a:ext uri="{FF2B5EF4-FFF2-40B4-BE49-F238E27FC236}">
                <a16:creationId xmlns:a16="http://schemas.microsoft.com/office/drawing/2014/main" id="{621714A5-79C2-C782-3E23-1418EF9EAC8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662482" y="1219200"/>
            <a:ext cx="7062083" cy="54483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8" name="Рисунок 21">
            <a:extLst>
              <a:ext uri="{FF2B5EF4-FFF2-40B4-BE49-F238E27FC236}">
                <a16:creationId xmlns:a16="http://schemas.microsoft.com/office/drawing/2014/main" id="{038ECA76-5AE2-605F-CF2F-F381F165369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6105613" y="1219200"/>
            <a:ext cx="7062083" cy="54483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9" name="Рисунок 21">
            <a:extLst>
              <a:ext uri="{FF2B5EF4-FFF2-40B4-BE49-F238E27FC236}">
                <a16:creationId xmlns:a16="http://schemas.microsoft.com/office/drawing/2014/main" id="{F5390824-9B0F-4160-E900-4768C59C92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9827178" y="7048500"/>
            <a:ext cx="3340518" cy="54483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0" name="Рисунок 21">
            <a:extLst>
              <a:ext uri="{FF2B5EF4-FFF2-40B4-BE49-F238E27FC236}">
                <a16:creationId xmlns:a16="http://schemas.microsoft.com/office/drawing/2014/main" id="{E50C221D-4267-46E7-9A37-0DD244DBA22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62483" y="7048500"/>
            <a:ext cx="10783648" cy="54483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1" name="Рисунок 21">
            <a:extLst>
              <a:ext uri="{FF2B5EF4-FFF2-40B4-BE49-F238E27FC236}">
                <a16:creationId xmlns:a16="http://schemas.microsoft.com/office/drawing/2014/main" id="{0EBEE802-50B7-2162-FE32-7B59C8EA543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219352" y="7048500"/>
            <a:ext cx="7062083" cy="54483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6" name="Рисунок 21">
            <a:extLst>
              <a:ext uri="{FF2B5EF4-FFF2-40B4-BE49-F238E27FC236}">
                <a16:creationId xmlns:a16="http://schemas.microsoft.com/office/drawing/2014/main" id="{E5070C3C-FCDC-E7D9-EA45-6BDFDB8B99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940918" y="1219200"/>
            <a:ext cx="3340518" cy="54483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1" name="Рисунок 21">
            <a:extLst>
              <a:ext uri="{FF2B5EF4-FFF2-40B4-BE49-F238E27FC236}">
                <a16:creationId xmlns:a16="http://schemas.microsoft.com/office/drawing/2014/main" id="{18FF4AD4-042C-550F-D8EA-1987D53B1FD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19353" y="1219200"/>
            <a:ext cx="3340518" cy="54483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3" name="Shape 0">
            <a:extLst>
              <a:ext uri="{FF2B5EF4-FFF2-40B4-BE49-F238E27FC236}">
                <a16:creationId xmlns:a16="http://schemas.microsoft.com/office/drawing/2014/main" id="{BE641BA7-FBBF-D326-2CFE-9D99E6AEF26B}"/>
              </a:ext>
            </a:extLst>
          </p:cNvPr>
          <p:cNvSpPr/>
          <p:nvPr userDrawn="1"/>
        </p:nvSpPr>
        <p:spPr>
          <a:xfrm>
            <a:off x="21694311" y="1219200"/>
            <a:ext cx="1473384" cy="12192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14" name="Image 7" descr=" ">
            <a:extLst>
              <a:ext uri="{FF2B5EF4-FFF2-40B4-BE49-F238E27FC236}">
                <a16:creationId xmlns:a16="http://schemas.microsoft.com/office/drawing/2014/main" id="{1FA63C20-E566-4B87-4398-0A084EF92E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948343" y="1511300"/>
            <a:ext cx="965321" cy="635000"/>
          </a:xfrm>
          <a:prstGeom prst="rect">
            <a:avLst/>
          </a:prstGeom>
        </p:spPr>
      </p:pic>
      <p:pic>
        <p:nvPicPr>
          <p:cNvPr id="15" name="Image 8" descr=" ">
            <a:extLst>
              <a:ext uri="{FF2B5EF4-FFF2-40B4-BE49-F238E27FC236}">
                <a16:creationId xmlns:a16="http://schemas.microsoft.com/office/drawing/2014/main" id="{14992C04-C298-571C-48BE-20507BBB5BB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948343" y="1511300"/>
            <a:ext cx="965321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9991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роцесс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 ">
            <a:extLst>
              <a:ext uri="{FF2B5EF4-FFF2-40B4-BE49-F238E27FC236}">
                <a16:creationId xmlns:a16="http://schemas.microsoft.com/office/drawing/2014/main" id="{3E998ECC-8AC2-14D1-ACBC-4C06D536BF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3781348" y="0"/>
            <a:ext cx="10605826" cy="13716000"/>
          </a:xfrm>
          <a:prstGeom prst="rect">
            <a:avLst/>
          </a:prstGeom>
        </p:spPr>
      </p:pic>
      <p:pic>
        <p:nvPicPr>
          <p:cNvPr id="16" name="Image 17" descr=" ">
            <a:extLst>
              <a:ext uri="{FF2B5EF4-FFF2-40B4-BE49-F238E27FC236}">
                <a16:creationId xmlns:a16="http://schemas.microsoft.com/office/drawing/2014/main" id="{77176B24-9B20-541F-4351-EC6C9AD289D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7" name="Текст 7">
            <a:extLst>
              <a:ext uri="{FF2B5EF4-FFF2-40B4-BE49-F238E27FC236}">
                <a16:creationId xmlns:a16="http://schemas.microsoft.com/office/drawing/2014/main" id="{3A80AE7B-09FC-99D1-CD1F-EEFFA3FD11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737380" y="5126757"/>
            <a:ext cx="7436945" cy="346248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Несколько этапов </a:t>
            </a:r>
            <a:br>
              <a:rPr lang="ru-RU" dirty="0"/>
            </a:br>
            <a:r>
              <a:rPr lang="ru-RU" dirty="0"/>
              <a:t>процесса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156908DE-AC51-FF99-90DE-F5AE527FAAD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889" y="147359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Работа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CA5B8839-CCE7-2B94-1426-178E2DE0F31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889" y="2007625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en-US" sz="2400" dirty="0" err="1">
                <a:latin typeface="Graphik LC Regular" panose="020B0503030202060203" pitchFamily="34" charset="0"/>
              </a:rPr>
              <a:t>Задача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выжить</a:t>
            </a:r>
            <a:r>
              <a:rPr lang="en-US" sz="2400" dirty="0">
                <a:latin typeface="Graphik LC Regular" panose="020B0503030202060203" pitchFamily="34" charset="0"/>
              </a:rPr>
              <a:t>.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Вы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делаете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работу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чтобы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получить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зарплату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не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ищите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других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вознаграждений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это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D28040AC-C0D1-1117-E12A-5E246EDB669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11889" y="4421299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Работа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EC00DCA1-9DA2-A8EC-50E5-525ED2836F2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11889" y="4997139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en-US" sz="2400" dirty="0" err="1">
                <a:latin typeface="Graphik LC Regular" panose="020B0503030202060203" pitchFamily="34" charset="0"/>
              </a:rPr>
              <a:t>Задача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выжить</a:t>
            </a:r>
            <a:r>
              <a:rPr lang="en-US" sz="2400" dirty="0">
                <a:latin typeface="Graphik LC Regular" panose="020B0503030202060203" pitchFamily="34" charset="0"/>
              </a:rPr>
              <a:t>.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Вы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делаете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работу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чтобы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получить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зарплату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не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ищите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других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вознаграждений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это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8CBF87D4-2ED4-739E-9001-1D12A272D9F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11889" y="7410813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Работа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F0362CD4-4D51-90EE-6815-DC208D46926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11889" y="7986653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en-US" sz="2400" dirty="0" err="1">
                <a:latin typeface="Graphik LC Regular" panose="020B0503030202060203" pitchFamily="34" charset="0"/>
              </a:rPr>
              <a:t>Задача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выжить</a:t>
            </a:r>
            <a:r>
              <a:rPr lang="en-US" sz="2400" dirty="0">
                <a:latin typeface="Graphik LC Regular" panose="020B0503030202060203" pitchFamily="34" charset="0"/>
              </a:rPr>
              <a:t>.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Вы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делаете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работу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чтобы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получить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зарплату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не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ищите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других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вознаграждений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это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329DE263-E828-EA0C-FC22-77233ECF6C4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11889" y="10400327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Работа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722CA304-6AC9-588C-4315-C94CF026E9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111889" y="10976165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en-US" sz="2400" dirty="0" err="1">
                <a:latin typeface="Graphik LC Regular" panose="020B0503030202060203" pitchFamily="34" charset="0"/>
              </a:rPr>
              <a:t>Задача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выжить</a:t>
            </a:r>
            <a:r>
              <a:rPr lang="en-US" sz="2400" dirty="0">
                <a:latin typeface="Graphik LC Regular" panose="020B0503030202060203" pitchFamily="34" charset="0"/>
              </a:rPr>
              <a:t>.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Вы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делаете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работу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чтобы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получить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зарплату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не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ищите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других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вознаграждений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это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86332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аймлайн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95FC608-10FE-6D33-A939-3637BFD65AAF}"/>
              </a:ext>
            </a:extLst>
          </p:cNvPr>
          <p:cNvCxnSpPr>
            <a:cxnSpLocks/>
          </p:cNvCxnSpPr>
          <p:nvPr userDrawn="1"/>
        </p:nvCxnSpPr>
        <p:spPr>
          <a:xfrm flipH="1">
            <a:off x="1216804" y="4469296"/>
            <a:ext cx="21951019" cy="0"/>
          </a:xfrm>
          <a:prstGeom prst="line">
            <a:avLst/>
          </a:prstGeom>
          <a:ln w="25400">
            <a:solidFill>
              <a:schemeClr val="accent2"/>
            </a:solidFill>
            <a:head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Image 17" descr=" ">
            <a:extLst>
              <a:ext uri="{FF2B5EF4-FFF2-40B4-BE49-F238E27FC236}">
                <a16:creationId xmlns:a16="http://schemas.microsoft.com/office/drawing/2014/main" id="{8AD7A007-A477-3998-0D95-8491D903E8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8" name="Текст 7">
            <a:extLst>
              <a:ext uri="{FF2B5EF4-FFF2-40B4-BE49-F238E27FC236}">
                <a16:creationId xmlns:a16="http://schemas.microsoft.com/office/drawing/2014/main" id="{EC9BD3E0-1895-C455-1B07-A6F28F52C8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43FFF9A1-0A4F-D8AF-8DA0-2CAADE5EA2B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28697" y="6532221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Дата 1</a:t>
            </a:r>
          </a:p>
        </p:txBody>
      </p:sp>
      <p:sp>
        <p:nvSpPr>
          <p:cNvPr id="30" name="Текст 55">
            <a:extLst>
              <a:ext uri="{FF2B5EF4-FFF2-40B4-BE49-F238E27FC236}">
                <a16:creationId xmlns:a16="http://schemas.microsoft.com/office/drawing/2014/main" id="{C02E3CB7-AE4A-1D3A-6233-B6FEF952BDB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78839" y="6532221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Дата 2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B873B34F-9C90-3F81-DFB2-FD0105FE5BD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537467" y="6532221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Дата 3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89F0230C-ADE0-F9F2-EA5D-0F7F9112007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696" y="7243421"/>
            <a:ext cx="5640293" cy="15678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2400" dirty="0" smtClean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25.07 –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Окончание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приема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заявлений</a:t>
            </a:r>
            <a:endParaRPr lang="en-US" sz="2400" dirty="0">
              <a:solidFill>
                <a:schemeClr val="accent6"/>
              </a:solidFill>
              <a:latin typeface="Graphik LC Regular" panose="020B0503030202060203" pitchFamily="34" charset="0"/>
            </a:endParaRPr>
          </a:p>
          <a:p>
            <a:pPr marL="0" lvl="0" defTabSz="1485991">
              <a:lnSpc>
                <a:spcPts val="34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03.08 –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Окончание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приема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оригинала</a:t>
            </a:r>
            <a:endParaRPr lang="en-US" sz="2400" dirty="0">
              <a:solidFill>
                <a:schemeClr val="accent6"/>
              </a:solidFill>
              <a:latin typeface="Graphik LC Regular" panose="020B0503030202060203" pitchFamily="34" charset="0"/>
            </a:endParaRPr>
          </a:p>
          <a:p>
            <a:pPr marL="0" lvl="0" defTabSz="1485991">
              <a:lnSpc>
                <a:spcPts val="34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04.08 –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Приказ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зачислении</a:t>
            </a:r>
            <a:endParaRPr lang="en-US" sz="2400" dirty="0">
              <a:solidFill>
                <a:schemeClr val="accent6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213308CC-ABE4-D00D-ACF9-709EECD0030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078839" y="7243421"/>
            <a:ext cx="5640293" cy="15678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2400" dirty="0" smtClean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25.07 –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Окончание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приема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заявлений</a:t>
            </a:r>
            <a:endParaRPr lang="en-US" sz="2400" dirty="0">
              <a:solidFill>
                <a:schemeClr val="accent6"/>
              </a:solidFill>
              <a:latin typeface="Graphik LC Regular" panose="020B0503030202060203" pitchFamily="34" charset="0"/>
            </a:endParaRPr>
          </a:p>
          <a:p>
            <a:pPr marL="0" lvl="0" defTabSz="1485991">
              <a:lnSpc>
                <a:spcPts val="34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03.08 –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Окончание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приема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оригинала</a:t>
            </a:r>
            <a:endParaRPr lang="en-US" sz="2400" dirty="0">
              <a:solidFill>
                <a:schemeClr val="accent6"/>
              </a:solidFill>
              <a:latin typeface="Graphik LC Regular" panose="020B0503030202060203" pitchFamily="34" charset="0"/>
            </a:endParaRPr>
          </a:p>
          <a:p>
            <a:pPr marL="0" lvl="0" defTabSz="1485991">
              <a:lnSpc>
                <a:spcPts val="34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04.08 –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Приказ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зачислении</a:t>
            </a:r>
            <a:endParaRPr lang="en-US" sz="2400" dirty="0">
              <a:solidFill>
                <a:schemeClr val="accent6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F924119C-6B0B-7981-8B22-182CF86EEA3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6537467" y="7243421"/>
            <a:ext cx="5640293" cy="15678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2400" dirty="0" smtClean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25.07 –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Окончание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приема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заявлений</a:t>
            </a:r>
            <a:endParaRPr lang="en-US" sz="2400" dirty="0">
              <a:solidFill>
                <a:schemeClr val="accent6"/>
              </a:solidFill>
              <a:latin typeface="Graphik LC Regular" panose="020B0503030202060203" pitchFamily="34" charset="0"/>
            </a:endParaRPr>
          </a:p>
          <a:p>
            <a:pPr marL="0" lvl="0" defTabSz="1485991">
              <a:lnSpc>
                <a:spcPts val="34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03.08 –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Окончание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приема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оригинала</a:t>
            </a:r>
            <a:endParaRPr lang="en-US" sz="2400" dirty="0">
              <a:solidFill>
                <a:schemeClr val="accent6"/>
              </a:solidFill>
              <a:latin typeface="Graphik LC Regular" panose="020B0503030202060203" pitchFamily="34" charset="0"/>
            </a:endParaRPr>
          </a:p>
          <a:p>
            <a:pPr marL="0" lvl="0" defTabSz="1485991">
              <a:lnSpc>
                <a:spcPts val="34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04.08 –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Приказ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зачислении</a:t>
            </a:r>
            <a:endParaRPr lang="en-US" sz="2400" dirty="0">
              <a:solidFill>
                <a:schemeClr val="accent6"/>
              </a:solidFill>
              <a:latin typeface="Graphik LC Regular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1039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WO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9C0F880-2191-DCF9-D5A3-44C08557F9FD}"/>
              </a:ext>
            </a:extLst>
          </p:cNvPr>
          <p:cNvSpPr/>
          <p:nvPr userDrawn="1"/>
        </p:nvSpPr>
        <p:spPr>
          <a:xfrm>
            <a:off x="13781222" y="1219200"/>
            <a:ext cx="9386473" cy="5448300"/>
          </a:xfrm>
          <a:prstGeom prst="rect">
            <a:avLst/>
          </a:prstGeom>
          <a:noFill/>
          <a:ln w="25400">
            <a:solidFill>
              <a:srgbClr val="FAFAFA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3492360-7652-C989-BA6B-A794F0CE5AA3}"/>
              </a:ext>
            </a:extLst>
          </p:cNvPr>
          <p:cNvSpPr/>
          <p:nvPr userDrawn="1"/>
        </p:nvSpPr>
        <p:spPr>
          <a:xfrm>
            <a:off x="4013702" y="1219200"/>
            <a:ext cx="9386473" cy="5448300"/>
          </a:xfrm>
          <a:prstGeom prst="rect">
            <a:avLst/>
          </a:prstGeom>
          <a:noFill/>
          <a:ln w="25400">
            <a:solidFill>
              <a:srgbClr val="FAFAFA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5C0E187-DBF1-A461-7B34-A0BB0F6E8CD3}"/>
              </a:ext>
            </a:extLst>
          </p:cNvPr>
          <p:cNvSpPr/>
          <p:nvPr userDrawn="1"/>
        </p:nvSpPr>
        <p:spPr>
          <a:xfrm>
            <a:off x="13781222" y="7048500"/>
            <a:ext cx="9386473" cy="5448300"/>
          </a:xfrm>
          <a:prstGeom prst="rect">
            <a:avLst/>
          </a:prstGeom>
          <a:noFill/>
          <a:ln w="25400">
            <a:solidFill>
              <a:srgbClr val="FAFAFA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E2BEB21-EB05-4827-74E5-A238092960CA}"/>
              </a:ext>
            </a:extLst>
          </p:cNvPr>
          <p:cNvSpPr/>
          <p:nvPr userDrawn="1"/>
        </p:nvSpPr>
        <p:spPr>
          <a:xfrm>
            <a:off x="4013702" y="7048500"/>
            <a:ext cx="9386473" cy="5448300"/>
          </a:xfrm>
          <a:prstGeom prst="rect">
            <a:avLst/>
          </a:prstGeom>
          <a:noFill/>
          <a:ln w="25400">
            <a:solidFill>
              <a:srgbClr val="FAFAFA"/>
            </a:solidFill>
            <a:prstDash val="solid"/>
          </a:ln>
        </p:spPr>
      </p:sp>
      <p:pic>
        <p:nvPicPr>
          <p:cNvPr id="7" name="Image 0" descr=" ">
            <a:extLst>
              <a:ext uri="{FF2B5EF4-FFF2-40B4-BE49-F238E27FC236}">
                <a16:creationId xmlns:a16="http://schemas.microsoft.com/office/drawing/2014/main" id="{A83AFEDF-D72E-F0F8-F552-D70629AC46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7667" y="3619500"/>
            <a:ext cx="3042508" cy="3042121"/>
          </a:xfrm>
          <a:prstGeom prst="rect">
            <a:avLst/>
          </a:prstGeom>
        </p:spPr>
      </p:pic>
      <p:pic>
        <p:nvPicPr>
          <p:cNvPr id="8" name="Image 1" descr=" ">
            <a:extLst>
              <a:ext uri="{FF2B5EF4-FFF2-40B4-BE49-F238E27FC236}">
                <a16:creationId xmlns:a16="http://schemas.microsoft.com/office/drawing/2014/main" id="{AD217DDA-3A60-083E-CF35-D3FE10B52C9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57667" y="7054379"/>
            <a:ext cx="3042508" cy="3042121"/>
          </a:xfrm>
          <a:prstGeom prst="rect">
            <a:avLst/>
          </a:prstGeom>
        </p:spPr>
      </p:pic>
      <p:pic>
        <p:nvPicPr>
          <p:cNvPr id="9" name="Image 2" descr=" ">
            <a:extLst>
              <a:ext uri="{FF2B5EF4-FFF2-40B4-BE49-F238E27FC236}">
                <a16:creationId xmlns:a16="http://schemas.microsoft.com/office/drawing/2014/main" id="{305D9CE0-02EF-D7E0-9077-6E158E04D06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787096" y="3619500"/>
            <a:ext cx="3042508" cy="3042121"/>
          </a:xfrm>
          <a:prstGeom prst="rect">
            <a:avLst/>
          </a:prstGeom>
        </p:spPr>
      </p:pic>
      <p:pic>
        <p:nvPicPr>
          <p:cNvPr id="10" name="Image 3" descr=" ">
            <a:extLst>
              <a:ext uri="{FF2B5EF4-FFF2-40B4-BE49-F238E27FC236}">
                <a16:creationId xmlns:a16="http://schemas.microsoft.com/office/drawing/2014/main" id="{C1D274EC-377D-0E98-F3EC-8E68B5F7190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787096" y="7054379"/>
            <a:ext cx="3042508" cy="3042121"/>
          </a:xfrm>
          <a:prstGeom prst="rect">
            <a:avLst/>
          </a:prstGeom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03E9940F-050C-C622-65D0-C6025C16E479}"/>
              </a:ext>
            </a:extLst>
          </p:cNvPr>
          <p:cNvSpPr/>
          <p:nvPr userDrawn="1"/>
        </p:nvSpPr>
        <p:spPr>
          <a:xfrm rot="21600000">
            <a:off x="14728311" y="4360924"/>
            <a:ext cx="116007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ctr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W</a:t>
            </a: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6F400FAC-83E0-B284-1C8C-195EE67D88B7}"/>
              </a:ext>
            </a:extLst>
          </p:cNvPr>
          <p:cNvSpPr/>
          <p:nvPr userDrawn="1"/>
        </p:nvSpPr>
        <p:spPr>
          <a:xfrm rot="21600000">
            <a:off x="11160525" y="8118309"/>
            <a:ext cx="1033062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ctr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O</a:t>
            </a: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FFD08B16-7A3B-BC7A-292C-18CD0F63A6BF}"/>
              </a:ext>
            </a:extLst>
          </p:cNvPr>
          <p:cNvSpPr/>
          <p:nvPr userDrawn="1"/>
        </p:nvSpPr>
        <p:spPr>
          <a:xfrm rot="21600000">
            <a:off x="11325645" y="4360924"/>
            <a:ext cx="867942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ctr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S</a:t>
            </a: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C796E4A-9DFA-B12E-9420-2B1B3590C87A}"/>
              </a:ext>
            </a:extLst>
          </p:cNvPr>
          <p:cNvSpPr/>
          <p:nvPr userDrawn="1"/>
        </p:nvSpPr>
        <p:spPr>
          <a:xfrm rot="21600000">
            <a:off x="15092205" y="8117869"/>
            <a:ext cx="82983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ctr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T</a:t>
            </a:r>
          </a:p>
        </p:txBody>
      </p:sp>
      <p:pic>
        <p:nvPicPr>
          <p:cNvPr id="20" name="Image 17" descr=" ">
            <a:extLst>
              <a:ext uri="{FF2B5EF4-FFF2-40B4-BE49-F238E27FC236}">
                <a16:creationId xmlns:a16="http://schemas.microsoft.com/office/drawing/2014/main" id="{FC276A7C-6927-48C3-88E7-AE303DE43CF8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22900" y="876300"/>
            <a:ext cx="965321" cy="635000"/>
          </a:xfrm>
          <a:prstGeom prst="rect">
            <a:avLst/>
          </a:prstGeom>
        </p:spPr>
      </p:pic>
      <p:sp>
        <p:nvSpPr>
          <p:cNvPr id="21" name="Текст 7">
            <a:extLst>
              <a:ext uri="{FF2B5EF4-FFF2-40B4-BE49-F238E27FC236}">
                <a16:creationId xmlns:a16="http://schemas.microsoft.com/office/drawing/2014/main" id="{69A5BE2E-FDF5-423F-F8A7-1531A0E64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-3572536" y="6795969"/>
            <a:ext cx="1035426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SWOT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2B9CABE2-9EE4-1FC8-C423-766CE0890CF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21765" y="1727200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-US" sz="3000" dirty="0">
                <a:solidFill>
                  <a:schemeClr val="bg1"/>
                </a:solidFill>
                <a:latin typeface="Graphik LC Medium" panose="020B0503030202060203" pitchFamily="34" charset="0"/>
              </a:rPr>
              <a:t>Strengths</a:t>
            </a:r>
            <a:r>
              <a:rPr lang="ru-RU" dirty="0"/>
              <a:t> 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0547FE8C-8171-A90B-9FE5-A3D0BC550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21765" y="7556500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-US" sz="3000" dirty="0">
                <a:solidFill>
                  <a:schemeClr val="bg1"/>
                </a:solidFill>
                <a:latin typeface="Graphik LC Medium" panose="020B0503030202060203" pitchFamily="34" charset="0"/>
              </a:rPr>
              <a:t>Opportunities</a:t>
            </a:r>
            <a:r>
              <a:rPr lang="ru-RU" dirty="0"/>
              <a:t> 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9DDF1DF5-76EC-A5E2-1A58-C61197BD10F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019341" y="1727200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-US" sz="3000" dirty="0">
                <a:solidFill>
                  <a:schemeClr val="bg1"/>
                </a:solidFill>
                <a:latin typeface="Graphik LC Medium" panose="020B0503030202060203" pitchFamily="34" charset="0"/>
              </a:rPr>
              <a:t>Weakness</a:t>
            </a:r>
            <a:r>
              <a:rPr lang="ru-RU" dirty="0"/>
              <a:t> 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8D26566E-F761-8780-1FC7-4BDF8FC18C6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019341" y="7570350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-US" sz="3000" dirty="0">
                <a:solidFill>
                  <a:schemeClr val="bg1"/>
                </a:solidFill>
                <a:latin typeface="Graphik LC Medium" panose="020B0503030202060203" pitchFamily="34" charset="0"/>
              </a:rPr>
              <a:t>Threats</a:t>
            </a:r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621250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роцесс обучени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90807047-F13D-76A4-5CAF-ABD6EA8A823F}"/>
              </a:ext>
            </a:extLst>
          </p:cNvPr>
          <p:cNvCxnSpPr>
            <a:cxnSpLocks/>
          </p:cNvCxnSpPr>
          <p:nvPr userDrawn="1"/>
        </p:nvCxnSpPr>
        <p:spPr>
          <a:xfrm flipH="1">
            <a:off x="1216804" y="6858000"/>
            <a:ext cx="21951019" cy="0"/>
          </a:xfrm>
          <a:prstGeom prst="line">
            <a:avLst/>
          </a:prstGeom>
          <a:ln w="25400">
            <a:solidFill>
              <a:schemeClr val="accent1"/>
            </a:solidFill>
            <a:head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hape 0">
            <a:extLst>
              <a:ext uri="{FF2B5EF4-FFF2-40B4-BE49-F238E27FC236}">
                <a16:creationId xmlns:a16="http://schemas.microsoft.com/office/drawing/2014/main" id="{45CD038D-67DE-DCAC-538D-F883D17F76F6}"/>
              </a:ext>
            </a:extLst>
          </p:cNvPr>
          <p:cNvSpPr/>
          <p:nvPr userDrawn="1"/>
        </p:nvSpPr>
        <p:spPr>
          <a:xfrm>
            <a:off x="3073784" y="1219200"/>
            <a:ext cx="7182342" cy="11277600"/>
          </a:xfrm>
          <a:prstGeom prst="ellipse">
            <a:avLst/>
          </a:prstGeom>
          <a:noFill/>
          <a:ln w="25400">
            <a:solidFill>
              <a:srgbClr val="E6E6E6"/>
            </a:solidFill>
            <a:prstDash val="solid"/>
          </a:ln>
        </p:spPr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E6CD8277-3199-E041-C060-929240B35F32}"/>
              </a:ext>
            </a:extLst>
          </p:cNvPr>
          <p:cNvSpPr/>
          <p:nvPr userDrawn="1"/>
        </p:nvSpPr>
        <p:spPr>
          <a:xfrm>
            <a:off x="8598973" y="1219200"/>
            <a:ext cx="7182342" cy="11277600"/>
          </a:xfrm>
          <a:prstGeom prst="ellipse">
            <a:avLst/>
          </a:prstGeom>
          <a:noFill/>
          <a:ln w="25400">
            <a:solidFill>
              <a:srgbClr val="E6E6E6"/>
            </a:solidFill>
            <a:prstDash val="solid"/>
          </a:ln>
        </p:spPr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4AAA02D-F36B-5D55-0187-39FA851A06AB}"/>
              </a:ext>
            </a:extLst>
          </p:cNvPr>
          <p:cNvSpPr/>
          <p:nvPr userDrawn="1"/>
        </p:nvSpPr>
        <p:spPr>
          <a:xfrm>
            <a:off x="14124162" y="1219200"/>
            <a:ext cx="7182342" cy="11277600"/>
          </a:xfrm>
          <a:prstGeom prst="ellipse">
            <a:avLst/>
          </a:prstGeom>
          <a:noFill/>
          <a:ln w="25400">
            <a:solidFill>
              <a:srgbClr val="E6E6E6"/>
            </a:solidFill>
            <a:prstDash val="solid"/>
          </a:ln>
        </p:spPr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6B1ED679-3FCE-46F7-D551-14A011103AC7}"/>
              </a:ext>
            </a:extLst>
          </p:cNvPr>
          <p:cNvSpPr/>
          <p:nvPr userDrawn="1"/>
        </p:nvSpPr>
        <p:spPr>
          <a:xfrm rot="16200000">
            <a:off x="9438116" y="6639024"/>
            <a:ext cx="1613102" cy="584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96969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2 курс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/>
              <a:ea typeface="+mn-ea"/>
              <a:cs typeface="+mn-cs"/>
            </a:endParaRPr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E82D8DB4-1EEB-DE43-2340-22556CEA04E7}"/>
              </a:ext>
            </a:extLst>
          </p:cNvPr>
          <p:cNvSpPr/>
          <p:nvPr userDrawn="1"/>
        </p:nvSpPr>
        <p:spPr>
          <a:xfrm rot="16200000">
            <a:off x="14963306" y="6635217"/>
            <a:ext cx="1613102" cy="584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96969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3 курс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/>
              <a:ea typeface="+mn-ea"/>
              <a:cs typeface="+mn-cs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E074576-1DF9-B72C-4854-31702B3A8CCE}"/>
              </a:ext>
            </a:extLst>
          </p:cNvPr>
          <p:cNvSpPr/>
          <p:nvPr userDrawn="1"/>
        </p:nvSpPr>
        <p:spPr>
          <a:xfrm rot="16200000">
            <a:off x="2276749" y="6635787"/>
            <a:ext cx="1613102" cy="584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96969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1 курс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/>
              <a:ea typeface="+mn-ea"/>
              <a:cs typeface="+mn-cs"/>
            </a:endParaRP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CE933993-80DD-519D-2D33-C544231A17CF}"/>
              </a:ext>
            </a:extLst>
          </p:cNvPr>
          <p:cNvSpPr/>
          <p:nvPr userDrawn="1"/>
        </p:nvSpPr>
        <p:spPr>
          <a:xfrm rot="16200000">
            <a:off x="20497324" y="6635979"/>
            <a:ext cx="1613102" cy="584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96969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4 курс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/>
              <a:ea typeface="+mn-ea"/>
              <a:cs typeface="+mn-cs"/>
            </a:endParaRPr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5A6B612D-D386-11C6-DEFD-423F7DA9843A}"/>
              </a:ext>
            </a:extLst>
          </p:cNvPr>
          <p:cNvGrpSpPr/>
          <p:nvPr userDrawn="1"/>
        </p:nvGrpSpPr>
        <p:grpSpPr>
          <a:xfrm>
            <a:off x="6214955" y="6408000"/>
            <a:ext cx="900000" cy="900000"/>
            <a:chOff x="2771013" y="5204719"/>
            <a:chExt cx="900000" cy="900000"/>
          </a:xfrm>
        </p:grpSpPr>
        <p:sp>
          <p:nvSpPr>
            <p:cNvPr id="27" name="Овал 26">
              <a:extLst>
                <a:ext uri="{FF2B5EF4-FFF2-40B4-BE49-F238E27FC236}">
                  <a16:creationId xmlns:a16="http://schemas.microsoft.com/office/drawing/2014/main" id="{0FF511DF-A931-D83B-1789-110A30B21489}"/>
                </a:ext>
              </a:extLst>
            </p:cNvPr>
            <p:cNvSpPr/>
            <p:nvPr/>
          </p:nvSpPr>
          <p:spPr>
            <a:xfrm>
              <a:off x="2771013" y="5204719"/>
              <a:ext cx="900000" cy="900000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pic>
          <p:nvPicPr>
            <p:cNvPr id="28" name="Рисунок 27">
              <a:extLst>
                <a:ext uri="{FF2B5EF4-FFF2-40B4-BE49-F238E27FC236}">
                  <a16:creationId xmlns:a16="http://schemas.microsoft.com/office/drawing/2014/main" id="{1233F7FB-9827-FD66-A16C-22480376B7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081778" y="5339266"/>
              <a:ext cx="436705" cy="641689"/>
            </a:xfrm>
            <a:prstGeom prst="rect">
              <a:avLst/>
            </a:prstGeom>
          </p:spPr>
        </p:pic>
      </p:grp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1C8CCC90-B565-40F1-38AC-A53E88D79C89}"/>
              </a:ext>
            </a:extLst>
          </p:cNvPr>
          <p:cNvGrpSpPr/>
          <p:nvPr userDrawn="1"/>
        </p:nvGrpSpPr>
        <p:grpSpPr>
          <a:xfrm>
            <a:off x="11740144" y="6408000"/>
            <a:ext cx="900000" cy="900000"/>
            <a:chOff x="2771013" y="5204719"/>
            <a:chExt cx="900000" cy="900000"/>
          </a:xfrm>
        </p:grpSpPr>
        <p:sp>
          <p:nvSpPr>
            <p:cNvPr id="30" name="Овал 29">
              <a:extLst>
                <a:ext uri="{FF2B5EF4-FFF2-40B4-BE49-F238E27FC236}">
                  <a16:creationId xmlns:a16="http://schemas.microsoft.com/office/drawing/2014/main" id="{4E03612A-406A-A519-736E-D7F97F0B1516}"/>
                </a:ext>
              </a:extLst>
            </p:cNvPr>
            <p:cNvSpPr/>
            <p:nvPr/>
          </p:nvSpPr>
          <p:spPr>
            <a:xfrm>
              <a:off x="2771013" y="5204719"/>
              <a:ext cx="900000" cy="900000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pic>
          <p:nvPicPr>
            <p:cNvPr id="31" name="Рисунок 30">
              <a:extLst>
                <a:ext uri="{FF2B5EF4-FFF2-40B4-BE49-F238E27FC236}">
                  <a16:creationId xmlns:a16="http://schemas.microsoft.com/office/drawing/2014/main" id="{C77B7689-CCA2-05E2-39E0-CF73AF965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081778" y="5339266"/>
              <a:ext cx="436705" cy="641689"/>
            </a:xfrm>
            <a:prstGeom prst="rect">
              <a:avLst/>
            </a:prstGeom>
          </p:spPr>
        </p:pic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FFEC20C1-0F2C-AF01-0112-04D0CC78A4EE}"/>
              </a:ext>
            </a:extLst>
          </p:cNvPr>
          <p:cNvGrpSpPr/>
          <p:nvPr userDrawn="1"/>
        </p:nvGrpSpPr>
        <p:grpSpPr>
          <a:xfrm>
            <a:off x="17265333" y="6408000"/>
            <a:ext cx="900000" cy="900000"/>
            <a:chOff x="2771013" y="5204719"/>
            <a:chExt cx="900000" cy="900000"/>
          </a:xfrm>
        </p:grpSpPr>
        <p:sp>
          <p:nvSpPr>
            <p:cNvPr id="33" name="Овал 32">
              <a:extLst>
                <a:ext uri="{FF2B5EF4-FFF2-40B4-BE49-F238E27FC236}">
                  <a16:creationId xmlns:a16="http://schemas.microsoft.com/office/drawing/2014/main" id="{57719FF2-D006-D097-9B23-C1FC7A985F81}"/>
                </a:ext>
              </a:extLst>
            </p:cNvPr>
            <p:cNvSpPr/>
            <p:nvPr/>
          </p:nvSpPr>
          <p:spPr>
            <a:xfrm>
              <a:off x="2771013" y="5204719"/>
              <a:ext cx="900000" cy="900000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pic>
          <p:nvPicPr>
            <p:cNvPr id="34" name="Рисунок 33">
              <a:extLst>
                <a:ext uri="{FF2B5EF4-FFF2-40B4-BE49-F238E27FC236}">
                  <a16:creationId xmlns:a16="http://schemas.microsoft.com/office/drawing/2014/main" id="{D1AD4599-BB1D-F623-EB1B-485FF5286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081778" y="5339266"/>
              <a:ext cx="436705" cy="641689"/>
            </a:xfrm>
            <a:prstGeom prst="rect">
              <a:avLst/>
            </a:prstGeom>
          </p:spPr>
        </p:pic>
      </p:grp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89E5003D-5F7C-4E50-5021-2C57F0D58943}"/>
              </a:ext>
            </a:extLst>
          </p:cNvPr>
          <p:cNvCxnSpPr>
            <a:cxnSpLocks/>
          </p:cNvCxnSpPr>
          <p:nvPr userDrawn="1"/>
        </p:nvCxnSpPr>
        <p:spPr>
          <a:xfrm>
            <a:off x="12190144" y="4309991"/>
            <a:ext cx="0" cy="2098009"/>
          </a:xfrm>
          <a:prstGeom prst="line">
            <a:avLst/>
          </a:prstGeom>
          <a:ln w="2540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CE51EAFB-D5BC-4084-E8AE-C2829E85B1BF}"/>
              </a:ext>
            </a:extLst>
          </p:cNvPr>
          <p:cNvCxnSpPr>
            <a:cxnSpLocks/>
          </p:cNvCxnSpPr>
          <p:nvPr userDrawn="1"/>
        </p:nvCxnSpPr>
        <p:spPr>
          <a:xfrm>
            <a:off x="17715333" y="4309991"/>
            <a:ext cx="0" cy="2098009"/>
          </a:xfrm>
          <a:prstGeom prst="line">
            <a:avLst/>
          </a:prstGeom>
          <a:ln w="2540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9C0A2D1C-2FA5-BBF3-FF2B-AD10DF2387BF}"/>
              </a:ext>
            </a:extLst>
          </p:cNvPr>
          <p:cNvCxnSpPr>
            <a:cxnSpLocks/>
          </p:cNvCxnSpPr>
          <p:nvPr userDrawn="1"/>
        </p:nvCxnSpPr>
        <p:spPr>
          <a:xfrm>
            <a:off x="6664955" y="4309991"/>
            <a:ext cx="0" cy="2098009"/>
          </a:xfrm>
          <a:prstGeom prst="line">
            <a:avLst/>
          </a:prstGeom>
          <a:ln w="2540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10848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ворон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 ">
            <a:extLst>
              <a:ext uri="{FF2B5EF4-FFF2-40B4-BE49-F238E27FC236}">
                <a16:creationId xmlns:a16="http://schemas.microsoft.com/office/drawing/2014/main" id="{611FF6C7-2167-FDDE-C62B-09FABCBDF4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9208651" y="3759200"/>
            <a:ext cx="12561870" cy="2781300"/>
          </a:xfrm>
          <a:prstGeom prst="rect">
            <a:avLst/>
          </a:prstGeom>
        </p:spPr>
      </p:pic>
      <p:pic>
        <p:nvPicPr>
          <p:cNvPr id="20" name="Image 1" descr=" ">
            <a:extLst>
              <a:ext uri="{FF2B5EF4-FFF2-40B4-BE49-F238E27FC236}">
                <a16:creationId xmlns:a16="http://schemas.microsoft.com/office/drawing/2014/main" id="{5A179C9D-1CAD-46BC-DAD1-3DE5D08BBB2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3400175" y="9588500"/>
            <a:ext cx="4178822" cy="2908300"/>
          </a:xfrm>
          <a:prstGeom prst="rect">
            <a:avLst/>
          </a:prstGeom>
        </p:spPr>
      </p:pic>
      <p:pic>
        <p:nvPicPr>
          <p:cNvPr id="22" name="Image 2" descr=" ">
            <a:extLst>
              <a:ext uri="{FF2B5EF4-FFF2-40B4-BE49-F238E27FC236}">
                <a16:creationId xmlns:a16="http://schemas.microsoft.com/office/drawing/2014/main" id="{049A999C-1EC6-CC8A-F374-5E3C9C495E1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11291711" y="6667500"/>
            <a:ext cx="8383048" cy="2794000"/>
          </a:xfrm>
          <a:prstGeom prst="rect">
            <a:avLst/>
          </a:prstGeom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974E68E-2F4A-DD22-1287-D4FA1FC95587}"/>
              </a:ext>
            </a:extLst>
          </p:cNvPr>
          <p:cNvSpPr/>
          <p:nvPr userDrawn="1"/>
        </p:nvSpPr>
        <p:spPr>
          <a:xfrm>
            <a:off x="15039586" y="4873472"/>
            <a:ext cx="900000" cy="900000"/>
          </a:xfrm>
          <a:prstGeom prst="ellipse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3044FF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01</a:t>
            </a:r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69795DD8-70F8-DE68-943A-F36D0916BE2D}"/>
              </a:ext>
            </a:extLst>
          </p:cNvPr>
          <p:cNvSpPr/>
          <p:nvPr userDrawn="1"/>
        </p:nvSpPr>
        <p:spPr>
          <a:xfrm>
            <a:off x="15039586" y="7567878"/>
            <a:ext cx="900000" cy="900000"/>
          </a:xfrm>
          <a:prstGeom prst="ellipse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3044FF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02</a:t>
            </a:r>
          </a:p>
        </p:txBody>
      </p:sp>
      <p:sp>
        <p:nvSpPr>
          <p:cNvPr id="38" name="Овал 37">
            <a:extLst>
              <a:ext uri="{FF2B5EF4-FFF2-40B4-BE49-F238E27FC236}">
                <a16:creationId xmlns:a16="http://schemas.microsoft.com/office/drawing/2014/main" id="{75BD5D40-EE3E-FC0F-6575-7C70AF7A5C17}"/>
              </a:ext>
            </a:extLst>
          </p:cNvPr>
          <p:cNvSpPr/>
          <p:nvPr userDrawn="1"/>
        </p:nvSpPr>
        <p:spPr>
          <a:xfrm>
            <a:off x="15039586" y="10482528"/>
            <a:ext cx="900000" cy="900000"/>
          </a:xfrm>
          <a:prstGeom prst="ellipse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3044FF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03</a:t>
            </a:r>
          </a:p>
        </p:txBody>
      </p:sp>
      <p:pic>
        <p:nvPicPr>
          <p:cNvPr id="39" name="Image 44" descr=" ">
            <a:extLst>
              <a:ext uri="{FF2B5EF4-FFF2-40B4-BE49-F238E27FC236}">
                <a16:creationId xmlns:a16="http://schemas.microsoft.com/office/drawing/2014/main" id="{7C6963F6-4A50-C03C-BAEB-75D3C0CA48C6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42" name="Текст 7">
            <a:extLst>
              <a:ext uri="{FF2B5EF4-FFF2-40B4-BE49-F238E27FC236}">
                <a16:creationId xmlns:a16="http://schemas.microsoft.com/office/drawing/2014/main" id="{EEF658FF-8260-191D-3E94-B77DC972E2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16527" y="876300"/>
            <a:ext cx="8649794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5" name="Текст 14">
            <a:extLst>
              <a:ext uri="{FF2B5EF4-FFF2-40B4-BE49-F238E27FC236}">
                <a16:creationId xmlns:a16="http://schemas.microsoft.com/office/drawing/2014/main" id="{95B173B4-119E-931E-0AB6-C5DCD66D4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616527" y="4649643"/>
            <a:ext cx="65835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Пункт 1</a:t>
            </a:r>
          </a:p>
        </p:txBody>
      </p:sp>
      <p:sp>
        <p:nvSpPr>
          <p:cNvPr id="46" name="Текст 55">
            <a:extLst>
              <a:ext uri="{FF2B5EF4-FFF2-40B4-BE49-F238E27FC236}">
                <a16:creationId xmlns:a16="http://schemas.microsoft.com/office/drawing/2014/main" id="{0EFF2730-AEF8-805F-D9E5-09F58C3F30F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616528" y="5308339"/>
            <a:ext cx="658352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Описание пункта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7EED1DFB-A3D3-A1DC-6764-2833248FE72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616528" y="11208064"/>
            <a:ext cx="658352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Описание пункта</a:t>
            </a:r>
          </a:p>
        </p:txBody>
      </p:sp>
      <p:sp>
        <p:nvSpPr>
          <p:cNvPr id="48" name="Текст 14">
            <a:extLst>
              <a:ext uri="{FF2B5EF4-FFF2-40B4-BE49-F238E27FC236}">
                <a16:creationId xmlns:a16="http://schemas.microsoft.com/office/drawing/2014/main" id="{FA1F6BA7-3EA6-1865-14DB-33D63546B55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616527" y="10535518"/>
            <a:ext cx="65835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Пункт 3</a:t>
            </a:r>
          </a:p>
        </p:txBody>
      </p:sp>
      <p:sp>
        <p:nvSpPr>
          <p:cNvPr id="49" name="Текст 14">
            <a:extLst>
              <a:ext uri="{FF2B5EF4-FFF2-40B4-BE49-F238E27FC236}">
                <a16:creationId xmlns:a16="http://schemas.microsoft.com/office/drawing/2014/main" id="{9FE53395-6F50-66AF-735D-482153E8BF7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616527" y="7620868"/>
            <a:ext cx="65835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Пункт 2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F6EB037E-C0C2-5D89-FCC9-54D74A4B6CB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616528" y="8293414"/>
            <a:ext cx="658352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Описание пункта</a:t>
            </a:r>
          </a:p>
        </p:txBody>
      </p:sp>
    </p:spTree>
    <p:extLst>
      <p:ext uri="{BB962C8B-B14F-4D97-AF65-F5344CB8AC3E}">
        <p14:creationId xmlns:p14="http://schemas.microsoft.com/office/powerpoint/2010/main" val="14757093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оадмеп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 44" descr=" ">
            <a:extLst>
              <a:ext uri="{FF2B5EF4-FFF2-40B4-BE49-F238E27FC236}">
                <a16:creationId xmlns:a16="http://schemas.microsoft.com/office/drawing/2014/main" id="{7C6963F6-4A50-C03C-BAEB-75D3C0CA48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D1FA9CD-0707-F547-10DA-B6BCCF0B702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58462" y="6533212"/>
            <a:ext cx="21567206" cy="1942459"/>
          </a:xfrm>
          <a:prstGeom prst="rect">
            <a:avLst/>
          </a:prstGeom>
        </p:spPr>
      </p:pic>
      <p:sp>
        <p:nvSpPr>
          <p:cNvPr id="4" name="Овал 3">
            <a:extLst>
              <a:ext uri="{FF2B5EF4-FFF2-40B4-BE49-F238E27FC236}">
                <a16:creationId xmlns:a16="http://schemas.microsoft.com/office/drawing/2014/main" id="{34E2E301-49F8-85EB-395C-1DA72F73D1FE}"/>
              </a:ext>
            </a:extLst>
          </p:cNvPr>
          <p:cNvSpPr/>
          <p:nvPr userDrawn="1"/>
        </p:nvSpPr>
        <p:spPr>
          <a:xfrm>
            <a:off x="1227110" y="6132199"/>
            <a:ext cx="900000" cy="900000"/>
          </a:xfrm>
          <a:prstGeom prst="ellipse">
            <a:avLst/>
          </a:prstGeom>
          <a:solidFill>
            <a:schemeClr val="accent1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01</a:t>
            </a: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80235828-93E8-7343-7F9A-67D2E07BCDC4}"/>
              </a:ext>
            </a:extLst>
          </p:cNvPr>
          <p:cNvSpPr/>
          <p:nvPr userDrawn="1"/>
        </p:nvSpPr>
        <p:spPr>
          <a:xfrm>
            <a:off x="4876361" y="7885244"/>
            <a:ext cx="900000" cy="900000"/>
          </a:xfrm>
          <a:prstGeom prst="ellipse">
            <a:avLst/>
          </a:prstGeom>
          <a:solidFill>
            <a:schemeClr val="accent1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02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3AEFB355-99F9-C2D1-B4CE-F67EE293B9F9}"/>
              </a:ext>
            </a:extLst>
          </p:cNvPr>
          <p:cNvSpPr/>
          <p:nvPr userDrawn="1"/>
        </p:nvSpPr>
        <p:spPr>
          <a:xfrm>
            <a:off x="12174863" y="7885244"/>
            <a:ext cx="900000" cy="900000"/>
          </a:xfrm>
          <a:prstGeom prst="ellipse">
            <a:avLst/>
          </a:prstGeom>
          <a:solidFill>
            <a:schemeClr val="accent1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04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AF8EB23B-0A0B-5D3E-F352-40D1AF21838E}"/>
              </a:ext>
            </a:extLst>
          </p:cNvPr>
          <p:cNvSpPr/>
          <p:nvPr userDrawn="1"/>
        </p:nvSpPr>
        <p:spPr>
          <a:xfrm>
            <a:off x="19473363" y="7885244"/>
            <a:ext cx="900000" cy="900000"/>
          </a:xfrm>
          <a:prstGeom prst="ellipse">
            <a:avLst/>
          </a:prstGeom>
          <a:solidFill>
            <a:schemeClr val="accent1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06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97C3B1F5-359B-D5B0-6B37-2CDE5046C81D}"/>
              </a:ext>
            </a:extLst>
          </p:cNvPr>
          <p:cNvSpPr/>
          <p:nvPr userDrawn="1"/>
        </p:nvSpPr>
        <p:spPr>
          <a:xfrm>
            <a:off x="8525612" y="6132199"/>
            <a:ext cx="900000" cy="900000"/>
          </a:xfrm>
          <a:prstGeom prst="ellipse">
            <a:avLst/>
          </a:prstGeom>
          <a:solidFill>
            <a:schemeClr val="accent1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03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F3EE1BA0-0F5C-FC6A-6230-3FE18BC7FCCE}"/>
              </a:ext>
            </a:extLst>
          </p:cNvPr>
          <p:cNvSpPr/>
          <p:nvPr userDrawn="1"/>
        </p:nvSpPr>
        <p:spPr>
          <a:xfrm>
            <a:off x="15824115" y="6132199"/>
            <a:ext cx="900000" cy="900000"/>
          </a:xfrm>
          <a:prstGeom prst="ellipse">
            <a:avLst/>
          </a:prstGeom>
          <a:solidFill>
            <a:schemeClr val="accent1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05</a:t>
            </a:r>
          </a:p>
        </p:txBody>
      </p:sp>
      <p:grpSp>
        <p:nvGrpSpPr>
          <p:cNvPr id="33" name="Группа 32">
            <a:extLst>
              <a:ext uri="{FF2B5EF4-FFF2-40B4-BE49-F238E27FC236}">
                <a16:creationId xmlns:a16="http://schemas.microsoft.com/office/drawing/2014/main" id="{060E6578-F14B-2F79-D7CE-E2409B40E075}"/>
              </a:ext>
            </a:extLst>
          </p:cNvPr>
          <p:cNvGrpSpPr/>
          <p:nvPr userDrawn="1"/>
        </p:nvGrpSpPr>
        <p:grpSpPr>
          <a:xfrm>
            <a:off x="8823193" y="3249921"/>
            <a:ext cx="304838" cy="2746433"/>
            <a:chOff x="8823193" y="3249921"/>
            <a:chExt cx="304838" cy="2746433"/>
          </a:xfrm>
        </p:grpSpPr>
        <p:cxnSp>
          <p:nvCxnSpPr>
            <p:cNvPr id="34" name="Прямая соединительная линия 33">
              <a:extLst>
                <a:ext uri="{FF2B5EF4-FFF2-40B4-BE49-F238E27FC236}">
                  <a16:creationId xmlns:a16="http://schemas.microsoft.com/office/drawing/2014/main" id="{6A0FF819-3058-B208-54D6-76B1F63F85C1}"/>
                </a:ext>
              </a:extLst>
            </p:cNvPr>
            <p:cNvCxnSpPr>
              <a:cxnSpLocks/>
            </p:cNvCxnSpPr>
            <p:nvPr/>
          </p:nvCxnSpPr>
          <p:spPr>
            <a:xfrm>
              <a:off x="8975612" y="3411415"/>
              <a:ext cx="0" cy="2584939"/>
            </a:xfrm>
            <a:prstGeom prst="line">
              <a:avLst/>
            </a:prstGeom>
            <a:ln w="25400">
              <a:solidFill>
                <a:schemeClr val="accent1"/>
              </a:solidFill>
              <a:head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Shape 7">
              <a:extLst>
                <a:ext uri="{FF2B5EF4-FFF2-40B4-BE49-F238E27FC236}">
                  <a16:creationId xmlns:a16="http://schemas.microsoft.com/office/drawing/2014/main" id="{AF34413E-5A39-2935-3790-7A8D1EDBB7BB}"/>
                </a:ext>
              </a:extLst>
            </p:cNvPr>
            <p:cNvSpPr/>
            <p:nvPr/>
          </p:nvSpPr>
          <p:spPr>
            <a:xfrm>
              <a:off x="8823193" y="3249921"/>
              <a:ext cx="304838" cy="304800"/>
            </a:xfrm>
            <a:prstGeom prst="ellipse">
              <a:avLst/>
            </a:prstGeom>
            <a:solidFill>
              <a:srgbClr val="3044FF">
                <a:alpha val="100000"/>
              </a:srgbClr>
            </a:solidFill>
            <a:ln w="127000">
              <a:solidFill>
                <a:srgbClr val="FAFAFA"/>
              </a:solidFill>
              <a:prstDash val="solid"/>
            </a:ln>
          </p:spPr>
        </p:sp>
      </p:grp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F2F9A326-BC1A-1C90-8798-BD1DFF190C65}"/>
              </a:ext>
            </a:extLst>
          </p:cNvPr>
          <p:cNvGrpSpPr/>
          <p:nvPr userDrawn="1"/>
        </p:nvGrpSpPr>
        <p:grpSpPr>
          <a:xfrm>
            <a:off x="1524691" y="3249921"/>
            <a:ext cx="304838" cy="2746433"/>
            <a:chOff x="1524691" y="3249921"/>
            <a:chExt cx="304838" cy="2746433"/>
          </a:xfrm>
        </p:grpSpPr>
        <p:cxnSp>
          <p:nvCxnSpPr>
            <p:cNvPr id="37" name="Прямая соединительная линия 36">
              <a:extLst>
                <a:ext uri="{FF2B5EF4-FFF2-40B4-BE49-F238E27FC236}">
                  <a16:creationId xmlns:a16="http://schemas.microsoft.com/office/drawing/2014/main" id="{87A779C1-CC91-B10D-0138-B02C277E21D0}"/>
                </a:ext>
              </a:extLst>
            </p:cNvPr>
            <p:cNvCxnSpPr>
              <a:cxnSpLocks/>
            </p:cNvCxnSpPr>
            <p:nvPr/>
          </p:nvCxnSpPr>
          <p:spPr>
            <a:xfrm>
              <a:off x="1677110" y="3411415"/>
              <a:ext cx="0" cy="2584939"/>
            </a:xfrm>
            <a:prstGeom prst="line">
              <a:avLst/>
            </a:prstGeom>
            <a:ln w="25400">
              <a:solidFill>
                <a:schemeClr val="accent1"/>
              </a:solidFill>
              <a:head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Shape 7">
              <a:extLst>
                <a:ext uri="{FF2B5EF4-FFF2-40B4-BE49-F238E27FC236}">
                  <a16:creationId xmlns:a16="http://schemas.microsoft.com/office/drawing/2014/main" id="{C99789E3-867B-F429-658D-236C1AE33344}"/>
                </a:ext>
              </a:extLst>
            </p:cNvPr>
            <p:cNvSpPr/>
            <p:nvPr/>
          </p:nvSpPr>
          <p:spPr>
            <a:xfrm>
              <a:off x="1524691" y="3249921"/>
              <a:ext cx="304838" cy="304800"/>
            </a:xfrm>
            <a:prstGeom prst="ellipse">
              <a:avLst/>
            </a:prstGeom>
            <a:solidFill>
              <a:srgbClr val="3044FF">
                <a:alpha val="100000"/>
              </a:srgbClr>
            </a:solidFill>
            <a:ln w="127000">
              <a:solidFill>
                <a:srgbClr val="FAFAFA"/>
              </a:solidFill>
              <a:prstDash val="solid"/>
            </a:ln>
          </p:spPr>
        </p:sp>
      </p:grpSp>
      <p:grpSp>
        <p:nvGrpSpPr>
          <p:cNvPr id="41" name="Группа 40">
            <a:extLst>
              <a:ext uri="{FF2B5EF4-FFF2-40B4-BE49-F238E27FC236}">
                <a16:creationId xmlns:a16="http://schemas.microsoft.com/office/drawing/2014/main" id="{0F8E1B25-13FA-D5B5-1DBA-1DBC18D2DFCC}"/>
              </a:ext>
            </a:extLst>
          </p:cNvPr>
          <p:cNvGrpSpPr/>
          <p:nvPr userDrawn="1"/>
        </p:nvGrpSpPr>
        <p:grpSpPr>
          <a:xfrm>
            <a:off x="16121696" y="3249921"/>
            <a:ext cx="304838" cy="2746433"/>
            <a:chOff x="16121696" y="3249921"/>
            <a:chExt cx="304838" cy="2746433"/>
          </a:xfrm>
        </p:grpSpPr>
        <p:cxnSp>
          <p:nvCxnSpPr>
            <p:cNvPr id="43" name="Прямая соединительная линия 42">
              <a:extLst>
                <a:ext uri="{FF2B5EF4-FFF2-40B4-BE49-F238E27FC236}">
                  <a16:creationId xmlns:a16="http://schemas.microsoft.com/office/drawing/2014/main" id="{45E80992-189F-30AC-B894-534AE0C4E334}"/>
                </a:ext>
              </a:extLst>
            </p:cNvPr>
            <p:cNvCxnSpPr>
              <a:cxnSpLocks/>
            </p:cNvCxnSpPr>
            <p:nvPr/>
          </p:nvCxnSpPr>
          <p:spPr>
            <a:xfrm>
              <a:off x="16274115" y="3411415"/>
              <a:ext cx="0" cy="2584939"/>
            </a:xfrm>
            <a:prstGeom prst="line">
              <a:avLst/>
            </a:prstGeom>
            <a:ln w="25400">
              <a:solidFill>
                <a:schemeClr val="accent1"/>
              </a:solidFill>
              <a:head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42EC79DE-5BC7-CB24-D35C-C8F83C95A096}"/>
                </a:ext>
              </a:extLst>
            </p:cNvPr>
            <p:cNvSpPr/>
            <p:nvPr/>
          </p:nvSpPr>
          <p:spPr>
            <a:xfrm>
              <a:off x="16121696" y="3249921"/>
              <a:ext cx="304838" cy="304800"/>
            </a:xfrm>
            <a:prstGeom prst="ellipse">
              <a:avLst/>
            </a:prstGeom>
            <a:solidFill>
              <a:srgbClr val="3044FF">
                <a:alpha val="100000"/>
              </a:srgbClr>
            </a:solidFill>
            <a:ln w="127000">
              <a:solidFill>
                <a:srgbClr val="FAFAFA"/>
              </a:solidFill>
              <a:prstDash val="solid"/>
            </a:ln>
          </p:spPr>
        </p:sp>
      </p:grpSp>
      <p:grpSp>
        <p:nvGrpSpPr>
          <p:cNvPr id="51" name="Группа 50">
            <a:extLst>
              <a:ext uri="{FF2B5EF4-FFF2-40B4-BE49-F238E27FC236}">
                <a16:creationId xmlns:a16="http://schemas.microsoft.com/office/drawing/2014/main" id="{B7F970F0-4B83-7C31-0144-594F5DDD6488}"/>
              </a:ext>
            </a:extLst>
          </p:cNvPr>
          <p:cNvGrpSpPr/>
          <p:nvPr userDrawn="1"/>
        </p:nvGrpSpPr>
        <p:grpSpPr>
          <a:xfrm>
            <a:off x="19770944" y="8911322"/>
            <a:ext cx="304838" cy="1575528"/>
            <a:chOff x="19770944" y="8911322"/>
            <a:chExt cx="304838" cy="1575528"/>
          </a:xfrm>
        </p:grpSpPr>
        <p:cxnSp>
          <p:nvCxnSpPr>
            <p:cNvPr id="52" name="Прямая соединительная линия 51">
              <a:extLst>
                <a:ext uri="{FF2B5EF4-FFF2-40B4-BE49-F238E27FC236}">
                  <a16:creationId xmlns:a16="http://schemas.microsoft.com/office/drawing/2014/main" id="{661BFD2B-D352-2C20-3DCA-90AB7278F2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923363" y="8911322"/>
              <a:ext cx="0" cy="1413296"/>
            </a:xfrm>
            <a:prstGeom prst="line">
              <a:avLst/>
            </a:prstGeom>
            <a:ln w="25400">
              <a:solidFill>
                <a:schemeClr val="accent1"/>
              </a:solidFill>
              <a:head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Shape 7">
              <a:extLst>
                <a:ext uri="{FF2B5EF4-FFF2-40B4-BE49-F238E27FC236}">
                  <a16:creationId xmlns:a16="http://schemas.microsoft.com/office/drawing/2014/main" id="{DE42789D-7449-6E0F-2540-921C1DF5194F}"/>
                </a:ext>
              </a:extLst>
            </p:cNvPr>
            <p:cNvSpPr/>
            <p:nvPr/>
          </p:nvSpPr>
          <p:spPr>
            <a:xfrm>
              <a:off x="19770944" y="10182050"/>
              <a:ext cx="304838" cy="304800"/>
            </a:xfrm>
            <a:prstGeom prst="ellipse">
              <a:avLst/>
            </a:prstGeom>
            <a:solidFill>
              <a:srgbClr val="3044FF">
                <a:alpha val="100000"/>
              </a:srgbClr>
            </a:solidFill>
            <a:ln w="127000">
              <a:solidFill>
                <a:srgbClr val="FAFAFA"/>
              </a:solidFill>
              <a:prstDash val="solid"/>
            </a:ln>
          </p:spPr>
        </p:sp>
      </p:grpSp>
      <p:grpSp>
        <p:nvGrpSpPr>
          <p:cNvPr id="54" name="Группа 53">
            <a:extLst>
              <a:ext uri="{FF2B5EF4-FFF2-40B4-BE49-F238E27FC236}">
                <a16:creationId xmlns:a16="http://schemas.microsoft.com/office/drawing/2014/main" id="{116C875B-EDE8-8230-A794-8FCF27EC0A4F}"/>
              </a:ext>
            </a:extLst>
          </p:cNvPr>
          <p:cNvGrpSpPr/>
          <p:nvPr userDrawn="1"/>
        </p:nvGrpSpPr>
        <p:grpSpPr>
          <a:xfrm>
            <a:off x="12472444" y="8911322"/>
            <a:ext cx="304838" cy="1575528"/>
            <a:chOff x="12472444" y="8911322"/>
            <a:chExt cx="304838" cy="1575528"/>
          </a:xfrm>
        </p:grpSpPr>
        <p:cxnSp>
          <p:nvCxnSpPr>
            <p:cNvPr id="55" name="Прямая соединительная линия 54">
              <a:extLst>
                <a:ext uri="{FF2B5EF4-FFF2-40B4-BE49-F238E27FC236}">
                  <a16:creationId xmlns:a16="http://schemas.microsoft.com/office/drawing/2014/main" id="{9FD4854C-598E-ED07-5850-41F63D0DC3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624863" y="8911322"/>
              <a:ext cx="0" cy="1413296"/>
            </a:xfrm>
            <a:prstGeom prst="line">
              <a:avLst/>
            </a:prstGeom>
            <a:ln w="25400">
              <a:solidFill>
                <a:schemeClr val="accent1"/>
              </a:solidFill>
              <a:head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Shape 7">
              <a:extLst>
                <a:ext uri="{FF2B5EF4-FFF2-40B4-BE49-F238E27FC236}">
                  <a16:creationId xmlns:a16="http://schemas.microsoft.com/office/drawing/2014/main" id="{2F0E54C6-A438-7357-DCE5-52E928AC9B02}"/>
                </a:ext>
              </a:extLst>
            </p:cNvPr>
            <p:cNvSpPr/>
            <p:nvPr/>
          </p:nvSpPr>
          <p:spPr>
            <a:xfrm>
              <a:off x="12472444" y="10182050"/>
              <a:ext cx="304838" cy="304800"/>
            </a:xfrm>
            <a:prstGeom prst="ellipse">
              <a:avLst/>
            </a:prstGeom>
            <a:solidFill>
              <a:srgbClr val="3044FF">
                <a:alpha val="100000"/>
              </a:srgbClr>
            </a:solidFill>
            <a:ln w="127000">
              <a:solidFill>
                <a:srgbClr val="FAFAFA"/>
              </a:solidFill>
              <a:prstDash val="solid"/>
            </a:ln>
          </p:spPr>
        </p:sp>
      </p:grpSp>
      <p:grpSp>
        <p:nvGrpSpPr>
          <p:cNvPr id="57" name="Группа 56">
            <a:extLst>
              <a:ext uri="{FF2B5EF4-FFF2-40B4-BE49-F238E27FC236}">
                <a16:creationId xmlns:a16="http://schemas.microsoft.com/office/drawing/2014/main" id="{F883C709-D642-39D1-AD99-99191696D155}"/>
              </a:ext>
            </a:extLst>
          </p:cNvPr>
          <p:cNvGrpSpPr/>
          <p:nvPr userDrawn="1"/>
        </p:nvGrpSpPr>
        <p:grpSpPr>
          <a:xfrm>
            <a:off x="5173942" y="8911322"/>
            <a:ext cx="304838" cy="1575528"/>
            <a:chOff x="5173942" y="8911322"/>
            <a:chExt cx="304838" cy="1575528"/>
          </a:xfrm>
        </p:grpSpPr>
        <p:cxnSp>
          <p:nvCxnSpPr>
            <p:cNvPr id="58" name="Прямая соединительная линия 57">
              <a:extLst>
                <a:ext uri="{FF2B5EF4-FFF2-40B4-BE49-F238E27FC236}">
                  <a16:creationId xmlns:a16="http://schemas.microsoft.com/office/drawing/2014/main" id="{BFF48817-4D5B-4D22-DF18-B38B7AA8AC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26361" y="8911322"/>
              <a:ext cx="0" cy="1413296"/>
            </a:xfrm>
            <a:prstGeom prst="line">
              <a:avLst/>
            </a:prstGeom>
            <a:ln w="25400">
              <a:solidFill>
                <a:schemeClr val="accent1"/>
              </a:solidFill>
              <a:head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Shape 7">
              <a:extLst>
                <a:ext uri="{FF2B5EF4-FFF2-40B4-BE49-F238E27FC236}">
                  <a16:creationId xmlns:a16="http://schemas.microsoft.com/office/drawing/2014/main" id="{257C7604-718B-770E-8579-CAF88EB975DE}"/>
                </a:ext>
              </a:extLst>
            </p:cNvPr>
            <p:cNvSpPr/>
            <p:nvPr/>
          </p:nvSpPr>
          <p:spPr>
            <a:xfrm>
              <a:off x="5173942" y="10182050"/>
              <a:ext cx="304838" cy="304800"/>
            </a:xfrm>
            <a:prstGeom prst="ellipse">
              <a:avLst/>
            </a:prstGeom>
            <a:solidFill>
              <a:srgbClr val="3044FF">
                <a:alpha val="100000"/>
              </a:srgbClr>
            </a:solidFill>
            <a:ln w="127000">
              <a:solidFill>
                <a:srgbClr val="FAFAFA"/>
              </a:solidFill>
              <a:prstDash val="solid"/>
            </a:ln>
          </p:spPr>
        </p:sp>
      </p:grpSp>
      <p:sp>
        <p:nvSpPr>
          <p:cNvPr id="60" name="Текст 7">
            <a:extLst>
              <a:ext uri="{FF2B5EF4-FFF2-40B4-BE49-F238E27FC236}">
                <a16:creationId xmlns:a16="http://schemas.microsoft.com/office/drawing/2014/main" id="{8BC05923-EDFE-D763-9EBB-2733B9CEBE3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04E39E7A-8B9D-9B0E-02D3-00A4B4F4A0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127110" y="3141446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89DB426A-8F6A-A56D-BF08-B0F98F1DAC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27110" y="3675480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50A95349-9A76-B200-73A2-2E136E28ED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25612" y="3141446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F517765C-9854-9CFF-F4EC-D2B11B129A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25612" y="3675480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0BC59A20-620B-6D01-0796-49C18D3C1AB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724115" y="3141446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197E9D46-A1DD-0C8D-2E2A-0564F5D1B3F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6724115" y="3675480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67" name="Текст 55">
            <a:extLst>
              <a:ext uri="{FF2B5EF4-FFF2-40B4-BE49-F238E27FC236}">
                <a16:creationId xmlns:a16="http://schemas.microsoft.com/office/drawing/2014/main" id="{221DD5E6-AFCF-7C69-AD64-E47295DD99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76361" y="10070632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68" name="Текст 55">
            <a:extLst>
              <a:ext uri="{FF2B5EF4-FFF2-40B4-BE49-F238E27FC236}">
                <a16:creationId xmlns:a16="http://schemas.microsoft.com/office/drawing/2014/main" id="{082E5C8C-B1C1-8FB8-B8A2-EA1D8F00D51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776361" y="10604666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75" name="Текст 55">
            <a:extLst>
              <a:ext uri="{FF2B5EF4-FFF2-40B4-BE49-F238E27FC236}">
                <a16:creationId xmlns:a16="http://schemas.microsoft.com/office/drawing/2014/main" id="{927D24E2-D646-509A-B777-745F8F9B445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074863" y="10070632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76" name="Текст 55">
            <a:extLst>
              <a:ext uri="{FF2B5EF4-FFF2-40B4-BE49-F238E27FC236}">
                <a16:creationId xmlns:a16="http://schemas.microsoft.com/office/drawing/2014/main" id="{289D0AAC-393B-A4B8-67DB-34B5D9FABD5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074863" y="10604666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77" name="Текст 55">
            <a:extLst>
              <a:ext uri="{FF2B5EF4-FFF2-40B4-BE49-F238E27FC236}">
                <a16:creationId xmlns:a16="http://schemas.microsoft.com/office/drawing/2014/main" id="{92472E2D-15BF-CBDA-0FE2-5DDBC76E964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0373363" y="10070632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78" name="Текст 55">
            <a:extLst>
              <a:ext uri="{FF2B5EF4-FFF2-40B4-BE49-F238E27FC236}">
                <a16:creationId xmlns:a16="http://schemas.microsoft.com/office/drawing/2014/main" id="{50047776-2C09-83B2-D959-ADEE3F8ED01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0373363" y="10604666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02671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оадмеп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1F9D318-CEFB-5612-BA75-042D25D6B60B}"/>
              </a:ext>
            </a:extLst>
          </p:cNvPr>
          <p:cNvSpPr/>
          <p:nvPr userDrawn="1"/>
        </p:nvSpPr>
        <p:spPr>
          <a:xfrm flipV="1">
            <a:off x="0" y="5588000"/>
            <a:ext cx="24387048" cy="81280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/>
              <a:ea typeface="+mn-ea"/>
              <a:cs typeface="+mn-cs"/>
            </a:endParaRPr>
          </a:p>
        </p:txBody>
      </p:sp>
      <p:sp>
        <p:nvSpPr>
          <p:cNvPr id="15" name="Текст 7">
            <a:extLst>
              <a:ext uri="{FF2B5EF4-FFF2-40B4-BE49-F238E27FC236}">
                <a16:creationId xmlns:a16="http://schemas.microsoft.com/office/drawing/2014/main" id="{99939A9D-2E06-76E2-9344-5613898165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9208651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4BD494FF-B080-B029-618C-B3941D8BD9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2396749" y="1219200"/>
            <a:ext cx="9725739" cy="25205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</a:t>
            </a:r>
            <a:br>
              <a:rPr lang="ru-RU" dirty="0"/>
            </a:br>
            <a:r>
              <a:rPr lang="ru-RU" dirty="0"/>
              <a:t>или проверить  чей-то готовый вывод альтернативным путем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AC801BA2-5585-D54F-2B83-323361777A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396749" y="4296100"/>
            <a:ext cx="9725739" cy="3445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000"/>
              </a:lnSpc>
            </a:pPr>
            <a:r>
              <a:rPr lang="ru-RU" dirty="0"/>
              <a:t>Ссылка на источник 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D6809B3-44A5-EF96-65AF-E613EA508E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76552" y="6823311"/>
            <a:ext cx="21723897" cy="1478857"/>
          </a:xfrm>
          <a:prstGeom prst="rect">
            <a:avLst/>
          </a:prstGeom>
        </p:spPr>
      </p:pic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AA07A46C-3284-9F38-1F6A-5E38E2DACDCA}"/>
              </a:ext>
            </a:extLst>
          </p:cNvPr>
          <p:cNvGrpSpPr/>
          <p:nvPr userDrawn="1"/>
        </p:nvGrpSpPr>
        <p:grpSpPr>
          <a:xfrm flipV="1">
            <a:off x="18268705" y="6919890"/>
            <a:ext cx="304838" cy="2746433"/>
            <a:chOff x="1524691" y="3249921"/>
            <a:chExt cx="304838" cy="2746433"/>
          </a:xfrm>
        </p:grpSpPr>
        <p:cxnSp>
          <p:nvCxnSpPr>
            <p:cNvPr id="33" name="Прямая соединительная линия 32">
              <a:extLst>
                <a:ext uri="{FF2B5EF4-FFF2-40B4-BE49-F238E27FC236}">
                  <a16:creationId xmlns:a16="http://schemas.microsoft.com/office/drawing/2014/main" id="{A29B04B3-9F33-3C20-28E4-E5565A26DDAB}"/>
                </a:ext>
              </a:extLst>
            </p:cNvPr>
            <p:cNvCxnSpPr>
              <a:cxnSpLocks/>
            </p:cNvCxnSpPr>
            <p:nvPr/>
          </p:nvCxnSpPr>
          <p:spPr>
            <a:xfrm>
              <a:off x="1677110" y="3411415"/>
              <a:ext cx="0" cy="2584939"/>
            </a:xfrm>
            <a:prstGeom prst="line">
              <a:avLst/>
            </a:prstGeom>
            <a:ln w="25400">
              <a:solidFill>
                <a:schemeClr val="accent2"/>
              </a:solidFill>
              <a:head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Shape 7">
              <a:extLst>
                <a:ext uri="{FF2B5EF4-FFF2-40B4-BE49-F238E27FC236}">
                  <a16:creationId xmlns:a16="http://schemas.microsoft.com/office/drawing/2014/main" id="{B4484811-2531-565E-0A51-6F5FFBC0C767}"/>
                </a:ext>
              </a:extLst>
            </p:cNvPr>
            <p:cNvSpPr/>
            <p:nvPr/>
          </p:nvSpPr>
          <p:spPr>
            <a:xfrm>
              <a:off x="1524691" y="3249921"/>
              <a:ext cx="304838" cy="304800"/>
            </a:xfrm>
            <a:prstGeom prst="ellipse">
              <a:avLst/>
            </a:prstGeom>
            <a:solidFill>
              <a:schemeClr val="accent2"/>
            </a:solidFill>
            <a:ln w="127000">
              <a:solidFill>
                <a:srgbClr val="FAFAFA"/>
              </a:solidFill>
              <a:prstDash val="solid"/>
            </a:ln>
          </p:spPr>
        </p:sp>
      </p:grp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EAAF6F24-2C1A-47E5-8E5B-4265C0FE910F}"/>
              </a:ext>
            </a:extLst>
          </p:cNvPr>
          <p:cNvGrpSpPr/>
          <p:nvPr userDrawn="1"/>
        </p:nvGrpSpPr>
        <p:grpSpPr>
          <a:xfrm flipV="1">
            <a:off x="12677373" y="6919890"/>
            <a:ext cx="304838" cy="2746433"/>
            <a:chOff x="1524691" y="3249921"/>
            <a:chExt cx="304838" cy="2746433"/>
          </a:xfrm>
        </p:grpSpPr>
        <p:cxnSp>
          <p:nvCxnSpPr>
            <p:cNvPr id="36" name="Прямая соединительная линия 35">
              <a:extLst>
                <a:ext uri="{FF2B5EF4-FFF2-40B4-BE49-F238E27FC236}">
                  <a16:creationId xmlns:a16="http://schemas.microsoft.com/office/drawing/2014/main" id="{43A8C323-2D6B-D6A6-5F6C-A61EB324BA92}"/>
                </a:ext>
              </a:extLst>
            </p:cNvPr>
            <p:cNvCxnSpPr>
              <a:cxnSpLocks/>
            </p:cNvCxnSpPr>
            <p:nvPr/>
          </p:nvCxnSpPr>
          <p:spPr>
            <a:xfrm>
              <a:off x="1677110" y="3411415"/>
              <a:ext cx="0" cy="2584939"/>
            </a:xfrm>
            <a:prstGeom prst="line">
              <a:avLst/>
            </a:prstGeom>
            <a:ln w="25400">
              <a:solidFill>
                <a:schemeClr val="accent2"/>
              </a:solidFill>
              <a:head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Shape 7">
              <a:extLst>
                <a:ext uri="{FF2B5EF4-FFF2-40B4-BE49-F238E27FC236}">
                  <a16:creationId xmlns:a16="http://schemas.microsoft.com/office/drawing/2014/main" id="{C5C36C20-15CD-28E5-6784-67B84EACBC9C}"/>
                </a:ext>
              </a:extLst>
            </p:cNvPr>
            <p:cNvSpPr/>
            <p:nvPr/>
          </p:nvSpPr>
          <p:spPr>
            <a:xfrm>
              <a:off x="1524691" y="3249921"/>
              <a:ext cx="304838" cy="304800"/>
            </a:xfrm>
            <a:prstGeom prst="ellipse">
              <a:avLst/>
            </a:prstGeom>
            <a:solidFill>
              <a:schemeClr val="accent2"/>
            </a:solidFill>
            <a:ln w="127000">
              <a:solidFill>
                <a:srgbClr val="FAFAFA"/>
              </a:solidFill>
              <a:prstDash val="solid"/>
            </a:ln>
          </p:spPr>
        </p:sp>
      </p:grp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A327D24D-C9B4-C347-0ED9-340CD96F6645}"/>
              </a:ext>
            </a:extLst>
          </p:cNvPr>
          <p:cNvGrpSpPr/>
          <p:nvPr userDrawn="1"/>
        </p:nvGrpSpPr>
        <p:grpSpPr>
          <a:xfrm flipV="1">
            <a:off x="7101032" y="6919890"/>
            <a:ext cx="304838" cy="2746433"/>
            <a:chOff x="1524691" y="3249921"/>
            <a:chExt cx="304838" cy="2746433"/>
          </a:xfrm>
        </p:grpSpPr>
        <p:cxnSp>
          <p:nvCxnSpPr>
            <p:cNvPr id="39" name="Прямая соединительная линия 38">
              <a:extLst>
                <a:ext uri="{FF2B5EF4-FFF2-40B4-BE49-F238E27FC236}">
                  <a16:creationId xmlns:a16="http://schemas.microsoft.com/office/drawing/2014/main" id="{83F3C417-2C76-FB51-3B02-142955A1A89E}"/>
                </a:ext>
              </a:extLst>
            </p:cNvPr>
            <p:cNvCxnSpPr>
              <a:cxnSpLocks/>
            </p:cNvCxnSpPr>
            <p:nvPr/>
          </p:nvCxnSpPr>
          <p:spPr>
            <a:xfrm>
              <a:off x="1677110" y="3411415"/>
              <a:ext cx="0" cy="2584939"/>
            </a:xfrm>
            <a:prstGeom prst="line">
              <a:avLst/>
            </a:prstGeom>
            <a:ln w="25400">
              <a:solidFill>
                <a:schemeClr val="accent2"/>
              </a:solidFill>
              <a:head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Shape 7">
              <a:extLst>
                <a:ext uri="{FF2B5EF4-FFF2-40B4-BE49-F238E27FC236}">
                  <a16:creationId xmlns:a16="http://schemas.microsoft.com/office/drawing/2014/main" id="{D7AD3145-BC69-F1B3-9499-EB49FCDFC2C4}"/>
                </a:ext>
              </a:extLst>
            </p:cNvPr>
            <p:cNvSpPr/>
            <p:nvPr/>
          </p:nvSpPr>
          <p:spPr>
            <a:xfrm>
              <a:off x="1524691" y="3249921"/>
              <a:ext cx="304838" cy="304800"/>
            </a:xfrm>
            <a:prstGeom prst="ellipse">
              <a:avLst/>
            </a:prstGeom>
            <a:solidFill>
              <a:schemeClr val="accent2"/>
            </a:solidFill>
            <a:ln w="127000">
              <a:solidFill>
                <a:srgbClr val="FAFAFA"/>
              </a:solidFill>
              <a:prstDash val="solid"/>
            </a:ln>
          </p:spPr>
        </p:sp>
      </p:grpSp>
      <p:grpSp>
        <p:nvGrpSpPr>
          <p:cNvPr id="41" name="Группа 40">
            <a:extLst>
              <a:ext uri="{FF2B5EF4-FFF2-40B4-BE49-F238E27FC236}">
                <a16:creationId xmlns:a16="http://schemas.microsoft.com/office/drawing/2014/main" id="{1A0D9AED-9FAA-6B60-197C-A09DED71090B}"/>
              </a:ext>
            </a:extLst>
          </p:cNvPr>
          <p:cNvGrpSpPr/>
          <p:nvPr userDrawn="1"/>
        </p:nvGrpSpPr>
        <p:grpSpPr>
          <a:xfrm flipV="1">
            <a:off x="1524691" y="6919890"/>
            <a:ext cx="304838" cy="2746433"/>
            <a:chOff x="1524691" y="3249921"/>
            <a:chExt cx="304838" cy="2746433"/>
          </a:xfrm>
        </p:grpSpPr>
        <p:cxnSp>
          <p:nvCxnSpPr>
            <p:cNvPr id="42" name="Прямая соединительная линия 41">
              <a:extLst>
                <a:ext uri="{FF2B5EF4-FFF2-40B4-BE49-F238E27FC236}">
                  <a16:creationId xmlns:a16="http://schemas.microsoft.com/office/drawing/2014/main" id="{75FF886F-0156-7B4A-913F-0BEA504FB1DA}"/>
                </a:ext>
              </a:extLst>
            </p:cNvPr>
            <p:cNvCxnSpPr>
              <a:cxnSpLocks/>
            </p:cNvCxnSpPr>
            <p:nvPr/>
          </p:nvCxnSpPr>
          <p:spPr>
            <a:xfrm>
              <a:off x="1677110" y="3411415"/>
              <a:ext cx="0" cy="2584939"/>
            </a:xfrm>
            <a:prstGeom prst="line">
              <a:avLst/>
            </a:prstGeom>
            <a:ln w="25400">
              <a:solidFill>
                <a:schemeClr val="accent2"/>
              </a:solidFill>
              <a:head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Shape 7">
              <a:extLst>
                <a:ext uri="{FF2B5EF4-FFF2-40B4-BE49-F238E27FC236}">
                  <a16:creationId xmlns:a16="http://schemas.microsoft.com/office/drawing/2014/main" id="{E89C1AE6-3BEC-731C-20AD-ADC43D1E5223}"/>
                </a:ext>
              </a:extLst>
            </p:cNvPr>
            <p:cNvSpPr/>
            <p:nvPr/>
          </p:nvSpPr>
          <p:spPr>
            <a:xfrm>
              <a:off x="1524691" y="3249921"/>
              <a:ext cx="304838" cy="304800"/>
            </a:xfrm>
            <a:prstGeom prst="ellipse">
              <a:avLst/>
            </a:prstGeom>
            <a:solidFill>
              <a:schemeClr val="accent2"/>
            </a:solidFill>
            <a:ln w="127000">
              <a:solidFill>
                <a:srgbClr val="FAFAFA"/>
              </a:solidFill>
              <a:prstDash val="solid"/>
            </a:ln>
          </p:spPr>
        </p:sp>
      </p:grpSp>
      <p:sp>
        <p:nvSpPr>
          <p:cNvPr id="44" name="Текст 55">
            <a:extLst>
              <a:ext uri="{FF2B5EF4-FFF2-40B4-BE49-F238E27FC236}">
                <a16:creationId xmlns:a16="http://schemas.microsoft.com/office/drawing/2014/main" id="{F8ABBF4F-82A7-2069-47B4-881D259DB2D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127110" y="9303105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F8C1AB91-55D5-C695-FB93-48444123B1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27110" y="9837139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46" name="Текст 55">
            <a:extLst>
              <a:ext uri="{FF2B5EF4-FFF2-40B4-BE49-F238E27FC236}">
                <a16:creationId xmlns:a16="http://schemas.microsoft.com/office/drawing/2014/main" id="{6279FFFE-56F3-E7F0-F371-2ADBF362F58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716925" y="9303105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3C18E860-D645-317C-FED1-F68335FF6F1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16925" y="9837139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5925E86E-3C73-A1CC-64BC-FD62561559B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3306740" y="9303105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588D83E5-5166-7233-632B-FB307F59ED2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3306740" y="9837139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379F1F63-D206-9BFF-70AF-848239D9EF2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896554" y="9303105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A0880D89-FA6F-D8CB-B3EF-1CE5894C66A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896554" y="9837139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C8EF03A4-EAC9-DDD3-7736-76D71F7808EB}"/>
              </a:ext>
            </a:extLst>
          </p:cNvPr>
          <p:cNvSpPr/>
          <p:nvPr userDrawn="1"/>
        </p:nvSpPr>
        <p:spPr>
          <a:xfrm>
            <a:off x="1227110" y="6634616"/>
            <a:ext cx="900000" cy="900000"/>
          </a:xfrm>
          <a:prstGeom prst="ellipse">
            <a:avLst/>
          </a:prstGeom>
          <a:solidFill>
            <a:schemeClr val="accent2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01</a:t>
            </a:r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6C5C6F9C-A819-5FB1-5524-F6C68D8B7DA7}"/>
              </a:ext>
            </a:extLst>
          </p:cNvPr>
          <p:cNvSpPr/>
          <p:nvPr userDrawn="1"/>
        </p:nvSpPr>
        <p:spPr>
          <a:xfrm>
            <a:off x="6803451" y="6634616"/>
            <a:ext cx="900000" cy="900000"/>
          </a:xfrm>
          <a:prstGeom prst="ellipse">
            <a:avLst/>
          </a:prstGeom>
          <a:solidFill>
            <a:schemeClr val="accent2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02</a:t>
            </a: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06E63D94-48A5-7A36-A4EE-8BDAAC64AA18}"/>
              </a:ext>
            </a:extLst>
          </p:cNvPr>
          <p:cNvSpPr/>
          <p:nvPr userDrawn="1"/>
        </p:nvSpPr>
        <p:spPr>
          <a:xfrm>
            <a:off x="12379792" y="6634616"/>
            <a:ext cx="900000" cy="900000"/>
          </a:xfrm>
          <a:prstGeom prst="ellipse">
            <a:avLst/>
          </a:prstGeom>
          <a:solidFill>
            <a:schemeClr val="accent2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03</a:t>
            </a:r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CDCB62D8-8C8C-B569-65E1-035BB60A5868}"/>
              </a:ext>
            </a:extLst>
          </p:cNvPr>
          <p:cNvSpPr/>
          <p:nvPr userDrawn="1"/>
        </p:nvSpPr>
        <p:spPr>
          <a:xfrm>
            <a:off x="17971124" y="6634616"/>
            <a:ext cx="900000" cy="900000"/>
          </a:xfrm>
          <a:prstGeom prst="ellipse">
            <a:avLst/>
          </a:prstGeom>
          <a:solidFill>
            <a:schemeClr val="accent2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04</a:t>
            </a:r>
          </a:p>
        </p:txBody>
      </p:sp>
      <p:pic>
        <p:nvPicPr>
          <p:cNvPr id="52" name="Image 17" descr=" ">
            <a:extLst>
              <a:ext uri="{FF2B5EF4-FFF2-40B4-BE49-F238E27FC236}">
                <a16:creationId xmlns:a16="http://schemas.microsoft.com/office/drawing/2014/main" id="{D18EAEB8-74DB-3BB2-6953-672A2C16046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3408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хемы на перекрести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0D242553-8494-E788-1EA0-FEB5B0E0F9B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93950" y="2688491"/>
            <a:ext cx="10516914" cy="4398105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9A7801D1-DC8D-DFB1-518B-2E2FC4C9F70A}"/>
              </a:ext>
            </a:extLst>
          </p:cNvPr>
          <p:cNvCxnSpPr>
            <a:cxnSpLocks/>
          </p:cNvCxnSpPr>
          <p:nvPr userDrawn="1"/>
        </p:nvCxnSpPr>
        <p:spPr>
          <a:xfrm>
            <a:off x="1219352" y="7569200"/>
            <a:ext cx="10516914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8DA4455D-5FF7-66FB-9BF3-5B311EBC1E19}"/>
              </a:ext>
            </a:extLst>
          </p:cNvPr>
          <p:cNvCxnSpPr>
            <a:cxnSpLocks/>
          </p:cNvCxnSpPr>
          <p:nvPr userDrawn="1"/>
        </p:nvCxnSpPr>
        <p:spPr>
          <a:xfrm>
            <a:off x="12193588" y="8051800"/>
            <a:ext cx="0" cy="4459288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2EA8F629-0E91-AD7A-AE75-3F15F367E870}"/>
              </a:ext>
            </a:extLst>
          </p:cNvPr>
          <p:cNvCxnSpPr>
            <a:cxnSpLocks/>
          </p:cNvCxnSpPr>
          <p:nvPr userDrawn="1"/>
        </p:nvCxnSpPr>
        <p:spPr>
          <a:xfrm>
            <a:off x="12650781" y="7569200"/>
            <a:ext cx="10516914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E039206A-A9A0-A075-6C34-E339D5464E2D}"/>
              </a:ext>
            </a:extLst>
          </p:cNvPr>
          <p:cNvCxnSpPr>
            <a:cxnSpLocks/>
          </p:cNvCxnSpPr>
          <p:nvPr userDrawn="1"/>
        </p:nvCxnSpPr>
        <p:spPr>
          <a:xfrm>
            <a:off x="12193588" y="2688491"/>
            <a:ext cx="0" cy="4459288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0" name="Текст 7">
            <a:extLst>
              <a:ext uri="{FF2B5EF4-FFF2-40B4-BE49-F238E27FC236}">
                <a16:creationId xmlns:a16="http://schemas.microsoft.com/office/drawing/2014/main" id="{B2769C97-467C-2B89-7D02-D0690418C4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23" name="Рисунок 21">
            <a:extLst>
              <a:ext uri="{FF2B5EF4-FFF2-40B4-BE49-F238E27FC236}">
                <a16:creationId xmlns:a16="http://schemas.microsoft.com/office/drawing/2014/main" id="{B09D8A1E-FD11-8B79-328E-1D90D9011F1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93950" y="8098695"/>
            <a:ext cx="10516914" cy="4398105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4" name="Рисунок 21">
            <a:extLst>
              <a:ext uri="{FF2B5EF4-FFF2-40B4-BE49-F238E27FC236}">
                <a16:creationId xmlns:a16="http://schemas.microsoft.com/office/drawing/2014/main" id="{35254E78-4150-D142-AF9A-F689CD9015E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650781" y="2688491"/>
            <a:ext cx="10516914" cy="4398105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5" name="Рисунок 21">
            <a:extLst>
              <a:ext uri="{FF2B5EF4-FFF2-40B4-BE49-F238E27FC236}">
                <a16:creationId xmlns:a16="http://schemas.microsoft.com/office/drawing/2014/main" id="{1678F33C-B7F5-5D61-80D6-E064973965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650781" y="8098695"/>
            <a:ext cx="10516914" cy="4398105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64531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аблиц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аблица 10">
            <a:extLst>
              <a:ext uri="{FF2B5EF4-FFF2-40B4-BE49-F238E27FC236}">
                <a16:creationId xmlns:a16="http://schemas.microsoft.com/office/drawing/2014/main" id="{9F4D12C6-8693-9BE7-8D91-6AF3DDDCE226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219200" y="3771899"/>
            <a:ext cx="21948496" cy="87391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  <p:pic>
        <p:nvPicPr>
          <p:cNvPr id="5" name="Image 44" descr=" ">
            <a:extLst>
              <a:ext uri="{FF2B5EF4-FFF2-40B4-BE49-F238E27FC236}">
                <a16:creationId xmlns:a16="http://schemas.microsoft.com/office/drawing/2014/main" id="{5136B03B-0166-AF97-2241-DBDCFD16DC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7" name="Текст 14">
            <a:extLst>
              <a:ext uri="{FF2B5EF4-FFF2-40B4-BE49-F238E27FC236}">
                <a16:creationId xmlns:a16="http://schemas.microsoft.com/office/drawing/2014/main" id="{9E2AAEB7-4EAE-8501-1785-2B971F8776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588302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2" name="Текст 7">
            <a:extLst>
              <a:ext uri="{FF2B5EF4-FFF2-40B4-BE49-F238E27FC236}">
                <a16:creationId xmlns:a16="http://schemas.microsoft.com/office/drawing/2014/main" id="{86F9261B-EDE5-8C67-D9C7-5FAF7F21E9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5399457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аблица с плашко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1498CE30-9583-56A7-9132-A327852D56EB}"/>
              </a:ext>
            </a:extLst>
          </p:cNvPr>
          <p:cNvSpPr/>
          <p:nvPr userDrawn="1"/>
        </p:nvSpPr>
        <p:spPr>
          <a:xfrm>
            <a:off x="13781348" y="0"/>
            <a:ext cx="10605826" cy="13716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1" name="Таблица 10">
            <a:extLst>
              <a:ext uri="{FF2B5EF4-FFF2-40B4-BE49-F238E27FC236}">
                <a16:creationId xmlns:a16="http://schemas.microsoft.com/office/drawing/2014/main" id="{9F4D12C6-8693-9BE7-8D91-6AF3DDDCE226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219200" y="3771899"/>
            <a:ext cx="10974387" cy="87391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  <p:pic>
        <p:nvPicPr>
          <p:cNvPr id="5" name="Image 44" descr=" ">
            <a:extLst>
              <a:ext uri="{FF2B5EF4-FFF2-40B4-BE49-F238E27FC236}">
                <a16:creationId xmlns:a16="http://schemas.microsoft.com/office/drawing/2014/main" id="{5136B03B-0166-AF97-2241-DBDCFD16DC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F589FD74-8D4F-354C-0829-DB1ACF42511D}"/>
              </a:ext>
            </a:extLst>
          </p:cNvPr>
          <p:cNvSpPr/>
          <p:nvPr userDrawn="1"/>
        </p:nvSpPr>
        <p:spPr>
          <a:xfrm>
            <a:off x="1219352" y="817780"/>
            <a:ext cx="9081635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l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Заголовок</a:t>
            </a:r>
            <a:b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</a:br>
            <a: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на две строки</a:t>
            </a:r>
            <a:endParaRPr kumimoji="0" lang="en-US" sz="8000" b="1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Semibold" panose="020B0503030202060203" pitchFamily="34" charset="0"/>
              <a:ea typeface="+mn-ea"/>
              <a:cs typeface="+mn-cs"/>
            </a:endParaRPr>
          </a:p>
        </p:txBody>
      </p:sp>
      <p:sp>
        <p:nvSpPr>
          <p:cNvPr id="8" name="Текст 55">
            <a:extLst>
              <a:ext uri="{FF2B5EF4-FFF2-40B4-BE49-F238E27FC236}">
                <a16:creationId xmlns:a16="http://schemas.microsoft.com/office/drawing/2014/main" id="{AD96F554-5ADB-2CDD-FF5E-CAD2A0951B1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349964" y="3771899"/>
            <a:ext cx="8824362" cy="20076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</a:t>
            </a:r>
            <a:br>
              <a:rPr lang="ru-RU" dirty="0"/>
            </a:br>
            <a:r>
              <a:rPr lang="ru-RU" dirty="0"/>
              <a:t>или проверить чей-то готовый вывод 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7D7C3E54-B44D-7A91-C9F7-17C7F7EE0C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349964" y="8039099"/>
            <a:ext cx="8824362" cy="35464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Важно понимать, что бывает наоборот: имея расплывчатую задачу, нелокализованную проблему,  вы сначала построите модель текущего процесса, чтобы получить представление «изнутри», как улучшить процесс или где теория не соответствует практике</a:t>
            </a:r>
          </a:p>
        </p:txBody>
      </p:sp>
    </p:spTree>
    <p:extLst>
      <p:ext uri="{BB962C8B-B14F-4D97-AF65-F5344CB8AC3E}">
        <p14:creationId xmlns:p14="http://schemas.microsoft.com/office/powerpoint/2010/main" val="35067685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аблица линиями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7">
            <a:extLst>
              <a:ext uri="{FF2B5EF4-FFF2-40B4-BE49-F238E27FC236}">
                <a16:creationId xmlns:a16="http://schemas.microsoft.com/office/drawing/2014/main" id="{99939A9D-2E06-76E2-9344-5613898165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9208651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AC801BA2-5585-D54F-2B83-323361777A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19353" y="517741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pic>
        <p:nvPicPr>
          <p:cNvPr id="52" name="Image 17" descr=" ">
            <a:extLst>
              <a:ext uri="{FF2B5EF4-FFF2-40B4-BE49-F238E27FC236}">
                <a16:creationId xmlns:a16="http://schemas.microsoft.com/office/drawing/2014/main" id="{D18EAEB8-74DB-3BB2-6953-672A2C1604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cxnSp>
        <p:nvCxnSpPr>
          <p:cNvPr id="61" name="Прямая соединительная линия 60">
            <a:extLst>
              <a:ext uri="{FF2B5EF4-FFF2-40B4-BE49-F238E27FC236}">
                <a16:creationId xmlns:a16="http://schemas.microsoft.com/office/drawing/2014/main" id="{8F73394B-28B8-B13D-5E7A-C364B1E6A60A}"/>
              </a:ext>
            </a:extLst>
          </p:cNvPr>
          <p:cNvCxnSpPr/>
          <p:nvPr userDrawn="1"/>
        </p:nvCxnSpPr>
        <p:spPr>
          <a:xfrm>
            <a:off x="1212850" y="12125742"/>
            <a:ext cx="2202682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>
            <a:extLst>
              <a:ext uri="{FF2B5EF4-FFF2-40B4-BE49-F238E27FC236}">
                <a16:creationId xmlns:a16="http://schemas.microsoft.com/office/drawing/2014/main" id="{5E7F0C12-BB16-0BD8-99DE-B8613148C9DC}"/>
              </a:ext>
            </a:extLst>
          </p:cNvPr>
          <p:cNvCxnSpPr/>
          <p:nvPr userDrawn="1"/>
        </p:nvCxnSpPr>
        <p:spPr>
          <a:xfrm>
            <a:off x="1212850" y="10662702"/>
            <a:ext cx="2202682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>
            <a:extLst>
              <a:ext uri="{FF2B5EF4-FFF2-40B4-BE49-F238E27FC236}">
                <a16:creationId xmlns:a16="http://schemas.microsoft.com/office/drawing/2014/main" id="{3F9AFB2E-4149-1B97-4FB1-AC628F8372F7}"/>
              </a:ext>
            </a:extLst>
          </p:cNvPr>
          <p:cNvCxnSpPr/>
          <p:nvPr userDrawn="1"/>
        </p:nvCxnSpPr>
        <p:spPr>
          <a:xfrm>
            <a:off x="1212850" y="9199662"/>
            <a:ext cx="2202682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>
            <a:extLst>
              <a:ext uri="{FF2B5EF4-FFF2-40B4-BE49-F238E27FC236}">
                <a16:creationId xmlns:a16="http://schemas.microsoft.com/office/drawing/2014/main" id="{A1D9888B-6EDB-3C54-CC68-A0B5C81BB91B}"/>
              </a:ext>
            </a:extLst>
          </p:cNvPr>
          <p:cNvCxnSpPr/>
          <p:nvPr userDrawn="1"/>
        </p:nvCxnSpPr>
        <p:spPr>
          <a:xfrm>
            <a:off x="1212850" y="7736622"/>
            <a:ext cx="2202682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>
            <a:extLst>
              <a:ext uri="{FF2B5EF4-FFF2-40B4-BE49-F238E27FC236}">
                <a16:creationId xmlns:a16="http://schemas.microsoft.com/office/drawing/2014/main" id="{51E0409F-1F0E-0238-CF43-CD3896984C58}"/>
              </a:ext>
            </a:extLst>
          </p:cNvPr>
          <p:cNvCxnSpPr/>
          <p:nvPr userDrawn="1"/>
        </p:nvCxnSpPr>
        <p:spPr>
          <a:xfrm>
            <a:off x="1212850" y="6273582"/>
            <a:ext cx="2202682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>
            <a:extLst>
              <a:ext uri="{FF2B5EF4-FFF2-40B4-BE49-F238E27FC236}">
                <a16:creationId xmlns:a16="http://schemas.microsoft.com/office/drawing/2014/main" id="{CBB3DC8D-AB53-BC6F-20FD-CB66A6B2A88E}"/>
              </a:ext>
            </a:extLst>
          </p:cNvPr>
          <p:cNvCxnSpPr/>
          <p:nvPr userDrawn="1"/>
        </p:nvCxnSpPr>
        <p:spPr>
          <a:xfrm>
            <a:off x="1212850" y="4810542"/>
            <a:ext cx="2202682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Текст 55">
            <a:extLst>
              <a:ext uri="{FF2B5EF4-FFF2-40B4-BE49-F238E27FC236}">
                <a16:creationId xmlns:a16="http://schemas.microsoft.com/office/drawing/2014/main" id="{CAAD7F97-28E1-D40C-20C8-77B860639FA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219353" y="664045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68" name="Текст 55">
            <a:extLst>
              <a:ext uri="{FF2B5EF4-FFF2-40B4-BE49-F238E27FC236}">
                <a16:creationId xmlns:a16="http://schemas.microsoft.com/office/drawing/2014/main" id="{A7EA5E78-A928-D563-D297-71E25616AAE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219353" y="810349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69" name="Текст 55">
            <a:extLst>
              <a:ext uri="{FF2B5EF4-FFF2-40B4-BE49-F238E27FC236}">
                <a16:creationId xmlns:a16="http://schemas.microsoft.com/office/drawing/2014/main" id="{32654277-758A-498E-19ED-76383591684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219353" y="956653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0" name="Текст 55">
            <a:extLst>
              <a:ext uri="{FF2B5EF4-FFF2-40B4-BE49-F238E27FC236}">
                <a16:creationId xmlns:a16="http://schemas.microsoft.com/office/drawing/2014/main" id="{28CD4927-2C30-0121-7191-43A629B2084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219353" y="1102957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1" name="Текст 55">
            <a:extLst>
              <a:ext uri="{FF2B5EF4-FFF2-40B4-BE49-F238E27FC236}">
                <a16:creationId xmlns:a16="http://schemas.microsoft.com/office/drawing/2014/main" id="{A4A732DD-062A-EEBB-7FE8-0FB21026C82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795349" y="517741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2" name="Текст 55">
            <a:extLst>
              <a:ext uri="{FF2B5EF4-FFF2-40B4-BE49-F238E27FC236}">
                <a16:creationId xmlns:a16="http://schemas.microsoft.com/office/drawing/2014/main" id="{B4C173D9-7328-F343-6006-CB12F498E3E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795349" y="664045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3" name="Текст 55">
            <a:extLst>
              <a:ext uri="{FF2B5EF4-FFF2-40B4-BE49-F238E27FC236}">
                <a16:creationId xmlns:a16="http://schemas.microsoft.com/office/drawing/2014/main" id="{FE01325B-02A3-A444-1830-159717E1AD7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795349" y="810349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4" name="Текст 55">
            <a:extLst>
              <a:ext uri="{FF2B5EF4-FFF2-40B4-BE49-F238E27FC236}">
                <a16:creationId xmlns:a16="http://schemas.microsoft.com/office/drawing/2014/main" id="{620DB4B4-050B-AA1C-0476-F722E11F7A3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795349" y="956653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5" name="Текст 55">
            <a:extLst>
              <a:ext uri="{FF2B5EF4-FFF2-40B4-BE49-F238E27FC236}">
                <a16:creationId xmlns:a16="http://schemas.microsoft.com/office/drawing/2014/main" id="{91A3A899-B387-7F1C-A661-F602AFBBEB6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795349" y="1102957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6" name="Текст 55">
            <a:extLst>
              <a:ext uri="{FF2B5EF4-FFF2-40B4-BE49-F238E27FC236}">
                <a16:creationId xmlns:a16="http://schemas.microsoft.com/office/drawing/2014/main" id="{4C70CA63-3DEB-ECE4-07BD-C3CCEC92EC6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2371346" y="517741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7" name="Текст 55">
            <a:extLst>
              <a:ext uri="{FF2B5EF4-FFF2-40B4-BE49-F238E27FC236}">
                <a16:creationId xmlns:a16="http://schemas.microsoft.com/office/drawing/2014/main" id="{EFE03C2A-7F6C-5D7D-4E0C-B55029F5C56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2371346" y="664045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8" name="Текст 55">
            <a:extLst>
              <a:ext uri="{FF2B5EF4-FFF2-40B4-BE49-F238E27FC236}">
                <a16:creationId xmlns:a16="http://schemas.microsoft.com/office/drawing/2014/main" id="{2946D6EC-1AB9-5406-D100-C7A918942F2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2371346" y="810349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9" name="Текст 55">
            <a:extLst>
              <a:ext uri="{FF2B5EF4-FFF2-40B4-BE49-F238E27FC236}">
                <a16:creationId xmlns:a16="http://schemas.microsoft.com/office/drawing/2014/main" id="{9CBF20FB-17A8-68B2-B65B-89BFA81271F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2371346" y="956653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0" name="Текст 55">
            <a:extLst>
              <a:ext uri="{FF2B5EF4-FFF2-40B4-BE49-F238E27FC236}">
                <a16:creationId xmlns:a16="http://schemas.microsoft.com/office/drawing/2014/main" id="{C8A6F977-2880-BC22-5E21-384BDA0EB27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2371346" y="1102957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1" name="Текст 55">
            <a:extLst>
              <a:ext uri="{FF2B5EF4-FFF2-40B4-BE49-F238E27FC236}">
                <a16:creationId xmlns:a16="http://schemas.microsoft.com/office/drawing/2014/main" id="{8DEE18DD-AB8C-AD84-1BB1-75B43C3F456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7947343" y="517741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2" name="Текст 55">
            <a:extLst>
              <a:ext uri="{FF2B5EF4-FFF2-40B4-BE49-F238E27FC236}">
                <a16:creationId xmlns:a16="http://schemas.microsoft.com/office/drawing/2014/main" id="{6CBD1689-DFFD-586F-97BE-A5AE00473B4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947343" y="664045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3" name="Текст 55">
            <a:extLst>
              <a:ext uri="{FF2B5EF4-FFF2-40B4-BE49-F238E27FC236}">
                <a16:creationId xmlns:a16="http://schemas.microsoft.com/office/drawing/2014/main" id="{F85E2FEF-4530-519D-62A8-3E38467127D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7947343" y="810349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4" name="Текст 55">
            <a:extLst>
              <a:ext uri="{FF2B5EF4-FFF2-40B4-BE49-F238E27FC236}">
                <a16:creationId xmlns:a16="http://schemas.microsoft.com/office/drawing/2014/main" id="{D74AC71E-6062-4E0D-2F1D-A19CCF4F510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7947343" y="956653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5" name="Текст 55">
            <a:extLst>
              <a:ext uri="{FF2B5EF4-FFF2-40B4-BE49-F238E27FC236}">
                <a16:creationId xmlns:a16="http://schemas.microsoft.com/office/drawing/2014/main" id="{2D27BFCC-1953-00F9-EC1C-F0C9F9AE75F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7947343" y="1102957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9" name="Текст 88">
            <a:extLst>
              <a:ext uri="{FF2B5EF4-FFF2-40B4-BE49-F238E27FC236}">
                <a16:creationId xmlns:a16="http://schemas.microsoft.com/office/drawing/2014/main" id="{E3CF79BD-D08F-003F-6C76-6EFFAC7BC28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19353" y="4008836"/>
            <a:ext cx="4745030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 smtClean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ПРИЗНАК 1</a:t>
            </a:r>
          </a:p>
        </p:txBody>
      </p:sp>
      <p:sp>
        <p:nvSpPr>
          <p:cNvPr id="90" name="Текст 88">
            <a:extLst>
              <a:ext uri="{FF2B5EF4-FFF2-40B4-BE49-F238E27FC236}">
                <a16:creationId xmlns:a16="http://schemas.microsoft.com/office/drawing/2014/main" id="{E3149895-B7D4-653E-9FDB-48FFB0528268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795349" y="4008836"/>
            <a:ext cx="4745030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 smtClean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ПРИЗНАК 2</a:t>
            </a:r>
          </a:p>
        </p:txBody>
      </p:sp>
      <p:sp>
        <p:nvSpPr>
          <p:cNvPr id="91" name="Текст 88">
            <a:extLst>
              <a:ext uri="{FF2B5EF4-FFF2-40B4-BE49-F238E27FC236}">
                <a16:creationId xmlns:a16="http://schemas.microsoft.com/office/drawing/2014/main" id="{C13B7AAA-B05C-940C-7347-E5C6E6476BDE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2371346" y="4008836"/>
            <a:ext cx="4745030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 smtClean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ПРИЗНАК 3</a:t>
            </a:r>
          </a:p>
        </p:txBody>
      </p:sp>
      <p:sp>
        <p:nvSpPr>
          <p:cNvPr id="92" name="Текст 88">
            <a:extLst>
              <a:ext uri="{FF2B5EF4-FFF2-40B4-BE49-F238E27FC236}">
                <a16:creationId xmlns:a16="http://schemas.microsoft.com/office/drawing/2014/main" id="{84582982-093F-975A-F59D-3D2009C9D28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7947343" y="4008836"/>
            <a:ext cx="4745030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 smtClean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ПРИЗНАК 4</a:t>
            </a:r>
          </a:p>
        </p:txBody>
      </p:sp>
    </p:spTree>
    <p:extLst>
      <p:ext uri="{BB962C8B-B14F-4D97-AF65-F5344CB8AC3E}">
        <p14:creationId xmlns:p14="http://schemas.microsoft.com/office/powerpoint/2010/main" val="42536780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код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7">
            <a:extLst>
              <a:ext uri="{FF2B5EF4-FFF2-40B4-BE49-F238E27FC236}">
                <a16:creationId xmlns:a16="http://schemas.microsoft.com/office/drawing/2014/main" id="{99939A9D-2E06-76E2-9344-5613898165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9208651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Минутка кода</a:t>
            </a:r>
          </a:p>
        </p:txBody>
      </p:sp>
      <p:pic>
        <p:nvPicPr>
          <p:cNvPr id="52" name="Image 17" descr=" ">
            <a:extLst>
              <a:ext uri="{FF2B5EF4-FFF2-40B4-BE49-F238E27FC236}">
                <a16:creationId xmlns:a16="http://schemas.microsoft.com/office/drawing/2014/main" id="{D18EAEB8-74DB-3BB2-6953-672A2C1604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45174731-CA54-BF19-50E6-906F69DF55CF}"/>
              </a:ext>
            </a:extLst>
          </p:cNvPr>
          <p:cNvGrpSpPr/>
          <p:nvPr userDrawn="1"/>
        </p:nvGrpSpPr>
        <p:grpSpPr>
          <a:xfrm>
            <a:off x="1219352" y="3759200"/>
            <a:ext cx="21948343" cy="8737600"/>
            <a:chOff x="1219352" y="3759200"/>
            <a:chExt cx="21948343" cy="8737600"/>
          </a:xfrm>
        </p:grpSpPr>
        <p:sp>
          <p:nvSpPr>
            <p:cNvPr id="3" name="Прямоугольник с двумя скругленными противолежащими углами 2">
              <a:extLst>
                <a:ext uri="{FF2B5EF4-FFF2-40B4-BE49-F238E27FC236}">
                  <a16:creationId xmlns:a16="http://schemas.microsoft.com/office/drawing/2014/main" id="{CFEFC578-38B7-093C-F8E5-F0621F401117}"/>
                </a:ext>
              </a:extLst>
            </p:cNvPr>
            <p:cNvSpPr/>
            <p:nvPr/>
          </p:nvSpPr>
          <p:spPr>
            <a:xfrm>
              <a:off x="1219352" y="3759200"/>
              <a:ext cx="21948343" cy="8737600"/>
            </a:xfrm>
            <a:prstGeom prst="round2DiagRect">
              <a:avLst>
                <a:gd name="adj1" fmla="val 3676"/>
                <a:gd name="adj2" fmla="val 0"/>
              </a:avLst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4" name="Shape 3">
              <a:extLst>
                <a:ext uri="{FF2B5EF4-FFF2-40B4-BE49-F238E27FC236}">
                  <a16:creationId xmlns:a16="http://schemas.microsoft.com/office/drawing/2014/main" id="{1579546A-04AF-BD59-F391-B1E1B1B8B4AD}"/>
                </a:ext>
              </a:extLst>
            </p:cNvPr>
            <p:cNvSpPr/>
            <p:nvPr/>
          </p:nvSpPr>
          <p:spPr>
            <a:xfrm>
              <a:off x="1574997" y="4076700"/>
              <a:ext cx="203225" cy="203200"/>
            </a:xfrm>
            <a:prstGeom prst="ellipse">
              <a:avLst/>
            </a:prstGeom>
            <a:solidFill>
              <a:srgbClr val="FAFAFA">
                <a:alpha val="100000"/>
              </a:srgbClr>
            </a:solidFill>
            <a:ln/>
          </p:spPr>
        </p:sp>
        <p:sp>
          <p:nvSpPr>
            <p:cNvPr id="5" name="Shape 4">
              <a:extLst>
                <a:ext uri="{FF2B5EF4-FFF2-40B4-BE49-F238E27FC236}">
                  <a16:creationId xmlns:a16="http://schemas.microsoft.com/office/drawing/2014/main" id="{4CC15782-ECB8-DA9D-DA76-822CDCF9C588}"/>
                </a:ext>
              </a:extLst>
            </p:cNvPr>
            <p:cNvSpPr/>
            <p:nvPr/>
          </p:nvSpPr>
          <p:spPr>
            <a:xfrm>
              <a:off x="1930641" y="4076700"/>
              <a:ext cx="203225" cy="203200"/>
            </a:xfrm>
            <a:prstGeom prst="ellipse">
              <a:avLst/>
            </a:prstGeom>
            <a:solidFill>
              <a:srgbClr val="FAFAFA">
                <a:alpha val="100000"/>
              </a:srgbClr>
            </a:solidFill>
            <a:ln/>
          </p:spPr>
        </p:sp>
        <p:sp>
          <p:nvSpPr>
            <p:cNvPr id="6" name="Shape 5">
              <a:extLst>
                <a:ext uri="{FF2B5EF4-FFF2-40B4-BE49-F238E27FC236}">
                  <a16:creationId xmlns:a16="http://schemas.microsoft.com/office/drawing/2014/main" id="{A6FF3A2C-85F3-2A1E-66C0-59F718D4D20D}"/>
                </a:ext>
              </a:extLst>
            </p:cNvPr>
            <p:cNvSpPr/>
            <p:nvPr/>
          </p:nvSpPr>
          <p:spPr>
            <a:xfrm>
              <a:off x="2286286" y="4076700"/>
              <a:ext cx="203225" cy="203200"/>
            </a:xfrm>
            <a:prstGeom prst="ellipse">
              <a:avLst/>
            </a:prstGeom>
            <a:solidFill>
              <a:srgbClr val="FAFAFA">
                <a:alpha val="100000"/>
              </a:srgbClr>
            </a:solidFill>
            <a:ln/>
          </p:spPr>
        </p:sp>
        <p:cxnSp>
          <p:nvCxnSpPr>
            <p:cNvPr id="7" name="Прямая соединительная линия 6">
              <a:extLst>
                <a:ext uri="{FF2B5EF4-FFF2-40B4-BE49-F238E27FC236}">
                  <a16:creationId xmlns:a16="http://schemas.microsoft.com/office/drawing/2014/main" id="{98069BA1-C4CB-5B50-C6CD-9D320631722C}"/>
                </a:ext>
              </a:extLst>
            </p:cNvPr>
            <p:cNvCxnSpPr>
              <a:cxnSpLocks/>
            </p:cNvCxnSpPr>
            <p:nvPr/>
          </p:nvCxnSpPr>
          <p:spPr>
            <a:xfrm>
              <a:off x="1219352" y="4570632"/>
              <a:ext cx="21948343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Текст 14">
            <a:extLst>
              <a:ext uri="{FF2B5EF4-FFF2-40B4-BE49-F238E27FC236}">
                <a16:creationId xmlns:a16="http://schemas.microsoft.com/office/drawing/2014/main" id="{802FB575-ADA4-D2DC-F233-DBA51DA2E7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7439288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код на всю страницу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Image 17" descr=" ">
            <a:extLst>
              <a:ext uri="{FF2B5EF4-FFF2-40B4-BE49-F238E27FC236}">
                <a16:creationId xmlns:a16="http://schemas.microsoft.com/office/drawing/2014/main" id="{D18EAEB8-74DB-3BB2-6953-672A2C1604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" name="Прямоугольник с двумя скругленными противолежащими углами 2">
            <a:extLst>
              <a:ext uri="{FF2B5EF4-FFF2-40B4-BE49-F238E27FC236}">
                <a16:creationId xmlns:a16="http://schemas.microsoft.com/office/drawing/2014/main" id="{CFEFC578-38B7-093C-F8E5-F0621F401117}"/>
              </a:ext>
            </a:extLst>
          </p:cNvPr>
          <p:cNvSpPr/>
          <p:nvPr/>
        </p:nvSpPr>
        <p:spPr>
          <a:xfrm>
            <a:off x="1219352" y="1850886"/>
            <a:ext cx="21948343" cy="10660201"/>
          </a:xfrm>
          <a:prstGeom prst="round2DiagRect">
            <a:avLst>
              <a:gd name="adj1" fmla="val 3013"/>
              <a:gd name="adj2" fmla="val 0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Graphik LC Regular"/>
              <a:ea typeface="+mn-ea"/>
              <a:cs typeface="+mn-cs"/>
            </a:endParaRP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1579546A-04AF-BD59-F391-B1E1B1B8B4AD}"/>
              </a:ext>
            </a:extLst>
          </p:cNvPr>
          <p:cNvSpPr/>
          <p:nvPr/>
        </p:nvSpPr>
        <p:spPr>
          <a:xfrm>
            <a:off x="1574997" y="2168387"/>
            <a:ext cx="203225" cy="203200"/>
          </a:xfrm>
          <a:prstGeom prst="ellipse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4CC15782-ECB8-DA9D-DA76-822CDCF9C588}"/>
              </a:ext>
            </a:extLst>
          </p:cNvPr>
          <p:cNvSpPr/>
          <p:nvPr/>
        </p:nvSpPr>
        <p:spPr>
          <a:xfrm>
            <a:off x="1930641" y="2168387"/>
            <a:ext cx="203225" cy="203200"/>
          </a:xfrm>
          <a:prstGeom prst="ellipse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A6FF3A2C-85F3-2A1E-66C0-59F718D4D20D}"/>
              </a:ext>
            </a:extLst>
          </p:cNvPr>
          <p:cNvSpPr/>
          <p:nvPr/>
        </p:nvSpPr>
        <p:spPr>
          <a:xfrm>
            <a:off x="2286286" y="2168387"/>
            <a:ext cx="203225" cy="203200"/>
          </a:xfrm>
          <a:prstGeom prst="ellipse">
            <a:avLst/>
          </a:prstGeom>
          <a:solidFill>
            <a:srgbClr val="FAFAFA">
              <a:alpha val="100000"/>
            </a:srgbClr>
          </a:solidFill>
          <a:ln/>
        </p:spPr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98069BA1-C4CB-5B50-C6CD-9D320631722C}"/>
              </a:ext>
            </a:extLst>
          </p:cNvPr>
          <p:cNvCxnSpPr>
            <a:cxnSpLocks/>
          </p:cNvCxnSpPr>
          <p:nvPr/>
        </p:nvCxnSpPr>
        <p:spPr>
          <a:xfrm>
            <a:off x="1219352" y="2662319"/>
            <a:ext cx="21948343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04242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код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C4F20AB8-4211-9BA5-B47E-A3829CCEA3F0}"/>
              </a:ext>
            </a:extLst>
          </p:cNvPr>
          <p:cNvGrpSpPr/>
          <p:nvPr userDrawn="1"/>
        </p:nvGrpSpPr>
        <p:grpSpPr>
          <a:xfrm>
            <a:off x="9385890" y="2981626"/>
            <a:ext cx="13788435" cy="8524574"/>
            <a:chOff x="9385890" y="2981626"/>
            <a:chExt cx="13788435" cy="8524574"/>
          </a:xfrm>
        </p:grpSpPr>
        <p:sp>
          <p:nvSpPr>
            <p:cNvPr id="3" name="Прямоугольник с двумя скругленными противолежащими углами 2">
              <a:extLst>
                <a:ext uri="{FF2B5EF4-FFF2-40B4-BE49-F238E27FC236}">
                  <a16:creationId xmlns:a16="http://schemas.microsoft.com/office/drawing/2014/main" id="{990733CA-C9D9-F696-0C4A-89B2E96C6AFB}"/>
                </a:ext>
              </a:extLst>
            </p:cNvPr>
            <p:cNvSpPr/>
            <p:nvPr/>
          </p:nvSpPr>
          <p:spPr>
            <a:xfrm>
              <a:off x="9385890" y="2981626"/>
              <a:ext cx="13788435" cy="8524574"/>
            </a:xfrm>
            <a:prstGeom prst="round2DiagRect">
              <a:avLst>
                <a:gd name="adj1" fmla="val 3768"/>
                <a:gd name="adj2" fmla="val 0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52ADC7BB-3FD1-4CD1-9C58-AFFA0A4F1EF1}"/>
                </a:ext>
              </a:extLst>
            </p:cNvPr>
            <p:cNvSpPr/>
            <p:nvPr/>
          </p:nvSpPr>
          <p:spPr>
            <a:xfrm>
              <a:off x="9741535" y="3299126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56B2B002-18AE-B0BC-02E8-B89EEF7BAFB0}"/>
                </a:ext>
              </a:extLst>
            </p:cNvPr>
            <p:cNvSpPr/>
            <p:nvPr/>
          </p:nvSpPr>
          <p:spPr>
            <a:xfrm>
              <a:off x="10097179" y="3299126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1354B431-A83B-5B45-E477-E4F75F45FC14}"/>
                </a:ext>
              </a:extLst>
            </p:cNvPr>
            <p:cNvSpPr/>
            <p:nvPr/>
          </p:nvSpPr>
          <p:spPr>
            <a:xfrm>
              <a:off x="10452824" y="3299126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cxnSp>
          <p:nvCxnSpPr>
            <p:cNvPr id="8" name="Прямая соединительная линия 7">
              <a:extLst>
                <a:ext uri="{FF2B5EF4-FFF2-40B4-BE49-F238E27FC236}">
                  <a16:creationId xmlns:a16="http://schemas.microsoft.com/office/drawing/2014/main" id="{B9760D07-BBDE-B2C2-CFCA-FF75C1912E4B}"/>
                </a:ext>
              </a:extLst>
            </p:cNvPr>
            <p:cNvCxnSpPr>
              <a:cxnSpLocks/>
            </p:cNvCxnSpPr>
            <p:nvPr/>
          </p:nvCxnSpPr>
          <p:spPr>
            <a:xfrm>
              <a:off x="9385890" y="3793058"/>
              <a:ext cx="13788435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Текст 14">
            <a:extLst>
              <a:ext uri="{FF2B5EF4-FFF2-40B4-BE49-F238E27FC236}">
                <a16:creationId xmlns:a16="http://schemas.microsoft.com/office/drawing/2014/main" id="{B8DBD79D-E0C7-5BD3-6C62-CCD5C70776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4823776"/>
            <a:ext cx="7467449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0" name="Текст 7">
            <a:extLst>
              <a:ext uri="{FF2B5EF4-FFF2-40B4-BE49-F238E27FC236}">
                <a16:creationId xmlns:a16="http://schemas.microsoft.com/office/drawing/2014/main" id="{A6AA7F9A-04ED-DF10-B8D0-A53015CFE8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3053254"/>
            <a:ext cx="7467449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Минутка кода</a:t>
            </a:r>
          </a:p>
        </p:txBody>
      </p:sp>
    </p:spTree>
    <p:extLst>
      <p:ext uri="{BB962C8B-B14F-4D97-AF65-F5344CB8AC3E}">
        <p14:creationId xmlns:p14="http://schemas.microsoft.com/office/powerpoint/2010/main" val="34801657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код_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DAEF54D6-C4D4-F7EC-F6F5-0F5A6536EB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0" name="Shape 0">
            <a:extLst>
              <a:ext uri="{FF2B5EF4-FFF2-40B4-BE49-F238E27FC236}">
                <a16:creationId xmlns:a16="http://schemas.microsoft.com/office/drawing/2014/main" id="{3B903C9F-FB44-7C7B-C487-4DE1D8D69083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1" name="Текст 7">
            <a:extLst>
              <a:ext uri="{FF2B5EF4-FFF2-40B4-BE49-F238E27FC236}">
                <a16:creationId xmlns:a16="http://schemas.microsoft.com/office/drawing/2014/main" id="{881E9D9C-B6DD-D838-6EE4-D7303C89E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8CEAD1D2-656F-828B-6206-6C77A8CB18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92848" y="4139603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939BDB43-0876-D6E2-2015-32A3B73D9F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92848" y="4749203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B350CE25-128E-CFCA-F2C2-1A2A8AF65E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92848" y="7169415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EB27B958-1B23-B530-051A-EA5B3181B4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92848" y="7779015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9C53A9A6-35A5-6663-FFBF-70EBFD2957C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92848" y="10199227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E63511CA-F580-9C1D-688A-E392FCC8732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792848" y="10808827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</p:spTree>
    <p:extLst>
      <p:ext uri="{BB962C8B-B14F-4D97-AF65-F5344CB8AC3E}">
        <p14:creationId xmlns:p14="http://schemas.microsoft.com/office/powerpoint/2010/main" val="34363710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код_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249206B7-47E3-EB33-ADCF-B1C0A8F209EE}"/>
              </a:ext>
            </a:extLst>
          </p:cNvPr>
          <p:cNvSpPr/>
          <p:nvPr userDrawn="1"/>
        </p:nvSpPr>
        <p:spPr>
          <a:xfrm>
            <a:off x="0" y="0"/>
            <a:ext cx="10605600" cy="13716000"/>
          </a:xfrm>
          <a:prstGeom prst="rect">
            <a:avLst/>
          </a:prstGeom>
          <a:solidFill>
            <a:schemeClr val="tx1"/>
          </a:solidFill>
          <a:ln/>
        </p:spPr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01B6381B-3E83-34C3-B635-64CEE67A4933}"/>
              </a:ext>
            </a:extLst>
          </p:cNvPr>
          <p:cNvGrpSpPr/>
          <p:nvPr userDrawn="1"/>
        </p:nvGrpSpPr>
        <p:grpSpPr>
          <a:xfrm>
            <a:off x="12014200" y="2102563"/>
            <a:ext cx="11160125" cy="3695884"/>
            <a:chOff x="12014200" y="2102563"/>
            <a:chExt cx="11160125" cy="3695884"/>
          </a:xfrm>
        </p:grpSpPr>
        <p:sp>
          <p:nvSpPr>
            <p:cNvPr id="5" name="Прямоугольник с двумя скругленными противолежащими углами 4">
              <a:extLst>
                <a:ext uri="{FF2B5EF4-FFF2-40B4-BE49-F238E27FC236}">
                  <a16:creationId xmlns:a16="http://schemas.microsoft.com/office/drawing/2014/main" id="{5E50FF9B-45E5-9CB6-40E4-A999C62D2C90}"/>
                </a:ext>
              </a:extLst>
            </p:cNvPr>
            <p:cNvSpPr/>
            <p:nvPr/>
          </p:nvSpPr>
          <p:spPr>
            <a:xfrm>
              <a:off x="12014200" y="2102563"/>
              <a:ext cx="11160125" cy="3695884"/>
            </a:xfrm>
            <a:prstGeom prst="round2DiagRect">
              <a:avLst>
                <a:gd name="adj1" fmla="val 8692"/>
                <a:gd name="adj2" fmla="val 0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6" name="Shape 3">
              <a:extLst>
                <a:ext uri="{FF2B5EF4-FFF2-40B4-BE49-F238E27FC236}">
                  <a16:creationId xmlns:a16="http://schemas.microsoft.com/office/drawing/2014/main" id="{78D14C1C-37C7-6C41-A36A-7ABCBD7800F8}"/>
                </a:ext>
              </a:extLst>
            </p:cNvPr>
            <p:cNvSpPr/>
            <p:nvPr/>
          </p:nvSpPr>
          <p:spPr>
            <a:xfrm>
              <a:off x="12369845" y="2420062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7" name="Shape 4">
              <a:extLst>
                <a:ext uri="{FF2B5EF4-FFF2-40B4-BE49-F238E27FC236}">
                  <a16:creationId xmlns:a16="http://schemas.microsoft.com/office/drawing/2014/main" id="{E76F4DEC-933B-C077-E4A3-22B7ECDE3C10}"/>
                </a:ext>
              </a:extLst>
            </p:cNvPr>
            <p:cNvSpPr/>
            <p:nvPr/>
          </p:nvSpPr>
          <p:spPr>
            <a:xfrm>
              <a:off x="12725489" y="2420062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8" name="Shape 5">
              <a:extLst>
                <a:ext uri="{FF2B5EF4-FFF2-40B4-BE49-F238E27FC236}">
                  <a16:creationId xmlns:a16="http://schemas.microsoft.com/office/drawing/2014/main" id="{BC029ADB-623A-8435-8EB7-B2BB228808C0}"/>
                </a:ext>
              </a:extLst>
            </p:cNvPr>
            <p:cNvSpPr/>
            <p:nvPr/>
          </p:nvSpPr>
          <p:spPr>
            <a:xfrm>
              <a:off x="13081134" y="2420062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cxnSp>
          <p:nvCxnSpPr>
            <p:cNvPr id="9" name="Прямая соединительная линия 8">
              <a:extLst>
                <a:ext uri="{FF2B5EF4-FFF2-40B4-BE49-F238E27FC236}">
                  <a16:creationId xmlns:a16="http://schemas.microsoft.com/office/drawing/2014/main" id="{C9A5CE41-0028-C3DB-6974-F94E50FDFCCB}"/>
                </a:ext>
              </a:extLst>
            </p:cNvPr>
            <p:cNvCxnSpPr>
              <a:cxnSpLocks/>
            </p:cNvCxnSpPr>
            <p:nvPr/>
          </p:nvCxnSpPr>
          <p:spPr>
            <a:xfrm>
              <a:off x="12014200" y="2913994"/>
              <a:ext cx="11160125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Текст 7">
            <a:extLst>
              <a:ext uri="{FF2B5EF4-FFF2-40B4-BE49-F238E27FC236}">
                <a16:creationId xmlns:a16="http://schemas.microsoft.com/office/drawing/2014/main" id="{00FC25E2-77D9-B5E9-1B91-6CA8F70AE5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022D9126-F744-8936-C9FA-44B5B3C75E0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92848" y="4139603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AA752E31-D4DA-49AB-CD7F-27A7F785B03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92848" y="4749203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1A82788F-AD80-E54B-CFE9-E5096B4B1EC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92848" y="7169415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7641EED3-5800-0916-2A13-30E723F41E1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92848" y="7779015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247820E1-C48E-55A4-477D-32B67CA31A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92848" y="10199227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77A46C16-5C6C-3B94-2EC0-7B5715137E2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792848" y="10808827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8" name="Рисунок 17">
            <a:extLst>
              <a:ext uri="{FF2B5EF4-FFF2-40B4-BE49-F238E27FC236}">
                <a16:creationId xmlns:a16="http://schemas.microsoft.com/office/drawing/2014/main" id="{B964585A-FB4E-6FA1-8E7B-2DFEC4B8538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2014200" y="6662738"/>
            <a:ext cx="11160125" cy="584835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7369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команда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Shape 26">
            <a:extLst>
              <a:ext uri="{FF2B5EF4-FFF2-40B4-BE49-F238E27FC236}">
                <a16:creationId xmlns:a16="http://schemas.microsoft.com/office/drawing/2014/main" id="{183D64BA-08FE-47C3-B0E8-A2B0F5C469BF}"/>
              </a:ext>
            </a:extLst>
          </p:cNvPr>
          <p:cNvSpPr/>
          <p:nvPr userDrawn="1"/>
        </p:nvSpPr>
        <p:spPr>
          <a:xfrm>
            <a:off x="1219352" y="4445000"/>
            <a:ext cx="5194949" cy="8051800"/>
          </a:xfrm>
          <a:prstGeom prst="rect">
            <a:avLst/>
          </a:prstGeom>
          <a:solidFill>
            <a:srgbClr val="3044FF">
              <a:alpha val="10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/>
              <a:ea typeface="+mn-ea"/>
              <a:cs typeface="+mn-cs"/>
            </a:endParaRPr>
          </a:p>
        </p:txBody>
      </p:sp>
      <p:sp>
        <p:nvSpPr>
          <p:cNvPr id="25" name="Рисунок 24">
            <a:extLst>
              <a:ext uri="{FF2B5EF4-FFF2-40B4-BE49-F238E27FC236}">
                <a16:creationId xmlns:a16="http://schemas.microsoft.com/office/drawing/2014/main" id="{9266F093-6293-7206-8307-BEE7D8FFFAF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27416" y="2898625"/>
            <a:ext cx="3186030" cy="3186030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bg1"/>
            </a:solidFill>
          </a:ln>
        </p:spPr>
        <p:txBody>
          <a:bodyPr/>
          <a:lstStyle/>
          <a:p>
            <a:endParaRPr lang="ru-RU" dirty="0"/>
          </a:p>
        </p:txBody>
      </p:sp>
      <p:sp>
        <p:nvSpPr>
          <p:cNvPr id="8" name="Shape 26">
            <a:extLst>
              <a:ext uri="{FF2B5EF4-FFF2-40B4-BE49-F238E27FC236}">
                <a16:creationId xmlns:a16="http://schemas.microsoft.com/office/drawing/2014/main" id="{E3A09CA7-9176-7ED5-7510-EF3BA517014F}"/>
              </a:ext>
            </a:extLst>
          </p:cNvPr>
          <p:cNvSpPr/>
          <p:nvPr userDrawn="1"/>
        </p:nvSpPr>
        <p:spPr>
          <a:xfrm>
            <a:off x="6805645" y="4445000"/>
            <a:ext cx="5194949" cy="8051800"/>
          </a:xfrm>
          <a:prstGeom prst="rect">
            <a:avLst/>
          </a:prstGeom>
          <a:solidFill>
            <a:srgbClr val="3044FF">
              <a:alpha val="10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/>
              <a:ea typeface="+mn-ea"/>
              <a:cs typeface="+mn-cs"/>
            </a:endParaRPr>
          </a:p>
        </p:txBody>
      </p:sp>
      <p:sp>
        <p:nvSpPr>
          <p:cNvPr id="26" name="Рисунок 24">
            <a:extLst>
              <a:ext uri="{FF2B5EF4-FFF2-40B4-BE49-F238E27FC236}">
                <a16:creationId xmlns:a16="http://schemas.microsoft.com/office/drawing/2014/main" id="{1805F28A-21D8-4091-1A8F-44F8A5628AC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13709" y="2898625"/>
            <a:ext cx="3186030" cy="3186030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bg1"/>
            </a:solidFill>
          </a:ln>
        </p:spPr>
        <p:txBody>
          <a:bodyPr/>
          <a:lstStyle/>
          <a:p>
            <a:endParaRPr lang="ru-RU" dirty="0"/>
          </a:p>
        </p:txBody>
      </p:sp>
      <p:sp>
        <p:nvSpPr>
          <p:cNvPr id="13" name="Shape 26">
            <a:extLst>
              <a:ext uri="{FF2B5EF4-FFF2-40B4-BE49-F238E27FC236}">
                <a16:creationId xmlns:a16="http://schemas.microsoft.com/office/drawing/2014/main" id="{B7609D9C-D033-466D-8AB0-61F75F39272F}"/>
              </a:ext>
            </a:extLst>
          </p:cNvPr>
          <p:cNvSpPr/>
          <p:nvPr userDrawn="1"/>
        </p:nvSpPr>
        <p:spPr>
          <a:xfrm>
            <a:off x="12391938" y="4445000"/>
            <a:ext cx="5194949" cy="8051800"/>
          </a:xfrm>
          <a:prstGeom prst="rect">
            <a:avLst/>
          </a:prstGeom>
          <a:solidFill>
            <a:srgbClr val="3044FF">
              <a:alpha val="10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/>
              <a:ea typeface="+mn-ea"/>
              <a:cs typeface="+mn-cs"/>
            </a:endParaRPr>
          </a:p>
        </p:txBody>
      </p:sp>
      <p:sp>
        <p:nvSpPr>
          <p:cNvPr id="27" name="Рисунок 24">
            <a:extLst>
              <a:ext uri="{FF2B5EF4-FFF2-40B4-BE49-F238E27FC236}">
                <a16:creationId xmlns:a16="http://schemas.microsoft.com/office/drawing/2014/main" id="{AE27DE0A-5C4D-116C-CB83-BB27C032DC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00001" y="2898625"/>
            <a:ext cx="3186030" cy="3186030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bg1"/>
            </a:solidFill>
          </a:ln>
        </p:spPr>
        <p:txBody>
          <a:bodyPr/>
          <a:lstStyle/>
          <a:p>
            <a:endParaRPr lang="ru-RU" dirty="0"/>
          </a:p>
        </p:txBody>
      </p:sp>
      <p:sp>
        <p:nvSpPr>
          <p:cNvPr id="18" name="Shape 26">
            <a:extLst>
              <a:ext uri="{FF2B5EF4-FFF2-40B4-BE49-F238E27FC236}">
                <a16:creationId xmlns:a16="http://schemas.microsoft.com/office/drawing/2014/main" id="{33DF3666-9E3C-36D5-1C3E-F170AAAAE6E7}"/>
              </a:ext>
            </a:extLst>
          </p:cNvPr>
          <p:cNvSpPr/>
          <p:nvPr userDrawn="1"/>
        </p:nvSpPr>
        <p:spPr>
          <a:xfrm>
            <a:off x="17978230" y="4445000"/>
            <a:ext cx="5194949" cy="8051800"/>
          </a:xfrm>
          <a:prstGeom prst="rect">
            <a:avLst/>
          </a:prstGeom>
          <a:solidFill>
            <a:srgbClr val="3044FF">
              <a:alpha val="10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/>
              <a:ea typeface="+mn-ea"/>
              <a:cs typeface="+mn-cs"/>
            </a:endParaRPr>
          </a:p>
        </p:txBody>
      </p:sp>
      <p:sp>
        <p:nvSpPr>
          <p:cNvPr id="28" name="Рисунок 24">
            <a:extLst>
              <a:ext uri="{FF2B5EF4-FFF2-40B4-BE49-F238E27FC236}">
                <a16:creationId xmlns:a16="http://schemas.microsoft.com/office/drawing/2014/main" id="{32166E3D-F0BF-8279-B1F0-CB747CE344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486293" y="2898625"/>
            <a:ext cx="3186030" cy="3186030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bg1"/>
            </a:solidFill>
          </a:ln>
        </p:spPr>
        <p:txBody>
          <a:bodyPr/>
          <a:lstStyle/>
          <a:p>
            <a:endParaRPr lang="ru-RU" dirty="0"/>
          </a:p>
        </p:txBody>
      </p:sp>
      <p:sp>
        <p:nvSpPr>
          <p:cNvPr id="23" name="Текст 7">
            <a:extLst>
              <a:ext uri="{FF2B5EF4-FFF2-40B4-BE49-F238E27FC236}">
                <a16:creationId xmlns:a16="http://schemas.microsoft.com/office/drawing/2014/main" id="{E205A360-AB4D-164D-E3EB-CDE5DF87C2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Команда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9D5580D7-7721-B8E4-59ED-7AE674A6019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8486294" y="7713969"/>
            <a:ext cx="3947666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713DE1FF-2690-3E10-70C7-D940E34EF9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8486294" y="8353018"/>
            <a:ext cx="3947666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9860B100-0228-FF34-94F6-6F103249FE5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727416" y="7713969"/>
            <a:ext cx="3947666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4F2880B9-F222-399A-C340-E768441BD3E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727416" y="8353018"/>
            <a:ext cx="3947666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0AF3167B-1F61-7866-D87D-9D4A6F97D3A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13709" y="7713969"/>
            <a:ext cx="3947666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64FFF8F9-75DD-C4DB-60DE-D5E3CF0631E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313709" y="8353018"/>
            <a:ext cx="3947666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E682F16B-DD55-6224-4E43-39BCEE86606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900002" y="7713969"/>
            <a:ext cx="3947666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8EF51423-7168-BC7B-9A0E-EE24263961A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900002" y="8353018"/>
            <a:ext cx="3947666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FA9ECBE6-2A61-95FD-EB8A-027C2FECDD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8486294" y="9353575"/>
            <a:ext cx="3947666" cy="25176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342900" indent="-342900">
              <a:buFont typeface="Arial" panose="020B0604020202020204" pitchFamily="34" charset="0"/>
              <a:buChar char="•"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1485991">
              <a:spcAft>
                <a:spcPts val="6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747EA3D1-1C14-23BA-33FA-AC66AD6C0CD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900002" y="9353575"/>
            <a:ext cx="3947666" cy="25176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342900" indent="-342900">
              <a:buFont typeface="Arial" panose="020B0604020202020204" pitchFamily="34" charset="0"/>
              <a:buChar char="•"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1485991">
              <a:spcAft>
                <a:spcPts val="6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1CBD69E0-8FC1-F07B-19DF-60C1B01359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3709" y="9353575"/>
            <a:ext cx="3947666" cy="25176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342900" indent="-342900">
              <a:buFont typeface="Arial" panose="020B0604020202020204" pitchFamily="34" charset="0"/>
              <a:buChar char="•"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1485991">
              <a:spcAft>
                <a:spcPts val="6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833A6316-D080-1DFD-AE68-BE417EAA98B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727416" y="9353575"/>
            <a:ext cx="3947666" cy="25176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342900" indent="-342900">
              <a:buFont typeface="Arial" panose="020B0604020202020204" pitchFamily="34" charset="0"/>
              <a:buChar char="•"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1485991">
              <a:spcAft>
                <a:spcPts val="6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14427571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команда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Рисунок 24">
            <a:extLst>
              <a:ext uri="{FF2B5EF4-FFF2-40B4-BE49-F238E27FC236}">
                <a16:creationId xmlns:a16="http://schemas.microsoft.com/office/drawing/2014/main" id="{07FA06DC-C478-FEF8-90CB-628DEAAC357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205226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0B227BCA-5864-6052-E997-0695D86D99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51194" y="4648200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5C5C9C68-E87B-6190-6DC5-138AF3B2F60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963895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7" name="Рисунок 24">
            <a:extLst>
              <a:ext uri="{FF2B5EF4-FFF2-40B4-BE49-F238E27FC236}">
                <a16:creationId xmlns:a16="http://schemas.microsoft.com/office/drawing/2014/main" id="{F0AF0037-ABE0-49F9-19AB-E967A11F99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05226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6E0C5B10-C0EE-65F4-DE19-BECD9A60434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951194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6E5A1B67-0676-8327-B7B4-D78B6D808DD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63895" y="1152288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6" name="Рисунок 24">
            <a:extLst>
              <a:ext uri="{FF2B5EF4-FFF2-40B4-BE49-F238E27FC236}">
                <a16:creationId xmlns:a16="http://schemas.microsoft.com/office/drawing/2014/main" id="{94DC2CC1-AC88-5A9C-BDD2-D0D3257DA67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9789073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5" name="Текст 55">
            <a:extLst>
              <a:ext uri="{FF2B5EF4-FFF2-40B4-BE49-F238E27FC236}">
                <a16:creationId xmlns:a16="http://schemas.microsoft.com/office/drawing/2014/main" id="{9CDCA46E-3B30-0BD4-5953-2D5DD05713A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535040" y="4655125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6C1A7EDE-CCE1-433F-7B87-34D3479EE31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9547742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0" name="Рисунок 24">
            <a:extLst>
              <a:ext uri="{FF2B5EF4-FFF2-40B4-BE49-F238E27FC236}">
                <a16:creationId xmlns:a16="http://schemas.microsoft.com/office/drawing/2014/main" id="{1531423D-21E1-5E34-87E9-D380554868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9789073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9C659216-88D0-2CB7-D969-59D170C809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535040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D2668CC7-01AF-BFCF-9BD4-6C07AB4488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9547742" y="115244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9" name="Рисунок 24">
            <a:extLst>
              <a:ext uri="{FF2B5EF4-FFF2-40B4-BE49-F238E27FC236}">
                <a16:creationId xmlns:a16="http://schemas.microsoft.com/office/drawing/2014/main" id="{2EFD22C4-C33E-2328-1110-27A1D3665EE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997149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8" name="Текст 55">
            <a:extLst>
              <a:ext uri="{FF2B5EF4-FFF2-40B4-BE49-F238E27FC236}">
                <a16:creationId xmlns:a16="http://schemas.microsoft.com/office/drawing/2014/main" id="{7BF43892-C371-9182-BD6B-D2E6156CDA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743116" y="4655125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7C79990F-6FF5-6469-66C0-29A1A06C18B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755818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1" name="Рисунок 24">
            <a:extLst>
              <a:ext uri="{FF2B5EF4-FFF2-40B4-BE49-F238E27FC236}">
                <a16:creationId xmlns:a16="http://schemas.microsoft.com/office/drawing/2014/main" id="{9EECB7A4-3528-371B-F474-A11D5503CEF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3997149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74A61040-593F-54D4-27BE-E4F078310DA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743116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18F4F742-22AB-E9B9-F0F2-8AAA91AC97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3755818" y="115244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pic>
        <p:nvPicPr>
          <p:cNvPr id="32" name="Image 7" descr=" ">
            <a:extLst>
              <a:ext uri="{FF2B5EF4-FFF2-40B4-BE49-F238E27FC236}">
                <a16:creationId xmlns:a16="http://schemas.microsoft.com/office/drawing/2014/main" id="{F7207F0D-340F-12A4-2838-2366F624C8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876300"/>
            <a:ext cx="965321" cy="635000"/>
          </a:xfrm>
          <a:prstGeom prst="rect">
            <a:avLst/>
          </a:prstGeom>
        </p:spPr>
      </p:pic>
      <p:sp>
        <p:nvSpPr>
          <p:cNvPr id="59" name="Текст 7">
            <a:extLst>
              <a:ext uri="{FF2B5EF4-FFF2-40B4-BE49-F238E27FC236}">
                <a16:creationId xmlns:a16="http://schemas.microsoft.com/office/drawing/2014/main" id="{14016E4F-6AA2-316F-A383-2DAFD638D1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7878680"/>
            <a:ext cx="6140452" cy="205184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7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8000"/>
              </a:lnSpc>
              <a:spcBef>
                <a:spcPct val="0"/>
              </a:spcBef>
            </a:pPr>
            <a:r>
              <a:rPr lang="ru-RU" dirty="0"/>
              <a:t>Небольшой заголовок</a:t>
            </a:r>
          </a:p>
        </p:txBody>
      </p:sp>
      <p:sp>
        <p:nvSpPr>
          <p:cNvPr id="60" name="Текст 55">
            <a:extLst>
              <a:ext uri="{FF2B5EF4-FFF2-40B4-BE49-F238E27FC236}">
                <a16:creationId xmlns:a16="http://schemas.microsoft.com/office/drawing/2014/main" id="{FFA4B742-13A7-99AB-CDE4-C5048496C6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352" y="10218822"/>
            <a:ext cx="6140452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</a:t>
            </a:r>
            <a:br>
              <a:rPr lang="ru-RU" dirty="0"/>
            </a:br>
            <a:r>
              <a:rPr lang="ru-RU" dirty="0"/>
              <a:t>получить конкретный ответ </a:t>
            </a:r>
            <a:br>
              <a:rPr lang="ru-RU" dirty="0"/>
            </a:br>
            <a:r>
              <a:rPr lang="ru-RU" dirty="0"/>
              <a:t>или проверить чей-то готовый вывод</a:t>
            </a:r>
          </a:p>
        </p:txBody>
      </p:sp>
    </p:spTree>
    <p:extLst>
      <p:ext uri="{BB962C8B-B14F-4D97-AF65-F5344CB8AC3E}">
        <p14:creationId xmlns:p14="http://schemas.microsoft.com/office/powerpoint/2010/main" val="8756044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команда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Рисунок 24">
            <a:extLst>
              <a:ext uri="{FF2B5EF4-FFF2-40B4-BE49-F238E27FC236}">
                <a16:creationId xmlns:a16="http://schemas.microsoft.com/office/drawing/2014/main" id="{07FA06DC-C478-FEF8-90CB-628DEAAC357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716198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0B227BCA-5864-6052-E997-0695D86D99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462166" y="4648200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5C5C9C68-E87B-6190-6DC5-138AF3B2F60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474867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7" name="Рисунок 24">
            <a:extLst>
              <a:ext uri="{FF2B5EF4-FFF2-40B4-BE49-F238E27FC236}">
                <a16:creationId xmlns:a16="http://schemas.microsoft.com/office/drawing/2014/main" id="{F0AF0037-ABE0-49F9-19AB-E967A11F99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16198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6E0C5B10-C0EE-65F4-DE19-BECD9A60434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62166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6E5A1B67-0676-8327-B7B4-D78B6D808DD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474867" y="1152288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6" name="Рисунок 24">
            <a:extLst>
              <a:ext uri="{FF2B5EF4-FFF2-40B4-BE49-F238E27FC236}">
                <a16:creationId xmlns:a16="http://schemas.microsoft.com/office/drawing/2014/main" id="{94DC2CC1-AC88-5A9C-BDD2-D0D3257DA67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9789073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5" name="Текст 55">
            <a:extLst>
              <a:ext uri="{FF2B5EF4-FFF2-40B4-BE49-F238E27FC236}">
                <a16:creationId xmlns:a16="http://schemas.microsoft.com/office/drawing/2014/main" id="{9CDCA46E-3B30-0BD4-5953-2D5DD05713A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535040" y="4655125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6C1A7EDE-CCE1-433F-7B87-34D3479EE31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9547742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0" name="Рисунок 24">
            <a:extLst>
              <a:ext uri="{FF2B5EF4-FFF2-40B4-BE49-F238E27FC236}">
                <a16:creationId xmlns:a16="http://schemas.microsoft.com/office/drawing/2014/main" id="{1531423D-21E1-5E34-87E9-D380554868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9789073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9C659216-88D0-2CB7-D969-59D170C809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535040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D2668CC7-01AF-BFCF-9BD4-6C07AB4488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9547742" y="115244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9" name="Рисунок 24">
            <a:extLst>
              <a:ext uri="{FF2B5EF4-FFF2-40B4-BE49-F238E27FC236}">
                <a16:creationId xmlns:a16="http://schemas.microsoft.com/office/drawing/2014/main" id="{2EFD22C4-C33E-2328-1110-27A1D3665EE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752065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8" name="Текст 55">
            <a:extLst>
              <a:ext uri="{FF2B5EF4-FFF2-40B4-BE49-F238E27FC236}">
                <a16:creationId xmlns:a16="http://schemas.microsoft.com/office/drawing/2014/main" id="{7BF43892-C371-9182-BD6B-D2E6156CDA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498032" y="4655125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7C79990F-6FF5-6469-66C0-29A1A06C18B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510734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1" name="Рисунок 24">
            <a:extLst>
              <a:ext uri="{FF2B5EF4-FFF2-40B4-BE49-F238E27FC236}">
                <a16:creationId xmlns:a16="http://schemas.microsoft.com/office/drawing/2014/main" id="{9EECB7A4-3528-371B-F474-A11D5503CEF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752065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74A61040-593F-54D4-27BE-E4F078310DA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498032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18F4F742-22AB-E9B9-F0F2-8AAA91AC97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4510734" y="115244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pic>
        <p:nvPicPr>
          <p:cNvPr id="32" name="Image 7" descr=" ">
            <a:extLst>
              <a:ext uri="{FF2B5EF4-FFF2-40B4-BE49-F238E27FC236}">
                <a16:creationId xmlns:a16="http://schemas.microsoft.com/office/drawing/2014/main" id="{F7207F0D-340F-12A4-2838-2366F624C8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876300"/>
            <a:ext cx="965321" cy="635000"/>
          </a:xfrm>
          <a:prstGeom prst="rect">
            <a:avLst/>
          </a:prstGeom>
        </p:spPr>
      </p:pic>
      <p:sp>
        <p:nvSpPr>
          <p:cNvPr id="2" name="Рисунок 24">
            <a:extLst>
              <a:ext uri="{FF2B5EF4-FFF2-40B4-BE49-F238E27FC236}">
                <a16:creationId xmlns:a16="http://schemas.microsoft.com/office/drawing/2014/main" id="{37AD2AFD-88E7-D611-3913-0F84ABB38E7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666488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3" name="Текст 55">
            <a:extLst>
              <a:ext uri="{FF2B5EF4-FFF2-40B4-BE49-F238E27FC236}">
                <a16:creationId xmlns:a16="http://schemas.microsoft.com/office/drawing/2014/main" id="{8B13C8AF-7586-B2E2-7A34-2878A7A9AB3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12456" y="4648200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4" name="Текст 55">
            <a:extLst>
              <a:ext uri="{FF2B5EF4-FFF2-40B4-BE49-F238E27FC236}">
                <a16:creationId xmlns:a16="http://schemas.microsoft.com/office/drawing/2014/main" id="{96F78D43-B135-8249-5C4B-A6CABEEF1AC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5157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Рисунок 24">
            <a:extLst>
              <a:ext uri="{FF2B5EF4-FFF2-40B4-BE49-F238E27FC236}">
                <a16:creationId xmlns:a16="http://schemas.microsoft.com/office/drawing/2014/main" id="{6C80A511-DC45-5DCF-B9B9-031AECEC7A11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666488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6" name="Текст 55">
            <a:extLst>
              <a:ext uri="{FF2B5EF4-FFF2-40B4-BE49-F238E27FC236}">
                <a16:creationId xmlns:a16="http://schemas.microsoft.com/office/drawing/2014/main" id="{BDA73948-551E-7CC1-8466-7A2A9CC02B8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12456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7" name="Текст 55">
            <a:extLst>
              <a:ext uri="{FF2B5EF4-FFF2-40B4-BE49-F238E27FC236}">
                <a16:creationId xmlns:a16="http://schemas.microsoft.com/office/drawing/2014/main" id="{7308C4DB-797C-6AAA-9EE8-62D8285B51E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425157" y="1152288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7816D8BF-15E6-235C-D5CF-180550A6C4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-2729353" y="7682504"/>
            <a:ext cx="86675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КОМАНДА</a:t>
            </a:r>
          </a:p>
        </p:txBody>
      </p:sp>
    </p:spTree>
    <p:extLst>
      <p:ext uri="{BB962C8B-B14F-4D97-AF65-F5344CB8AC3E}">
        <p14:creationId xmlns:p14="http://schemas.microsoft.com/office/powerpoint/2010/main" val="35625163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писок литературы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7AEF6155-D339-CDFB-2BAD-93CC730B9DDE}"/>
              </a:ext>
            </a:extLst>
          </p:cNvPr>
          <p:cNvSpPr/>
          <p:nvPr userDrawn="1"/>
        </p:nvSpPr>
        <p:spPr>
          <a:xfrm>
            <a:off x="0" y="0"/>
            <a:ext cx="10605600" cy="13716000"/>
          </a:xfrm>
          <a:prstGeom prst="rect">
            <a:avLst/>
          </a:prstGeom>
          <a:solidFill>
            <a:schemeClr val="tx1"/>
          </a:solidFill>
          <a:ln/>
        </p:spPr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240A2D57-1F92-FDB7-5028-D3CB39DDA7F6}"/>
              </a:ext>
            </a:extLst>
          </p:cNvPr>
          <p:cNvGrpSpPr/>
          <p:nvPr userDrawn="1"/>
        </p:nvGrpSpPr>
        <p:grpSpPr>
          <a:xfrm>
            <a:off x="1219352" y="5804389"/>
            <a:ext cx="8209055" cy="6094360"/>
            <a:chOff x="1219352" y="5940073"/>
            <a:chExt cx="8209055" cy="6094360"/>
          </a:xfrm>
        </p:grpSpPr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2D89E2EB-915A-F214-DD68-3C62C9DB1CFB}"/>
                </a:ext>
              </a:extLst>
            </p:cNvPr>
            <p:cNvSpPr/>
            <p:nvPr/>
          </p:nvSpPr>
          <p:spPr>
            <a:xfrm>
              <a:off x="6639566" y="10178873"/>
              <a:ext cx="2788841" cy="1788406"/>
            </a:xfrm>
            <a:custGeom>
              <a:avLst/>
              <a:gdLst>
                <a:gd name="connsiteX0" fmla="*/ 0 w 2788841"/>
                <a:gd name="connsiteY0" fmla="*/ 1788211 h 1788406"/>
                <a:gd name="connsiteX1" fmla="*/ 1896424 w 2788841"/>
                <a:gd name="connsiteY1" fmla="*/ 1788407 h 1788406"/>
                <a:gd name="connsiteX2" fmla="*/ 2788842 w 2788841"/>
                <a:gd name="connsiteY2" fmla="*/ 894196 h 1788406"/>
                <a:gd name="connsiteX3" fmla="*/ 1896424 w 2788841"/>
                <a:gd name="connsiteY3" fmla="*/ 0 h 1788406"/>
                <a:gd name="connsiteX4" fmla="*/ 1885400 w 2788841"/>
                <a:gd name="connsiteY4" fmla="*/ 99 h 1788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88841" h="1788406">
                  <a:moveTo>
                    <a:pt x="0" y="1788211"/>
                  </a:moveTo>
                  <a:cubicBezTo>
                    <a:pt x="3876" y="1788211"/>
                    <a:pt x="1892548" y="1788407"/>
                    <a:pt x="1896424" y="1788407"/>
                  </a:cubicBezTo>
                  <a:cubicBezTo>
                    <a:pt x="2389321" y="1788407"/>
                    <a:pt x="2788842" y="1388091"/>
                    <a:pt x="2788842" y="894196"/>
                  </a:cubicBezTo>
                  <a:cubicBezTo>
                    <a:pt x="2788842" y="400316"/>
                    <a:pt x="2389321" y="0"/>
                    <a:pt x="1896424" y="0"/>
                  </a:cubicBezTo>
                  <a:cubicBezTo>
                    <a:pt x="1892745" y="0"/>
                    <a:pt x="1889066" y="0"/>
                    <a:pt x="1885400" y="99"/>
                  </a:cubicBez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248F60AD-E4FC-0AF1-5425-D441470ED8F5}"/>
                </a:ext>
              </a:extLst>
            </p:cNvPr>
            <p:cNvSpPr/>
            <p:nvPr/>
          </p:nvSpPr>
          <p:spPr>
            <a:xfrm>
              <a:off x="1219352" y="9496685"/>
              <a:ext cx="1822303" cy="1689377"/>
            </a:xfrm>
            <a:custGeom>
              <a:avLst/>
              <a:gdLst>
                <a:gd name="connsiteX0" fmla="*/ 1709956 w 1822303"/>
                <a:gd name="connsiteY0" fmla="*/ 0 h 1689377"/>
                <a:gd name="connsiteX1" fmla="*/ 475930 w 1822303"/>
                <a:gd name="connsiteY1" fmla="*/ 0 h 1689377"/>
                <a:gd name="connsiteX2" fmla="*/ 475930 w 1822303"/>
                <a:gd name="connsiteY2" fmla="*/ 344698 h 1689377"/>
                <a:gd name="connsiteX3" fmla="*/ 245853 w 1822303"/>
                <a:gd name="connsiteY3" fmla="*/ 344698 h 1689377"/>
                <a:gd name="connsiteX4" fmla="*/ 0 w 1822303"/>
                <a:gd name="connsiteY4" fmla="*/ 591040 h 1689377"/>
                <a:gd name="connsiteX5" fmla="*/ 116964 w 1822303"/>
                <a:gd name="connsiteY5" fmla="*/ 1100051 h 1689377"/>
                <a:gd name="connsiteX6" fmla="*/ 362816 w 1822303"/>
                <a:gd name="connsiteY6" fmla="*/ 1346395 h 1689377"/>
                <a:gd name="connsiteX7" fmla="*/ 475930 w 1822303"/>
                <a:gd name="connsiteY7" fmla="*/ 1346395 h 1689377"/>
                <a:gd name="connsiteX8" fmla="*/ 475930 w 1822303"/>
                <a:gd name="connsiteY8" fmla="*/ 1689378 h 1689377"/>
                <a:gd name="connsiteX9" fmla="*/ 1822303 w 1822303"/>
                <a:gd name="connsiteY9" fmla="*/ 1689378 h 1689377"/>
                <a:gd name="connsiteX10" fmla="*/ 1822303 w 1822303"/>
                <a:gd name="connsiteY10" fmla="*/ 112389 h 1689377"/>
                <a:gd name="connsiteX11" fmla="*/ 1709956 w 1822303"/>
                <a:gd name="connsiteY11" fmla="*/ 0 h 1689377"/>
                <a:gd name="connsiteX12" fmla="*/ 475930 w 1822303"/>
                <a:gd name="connsiteY12" fmla="*/ 503953 h 1689377"/>
                <a:gd name="connsiteX13" fmla="*/ 475930 w 1822303"/>
                <a:gd name="connsiteY13" fmla="*/ 1187139 h 1689377"/>
                <a:gd name="connsiteX14" fmla="*/ 385694 w 1822303"/>
                <a:gd name="connsiteY14" fmla="*/ 1187139 h 1689377"/>
                <a:gd name="connsiteX15" fmla="*/ 275899 w 1822303"/>
                <a:gd name="connsiteY15" fmla="*/ 1100051 h 1689377"/>
                <a:gd name="connsiteX16" fmla="*/ 158935 w 1822303"/>
                <a:gd name="connsiteY16" fmla="*/ 591040 h 1689377"/>
                <a:gd name="connsiteX17" fmla="*/ 245853 w 1822303"/>
                <a:gd name="connsiteY17" fmla="*/ 503953 h 1689377"/>
                <a:gd name="connsiteX18" fmla="*/ 475930 w 1822303"/>
                <a:gd name="connsiteY18" fmla="*/ 503953 h 1689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22303" h="1689377">
                  <a:moveTo>
                    <a:pt x="1709956" y="0"/>
                  </a:moveTo>
                  <a:lnTo>
                    <a:pt x="475930" y="0"/>
                  </a:lnTo>
                  <a:lnTo>
                    <a:pt x="475930" y="344698"/>
                  </a:lnTo>
                  <a:lnTo>
                    <a:pt x="245853" y="344698"/>
                  </a:lnTo>
                  <a:cubicBezTo>
                    <a:pt x="110261" y="344698"/>
                    <a:pt x="0" y="455176"/>
                    <a:pt x="0" y="591040"/>
                  </a:cubicBezTo>
                  <a:lnTo>
                    <a:pt x="116964" y="1100051"/>
                  </a:lnTo>
                  <a:cubicBezTo>
                    <a:pt x="145849" y="1243390"/>
                    <a:pt x="227225" y="1346395"/>
                    <a:pt x="362816" y="1346395"/>
                  </a:cubicBezTo>
                  <a:lnTo>
                    <a:pt x="475930" y="1346395"/>
                  </a:lnTo>
                  <a:lnTo>
                    <a:pt x="475930" y="1689378"/>
                  </a:lnTo>
                  <a:lnTo>
                    <a:pt x="1822303" y="1689378"/>
                  </a:lnTo>
                  <a:lnTo>
                    <a:pt x="1822303" y="112389"/>
                  </a:lnTo>
                  <a:cubicBezTo>
                    <a:pt x="1822303" y="50322"/>
                    <a:pt x="1772014" y="0"/>
                    <a:pt x="1709956" y="0"/>
                  </a:cubicBezTo>
                  <a:close/>
                  <a:moveTo>
                    <a:pt x="475930" y="503953"/>
                  </a:moveTo>
                  <a:lnTo>
                    <a:pt x="475930" y="1187139"/>
                  </a:lnTo>
                  <a:lnTo>
                    <a:pt x="385694" y="1187139"/>
                  </a:lnTo>
                  <a:cubicBezTo>
                    <a:pt x="337815" y="1187139"/>
                    <a:pt x="295022" y="1152691"/>
                    <a:pt x="275899" y="1100051"/>
                  </a:cubicBezTo>
                  <a:lnTo>
                    <a:pt x="158935" y="591040"/>
                  </a:lnTo>
                  <a:cubicBezTo>
                    <a:pt x="158935" y="543065"/>
                    <a:pt x="197873" y="503953"/>
                    <a:pt x="245853" y="503953"/>
                  </a:cubicBezTo>
                  <a:lnTo>
                    <a:pt x="475930" y="503953"/>
                  </a:lnTo>
                  <a:close/>
                </a:path>
              </a:pathLst>
            </a:custGeom>
            <a:solidFill>
              <a:srgbClr val="009B40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E24AEC63-7A51-0861-883A-5986C1211171}"/>
                </a:ext>
              </a:extLst>
            </p:cNvPr>
            <p:cNvSpPr/>
            <p:nvPr/>
          </p:nvSpPr>
          <p:spPr>
            <a:xfrm>
              <a:off x="7275004" y="7483781"/>
              <a:ext cx="1526071" cy="3464354"/>
            </a:xfrm>
            <a:custGeom>
              <a:avLst/>
              <a:gdLst>
                <a:gd name="connsiteX0" fmla="*/ 109286 w 1526071"/>
                <a:gd name="connsiteY0" fmla="*/ 0 h 3464354"/>
                <a:gd name="connsiteX1" fmla="*/ 1472790 w 1526071"/>
                <a:gd name="connsiteY1" fmla="*/ 0 h 3464354"/>
                <a:gd name="connsiteX2" fmla="*/ 1526071 w 1526071"/>
                <a:gd name="connsiteY2" fmla="*/ 169104 h 3464354"/>
                <a:gd name="connsiteX3" fmla="*/ 1526071 w 1526071"/>
                <a:gd name="connsiteY3" fmla="*/ 3117479 h 3464354"/>
                <a:gd name="connsiteX4" fmla="*/ 1416785 w 1526071"/>
                <a:gd name="connsiteY4" fmla="*/ 3464355 h 3464354"/>
                <a:gd name="connsiteX5" fmla="*/ 53280 w 1526071"/>
                <a:gd name="connsiteY5" fmla="*/ 3464355 h 3464354"/>
                <a:gd name="connsiteX6" fmla="*/ 0 w 1526071"/>
                <a:gd name="connsiteY6" fmla="*/ 3295251 h 3464354"/>
                <a:gd name="connsiteX7" fmla="*/ 0 w 1526071"/>
                <a:gd name="connsiteY7" fmla="*/ 346875 h 3464354"/>
                <a:gd name="connsiteX8" fmla="*/ 109286 w 1526071"/>
                <a:gd name="connsiteY8" fmla="*/ 0 h 3464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6071" h="3464354">
                  <a:moveTo>
                    <a:pt x="109286" y="0"/>
                  </a:moveTo>
                  <a:lnTo>
                    <a:pt x="1472790" y="0"/>
                  </a:lnTo>
                  <a:cubicBezTo>
                    <a:pt x="1502211" y="0"/>
                    <a:pt x="1526071" y="75736"/>
                    <a:pt x="1526071" y="169104"/>
                  </a:cubicBezTo>
                  <a:lnTo>
                    <a:pt x="1526071" y="3117479"/>
                  </a:lnTo>
                  <a:cubicBezTo>
                    <a:pt x="1526071" y="3308892"/>
                    <a:pt x="1477087" y="3464355"/>
                    <a:pt x="1416785" y="3464355"/>
                  </a:cubicBezTo>
                  <a:lnTo>
                    <a:pt x="53280" y="3464355"/>
                  </a:lnTo>
                  <a:cubicBezTo>
                    <a:pt x="23859" y="3464355"/>
                    <a:pt x="0" y="3388618"/>
                    <a:pt x="0" y="3295251"/>
                  </a:cubicBezTo>
                  <a:lnTo>
                    <a:pt x="0" y="346875"/>
                  </a:lnTo>
                  <a:cubicBezTo>
                    <a:pt x="0" y="155462"/>
                    <a:pt x="48983" y="0"/>
                    <a:pt x="109286" y="0"/>
                  </a:cubicBezTo>
                  <a:close/>
                </a:path>
              </a:pathLst>
            </a:custGeom>
            <a:solidFill>
              <a:srgbClr val="141414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398B0EB9-9034-9A76-13F6-BD4131666567}"/>
                </a:ext>
              </a:extLst>
            </p:cNvPr>
            <p:cNvSpPr/>
            <p:nvPr/>
          </p:nvSpPr>
          <p:spPr>
            <a:xfrm>
              <a:off x="4117269" y="7642840"/>
              <a:ext cx="4503909" cy="3234939"/>
            </a:xfrm>
            <a:custGeom>
              <a:avLst/>
              <a:gdLst>
                <a:gd name="connsiteX0" fmla="*/ 192198 w 4503909"/>
                <a:gd name="connsiteY0" fmla="*/ 0 h 3234939"/>
                <a:gd name="connsiteX1" fmla="*/ 4503910 w 4503909"/>
                <a:gd name="connsiteY1" fmla="*/ 0 h 3234939"/>
                <a:gd name="connsiteX2" fmla="*/ 4503910 w 4503909"/>
                <a:gd name="connsiteY2" fmla="*/ 3042333 h 3234939"/>
                <a:gd name="connsiteX3" fmla="*/ 4311697 w 4503909"/>
                <a:gd name="connsiteY3" fmla="*/ 3234940 h 3234939"/>
                <a:gd name="connsiteX4" fmla="*/ 0 w 4503909"/>
                <a:gd name="connsiteY4" fmla="*/ 3234940 h 3234939"/>
                <a:gd name="connsiteX5" fmla="*/ 0 w 4503909"/>
                <a:gd name="connsiteY5" fmla="*/ 192593 h 3234939"/>
                <a:gd name="connsiteX6" fmla="*/ 192198 w 4503909"/>
                <a:gd name="connsiteY6" fmla="*/ 0 h 3234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3909" h="3234939">
                  <a:moveTo>
                    <a:pt x="192198" y="0"/>
                  </a:moveTo>
                  <a:lnTo>
                    <a:pt x="4503910" y="0"/>
                  </a:lnTo>
                  <a:lnTo>
                    <a:pt x="4503910" y="3042333"/>
                  </a:lnTo>
                  <a:cubicBezTo>
                    <a:pt x="4503910" y="3148639"/>
                    <a:pt x="4417782" y="3234940"/>
                    <a:pt x="4311697" y="3234940"/>
                  </a:cubicBezTo>
                  <a:lnTo>
                    <a:pt x="0" y="3234940"/>
                  </a:lnTo>
                  <a:lnTo>
                    <a:pt x="0" y="192593"/>
                  </a:lnTo>
                  <a:cubicBezTo>
                    <a:pt x="0" y="86301"/>
                    <a:pt x="86114" y="0"/>
                    <a:pt x="192198" y="0"/>
                  </a:cubicBez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717B8C70-0F38-8B70-6E6C-3D42A9F3161B}"/>
                </a:ext>
              </a:extLst>
            </p:cNvPr>
            <p:cNvSpPr/>
            <p:nvPr/>
          </p:nvSpPr>
          <p:spPr>
            <a:xfrm>
              <a:off x="2722307" y="6510114"/>
              <a:ext cx="4281391" cy="2733091"/>
            </a:xfrm>
            <a:custGeom>
              <a:avLst/>
              <a:gdLst>
                <a:gd name="connsiteX0" fmla="*/ 554772 w 4281391"/>
                <a:gd name="connsiteY0" fmla="*/ 0 h 2733091"/>
                <a:gd name="connsiteX1" fmla="*/ 4281392 w 4281391"/>
                <a:gd name="connsiteY1" fmla="*/ 0 h 2733091"/>
                <a:gd name="connsiteX2" fmla="*/ 4281392 w 4281391"/>
                <a:gd name="connsiteY2" fmla="*/ 2185461 h 2733091"/>
                <a:gd name="connsiteX3" fmla="*/ 3726732 w 4281391"/>
                <a:gd name="connsiteY3" fmla="*/ 2733092 h 2733091"/>
                <a:gd name="connsiteX4" fmla="*/ 0 w 4281391"/>
                <a:gd name="connsiteY4" fmla="*/ 2733092 h 2733091"/>
                <a:gd name="connsiteX5" fmla="*/ 0 w 4281391"/>
                <a:gd name="connsiteY5" fmla="*/ 547621 h 2733091"/>
                <a:gd name="connsiteX6" fmla="*/ 554659 w 4281391"/>
                <a:gd name="connsiteY6" fmla="*/ 0 h 2733091"/>
                <a:gd name="connsiteX7" fmla="*/ 554772 w 4281391"/>
                <a:gd name="connsiteY7" fmla="*/ 0 h 2733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81391" h="2733091">
                  <a:moveTo>
                    <a:pt x="554772" y="0"/>
                  </a:moveTo>
                  <a:lnTo>
                    <a:pt x="4281392" y="0"/>
                  </a:lnTo>
                  <a:lnTo>
                    <a:pt x="4281392" y="2185461"/>
                  </a:lnTo>
                  <a:cubicBezTo>
                    <a:pt x="4281392" y="2487732"/>
                    <a:pt x="4032893" y="2733092"/>
                    <a:pt x="3726732" y="2733092"/>
                  </a:cubicBezTo>
                  <a:lnTo>
                    <a:pt x="0" y="2733092"/>
                  </a:lnTo>
                  <a:lnTo>
                    <a:pt x="0" y="547621"/>
                  </a:lnTo>
                  <a:cubicBezTo>
                    <a:pt x="0" y="245353"/>
                    <a:pt x="248512" y="0"/>
                    <a:pt x="554659" y="0"/>
                  </a:cubicBezTo>
                  <a:lnTo>
                    <a:pt x="554772" y="0"/>
                  </a:lnTo>
                  <a:close/>
                </a:path>
              </a:pathLst>
            </a:custGeom>
            <a:solidFill>
              <a:srgbClr val="141414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BBDBAFD2-0700-66A9-9331-A988E1A26C8B}"/>
                </a:ext>
              </a:extLst>
            </p:cNvPr>
            <p:cNvSpPr/>
            <p:nvPr/>
          </p:nvSpPr>
          <p:spPr>
            <a:xfrm>
              <a:off x="4323202" y="7830473"/>
              <a:ext cx="4097885" cy="2875828"/>
            </a:xfrm>
            <a:custGeom>
              <a:avLst/>
              <a:gdLst>
                <a:gd name="connsiteX0" fmla="*/ 0 w 4097885"/>
                <a:gd name="connsiteY0" fmla="*/ 112361 h 2875828"/>
                <a:gd name="connsiteX1" fmla="*/ 112347 w 4097885"/>
                <a:gd name="connsiteY1" fmla="*/ 0 h 2875828"/>
                <a:gd name="connsiteX2" fmla="*/ 4097886 w 4097885"/>
                <a:gd name="connsiteY2" fmla="*/ 0 h 2875828"/>
                <a:gd name="connsiteX3" fmla="*/ 4097886 w 4097885"/>
                <a:gd name="connsiteY3" fmla="*/ 2763439 h 2875828"/>
                <a:gd name="connsiteX4" fmla="*/ 3987336 w 4097885"/>
                <a:gd name="connsiteY4" fmla="*/ 2875828 h 2875828"/>
                <a:gd name="connsiteX5" fmla="*/ 0 w 4097885"/>
                <a:gd name="connsiteY5" fmla="*/ 2875815 h 2875828"/>
                <a:gd name="connsiteX6" fmla="*/ 0 w 4097885"/>
                <a:gd name="connsiteY6" fmla="*/ 112361 h 287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97885" h="2875828">
                  <a:moveTo>
                    <a:pt x="0" y="112361"/>
                  </a:moveTo>
                  <a:cubicBezTo>
                    <a:pt x="0" y="50280"/>
                    <a:pt x="50289" y="0"/>
                    <a:pt x="112347" y="0"/>
                  </a:cubicBezTo>
                  <a:lnTo>
                    <a:pt x="4097886" y="0"/>
                  </a:lnTo>
                  <a:lnTo>
                    <a:pt x="4097886" y="2763439"/>
                  </a:lnTo>
                  <a:cubicBezTo>
                    <a:pt x="4097886" y="2825506"/>
                    <a:pt x="4049380" y="2875828"/>
                    <a:pt x="3987336" y="2875828"/>
                  </a:cubicBezTo>
                  <a:cubicBezTo>
                    <a:pt x="3367642" y="2875815"/>
                    <a:pt x="340778" y="2875815"/>
                    <a:pt x="0" y="2875815"/>
                  </a:cubicBezTo>
                  <a:cubicBezTo>
                    <a:pt x="0" y="2631593"/>
                    <a:pt x="0" y="613603"/>
                    <a:pt x="0" y="112361"/>
                  </a:cubicBezTo>
                  <a:close/>
                </a:path>
              </a:pathLst>
            </a:custGeom>
            <a:solidFill>
              <a:srgbClr val="E6E6E6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1F32EE30-87A6-D327-986C-56352A134D2C}"/>
                </a:ext>
              </a:extLst>
            </p:cNvPr>
            <p:cNvSpPr/>
            <p:nvPr/>
          </p:nvSpPr>
          <p:spPr>
            <a:xfrm>
              <a:off x="6856762" y="10344381"/>
              <a:ext cx="1292405" cy="127299"/>
            </a:xfrm>
            <a:custGeom>
              <a:avLst/>
              <a:gdLst>
                <a:gd name="connsiteX0" fmla="*/ 1228779 w 1292405"/>
                <a:gd name="connsiteY0" fmla="*/ 0 h 127299"/>
                <a:gd name="connsiteX1" fmla="*/ 1292405 w 1292405"/>
                <a:gd name="connsiteY1" fmla="*/ 0 h 127299"/>
                <a:gd name="connsiteX2" fmla="*/ 1292405 w 1292405"/>
                <a:gd name="connsiteY2" fmla="*/ 127299 h 127299"/>
                <a:gd name="connsiteX3" fmla="*/ 1228779 w 1292405"/>
                <a:gd name="connsiteY3" fmla="*/ 127299 h 127299"/>
                <a:gd name="connsiteX4" fmla="*/ 63626 w 1292405"/>
                <a:gd name="connsiteY4" fmla="*/ 127299 h 127299"/>
                <a:gd name="connsiteX5" fmla="*/ 0 w 1292405"/>
                <a:gd name="connsiteY5" fmla="*/ 127299 h 127299"/>
                <a:gd name="connsiteX6" fmla="*/ 0 w 1292405"/>
                <a:gd name="connsiteY6" fmla="*/ 0 h 127299"/>
                <a:gd name="connsiteX7" fmla="*/ 63626 w 1292405"/>
                <a:gd name="connsiteY7" fmla="*/ 0 h 127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92405" h="127299">
                  <a:moveTo>
                    <a:pt x="1228779" y="0"/>
                  </a:moveTo>
                  <a:cubicBezTo>
                    <a:pt x="1263919" y="0"/>
                    <a:pt x="1292405" y="0"/>
                    <a:pt x="1292405" y="0"/>
                  </a:cubicBezTo>
                  <a:lnTo>
                    <a:pt x="1292405" y="127299"/>
                  </a:lnTo>
                  <a:cubicBezTo>
                    <a:pt x="1292405" y="127299"/>
                    <a:pt x="1263919" y="127299"/>
                    <a:pt x="1228779" y="127299"/>
                  </a:cubicBezTo>
                  <a:lnTo>
                    <a:pt x="63626" y="127299"/>
                  </a:lnTo>
                  <a:cubicBezTo>
                    <a:pt x="28486" y="127299"/>
                    <a:pt x="0" y="127299"/>
                    <a:pt x="0" y="127299"/>
                  </a:cubicBezTo>
                  <a:lnTo>
                    <a:pt x="0" y="0"/>
                  </a:lnTo>
                  <a:cubicBezTo>
                    <a:pt x="0" y="0"/>
                    <a:pt x="28486" y="0"/>
                    <a:pt x="63626" y="0"/>
                  </a:cubicBezTo>
                  <a:close/>
                </a:path>
              </a:pathLst>
            </a:custGeom>
            <a:solidFill>
              <a:srgbClr val="141414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EF769918-75B2-C166-5411-059F7167A2FD}"/>
                </a:ext>
              </a:extLst>
            </p:cNvPr>
            <p:cNvSpPr/>
            <p:nvPr/>
          </p:nvSpPr>
          <p:spPr>
            <a:xfrm>
              <a:off x="1958825" y="10877766"/>
              <a:ext cx="4503822" cy="292717"/>
            </a:xfrm>
            <a:custGeom>
              <a:avLst/>
              <a:gdLst>
                <a:gd name="connsiteX0" fmla="*/ 121387 w 4503822"/>
                <a:gd name="connsiteY0" fmla="*/ 0 h 292717"/>
                <a:gd name="connsiteX1" fmla="*/ 4503823 w 4503822"/>
                <a:gd name="connsiteY1" fmla="*/ 0 h 292717"/>
                <a:gd name="connsiteX2" fmla="*/ 4503823 w 4503822"/>
                <a:gd name="connsiteY2" fmla="*/ 171000 h 292717"/>
                <a:gd name="connsiteX3" fmla="*/ 4382333 w 4503822"/>
                <a:gd name="connsiteY3" fmla="*/ 292718 h 292717"/>
                <a:gd name="connsiteX4" fmla="*/ 0 w 4503822"/>
                <a:gd name="connsiteY4" fmla="*/ 292718 h 292717"/>
                <a:gd name="connsiteX5" fmla="*/ 0 w 4503822"/>
                <a:gd name="connsiteY5" fmla="*/ 121731 h 292717"/>
                <a:gd name="connsiteX6" fmla="*/ 121487 w 4503822"/>
                <a:gd name="connsiteY6" fmla="*/ 0 h 292717"/>
                <a:gd name="connsiteX7" fmla="*/ 121387 w 4503822"/>
                <a:gd name="connsiteY7" fmla="*/ 0 h 292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503822" h="292717">
                  <a:moveTo>
                    <a:pt x="121387" y="0"/>
                  </a:moveTo>
                  <a:lnTo>
                    <a:pt x="4503823" y="0"/>
                  </a:lnTo>
                  <a:lnTo>
                    <a:pt x="4503823" y="171000"/>
                  </a:lnTo>
                  <a:cubicBezTo>
                    <a:pt x="4503823" y="238181"/>
                    <a:pt x="4449390" y="292718"/>
                    <a:pt x="4382333" y="292718"/>
                  </a:cubicBezTo>
                  <a:lnTo>
                    <a:pt x="0" y="292718"/>
                  </a:lnTo>
                  <a:lnTo>
                    <a:pt x="0" y="121731"/>
                  </a:lnTo>
                  <a:cubicBezTo>
                    <a:pt x="0" y="54537"/>
                    <a:pt x="54437" y="0"/>
                    <a:pt x="121487" y="0"/>
                  </a:cubicBezTo>
                  <a:lnTo>
                    <a:pt x="121387" y="0"/>
                  </a:ln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34FFDE4D-EBE3-E2EC-EC4C-8EC01F1FF72F}"/>
                </a:ext>
              </a:extLst>
            </p:cNvPr>
            <p:cNvSpPr/>
            <p:nvPr/>
          </p:nvSpPr>
          <p:spPr>
            <a:xfrm>
              <a:off x="1958825" y="10877681"/>
              <a:ext cx="6662353" cy="292731"/>
            </a:xfrm>
            <a:custGeom>
              <a:avLst/>
              <a:gdLst>
                <a:gd name="connsiteX0" fmla="*/ 123572 w 6662353"/>
                <a:gd name="connsiteY0" fmla="*/ 98 h 292731"/>
                <a:gd name="connsiteX1" fmla="*/ 6585663 w 6662353"/>
                <a:gd name="connsiteY1" fmla="*/ 98 h 292731"/>
                <a:gd name="connsiteX2" fmla="*/ 6662354 w 6662353"/>
                <a:gd name="connsiteY2" fmla="*/ 76931 h 292731"/>
                <a:gd name="connsiteX3" fmla="*/ 6662354 w 6662353"/>
                <a:gd name="connsiteY3" fmla="*/ 292732 h 292731"/>
                <a:gd name="connsiteX4" fmla="*/ 0 w 6662353"/>
                <a:gd name="connsiteY4" fmla="*/ 292732 h 292731"/>
                <a:gd name="connsiteX5" fmla="*/ 0 w 6662353"/>
                <a:gd name="connsiteY5" fmla="*/ 123811 h 292731"/>
                <a:gd name="connsiteX6" fmla="*/ 123572 w 6662353"/>
                <a:gd name="connsiteY6" fmla="*/ 0 h 292731"/>
                <a:gd name="connsiteX7" fmla="*/ 123572 w 6662353"/>
                <a:gd name="connsiteY7" fmla="*/ 98 h 29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62353" h="292731">
                  <a:moveTo>
                    <a:pt x="123572" y="98"/>
                  </a:moveTo>
                  <a:lnTo>
                    <a:pt x="6585663" y="98"/>
                  </a:lnTo>
                  <a:cubicBezTo>
                    <a:pt x="6627989" y="98"/>
                    <a:pt x="6662354" y="34532"/>
                    <a:pt x="6662354" y="76931"/>
                  </a:cubicBezTo>
                  <a:lnTo>
                    <a:pt x="6662354" y="292732"/>
                  </a:lnTo>
                  <a:lnTo>
                    <a:pt x="0" y="292732"/>
                  </a:lnTo>
                  <a:lnTo>
                    <a:pt x="0" y="123811"/>
                  </a:lnTo>
                  <a:cubicBezTo>
                    <a:pt x="0" y="55436"/>
                    <a:pt x="55330" y="0"/>
                    <a:pt x="123572" y="0"/>
                  </a:cubicBezTo>
                  <a:lnTo>
                    <a:pt x="123572" y="98"/>
                  </a:ln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3140A102-D343-6110-E67F-1CEBF4BFF31E}"/>
                </a:ext>
              </a:extLst>
            </p:cNvPr>
            <p:cNvSpPr/>
            <p:nvPr/>
          </p:nvSpPr>
          <p:spPr>
            <a:xfrm>
              <a:off x="6573310" y="11904441"/>
              <a:ext cx="129732" cy="129992"/>
            </a:xfrm>
            <a:custGeom>
              <a:avLst/>
              <a:gdLst>
                <a:gd name="connsiteX0" fmla="*/ 64866 w 129732"/>
                <a:gd name="connsiteY0" fmla="*/ 129992 h 129992"/>
                <a:gd name="connsiteX1" fmla="*/ 129733 w 129732"/>
                <a:gd name="connsiteY1" fmla="*/ 64989 h 129992"/>
                <a:gd name="connsiteX2" fmla="*/ 64866 w 129732"/>
                <a:gd name="connsiteY2" fmla="*/ 0 h 129992"/>
                <a:gd name="connsiteX3" fmla="*/ 0 w 129732"/>
                <a:gd name="connsiteY3" fmla="*/ 64989 h 129992"/>
                <a:gd name="connsiteX4" fmla="*/ 64866 w 129732"/>
                <a:gd name="connsiteY4" fmla="*/ 129992 h 129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732" h="129992">
                  <a:moveTo>
                    <a:pt x="64866" y="129992"/>
                  </a:moveTo>
                  <a:cubicBezTo>
                    <a:pt x="100691" y="129992"/>
                    <a:pt x="129733" y="100883"/>
                    <a:pt x="129733" y="64989"/>
                  </a:cubicBezTo>
                  <a:cubicBezTo>
                    <a:pt x="129733" y="29095"/>
                    <a:pt x="100691" y="0"/>
                    <a:pt x="64866" y="0"/>
                  </a:cubicBezTo>
                  <a:cubicBezTo>
                    <a:pt x="29042" y="0"/>
                    <a:pt x="0" y="29095"/>
                    <a:pt x="0" y="64989"/>
                  </a:cubicBezTo>
                  <a:cubicBezTo>
                    <a:pt x="0" y="100883"/>
                    <a:pt x="29042" y="129992"/>
                    <a:pt x="64866" y="129992"/>
                  </a:cubicBezTo>
                  <a:close/>
                </a:path>
              </a:pathLst>
            </a:custGeom>
            <a:solidFill>
              <a:srgbClr val="E6E6E6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A875B1FD-9789-B095-8421-A871354A9450}"/>
                </a:ext>
              </a:extLst>
            </p:cNvPr>
            <p:cNvSpPr/>
            <p:nvPr/>
          </p:nvSpPr>
          <p:spPr>
            <a:xfrm>
              <a:off x="2722321" y="6510114"/>
              <a:ext cx="4134426" cy="2566727"/>
            </a:xfrm>
            <a:custGeom>
              <a:avLst/>
              <a:gdLst>
                <a:gd name="connsiteX0" fmla="*/ 0 w 4134426"/>
                <a:gd name="connsiteY0" fmla="*/ 112389 h 2566727"/>
                <a:gd name="connsiteX1" fmla="*/ 112347 w 4134426"/>
                <a:gd name="connsiteY1" fmla="*/ 0 h 2566727"/>
                <a:gd name="connsiteX2" fmla="*/ 4134427 w 4134426"/>
                <a:gd name="connsiteY2" fmla="*/ 0 h 2566727"/>
                <a:gd name="connsiteX3" fmla="*/ 4134427 w 4134426"/>
                <a:gd name="connsiteY3" fmla="*/ 2454338 h 2566727"/>
                <a:gd name="connsiteX4" fmla="*/ 4022080 w 4134426"/>
                <a:gd name="connsiteY4" fmla="*/ 2566728 h 2566727"/>
                <a:gd name="connsiteX5" fmla="*/ 0 w 4134426"/>
                <a:gd name="connsiteY5" fmla="*/ 2566728 h 2566727"/>
                <a:gd name="connsiteX6" fmla="*/ 0 w 4134426"/>
                <a:gd name="connsiteY6" fmla="*/ 112389 h 2566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34426" h="2566727">
                  <a:moveTo>
                    <a:pt x="0" y="112389"/>
                  </a:moveTo>
                  <a:cubicBezTo>
                    <a:pt x="0" y="50318"/>
                    <a:pt x="50304" y="0"/>
                    <a:pt x="112347" y="0"/>
                  </a:cubicBezTo>
                  <a:lnTo>
                    <a:pt x="4134427" y="0"/>
                  </a:lnTo>
                  <a:lnTo>
                    <a:pt x="4134427" y="2454338"/>
                  </a:lnTo>
                  <a:cubicBezTo>
                    <a:pt x="4134427" y="2516419"/>
                    <a:pt x="4084123" y="2566728"/>
                    <a:pt x="4022080" y="2566728"/>
                  </a:cubicBezTo>
                  <a:lnTo>
                    <a:pt x="0" y="2566728"/>
                  </a:lnTo>
                  <a:lnTo>
                    <a:pt x="0" y="112389"/>
                  </a:lnTo>
                  <a:close/>
                </a:path>
              </a:pathLst>
            </a:custGeom>
            <a:solidFill>
              <a:srgbClr val="3044FF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5786B5D9-F137-8DD7-D5A8-681018A5E18F}"/>
                </a:ext>
              </a:extLst>
            </p:cNvPr>
            <p:cNvSpPr/>
            <p:nvPr/>
          </p:nvSpPr>
          <p:spPr>
            <a:xfrm>
              <a:off x="2582881" y="6371329"/>
              <a:ext cx="1404752" cy="776953"/>
            </a:xfrm>
            <a:custGeom>
              <a:avLst/>
              <a:gdLst>
                <a:gd name="connsiteX0" fmla="*/ 1404753 w 1404752"/>
                <a:gd name="connsiteY0" fmla="*/ 0 h 776953"/>
                <a:gd name="connsiteX1" fmla="*/ 140437 w 1404752"/>
                <a:gd name="connsiteY1" fmla="*/ 0 h 776953"/>
                <a:gd name="connsiteX2" fmla="*/ 0 w 1404752"/>
                <a:gd name="connsiteY2" fmla="*/ 140486 h 776953"/>
                <a:gd name="connsiteX3" fmla="*/ 0 w 1404752"/>
                <a:gd name="connsiteY3" fmla="*/ 776954 h 77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04752" h="776953">
                  <a:moveTo>
                    <a:pt x="1404753" y="0"/>
                  </a:moveTo>
                  <a:lnTo>
                    <a:pt x="140437" y="0"/>
                  </a:lnTo>
                  <a:cubicBezTo>
                    <a:pt x="62875" y="0"/>
                    <a:pt x="0" y="62897"/>
                    <a:pt x="0" y="140486"/>
                  </a:cubicBezTo>
                  <a:lnTo>
                    <a:pt x="0" y="776954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BE9336FD-3AA6-B031-AB24-8B62E6BB2ECC}"/>
                </a:ext>
              </a:extLst>
            </p:cNvPr>
            <p:cNvSpPr/>
            <p:nvPr/>
          </p:nvSpPr>
          <p:spPr>
            <a:xfrm>
              <a:off x="3041669" y="6798440"/>
              <a:ext cx="164420" cy="164492"/>
            </a:xfrm>
            <a:custGeom>
              <a:avLst/>
              <a:gdLst>
                <a:gd name="connsiteX0" fmla="*/ 82210 w 164420"/>
                <a:gd name="connsiteY0" fmla="*/ 164493 h 164492"/>
                <a:gd name="connsiteX1" fmla="*/ 164420 w 164420"/>
                <a:gd name="connsiteY1" fmla="*/ 82246 h 164492"/>
                <a:gd name="connsiteX2" fmla="*/ 82210 w 164420"/>
                <a:gd name="connsiteY2" fmla="*/ 0 h 164492"/>
                <a:gd name="connsiteX3" fmla="*/ 0 w 164420"/>
                <a:gd name="connsiteY3" fmla="*/ 82246 h 164492"/>
                <a:gd name="connsiteX4" fmla="*/ 82210 w 164420"/>
                <a:gd name="connsiteY4" fmla="*/ 164493 h 164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20" h="164492">
                  <a:moveTo>
                    <a:pt x="82210" y="164493"/>
                  </a:moveTo>
                  <a:cubicBezTo>
                    <a:pt x="127613" y="164493"/>
                    <a:pt x="164420" y="127670"/>
                    <a:pt x="164420" y="82246"/>
                  </a:cubicBezTo>
                  <a:cubicBezTo>
                    <a:pt x="164420" y="36823"/>
                    <a:pt x="127613" y="0"/>
                    <a:pt x="82210" y="0"/>
                  </a:cubicBezTo>
                  <a:cubicBezTo>
                    <a:pt x="36808" y="0"/>
                    <a:pt x="0" y="36823"/>
                    <a:pt x="0" y="82246"/>
                  </a:cubicBezTo>
                  <a:cubicBezTo>
                    <a:pt x="0" y="127670"/>
                    <a:pt x="36808" y="164493"/>
                    <a:pt x="82210" y="164493"/>
                  </a:cubicBezTo>
                  <a:close/>
                </a:path>
              </a:pathLst>
            </a:custGeom>
            <a:solidFill>
              <a:srgbClr val="FFFEFE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0F243A6E-624F-86ED-8E3D-C19C08402C88}"/>
                </a:ext>
              </a:extLst>
            </p:cNvPr>
            <p:cNvSpPr/>
            <p:nvPr/>
          </p:nvSpPr>
          <p:spPr>
            <a:xfrm>
              <a:off x="3374905" y="6798440"/>
              <a:ext cx="164434" cy="164492"/>
            </a:xfrm>
            <a:custGeom>
              <a:avLst/>
              <a:gdLst>
                <a:gd name="connsiteX0" fmla="*/ 82224 w 164434"/>
                <a:gd name="connsiteY0" fmla="*/ 164493 h 164492"/>
                <a:gd name="connsiteX1" fmla="*/ 164434 w 164434"/>
                <a:gd name="connsiteY1" fmla="*/ 82246 h 164492"/>
                <a:gd name="connsiteX2" fmla="*/ 82224 w 164434"/>
                <a:gd name="connsiteY2" fmla="*/ 0 h 164492"/>
                <a:gd name="connsiteX3" fmla="*/ 0 w 164434"/>
                <a:gd name="connsiteY3" fmla="*/ 82246 h 164492"/>
                <a:gd name="connsiteX4" fmla="*/ 82224 w 164434"/>
                <a:gd name="connsiteY4" fmla="*/ 164493 h 164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34" h="164492">
                  <a:moveTo>
                    <a:pt x="82224" y="164493"/>
                  </a:moveTo>
                  <a:cubicBezTo>
                    <a:pt x="127627" y="164493"/>
                    <a:pt x="164434" y="127670"/>
                    <a:pt x="164434" y="82246"/>
                  </a:cubicBezTo>
                  <a:cubicBezTo>
                    <a:pt x="164434" y="36823"/>
                    <a:pt x="127627" y="0"/>
                    <a:pt x="82224" y="0"/>
                  </a:cubicBezTo>
                  <a:cubicBezTo>
                    <a:pt x="36808" y="0"/>
                    <a:pt x="0" y="36823"/>
                    <a:pt x="0" y="82246"/>
                  </a:cubicBezTo>
                  <a:cubicBezTo>
                    <a:pt x="0" y="127670"/>
                    <a:pt x="36808" y="164493"/>
                    <a:pt x="82224" y="164493"/>
                  </a:cubicBezTo>
                  <a:close/>
                </a:path>
              </a:pathLst>
            </a:custGeom>
            <a:solidFill>
              <a:srgbClr val="FFFEFE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E8425C01-C33F-B0B8-A796-7322AA8EBBD0}"/>
                </a:ext>
              </a:extLst>
            </p:cNvPr>
            <p:cNvSpPr/>
            <p:nvPr/>
          </p:nvSpPr>
          <p:spPr>
            <a:xfrm>
              <a:off x="3708142" y="6798440"/>
              <a:ext cx="164420" cy="164492"/>
            </a:xfrm>
            <a:custGeom>
              <a:avLst/>
              <a:gdLst>
                <a:gd name="connsiteX0" fmla="*/ 82210 w 164420"/>
                <a:gd name="connsiteY0" fmla="*/ 164493 h 164492"/>
                <a:gd name="connsiteX1" fmla="*/ 164421 w 164420"/>
                <a:gd name="connsiteY1" fmla="*/ 82246 h 164492"/>
                <a:gd name="connsiteX2" fmla="*/ 82210 w 164420"/>
                <a:gd name="connsiteY2" fmla="*/ 0 h 164492"/>
                <a:gd name="connsiteX3" fmla="*/ 0 w 164420"/>
                <a:gd name="connsiteY3" fmla="*/ 82246 h 164492"/>
                <a:gd name="connsiteX4" fmla="*/ 82210 w 164420"/>
                <a:gd name="connsiteY4" fmla="*/ 164493 h 164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20" h="164492">
                  <a:moveTo>
                    <a:pt x="82210" y="164493"/>
                  </a:moveTo>
                  <a:cubicBezTo>
                    <a:pt x="127613" y="164493"/>
                    <a:pt x="164421" y="127670"/>
                    <a:pt x="164421" y="82246"/>
                  </a:cubicBezTo>
                  <a:cubicBezTo>
                    <a:pt x="164421" y="36823"/>
                    <a:pt x="127613" y="0"/>
                    <a:pt x="82210" y="0"/>
                  </a:cubicBezTo>
                  <a:cubicBezTo>
                    <a:pt x="36808" y="0"/>
                    <a:pt x="0" y="36823"/>
                    <a:pt x="0" y="82246"/>
                  </a:cubicBezTo>
                  <a:cubicBezTo>
                    <a:pt x="0" y="127670"/>
                    <a:pt x="36808" y="164493"/>
                    <a:pt x="82210" y="164493"/>
                  </a:cubicBezTo>
                  <a:close/>
                </a:path>
              </a:pathLst>
            </a:custGeom>
            <a:solidFill>
              <a:srgbClr val="FFFEFE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3EF46A7D-BB73-2DB6-D266-E62F8E569B5E}"/>
                </a:ext>
              </a:extLst>
            </p:cNvPr>
            <p:cNvSpPr/>
            <p:nvPr/>
          </p:nvSpPr>
          <p:spPr>
            <a:xfrm>
              <a:off x="7397743" y="5940073"/>
              <a:ext cx="1139665" cy="1140088"/>
            </a:xfrm>
            <a:custGeom>
              <a:avLst/>
              <a:gdLst>
                <a:gd name="connsiteX0" fmla="*/ 1139666 w 1139665"/>
                <a:gd name="connsiteY0" fmla="*/ 570045 h 1140088"/>
                <a:gd name="connsiteX1" fmla="*/ 569840 w 1139665"/>
                <a:gd name="connsiteY1" fmla="*/ 1140089 h 1140088"/>
                <a:gd name="connsiteX2" fmla="*/ 0 w 1139665"/>
                <a:gd name="connsiteY2" fmla="*/ 570045 h 1140088"/>
                <a:gd name="connsiteX3" fmla="*/ 569840 w 1139665"/>
                <a:gd name="connsiteY3" fmla="*/ 0 h 1140088"/>
                <a:gd name="connsiteX4" fmla="*/ 1139666 w 1139665"/>
                <a:gd name="connsiteY4" fmla="*/ 570045 h 114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9665" h="1140088">
                  <a:moveTo>
                    <a:pt x="1139666" y="570045"/>
                  </a:moveTo>
                  <a:cubicBezTo>
                    <a:pt x="1139666" y="884871"/>
                    <a:pt x="884539" y="1140089"/>
                    <a:pt x="569840" y="1140089"/>
                  </a:cubicBezTo>
                  <a:cubicBezTo>
                    <a:pt x="255127" y="1140089"/>
                    <a:pt x="0" y="884871"/>
                    <a:pt x="0" y="570045"/>
                  </a:cubicBezTo>
                  <a:cubicBezTo>
                    <a:pt x="0" y="255218"/>
                    <a:pt x="255127" y="0"/>
                    <a:pt x="569840" y="0"/>
                  </a:cubicBezTo>
                  <a:cubicBezTo>
                    <a:pt x="884539" y="0"/>
                    <a:pt x="1139666" y="255218"/>
                    <a:pt x="1139666" y="570045"/>
                  </a:cubicBez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64610FF8-D1C1-F95F-2786-7D7CA16A1ADB}"/>
                </a:ext>
              </a:extLst>
            </p:cNvPr>
            <p:cNvSpPr/>
            <p:nvPr/>
          </p:nvSpPr>
          <p:spPr>
            <a:xfrm>
              <a:off x="7973411" y="6193141"/>
              <a:ext cx="14043" cy="633949"/>
            </a:xfrm>
            <a:custGeom>
              <a:avLst/>
              <a:gdLst>
                <a:gd name="connsiteX0" fmla="*/ 0 w 14043"/>
                <a:gd name="connsiteY0" fmla="*/ 0 h 633949"/>
                <a:gd name="connsiteX1" fmla="*/ 0 w 14043"/>
                <a:gd name="connsiteY1" fmla="*/ 633949 h 633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043" h="633949">
                  <a:moveTo>
                    <a:pt x="0" y="0"/>
                  </a:moveTo>
                  <a:lnTo>
                    <a:pt x="0" y="633949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53807A41-5D01-247A-9BBE-65A98E79DF2A}"/>
                </a:ext>
              </a:extLst>
            </p:cNvPr>
            <p:cNvSpPr/>
            <p:nvPr/>
          </p:nvSpPr>
          <p:spPr>
            <a:xfrm>
              <a:off x="7725278" y="6193141"/>
              <a:ext cx="484568" cy="248193"/>
            </a:xfrm>
            <a:custGeom>
              <a:avLst/>
              <a:gdLst>
                <a:gd name="connsiteX0" fmla="*/ 0 w 484568"/>
                <a:gd name="connsiteY0" fmla="*/ 248193 h 248193"/>
                <a:gd name="connsiteX1" fmla="*/ 248105 w 484568"/>
                <a:gd name="connsiteY1" fmla="*/ 0 h 248193"/>
                <a:gd name="connsiteX2" fmla="*/ 484569 w 484568"/>
                <a:gd name="connsiteY2" fmla="*/ 236548 h 248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4568" h="248193">
                  <a:moveTo>
                    <a:pt x="0" y="248193"/>
                  </a:moveTo>
                  <a:lnTo>
                    <a:pt x="248105" y="0"/>
                  </a:lnTo>
                  <a:lnTo>
                    <a:pt x="484569" y="236548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</p:grpSp>
      <p:sp>
        <p:nvSpPr>
          <p:cNvPr id="26" name="Текст 7">
            <a:extLst>
              <a:ext uri="{FF2B5EF4-FFF2-40B4-BE49-F238E27FC236}">
                <a16:creationId xmlns:a16="http://schemas.microsoft.com/office/drawing/2014/main" id="{686A4666-49F7-83A6-D119-8927217D67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1817251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Список</a:t>
            </a:r>
            <a:br>
              <a:rPr lang="ru-RU" dirty="0"/>
            </a:br>
            <a:r>
              <a:rPr lang="ru-RU" dirty="0"/>
              <a:t>литературы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C1EEF921-4248-BDC1-3E11-AFB85BFF30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800411" y="2231410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Статья про ансамбли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45BA3A0B-7BF2-B97E-EC17-EEFA38A046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800410" y="2841010"/>
            <a:ext cx="9367285" cy="11140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Dietterich</a:t>
            </a: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, T. G. (2000). «Ensemble Methods in Machine Learning» // </a:t>
            </a:r>
            <a:b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</a:b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First International Workshop on Multiple Classifier Systems, Lecture Notes </a:t>
            </a:r>
            <a:b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</a:b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in Computer Science (pp. 1-15). New York: Springer Verlag.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1B3C505F-46D3-8D97-274D-276F0846F30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800410" y="5350862"/>
            <a:ext cx="9367285" cy="11140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Dietterich</a:t>
            </a: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, T. G. (2000). «Ensemble Methods in Machine Learning» // </a:t>
            </a:r>
            <a:b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</a:b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First International Workshop on Multiple Classifier Systems, Lecture Notes </a:t>
            </a:r>
            <a:b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</a:b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in Computer Science (pp. 1-15). New York: Springer Verlag.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74487701-A40C-3DE8-995C-9A480A35034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800410" y="7860714"/>
            <a:ext cx="9367285" cy="11140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Dietterich</a:t>
            </a: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, T. G. (2000). «Ensemble Methods in Machine Learning» // </a:t>
            </a:r>
            <a:b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</a:b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First International Workshop on Multiple Classifier Systems, Lecture Notes </a:t>
            </a:r>
            <a:b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</a:b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in Computer Science (pp. 1-15). New York: Springer Verlag.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39D4EDF3-6ED6-0662-3526-FF1EB00A8CB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800410" y="10370567"/>
            <a:ext cx="9367285" cy="11140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Dietterich</a:t>
            </a: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, T. G. (2000). «Ensemble Methods in Machine Learning» // </a:t>
            </a:r>
            <a:b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</a:b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First International Workshop on Multiple Classifier Systems, Lecture Notes </a:t>
            </a:r>
            <a:b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</a:b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in Computer Science (pp. 1-15). New York: Springer Verlag.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91B8FF39-5C92-3D0D-71A6-EC573D0EB0E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800411" y="4755112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Статья про ансамбли</a:t>
            </a: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A59AA340-AED1-04A5-1481-C023B10DBC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800411" y="7264964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Статья про ансамбли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90EA1D3B-1886-D0F5-9F72-5A2C744ACAE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800411" y="9774817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Статья про ансамбли</a:t>
            </a:r>
          </a:p>
        </p:txBody>
      </p:sp>
    </p:spTree>
    <p:extLst>
      <p:ext uri="{BB962C8B-B14F-4D97-AF65-F5344CB8AC3E}">
        <p14:creationId xmlns:p14="http://schemas.microsoft.com/office/powerpoint/2010/main" val="1769573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писок литературы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1" descr=" ">
            <a:extLst>
              <a:ext uri="{FF2B5EF4-FFF2-40B4-BE49-F238E27FC236}">
                <a16:creationId xmlns:a16="http://schemas.microsoft.com/office/drawing/2014/main" id="{81D64198-C4AB-7F7F-DE7F-AD83E118B1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0605826" cy="13716000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DD247C46-EA27-E2F7-AAF0-36AD79908EF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9352" y="5129497"/>
            <a:ext cx="7328498" cy="5813942"/>
          </a:xfrm>
          <a:prstGeom prst="rect">
            <a:avLst/>
          </a:prstGeom>
        </p:spPr>
      </p:pic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6" name="Текст 7">
            <a:extLst>
              <a:ext uri="{FF2B5EF4-FFF2-40B4-BE49-F238E27FC236}">
                <a16:creationId xmlns:a16="http://schemas.microsoft.com/office/drawing/2014/main" id="{686A4666-49F7-83A6-D119-8927217D67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2356936"/>
            <a:ext cx="732849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Литература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3544C411-FB9A-CCDD-2D25-660F9F08157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082622" y="2294632"/>
            <a:ext cx="10085073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9D406A85-4F09-5D56-ECE6-A1E6989097C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082622" y="3953934"/>
            <a:ext cx="10085073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B642DB10-C254-F4AE-5A47-0DF97952E1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082622" y="5613236"/>
            <a:ext cx="10085073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5" name="Текст 55">
            <a:extLst>
              <a:ext uri="{FF2B5EF4-FFF2-40B4-BE49-F238E27FC236}">
                <a16:creationId xmlns:a16="http://schemas.microsoft.com/office/drawing/2014/main" id="{F18217D3-3F69-CC50-68C4-9A6F7FE9D13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082622" y="7272538"/>
            <a:ext cx="10085073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E235104D-BEB1-4B90-8A9D-690DA4C558F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082622" y="8931840"/>
            <a:ext cx="10085073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7" name="Текст 55">
            <a:extLst>
              <a:ext uri="{FF2B5EF4-FFF2-40B4-BE49-F238E27FC236}">
                <a16:creationId xmlns:a16="http://schemas.microsoft.com/office/drawing/2014/main" id="{D270FF58-0DC4-254F-8FE7-E59535026A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082622" y="10591141"/>
            <a:ext cx="10085073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</p:spTree>
    <p:extLst>
      <p:ext uri="{BB962C8B-B14F-4D97-AF65-F5344CB8AC3E}">
        <p14:creationId xmlns:p14="http://schemas.microsoft.com/office/powerpoint/2010/main" val="17803644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R-код_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4AFB5662-6BA2-958C-A346-6088C3EEDDB1}"/>
              </a:ext>
            </a:extLst>
          </p:cNvPr>
          <p:cNvGrpSpPr/>
          <p:nvPr userDrawn="1"/>
        </p:nvGrpSpPr>
        <p:grpSpPr>
          <a:xfrm>
            <a:off x="13940056" y="2914650"/>
            <a:ext cx="7887686" cy="7886700"/>
            <a:chOff x="13946343" y="2921000"/>
            <a:chExt cx="7887686" cy="7886700"/>
          </a:xfrm>
        </p:grpSpPr>
        <p:pic>
          <p:nvPicPr>
            <p:cNvPr id="6" name="Image 8" descr=" ">
              <a:extLst>
                <a:ext uri="{FF2B5EF4-FFF2-40B4-BE49-F238E27FC236}">
                  <a16:creationId xmlns:a16="http://schemas.microsoft.com/office/drawing/2014/main" id="{79F5D3F3-CF8A-957C-AEA0-B07CC66786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3946343" y="2921000"/>
              <a:ext cx="1282860" cy="1282700"/>
            </a:xfrm>
            <a:prstGeom prst="rect">
              <a:avLst/>
            </a:prstGeom>
          </p:spPr>
        </p:pic>
        <p:pic>
          <p:nvPicPr>
            <p:cNvPr id="7" name="Image 9" descr=" ">
              <a:extLst>
                <a:ext uri="{FF2B5EF4-FFF2-40B4-BE49-F238E27FC236}">
                  <a16:creationId xmlns:a16="http://schemas.microsoft.com/office/drawing/2014/main" id="{21B3B8A3-1332-710B-11E5-888DDB101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551169" y="9525000"/>
              <a:ext cx="1282860" cy="1282700"/>
            </a:xfrm>
            <a:prstGeom prst="rect">
              <a:avLst/>
            </a:prstGeom>
          </p:spPr>
        </p:pic>
        <p:pic>
          <p:nvPicPr>
            <p:cNvPr id="8" name="Image 10" descr=" ">
              <a:extLst>
                <a:ext uri="{FF2B5EF4-FFF2-40B4-BE49-F238E27FC236}">
                  <a16:creationId xmlns:a16="http://schemas.microsoft.com/office/drawing/2014/main" id="{37ECDDE3-0BDB-A81E-09FD-95FF78E8D43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551169" y="2921000"/>
              <a:ext cx="1282860" cy="1282700"/>
            </a:xfrm>
            <a:prstGeom prst="rect">
              <a:avLst/>
            </a:prstGeom>
          </p:spPr>
        </p:pic>
        <p:pic>
          <p:nvPicPr>
            <p:cNvPr id="9" name="Image 11" descr=" ">
              <a:extLst>
                <a:ext uri="{FF2B5EF4-FFF2-40B4-BE49-F238E27FC236}">
                  <a16:creationId xmlns:a16="http://schemas.microsoft.com/office/drawing/2014/main" id="{4CE61514-9F09-311C-420D-6CBE6E2A5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3946343" y="9525000"/>
              <a:ext cx="1282860" cy="1282700"/>
            </a:xfrm>
            <a:prstGeom prst="rect">
              <a:avLst/>
            </a:prstGeom>
          </p:spPr>
        </p:pic>
      </p:grpSp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907ED166-E1CE-4314-083A-291773CF28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847806" y="3821906"/>
            <a:ext cx="6072187" cy="6072188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5" name="Текст 7">
            <a:extLst>
              <a:ext uri="{FF2B5EF4-FFF2-40B4-BE49-F238E27FC236}">
                <a16:creationId xmlns:a16="http://schemas.microsoft.com/office/drawing/2014/main" id="{07FAA2DE-99C3-C436-0879-88B529901C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9434" y="672465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Минутка</a:t>
            </a:r>
            <a:br>
              <a:rPr lang="ru-RU" dirty="0"/>
            </a:br>
            <a:r>
              <a:rPr lang="ru-RU" dirty="0"/>
              <a:t>обратной связи</a:t>
            </a:r>
          </a:p>
        </p:txBody>
      </p:sp>
    </p:spTree>
    <p:extLst>
      <p:ext uri="{BB962C8B-B14F-4D97-AF65-F5344CB8AC3E}">
        <p14:creationId xmlns:p14="http://schemas.microsoft.com/office/powerpoint/2010/main" val="1328443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R-код_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907ED166-E1CE-4314-083A-291773CF28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847806" y="3821906"/>
            <a:ext cx="6072187" cy="6072188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5" name="Текст 7">
            <a:extLst>
              <a:ext uri="{FF2B5EF4-FFF2-40B4-BE49-F238E27FC236}">
                <a16:creationId xmlns:a16="http://schemas.microsoft.com/office/drawing/2014/main" id="{07FAA2DE-99C3-C436-0879-88B529901C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9434" y="672465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Минутка</a:t>
            </a:r>
            <a:br>
              <a:rPr lang="ru-RU" dirty="0"/>
            </a:br>
            <a:r>
              <a:rPr lang="ru-RU" dirty="0"/>
              <a:t>обратной связи</a:t>
            </a:r>
          </a:p>
        </p:txBody>
      </p:sp>
      <p:sp>
        <p:nvSpPr>
          <p:cNvPr id="2" name="Скругленный прямоугольник 8">
            <a:extLst>
              <a:ext uri="{FF2B5EF4-FFF2-40B4-BE49-F238E27FC236}">
                <a16:creationId xmlns:a16="http://schemas.microsoft.com/office/drawing/2014/main" id="{589056DF-4832-9ED5-D0DC-279FCD3482AC}"/>
              </a:ext>
            </a:extLst>
          </p:cNvPr>
          <p:cNvSpPr/>
          <p:nvPr userDrawn="1"/>
        </p:nvSpPr>
        <p:spPr>
          <a:xfrm>
            <a:off x="1206651" y="1206500"/>
            <a:ext cx="6755663" cy="6755663"/>
          </a:xfrm>
          <a:custGeom>
            <a:avLst/>
            <a:gdLst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699543 w 6699543"/>
              <a:gd name="connsiteY4" fmla="*/ 6325775 h 6699543"/>
              <a:gd name="connsiteX5" fmla="*/ 6325775 w 6699543"/>
              <a:gd name="connsiteY5" fmla="*/ 6699543 h 6699543"/>
              <a:gd name="connsiteX6" fmla="*/ 373768 w 6699543"/>
              <a:gd name="connsiteY6" fmla="*/ 6699543 h 6699543"/>
              <a:gd name="connsiteX7" fmla="*/ 0 w 6699543"/>
              <a:gd name="connsiteY7" fmla="*/ 6325775 h 6699543"/>
              <a:gd name="connsiteX8" fmla="*/ 0 w 6699543"/>
              <a:gd name="connsiteY8" fmla="*/ 373768 h 6699543"/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325775 w 6699543"/>
              <a:gd name="connsiteY4" fmla="*/ 6699543 h 6699543"/>
              <a:gd name="connsiteX5" fmla="*/ 373768 w 6699543"/>
              <a:gd name="connsiteY5" fmla="*/ 6699543 h 6699543"/>
              <a:gd name="connsiteX6" fmla="*/ 0 w 6699543"/>
              <a:gd name="connsiteY6" fmla="*/ 6325775 h 6699543"/>
              <a:gd name="connsiteX7" fmla="*/ 0 w 6699543"/>
              <a:gd name="connsiteY7" fmla="*/ 373768 h 6699543"/>
              <a:gd name="connsiteX0" fmla="*/ 6325775 w 6699543"/>
              <a:gd name="connsiteY0" fmla="*/ 6699543 h 6790983"/>
              <a:gd name="connsiteX1" fmla="*/ 373768 w 6699543"/>
              <a:gd name="connsiteY1" fmla="*/ 6699543 h 6790983"/>
              <a:gd name="connsiteX2" fmla="*/ 0 w 6699543"/>
              <a:gd name="connsiteY2" fmla="*/ 6325775 h 6790983"/>
              <a:gd name="connsiteX3" fmla="*/ 0 w 6699543"/>
              <a:gd name="connsiteY3" fmla="*/ 373768 h 6790983"/>
              <a:gd name="connsiteX4" fmla="*/ 373768 w 6699543"/>
              <a:gd name="connsiteY4" fmla="*/ 0 h 6790983"/>
              <a:gd name="connsiteX5" fmla="*/ 6325775 w 6699543"/>
              <a:gd name="connsiteY5" fmla="*/ 0 h 6790983"/>
              <a:gd name="connsiteX6" fmla="*/ 6699543 w 6699543"/>
              <a:gd name="connsiteY6" fmla="*/ 373768 h 6790983"/>
              <a:gd name="connsiteX7" fmla="*/ 6417215 w 6699543"/>
              <a:gd name="connsiteY7" fmla="*/ 6790983 h 6790983"/>
              <a:gd name="connsiteX0" fmla="*/ 6325775 w 6699543"/>
              <a:gd name="connsiteY0" fmla="*/ 6699543 h 6699543"/>
              <a:gd name="connsiteX1" fmla="*/ 373768 w 6699543"/>
              <a:gd name="connsiteY1" fmla="*/ 6699543 h 6699543"/>
              <a:gd name="connsiteX2" fmla="*/ 0 w 6699543"/>
              <a:gd name="connsiteY2" fmla="*/ 6325775 h 6699543"/>
              <a:gd name="connsiteX3" fmla="*/ 0 w 6699543"/>
              <a:gd name="connsiteY3" fmla="*/ 373768 h 6699543"/>
              <a:gd name="connsiteX4" fmla="*/ 373768 w 6699543"/>
              <a:gd name="connsiteY4" fmla="*/ 0 h 6699543"/>
              <a:gd name="connsiteX5" fmla="*/ 6325775 w 6699543"/>
              <a:gd name="connsiteY5" fmla="*/ 0 h 6699543"/>
              <a:gd name="connsiteX6" fmla="*/ 6699543 w 6699543"/>
              <a:gd name="connsiteY6" fmla="*/ 373768 h 6699543"/>
              <a:gd name="connsiteX0" fmla="*/ 6325775 w 6325775"/>
              <a:gd name="connsiteY0" fmla="*/ 6699543 h 6699543"/>
              <a:gd name="connsiteX1" fmla="*/ 373768 w 6325775"/>
              <a:gd name="connsiteY1" fmla="*/ 6699543 h 6699543"/>
              <a:gd name="connsiteX2" fmla="*/ 0 w 6325775"/>
              <a:gd name="connsiteY2" fmla="*/ 6325775 h 6699543"/>
              <a:gd name="connsiteX3" fmla="*/ 0 w 6325775"/>
              <a:gd name="connsiteY3" fmla="*/ 373768 h 6699543"/>
              <a:gd name="connsiteX4" fmla="*/ 373768 w 6325775"/>
              <a:gd name="connsiteY4" fmla="*/ 0 h 6699543"/>
              <a:gd name="connsiteX5" fmla="*/ 6325775 w 6325775"/>
              <a:gd name="connsiteY5" fmla="*/ 0 h 6699543"/>
              <a:gd name="connsiteX0" fmla="*/ 373768 w 6325775"/>
              <a:gd name="connsiteY0" fmla="*/ 6699543 h 6699543"/>
              <a:gd name="connsiteX1" fmla="*/ 0 w 6325775"/>
              <a:gd name="connsiteY1" fmla="*/ 6325775 h 6699543"/>
              <a:gd name="connsiteX2" fmla="*/ 0 w 6325775"/>
              <a:gd name="connsiteY2" fmla="*/ 373768 h 6699543"/>
              <a:gd name="connsiteX3" fmla="*/ 373768 w 6325775"/>
              <a:gd name="connsiteY3" fmla="*/ 0 h 6699543"/>
              <a:gd name="connsiteX4" fmla="*/ 6325775 w 6325775"/>
              <a:gd name="connsiteY4" fmla="*/ 0 h 6699543"/>
              <a:gd name="connsiteX0" fmla="*/ 0 w 6325775"/>
              <a:gd name="connsiteY0" fmla="*/ 6325775 h 6325775"/>
              <a:gd name="connsiteX1" fmla="*/ 0 w 6325775"/>
              <a:gd name="connsiteY1" fmla="*/ 373768 h 6325775"/>
              <a:gd name="connsiteX2" fmla="*/ 373768 w 6325775"/>
              <a:gd name="connsiteY2" fmla="*/ 0 h 6325775"/>
              <a:gd name="connsiteX3" fmla="*/ 6325775 w 6325775"/>
              <a:gd name="connsiteY3" fmla="*/ 0 h 632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25775" h="6325775">
                <a:moveTo>
                  <a:pt x="0" y="6325775"/>
                </a:moveTo>
                <a:lnTo>
                  <a:pt x="0" y="373768"/>
                </a:lnTo>
                <a:cubicBezTo>
                  <a:pt x="0" y="167342"/>
                  <a:pt x="167342" y="0"/>
                  <a:pt x="373768" y="0"/>
                </a:cubicBezTo>
                <a:lnTo>
                  <a:pt x="6325775" y="0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Graphik LC Regular"/>
              <a:ea typeface="+mn-ea"/>
              <a:cs typeface="+mn-cs"/>
            </a:endParaRPr>
          </a:p>
        </p:txBody>
      </p:sp>
      <p:sp>
        <p:nvSpPr>
          <p:cNvPr id="3" name="Прямоугольник 9">
            <a:extLst>
              <a:ext uri="{FF2B5EF4-FFF2-40B4-BE49-F238E27FC236}">
                <a16:creationId xmlns:a16="http://schemas.microsoft.com/office/drawing/2014/main" id="{5556023E-FADD-12A9-082D-5D9FE25D597F}"/>
              </a:ext>
            </a:extLst>
          </p:cNvPr>
          <p:cNvSpPr/>
          <p:nvPr userDrawn="1"/>
        </p:nvSpPr>
        <p:spPr>
          <a:xfrm>
            <a:off x="16424733" y="5753836"/>
            <a:ext cx="6755664" cy="6755664"/>
          </a:xfrm>
          <a:custGeom>
            <a:avLst/>
            <a:gdLst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0 w 6755664"/>
              <a:gd name="connsiteY4" fmla="*/ 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91440 w 6755664"/>
              <a:gd name="connsiteY4" fmla="*/ 9144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0" fmla="*/ 6755664 w 6755664"/>
              <a:gd name="connsiteY0" fmla="*/ 0 h 6755664"/>
              <a:gd name="connsiteX1" fmla="*/ 6755664 w 6755664"/>
              <a:gd name="connsiteY1" fmla="*/ 6755664 h 6755664"/>
              <a:gd name="connsiteX2" fmla="*/ 0 w 6755664"/>
              <a:gd name="connsiteY2" fmla="*/ 6755664 h 675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55664" h="6755664">
                <a:moveTo>
                  <a:pt x="6755664" y="0"/>
                </a:moveTo>
                <a:lnTo>
                  <a:pt x="6755664" y="6755664"/>
                </a:lnTo>
                <a:lnTo>
                  <a:pt x="0" y="6755664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Graphik LC Regula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15333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крывающий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EB588E6D-0783-B92E-0ADC-7F45A08360CB}"/>
              </a:ext>
            </a:extLst>
          </p:cNvPr>
          <p:cNvCxnSpPr>
            <a:cxnSpLocks/>
          </p:cNvCxnSpPr>
          <p:nvPr userDrawn="1"/>
        </p:nvCxnSpPr>
        <p:spPr>
          <a:xfrm>
            <a:off x="1212850" y="3094224"/>
            <a:ext cx="8819275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9C5002C-8729-8D13-2C58-0FA71DF39B51}"/>
              </a:ext>
            </a:extLst>
          </p:cNvPr>
          <p:cNvCxnSpPr>
            <a:cxnSpLocks/>
          </p:cNvCxnSpPr>
          <p:nvPr userDrawn="1"/>
        </p:nvCxnSpPr>
        <p:spPr>
          <a:xfrm>
            <a:off x="10611821" y="3746500"/>
            <a:ext cx="0" cy="8764588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A5A13F21-7172-10C0-7CDD-AA93153C38D5}"/>
              </a:ext>
            </a:extLst>
          </p:cNvPr>
          <p:cNvCxnSpPr>
            <a:cxnSpLocks/>
          </p:cNvCxnSpPr>
          <p:nvPr userDrawn="1"/>
        </p:nvCxnSpPr>
        <p:spPr>
          <a:xfrm>
            <a:off x="10611821" y="1219200"/>
            <a:ext cx="0" cy="13208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429E35E8-7220-A403-F5ED-50EE5A3E65FD}"/>
              </a:ext>
            </a:extLst>
          </p:cNvPr>
          <p:cNvCxnSpPr>
            <a:cxnSpLocks/>
          </p:cNvCxnSpPr>
          <p:nvPr userDrawn="1"/>
        </p:nvCxnSpPr>
        <p:spPr>
          <a:xfrm>
            <a:off x="11243595" y="3094224"/>
            <a:ext cx="11930730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4" descr=" ">
            <a:extLst>
              <a:ext uri="{FF2B5EF4-FFF2-40B4-BE49-F238E27FC236}">
                <a16:creationId xmlns:a16="http://schemas.microsoft.com/office/drawing/2014/main" id="{2653F152-4122-DC51-E804-EEA9626795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219200"/>
            <a:ext cx="6960470" cy="122297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395BAB2-F940-EBC2-204B-83CBB7A8662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25239" y="3746500"/>
            <a:ext cx="12149085" cy="8782256"/>
          </a:xfrm>
          <a:prstGeom prst="rect">
            <a:avLst/>
          </a:prstGeom>
        </p:spPr>
      </p:pic>
      <p:sp>
        <p:nvSpPr>
          <p:cNvPr id="10" name="Текст 34">
            <a:extLst>
              <a:ext uri="{FF2B5EF4-FFF2-40B4-BE49-F238E27FC236}">
                <a16:creationId xmlns:a16="http://schemas.microsoft.com/office/drawing/2014/main" id="{2D064D82-A5DF-E42F-D572-6AC0F18161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3" y="3688655"/>
            <a:ext cx="8819276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11" name="Текст 36">
            <a:extLst>
              <a:ext uri="{FF2B5EF4-FFF2-40B4-BE49-F238E27FC236}">
                <a16:creationId xmlns:a16="http://schemas.microsoft.com/office/drawing/2014/main" id="{DD1DDB08-61AD-EEAA-F4E4-B8EA0B7B7A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9352" y="12207829"/>
            <a:ext cx="5344409" cy="3718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</p:spTree>
    <p:extLst>
      <p:ext uri="{BB962C8B-B14F-4D97-AF65-F5344CB8AC3E}">
        <p14:creationId xmlns:p14="http://schemas.microsoft.com/office/powerpoint/2010/main" val="20669538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крывающий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EB588E6D-0783-B92E-0ADC-7F45A08360CB}"/>
              </a:ext>
            </a:extLst>
          </p:cNvPr>
          <p:cNvCxnSpPr>
            <a:cxnSpLocks/>
          </p:cNvCxnSpPr>
          <p:nvPr userDrawn="1"/>
        </p:nvCxnSpPr>
        <p:spPr>
          <a:xfrm>
            <a:off x="1212850" y="3094224"/>
            <a:ext cx="8819275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9C5002C-8729-8D13-2C58-0FA71DF39B51}"/>
              </a:ext>
            </a:extLst>
          </p:cNvPr>
          <p:cNvCxnSpPr>
            <a:cxnSpLocks/>
          </p:cNvCxnSpPr>
          <p:nvPr userDrawn="1"/>
        </p:nvCxnSpPr>
        <p:spPr>
          <a:xfrm>
            <a:off x="10611821" y="3746500"/>
            <a:ext cx="0" cy="8764588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A5A13F21-7172-10C0-7CDD-AA93153C38D5}"/>
              </a:ext>
            </a:extLst>
          </p:cNvPr>
          <p:cNvCxnSpPr>
            <a:cxnSpLocks/>
          </p:cNvCxnSpPr>
          <p:nvPr userDrawn="1"/>
        </p:nvCxnSpPr>
        <p:spPr>
          <a:xfrm>
            <a:off x="10611821" y="1219200"/>
            <a:ext cx="0" cy="13208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4" descr=" ">
            <a:extLst>
              <a:ext uri="{FF2B5EF4-FFF2-40B4-BE49-F238E27FC236}">
                <a16:creationId xmlns:a16="http://schemas.microsoft.com/office/drawing/2014/main" id="{2653F152-4122-DC51-E804-EEA9626795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219200"/>
            <a:ext cx="6960470" cy="1222970"/>
          </a:xfrm>
          <a:prstGeom prst="rect">
            <a:avLst/>
          </a:prstGeom>
        </p:spPr>
      </p:pic>
      <p:sp>
        <p:nvSpPr>
          <p:cNvPr id="10" name="Текст 34">
            <a:extLst>
              <a:ext uri="{FF2B5EF4-FFF2-40B4-BE49-F238E27FC236}">
                <a16:creationId xmlns:a16="http://schemas.microsoft.com/office/drawing/2014/main" id="{2D064D82-A5DF-E42F-D572-6AC0F18161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3" y="3688655"/>
            <a:ext cx="8819276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11" name="Текст 36">
            <a:extLst>
              <a:ext uri="{FF2B5EF4-FFF2-40B4-BE49-F238E27FC236}">
                <a16:creationId xmlns:a16="http://schemas.microsoft.com/office/drawing/2014/main" id="{DD1DDB08-61AD-EEAA-F4E4-B8EA0B7B7A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9352" y="12207829"/>
            <a:ext cx="5344409" cy="3718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1564F771-26A7-3597-5251-0D25DA1A993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1835834" y="1219200"/>
            <a:ext cx="11320824" cy="1130955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23575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закрывающий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EB588E6D-0783-B92E-0ADC-7F45A08360CB}"/>
              </a:ext>
            </a:extLst>
          </p:cNvPr>
          <p:cNvCxnSpPr>
            <a:cxnSpLocks/>
          </p:cNvCxnSpPr>
          <p:nvPr userDrawn="1"/>
        </p:nvCxnSpPr>
        <p:spPr>
          <a:xfrm>
            <a:off x="1212850" y="3094224"/>
            <a:ext cx="8819275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9C5002C-8729-8D13-2C58-0FA71DF39B51}"/>
              </a:ext>
            </a:extLst>
          </p:cNvPr>
          <p:cNvCxnSpPr>
            <a:cxnSpLocks/>
          </p:cNvCxnSpPr>
          <p:nvPr userDrawn="1"/>
        </p:nvCxnSpPr>
        <p:spPr>
          <a:xfrm>
            <a:off x="10611821" y="3746500"/>
            <a:ext cx="0" cy="8764588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A5A13F21-7172-10C0-7CDD-AA93153C38D5}"/>
              </a:ext>
            </a:extLst>
          </p:cNvPr>
          <p:cNvCxnSpPr>
            <a:cxnSpLocks/>
          </p:cNvCxnSpPr>
          <p:nvPr userDrawn="1"/>
        </p:nvCxnSpPr>
        <p:spPr>
          <a:xfrm>
            <a:off x="10611821" y="1219200"/>
            <a:ext cx="0" cy="13208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4" descr=" ">
            <a:extLst>
              <a:ext uri="{FF2B5EF4-FFF2-40B4-BE49-F238E27FC236}">
                <a16:creationId xmlns:a16="http://schemas.microsoft.com/office/drawing/2014/main" id="{2653F152-4122-DC51-E804-EEA9626795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219200"/>
            <a:ext cx="6960470" cy="1222970"/>
          </a:xfrm>
          <a:prstGeom prst="rect">
            <a:avLst/>
          </a:prstGeom>
        </p:spPr>
      </p:pic>
      <p:sp>
        <p:nvSpPr>
          <p:cNvPr id="10" name="Текст 34">
            <a:extLst>
              <a:ext uri="{FF2B5EF4-FFF2-40B4-BE49-F238E27FC236}">
                <a16:creationId xmlns:a16="http://schemas.microsoft.com/office/drawing/2014/main" id="{2D064D82-A5DF-E42F-D572-6AC0F18161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3" y="3688655"/>
            <a:ext cx="8819276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11" name="Текст 36">
            <a:extLst>
              <a:ext uri="{FF2B5EF4-FFF2-40B4-BE49-F238E27FC236}">
                <a16:creationId xmlns:a16="http://schemas.microsoft.com/office/drawing/2014/main" id="{DD1DDB08-61AD-EEAA-F4E4-B8EA0B7B7A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9352" y="12207829"/>
            <a:ext cx="5344409" cy="3718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13E03F6-C00B-E2EA-9454-2B36E325153C}"/>
              </a:ext>
            </a:extLst>
          </p:cNvPr>
          <p:cNvCxnSpPr>
            <a:cxnSpLocks/>
          </p:cNvCxnSpPr>
          <p:nvPr userDrawn="1"/>
        </p:nvCxnSpPr>
        <p:spPr>
          <a:xfrm>
            <a:off x="11243595" y="3094224"/>
            <a:ext cx="11930730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711F1178-D010-6993-4469-AB2550C12B9D}"/>
              </a:ext>
            </a:extLst>
          </p:cNvPr>
          <p:cNvGrpSpPr/>
          <p:nvPr userDrawn="1"/>
        </p:nvGrpSpPr>
        <p:grpSpPr>
          <a:xfrm>
            <a:off x="12693574" y="3910775"/>
            <a:ext cx="10461233" cy="8587371"/>
            <a:chOff x="12693574" y="3910775"/>
            <a:chExt cx="10461233" cy="8587371"/>
          </a:xfrm>
        </p:grpSpPr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3A8E0702-A7F3-4BA6-E6EF-4AEBB9BF9002}"/>
                </a:ext>
              </a:extLst>
            </p:cNvPr>
            <p:cNvSpPr/>
            <p:nvPr/>
          </p:nvSpPr>
          <p:spPr>
            <a:xfrm>
              <a:off x="12693574" y="3910775"/>
              <a:ext cx="3796607" cy="4581473"/>
            </a:xfrm>
            <a:custGeom>
              <a:avLst/>
              <a:gdLst>
                <a:gd name="connsiteX0" fmla="*/ 3208893 w 3796607"/>
                <a:gd name="connsiteY0" fmla="*/ 4581474 h 4581473"/>
                <a:gd name="connsiteX1" fmla="*/ 2292068 w 3796607"/>
                <a:gd name="connsiteY1" fmla="*/ 4581474 h 4581473"/>
                <a:gd name="connsiteX2" fmla="*/ 0 w 3796607"/>
                <a:gd name="connsiteY2" fmla="*/ 2290732 h 4581473"/>
                <a:gd name="connsiteX3" fmla="*/ 0 w 3796607"/>
                <a:gd name="connsiteY3" fmla="*/ 2290732 h 4581473"/>
                <a:gd name="connsiteX4" fmla="*/ 2292068 w 3796607"/>
                <a:gd name="connsiteY4" fmla="*/ 0 h 4581473"/>
                <a:gd name="connsiteX5" fmla="*/ 3796608 w 3796607"/>
                <a:gd name="connsiteY5" fmla="*/ 0 h 4581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96607" h="4581473">
                  <a:moveTo>
                    <a:pt x="3208893" y="4581474"/>
                  </a:moveTo>
                  <a:lnTo>
                    <a:pt x="2292068" y="4581474"/>
                  </a:lnTo>
                  <a:cubicBezTo>
                    <a:pt x="1026197" y="4581474"/>
                    <a:pt x="0" y="3555876"/>
                    <a:pt x="0" y="2290732"/>
                  </a:cubicBezTo>
                  <a:lnTo>
                    <a:pt x="0" y="2290732"/>
                  </a:lnTo>
                  <a:cubicBezTo>
                    <a:pt x="0" y="1025597"/>
                    <a:pt x="1026195" y="0"/>
                    <a:pt x="2292068" y="0"/>
                  </a:cubicBezTo>
                  <a:lnTo>
                    <a:pt x="3796608" y="0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5F53D2E6-C47E-5362-DBDA-A7E7BEFCA447}"/>
                </a:ext>
              </a:extLst>
            </p:cNvPr>
            <p:cNvSpPr/>
            <p:nvPr/>
          </p:nvSpPr>
          <p:spPr>
            <a:xfrm>
              <a:off x="16521177" y="12028253"/>
              <a:ext cx="6629378" cy="469893"/>
            </a:xfrm>
            <a:custGeom>
              <a:avLst/>
              <a:gdLst>
                <a:gd name="connsiteX0" fmla="*/ 0 w 6629378"/>
                <a:gd name="connsiteY0" fmla="*/ 0 h 469893"/>
                <a:gd name="connsiteX1" fmla="*/ 6499362 w 6629378"/>
                <a:gd name="connsiteY1" fmla="*/ 0 h 469893"/>
                <a:gd name="connsiteX2" fmla="*/ 6629378 w 6629378"/>
                <a:gd name="connsiteY2" fmla="*/ 129941 h 469893"/>
                <a:gd name="connsiteX3" fmla="*/ 6629378 w 6629378"/>
                <a:gd name="connsiteY3" fmla="*/ 469893 h 469893"/>
                <a:gd name="connsiteX4" fmla="*/ 0 w 6629378"/>
                <a:gd name="connsiteY4" fmla="*/ 469893 h 469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29378" h="469893">
                  <a:moveTo>
                    <a:pt x="0" y="0"/>
                  </a:moveTo>
                  <a:lnTo>
                    <a:pt x="6499362" y="0"/>
                  </a:lnTo>
                  <a:cubicBezTo>
                    <a:pt x="6571170" y="0"/>
                    <a:pt x="6629378" y="58174"/>
                    <a:pt x="6629378" y="129941"/>
                  </a:cubicBezTo>
                  <a:lnTo>
                    <a:pt x="6629378" y="469893"/>
                  </a:lnTo>
                  <a:lnTo>
                    <a:pt x="0" y="469893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55F70ABB-4101-A895-5AD7-8B4E73FCA325}"/>
                </a:ext>
              </a:extLst>
            </p:cNvPr>
            <p:cNvSpPr/>
            <p:nvPr/>
          </p:nvSpPr>
          <p:spPr>
            <a:xfrm>
              <a:off x="13222502" y="12028253"/>
              <a:ext cx="6629375" cy="469893"/>
            </a:xfrm>
            <a:custGeom>
              <a:avLst/>
              <a:gdLst>
                <a:gd name="connsiteX0" fmla="*/ 0 w 6629375"/>
                <a:gd name="connsiteY0" fmla="*/ 259882 h 469893"/>
                <a:gd name="connsiteX1" fmla="*/ 260033 w 6629375"/>
                <a:gd name="connsiteY1" fmla="*/ 0 h 469893"/>
                <a:gd name="connsiteX2" fmla="*/ 6629376 w 6629375"/>
                <a:gd name="connsiteY2" fmla="*/ 0 h 469893"/>
                <a:gd name="connsiteX3" fmla="*/ 6629376 w 6629375"/>
                <a:gd name="connsiteY3" fmla="*/ 210011 h 469893"/>
                <a:gd name="connsiteX4" fmla="*/ 6369343 w 6629375"/>
                <a:gd name="connsiteY4" fmla="*/ 469893 h 469893"/>
                <a:gd name="connsiteX5" fmla="*/ 0 w 6629375"/>
                <a:gd name="connsiteY5" fmla="*/ 469893 h 469893"/>
                <a:gd name="connsiteX6" fmla="*/ 0 w 6629375"/>
                <a:gd name="connsiteY6" fmla="*/ 259882 h 469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29375" h="469893">
                  <a:moveTo>
                    <a:pt x="0" y="259882"/>
                  </a:moveTo>
                  <a:cubicBezTo>
                    <a:pt x="0" y="116350"/>
                    <a:pt x="116421" y="0"/>
                    <a:pt x="260033" y="0"/>
                  </a:cubicBezTo>
                  <a:lnTo>
                    <a:pt x="6629376" y="0"/>
                  </a:lnTo>
                  <a:lnTo>
                    <a:pt x="6629376" y="210011"/>
                  </a:lnTo>
                  <a:cubicBezTo>
                    <a:pt x="6629376" y="353543"/>
                    <a:pt x="6512946" y="469893"/>
                    <a:pt x="6369343" y="469893"/>
                  </a:cubicBezTo>
                  <a:lnTo>
                    <a:pt x="0" y="469893"/>
                  </a:lnTo>
                  <a:lnTo>
                    <a:pt x="0" y="259882"/>
                  </a:ln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FD8BB31E-8898-4FD5-6C6A-97DA2A0DFAC3}"/>
                </a:ext>
              </a:extLst>
            </p:cNvPr>
            <p:cNvSpPr/>
            <p:nvPr/>
          </p:nvSpPr>
          <p:spPr>
            <a:xfrm>
              <a:off x="16525429" y="7094331"/>
              <a:ext cx="6629378" cy="4933882"/>
            </a:xfrm>
            <a:custGeom>
              <a:avLst/>
              <a:gdLst>
                <a:gd name="connsiteX0" fmla="*/ 0 w 6629378"/>
                <a:gd name="connsiteY0" fmla="*/ 259882 h 4933882"/>
                <a:gd name="connsiteX1" fmla="*/ 260033 w 6629378"/>
                <a:gd name="connsiteY1" fmla="*/ 0 h 4933882"/>
                <a:gd name="connsiteX2" fmla="*/ 6629379 w 6629378"/>
                <a:gd name="connsiteY2" fmla="*/ 0 h 4933882"/>
                <a:gd name="connsiteX3" fmla="*/ 6629379 w 6629378"/>
                <a:gd name="connsiteY3" fmla="*/ 4674001 h 4933882"/>
                <a:gd name="connsiteX4" fmla="*/ 6369346 w 6629378"/>
                <a:gd name="connsiteY4" fmla="*/ 4933883 h 4933882"/>
                <a:gd name="connsiteX5" fmla="*/ 0 w 6629378"/>
                <a:gd name="connsiteY5" fmla="*/ 4933883 h 4933882"/>
                <a:gd name="connsiteX6" fmla="*/ 0 w 6629378"/>
                <a:gd name="connsiteY6" fmla="*/ 259882 h 4933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29378" h="4933882">
                  <a:moveTo>
                    <a:pt x="0" y="259882"/>
                  </a:moveTo>
                  <a:cubicBezTo>
                    <a:pt x="0" y="116349"/>
                    <a:pt x="116430" y="0"/>
                    <a:pt x="260033" y="0"/>
                  </a:cubicBezTo>
                  <a:lnTo>
                    <a:pt x="6629379" y="0"/>
                  </a:lnTo>
                  <a:lnTo>
                    <a:pt x="6629379" y="4674001"/>
                  </a:lnTo>
                  <a:cubicBezTo>
                    <a:pt x="6629379" y="4817534"/>
                    <a:pt x="6512961" y="4933883"/>
                    <a:pt x="6369346" y="4933883"/>
                  </a:cubicBezTo>
                  <a:lnTo>
                    <a:pt x="0" y="4933883"/>
                  </a:lnTo>
                  <a:lnTo>
                    <a:pt x="0" y="259882"/>
                  </a:ln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72270B8B-3056-EA29-CCB1-91B0593695C9}"/>
                </a:ext>
              </a:extLst>
            </p:cNvPr>
            <p:cNvSpPr/>
            <p:nvPr/>
          </p:nvSpPr>
          <p:spPr>
            <a:xfrm>
              <a:off x="15009136" y="6565705"/>
              <a:ext cx="6629378" cy="4064591"/>
            </a:xfrm>
            <a:custGeom>
              <a:avLst/>
              <a:gdLst>
                <a:gd name="connsiteX0" fmla="*/ 831417 w 6629378"/>
                <a:gd name="connsiteY0" fmla="*/ 0 h 4064591"/>
                <a:gd name="connsiteX1" fmla="*/ 6629378 w 6629378"/>
                <a:gd name="connsiteY1" fmla="*/ 0 h 4064591"/>
                <a:gd name="connsiteX2" fmla="*/ 6629378 w 6629378"/>
                <a:gd name="connsiteY2" fmla="*/ 3250173 h 4064591"/>
                <a:gd name="connsiteX3" fmla="*/ 5798131 w 6629378"/>
                <a:gd name="connsiteY3" fmla="*/ 4064591 h 4064591"/>
                <a:gd name="connsiteX4" fmla="*/ 0 w 6629378"/>
                <a:gd name="connsiteY4" fmla="*/ 4064591 h 4064591"/>
                <a:gd name="connsiteX5" fmla="*/ 0 w 6629378"/>
                <a:gd name="connsiteY5" fmla="*/ 814405 h 4064591"/>
                <a:gd name="connsiteX6" fmla="*/ 831261 w 6629378"/>
                <a:gd name="connsiteY6" fmla="*/ 0 h 4064591"/>
                <a:gd name="connsiteX7" fmla="*/ 831417 w 6629378"/>
                <a:gd name="connsiteY7" fmla="*/ 0 h 406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9378" h="4064591">
                  <a:moveTo>
                    <a:pt x="831417" y="0"/>
                  </a:moveTo>
                  <a:lnTo>
                    <a:pt x="6629378" y="0"/>
                  </a:lnTo>
                  <a:lnTo>
                    <a:pt x="6629378" y="3250173"/>
                  </a:lnTo>
                  <a:cubicBezTo>
                    <a:pt x="6629378" y="3699704"/>
                    <a:pt x="6256946" y="4064591"/>
                    <a:pt x="5798131" y="4064591"/>
                  </a:cubicBezTo>
                  <a:lnTo>
                    <a:pt x="0" y="4064591"/>
                  </a:lnTo>
                  <a:lnTo>
                    <a:pt x="0" y="814405"/>
                  </a:lnTo>
                  <a:cubicBezTo>
                    <a:pt x="0" y="364887"/>
                    <a:pt x="372433" y="0"/>
                    <a:pt x="831261" y="0"/>
                  </a:cubicBezTo>
                  <a:lnTo>
                    <a:pt x="831417" y="0"/>
                  </a:lnTo>
                  <a:close/>
                </a:path>
              </a:pathLst>
            </a:custGeom>
            <a:solidFill>
              <a:srgbClr val="141414"/>
            </a:solidFill>
            <a:ln w="129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7CA87E94-4DF6-E8E6-1B57-207C9B5BC1B1}"/>
                </a:ext>
              </a:extLst>
            </p:cNvPr>
            <p:cNvSpPr/>
            <p:nvPr/>
          </p:nvSpPr>
          <p:spPr>
            <a:xfrm>
              <a:off x="16760512" y="7329290"/>
              <a:ext cx="6159212" cy="4463990"/>
            </a:xfrm>
            <a:custGeom>
              <a:avLst/>
              <a:gdLst>
                <a:gd name="connsiteX0" fmla="*/ 0 w 6159212"/>
                <a:gd name="connsiteY0" fmla="*/ 259882 h 4463990"/>
                <a:gd name="connsiteX1" fmla="*/ 260033 w 6159212"/>
                <a:gd name="connsiteY1" fmla="*/ 0 h 4463990"/>
                <a:gd name="connsiteX2" fmla="*/ 6159213 w 6159212"/>
                <a:gd name="connsiteY2" fmla="*/ 0 h 4463990"/>
                <a:gd name="connsiteX3" fmla="*/ 6159213 w 6159212"/>
                <a:gd name="connsiteY3" fmla="*/ 4204109 h 4463990"/>
                <a:gd name="connsiteX4" fmla="*/ 5899180 w 6159212"/>
                <a:gd name="connsiteY4" fmla="*/ 4463991 h 4463990"/>
                <a:gd name="connsiteX5" fmla="*/ 0 w 6159212"/>
                <a:gd name="connsiteY5" fmla="*/ 4463991 h 4463990"/>
                <a:gd name="connsiteX6" fmla="*/ 0 w 6159212"/>
                <a:gd name="connsiteY6" fmla="*/ 259882 h 4463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59212" h="4463990">
                  <a:moveTo>
                    <a:pt x="0" y="259882"/>
                  </a:moveTo>
                  <a:cubicBezTo>
                    <a:pt x="0" y="116349"/>
                    <a:pt x="116430" y="0"/>
                    <a:pt x="260033" y="0"/>
                  </a:cubicBezTo>
                  <a:lnTo>
                    <a:pt x="6159213" y="0"/>
                  </a:lnTo>
                  <a:lnTo>
                    <a:pt x="6159213" y="4204109"/>
                  </a:lnTo>
                  <a:cubicBezTo>
                    <a:pt x="6159213" y="4347642"/>
                    <a:pt x="6042783" y="4463991"/>
                    <a:pt x="5899180" y="4463991"/>
                  </a:cubicBezTo>
                  <a:lnTo>
                    <a:pt x="0" y="4463991"/>
                  </a:lnTo>
                  <a:lnTo>
                    <a:pt x="0" y="259882"/>
                  </a:lnTo>
                  <a:close/>
                </a:path>
              </a:pathLst>
            </a:custGeom>
            <a:solidFill>
              <a:srgbClr val="E6E6E6"/>
            </a:solidFill>
            <a:ln w="129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6F3E4246-2B2B-8CBE-2B89-39CEBD87C7EE}"/>
                </a:ext>
              </a:extLst>
            </p:cNvPr>
            <p:cNvSpPr/>
            <p:nvPr/>
          </p:nvSpPr>
          <p:spPr>
            <a:xfrm>
              <a:off x="20639401" y="11111910"/>
              <a:ext cx="1810143" cy="211452"/>
            </a:xfrm>
            <a:custGeom>
              <a:avLst/>
              <a:gdLst>
                <a:gd name="connsiteX0" fmla="*/ 1704356 w 1810143"/>
                <a:gd name="connsiteY0" fmla="*/ 0 h 211452"/>
                <a:gd name="connsiteX1" fmla="*/ 1810143 w 1810143"/>
                <a:gd name="connsiteY1" fmla="*/ 0 h 211452"/>
                <a:gd name="connsiteX2" fmla="*/ 1810143 w 1810143"/>
                <a:gd name="connsiteY2" fmla="*/ 211453 h 211452"/>
                <a:gd name="connsiteX3" fmla="*/ 1704356 w 1810143"/>
                <a:gd name="connsiteY3" fmla="*/ 211453 h 211452"/>
                <a:gd name="connsiteX4" fmla="*/ 105788 w 1810143"/>
                <a:gd name="connsiteY4" fmla="*/ 211453 h 211452"/>
                <a:gd name="connsiteX5" fmla="*/ 0 w 1810143"/>
                <a:gd name="connsiteY5" fmla="*/ 211453 h 211452"/>
                <a:gd name="connsiteX6" fmla="*/ 0 w 1810143"/>
                <a:gd name="connsiteY6" fmla="*/ 0 h 211452"/>
                <a:gd name="connsiteX7" fmla="*/ 105788 w 1810143"/>
                <a:gd name="connsiteY7" fmla="*/ 0 h 211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10143" h="211452">
                  <a:moveTo>
                    <a:pt x="1704356" y="0"/>
                  </a:moveTo>
                  <a:cubicBezTo>
                    <a:pt x="1762781" y="0"/>
                    <a:pt x="1810143" y="0"/>
                    <a:pt x="1810143" y="0"/>
                  </a:cubicBezTo>
                  <a:lnTo>
                    <a:pt x="1810143" y="211453"/>
                  </a:lnTo>
                  <a:cubicBezTo>
                    <a:pt x="1810143" y="211453"/>
                    <a:pt x="1762781" y="211453"/>
                    <a:pt x="1704356" y="211453"/>
                  </a:cubicBezTo>
                  <a:lnTo>
                    <a:pt x="105788" y="211453"/>
                  </a:lnTo>
                  <a:cubicBezTo>
                    <a:pt x="47363" y="211453"/>
                    <a:pt x="0" y="211453"/>
                    <a:pt x="0" y="211453"/>
                  </a:cubicBezTo>
                  <a:lnTo>
                    <a:pt x="0" y="0"/>
                  </a:lnTo>
                  <a:cubicBezTo>
                    <a:pt x="0" y="0"/>
                    <a:pt x="47363" y="0"/>
                    <a:pt x="105788" y="0"/>
                  </a:cubicBezTo>
                  <a:close/>
                </a:path>
              </a:pathLst>
            </a:custGeom>
            <a:solidFill>
              <a:srgbClr val="141414"/>
            </a:solidFill>
            <a:ln w="129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248E5BCC-8CC6-43C3-D54C-07ADAB66BA20}"/>
                </a:ext>
              </a:extLst>
            </p:cNvPr>
            <p:cNvSpPr/>
            <p:nvPr/>
          </p:nvSpPr>
          <p:spPr>
            <a:xfrm>
              <a:off x="15244232" y="6589186"/>
              <a:ext cx="6159212" cy="3806138"/>
            </a:xfrm>
            <a:custGeom>
              <a:avLst/>
              <a:gdLst>
                <a:gd name="connsiteX0" fmla="*/ 0 w 6159212"/>
                <a:gd name="connsiteY0" fmla="*/ 259882 h 3806138"/>
                <a:gd name="connsiteX1" fmla="*/ 260033 w 6159212"/>
                <a:gd name="connsiteY1" fmla="*/ 0 h 3806138"/>
                <a:gd name="connsiteX2" fmla="*/ 6159213 w 6159212"/>
                <a:gd name="connsiteY2" fmla="*/ 0 h 3806138"/>
                <a:gd name="connsiteX3" fmla="*/ 6159213 w 6159212"/>
                <a:gd name="connsiteY3" fmla="*/ 3546257 h 3806138"/>
                <a:gd name="connsiteX4" fmla="*/ 5899179 w 6159212"/>
                <a:gd name="connsiteY4" fmla="*/ 3806139 h 3806138"/>
                <a:gd name="connsiteX5" fmla="*/ 0 w 6159212"/>
                <a:gd name="connsiteY5" fmla="*/ 3806139 h 3806138"/>
                <a:gd name="connsiteX6" fmla="*/ 0 w 6159212"/>
                <a:gd name="connsiteY6" fmla="*/ 259882 h 3806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59212" h="3806138">
                  <a:moveTo>
                    <a:pt x="0" y="259882"/>
                  </a:moveTo>
                  <a:cubicBezTo>
                    <a:pt x="0" y="116349"/>
                    <a:pt x="116430" y="0"/>
                    <a:pt x="260033" y="0"/>
                  </a:cubicBezTo>
                  <a:lnTo>
                    <a:pt x="6159213" y="0"/>
                  </a:lnTo>
                  <a:lnTo>
                    <a:pt x="6159213" y="3546257"/>
                  </a:lnTo>
                  <a:cubicBezTo>
                    <a:pt x="6159213" y="3689790"/>
                    <a:pt x="6042783" y="3806139"/>
                    <a:pt x="5899179" y="3806139"/>
                  </a:cubicBezTo>
                  <a:lnTo>
                    <a:pt x="0" y="3806139"/>
                  </a:lnTo>
                  <a:lnTo>
                    <a:pt x="0" y="259882"/>
                  </a:lnTo>
                  <a:close/>
                </a:path>
              </a:pathLst>
            </a:custGeom>
            <a:solidFill>
              <a:srgbClr val="3044FF"/>
            </a:solidFill>
            <a:ln w="129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9ED11406-5977-A423-7C1B-4C513D4B904B}"/>
                </a:ext>
              </a:extLst>
            </p:cNvPr>
            <p:cNvSpPr/>
            <p:nvPr/>
          </p:nvSpPr>
          <p:spPr>
            <a:xfrm>
              <a:off x="15009149" y="6354226"/>
              <a:ext cx="2092253" cy="1151237"/>
            </a:xfrm>
            <a:custGeom>
              <a:avLst/>
              <a:gdLst>
                <a:gd name="connsiteX0" fmla="*/ 2092253 w 2092253"/>
                <a:gd name="connsiteY0" fmla="*/ 0 h 1151237"/>
                <a:gd name="connsiteX1" fmla="*/ 390050 w 2092253"/>
                <a:gd name="connsiteY1" fmla="*/ 0 h 1151237"/>
                <a:gd name="connsiteX2" fmla="*/ 0 w 2092253"/>
                <a:gd name="connsiteY2" fmla="*/ 389823 h 1151237"/>
                <a:gd name="connsiteX3" fmla="*/ 0 w 2092253"/>
                <a:gd name="connsiteY3" fmla="*/ 1151238 h 1151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2253" h="1151237">
                  <a:moveTo>
                    <a:pt x="2092253" y="0"/>
                  </a:moveTo>
                  <a:lnTo>
                    <a:pt x="390050" y="0"/>
                  </a:lnTo>
                  <a:cubicBezTo>
                    <a:pt x="174638" y="0"/>
                    <a:pt x="0" y="174524"/>
                    <a:pt x="0" y="389823"/>
                  </a:cubicBezTo>
                  <a:lnTo>
                    <a:pt x="0" y="1151238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BF77B693-DFC8-D002-B5C1-7E22EA07028B}"/>
                </a:ext>
              </a:extLst>
            </p:cNvPr>
            <p:cNvSpPr/>
            <p:nvPr/>
          </p:nvSpPr>
          <p:spPr>
            <a:xfrm>
              <a:off x="15714385" y="7059078"/>
              <a:ext cx="235096" cy="234946"/>
            </a:xfrm>
            <a:custGeom>
              <a:avLst/>
              <a:gdLst>
                <a:gd name="connsiteX0" fmla="*/ 117548 w 235096"/>
                <a:gd name="connsiteY0" fmla="*/ 234946 h 234946"/>
                <a:gd name="connsiteX1" fmla="*/ 235096 w 235096"/>
                <a:gd name="connsiteY1" fmla="*/ 117467 h 234946"/>
                <a:gd name="connsiteX2" fmla="*/ 117548 w 235096"/>
                <a:gd name="connsiteY2" fmla="*/ 0 h 234946"/>
                <a:gd name="connsiteX3" fmla="*/ 0 w 235096"/>
                <a:gd name="connsiteY3" fmla="*/ 117467 h 234946"/>
                <a:gd name="connsiteX4" fmla="*/ 117548 w 235096"/>
                <a:gd name="connsiteY4" fmla="*/ 234946 h 234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096" h="234946">
                  <a:moveTo>
                    <a:pt x="117548" y="234946"/>
                  </a:moveTo>
                  <a:cubicBezTo>
                    <a:pt x="182465" y="234946"/>
                    <a:pt x="235096" y="182346"/>
                    <a:pt x="235096" y="117467"/>
                  </a:cubicBezTo>
                  <a:cubicBezTo>
                    <a:pt x="235096" y="52587"/>
                    <a:pt x="182465" y="0"/>
                    <a:pt x="117548" y="0"/>
                  </a:cubicBezTo>
                  <a:cubicBezTo>
                    <a:pt x="52631" y="0"/>
                    <a:pt x="0" y="52587"/>
                    <a:pt x="0" y="117467"/>
                  </a:cubicBezTo>
                  <a:cubicBezTo>
                    <a:pt x="0" y="182346"/>
                    <a:pt x="52631" y="234946"/>
                    <a:pt x="117548" y="234946"/>
                  </a:cubicBezTo>
                  <a:close/>
                </a:path>
              </a:pathLst>
            </a:custGeom>
            <a:solidFill>
              <a:srgbClr val="E6E6E6"/>
            </a:solidFill>
            <a:ln w="129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C1C3A1C9-5575-1816-C51E-9C92972BC8C9}"/>
                </a:ext>
              </a:extLst>
            </p:cNvPr>
            <p:cNvSpPr/>
            <p:nvPr/>
          </p:nvSpPr>
          <p:spPr>
            <a:xfrm>
              <a:off x="16184564" y="7059078"/>
              <a:ext cx="235083" cy="234946"/>
            </a:xfrm>
            <a:custGeom>
              <a:avLst/>
              <a:gdLst>
                <a:gd name="connsiteX0" fmla="*/ 117535 w 235083"/>
                <a:gd name="connsiteY0" fmla="*/ 234946 h 234946"/>
                <a:gd name="connsiteX1" fmla="*/ 235083 w 235083"/>
                <a:gd name="connsiteY1" fmla="*/ 117467 h 234946"/>
                <a:gd name="connsiteX2" fmla="*/ 117535 w 235083"/>
                <a:gd name="connsiteY2" fmla="*/ 0 h 234946"/>
                <a:gd name="connsiteX3" fmla="*/ 0 w 235083"/>
                <a:gd name="connsiteY3" fmla="*/ 117467 h 234946"/>
                <a:gd name="connsiteX4" fmla="*/ 117535 w 235083"/>
                <a:gd name="connsiteY4" fmla="*/ 234946 h 234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083" h="234946">
                  <a:moveTo>
                    <a:pt x="117535" y="234946"/>
                  </a:moveTo>
                  <a:cubicBezTo>
                    <a:pt x="182453" y="234946"/>
                    <a:pt x="235083" y="182346"/>
                    <a:pt x="235083" y="117467"/>
                  </a:cubicBezTo>
                  <a:cubicBezTo>
                    <a:pt x="235083" y="52587"/>
                    <a:pt x="182453" y="0"/>
                    <a:pt x="117535" y="0"/>
                  </a:cubicBezTo>
                  <a:cubicBezTo>
                    <a:pt x="52618" y="0"/>
                    <a:pt x="0" y="52587"/>
                    <a:pt x="0" y="117467"/>
                  </a:cubicBezTo>
                  <a:cubicBezTo>
                    <a:pt x="0" y="182346"/>
                    <a:pt x="52618" y="234946"/>
                    <a:pt x="117535" y="234946"/>
                  </a:cubicBezTo>
                  <a:close/>
                </a:path>
              </a:pathLst>
            </a:custGeom>
            <a:solidFill>
              <a:srgbClr val="E6E6E6"/>
            </a:solidFill>
            <a:ln w="129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4" name="Полилиния 23">
              <a:extLst>
                <a:ext uri="{FF2B5EF4-FFF2-40B4-BE49-F238E27FC236}">
                  <a16:creationId xmlns:a16="http://schemas.microsoft.com/office/drawing/2014/main" id="{547C4F17-92DF-3A03-0A0B-BC8AA0A91687}"/>
                </a:ext>
              </a:extLst>
            </p:cNvPr>
            <p:cNvSpPr/>
            <p:nvPr/>
          </p:nvSpPr>
          <p:spPr>
            <a:xfrm>
              <a:off x="16654730" y="7059078"/>
              <a:ext cx="235082" cy="234946"/>
            </a:xfrm>
            <a:custGeom>
              <a:avLst/>
              <a:gdLst>
                <a:gd name="connsiteX0" fmla="*/ 117535 w 235082"/>
                <a:gd name="connsiteY0" fmla="*/ 234946 h 234946"/>
                <a:gd name="connsiteX1" fmla="*/ 235083 w 235082"/>
                <a:gd name="connsiteY1" fmla="*/ 117467 h 234946"/>
                <a:gd name="connsiteX2" fmla="*/ 117535 w 235082"/>
                <a:gd name="connsiteY2" fmla="*/ 0 h 234946"/>
                <a:gd name="connsiteX3" fmla="*/ 0 w 235082"/>
                <a:gd name="connsiteY3" fmla="*/ 117467 h 234946"/>
                <a:gd name="connsiteX4" fmla="*/ 117535 w 235082"/>
                <a:gd name="connsiteY4" fmla="*/ 234946 h 234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082" h="234946">
                  <a:moveTo>
                    <a:pt x="117535" y="234946"/>
                  </a:moveTo>
                  <a:cubicBezTo>
                    <a:pt x="182452" y="234946"/>
                    <a:pt x="235083" y="182346"/>
                    <a:pt x="235083" y="117467"/>
                  </a:cubicBezTo>
                  <a:cubicBezTo>
                    <a:pt x="235083" y="52587"/>
                    <a:pt x="182452" y="0"/>
                    <a:pt x="117535" y="0"/>
                  </a:cubicBezTo>
                  <a:cubicBezTo>
                    <a:pt x="52618" y="0"/>
                    <a:pt x="0" y="52587"/>
                    <a:pt x="0" y="117467"/>
                  </a:cubicBezTo>
                  <a:cubicBezTo>
                    <a:pt x="0" y="182346"/>
                    <a:pt x="52618" y="234946"/>
                    <a:pt x="117535" y="234946"/>
                  </a:cubicBezTo>
                  <a:close/>
                </a:path>
              </a:pathLst>
            </a:custGeom>
            <a:solidFill>
              <a:srgbClr val="E6E6E6"/>
            </a:solidFill>
            <a:ln w="129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B786547E-52AC-E7BC-9DD6-8E99FEA00623}"/>
                </a:ext>
              </a:extLst>
            </p:cNvPr>
            <p:cNvSpPr/>
            <p:nvPr/>
          </p:nvSpPr>
          <p:spPr>
            <a:xfrm>
              <a:off x="12928658" y="9573006"/>
              <a:ext cx="1645585" cy="1644623"/>
            </a:xfrm>
            <a:custGeom>
              <a:avLst/>
              <a:gdLst>
                <a:gd name="connsiteX0" fmla="*/ 822793 w 1645585"/>
                <a:gd name="connsiteY0" fmla="*/ 1644624 h 1644623"/>
                <a:gd name="connsiteX1" fmla="*/ 1645585 w 1645585"/>
                <a:gd name="connsiteY1" fmla="*/ 822305 h 1644623"/>
                <a:gd name="connsiteX2" fmla="*/ 822793 w 1645585"/>
                <a:gd name="connsiteY2" fmla="*/ 0 h 1644623"/>
                <a:gd name="connsiteX3" fmla="*/ 0 w 1645585"/>
                <a:gd name="connsiteY3" fmla="*/ 822305 h 1644623"/>
                <a:gd name="connsiteX4" fmla="*/ 822793 w 1645585"/>
                <a:gd name="connsiteY4" fmla="*/ 1644624 h 1644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5585" h="1644623">
                  <a:moveTo>
                    <a:pt x="822793" y="1644624"/>
                  </a:moveTo>
                  <a:cubicBezTo>
                    <a:pt x="1277235" y="1644624"/>
                    <a:pt x="1645585" y="1276488"/>
                    <a:pt x="1645585" y="822305"/>
                  </a:cubicBezTo>
                  <a:cubicBezTo>
                    <a:pt x="1645585" y="368136"/>
                    <a:pt x="1277235" y="0"/>
                    <a:pt x="822793" y="0"/>
                  </a:cubicBezTo>
                  <a:cubicBezTo>
                    <a:pt x="368351" y="0"/>
                    <a:pt x="0" y="368136"/>
                    <a:pt x="0" y="822305"/>
                  </a:cubicBezTo>
                  <a:cubicBezTo>
                    <a:pt x="0" y="1276488"/>
                    <a:pt x="368351" y="1644624"/>
                    <a:pt x="822793" y="1644624"/>
                  </a:cubicBez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6" name="Полилиния 25">
              <a:extLst>
                <a:ext uri="{FF2B5EF4-FFF2-40B4-BE49-F238E27FC236}">
                  <a16:creationId xmlns:a16="http://schemas.microsoft.com/office/drawing/2014/main" id="{01C53DCA-2A83-89E3-AE09-060E8C27334B}"/>
                </a:ext>
              </a:extLst>
            </p:cNvPr>
            <p:cNvSpPr/>
            <p:nvPr/>
          </p:nvSpPr>
          <p:spPr>
            <a:xfrm>
              <a:off x="13751469" y="9939622"/>
              <a:ext cx="13001" cy="925620"/>
            </a:xfrm>
            <a:custGeom>
              <a:avLst/>
              <a:gdLst>
                <a:gd name="connsiteX0" fmla="*/ 0 w 13001"/>
                <a:gd name="connsiteY0" fmla="*/ 925621 h 925620"/>
                <a:gd name="connsiteX1" fmla="*/ 0 w 13001"/>
                <a:gd name="connsiteY1" fmla="*/ 0 h 925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001" h="925620">
                  <a:moveTo>
                    <a:pt x="0" y="925621"/>
                  </a:moveTo>
                  <a:lnTo>
                    <a:pt x="0" y="0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7" name="Полилиния 26">
              <a:extLst>
                <a:ext uri="{FF2B5EF4-FFF2-40B4-BE49-F238E27FC236}">
                  <a16:creationId xmlns:a16="http://schemas.microsoft.com/office/drawing/2014/main" id="{85BD4076-C969-1CA5-AED3-1EF297EB5E7D}"/>
                </a:ext>
              </a:extLst>
            </p:cNvPr>
            <p:cNvSpPr/>
            <p:nvPr/>
          </p:nvSpPr>
          <p:spPr>
            <a:xfrm>
              <a:off x="13410583" y="9925445"/>
              <a:ext cx="681740" cy="355999"/>
            </a:xfrm>
            <a:custGeom>
              <a:avLst/>
              <a:gdLst>
                <a:gd name="connsiteX0" fmla="*/ 681741 w 681740"/>
                <a:gd name="connsiteY0" fmla="*/ 355999 h 355999"/>
                <a:gd name="connsiteX1" fmla="*/ 340871 w 681740"/>
                <a:gd name="connsiteY1" fmla="*/ 0 h 355999"/>
                <a:gd name="connsiteX2" fmla="*/ 0 w 681740"/>
                <a:gd name="connsiteY2" fmla="*/ 355999 h 355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81740" h="355999">
                  <a:moveTo>
                    <a:pt x="681741" y="355999"/>
                  </a:moveTo>
                  <a:lnTo>
                    <a:pt x="340871" y="0"/>
                  </a:lnTo>
                  <a:lnTo>
                    <a:pt x="0" y="355999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</p:grpSp>
      <p:sp>
        <p:nvSpPr>
          <p:cNvPr id="28" name="Полилиния 27">
            <a:extLst>
              <a:ext uri="{FF2B5EF4-FFF2-40B4-BE49-F238E27FC236}">
                <a16:creationId xmlns:a16="http://schemas.microsoft.com/office/drawing/2014/main" id="{36E5F4F8-F547-25CD-63CB-87C4B8502EFA}"/>
              </a:ext>
            </a:extLst>
          </p:cNvPr>
          <p:cNvSpPr/>
          <p:nvPr/>
        </p:nvSpPr>
        <p:spPr>
          <a:xfrm>
            <a:off x="16384400" y="3805046"/>
            <a:ext cx="211575" cy="211452"/>
          </a:xfrm>
          <a:custGeom>
            <a:avLst/>
            <a:gdLst>
              <a:gd name="connsiteX0" fmla="*/ 105781 w 211575"/>
              <a:gd name="connsiteY0" fmla="*/ 211453 h 211452"/>
              <a:gd name="connsiteX1" fmla="*/ 211576 w 211575"/>
              <a:gd name="connsiteY1" fmla="*/ 105726 h 211452"/>
              <a:gd name="connsiteX2" fmla="*/ 105781 w 211575"/>
              <a:gd name="connsiteY2" fmla="*/ 0 h 211452"/>
              <a:gd name="connsiteX3" fmla="*/ 0 w 211575"/>
              <a:gd name="connsiteY3" fmla="*/ 105726 h 211452"/>
              <a:gd name="connsiteX4" fmla="*/ 105781 w 211575"/>
              <a:gd name="connsiteY4" fmla="*/ 211453 h 211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1575" h="211452">
                <a:moveTo>
                  <a:pt x="105781" y="211453"/>
                </a:moveTo>
                <a:cubicBezTo>
                  <a:pt x="164211" y="211453"/>
                  <a:pt x="211576" y="164117"/>
                  <a:pt x="211576" y="105726"/>
                </a:cubicBezTo>
                <a:cubicBezTo>
                  <a:pt x="211576" y="47335"/>
                  <a:pt x="164211" y="0"/>
                  <a:pt x="105781" y="0"/>
                </a:cubicBezTo>
                <a:cubicBezTo>
                  <a:pt x="47352" y="0"/>
                  <a:pt x="0" y="47335"/>
                  <a:pt x="0" y="105726"/>
                </a:cubicBezTo>
                <a:cubicBezTo>
                  <a:pt x="0" y="164117"/>
                  <a:pt x="47352" y="211453"/>
                  <a:pt x="105781" y="211453"/>
                </a:cubicBezTo>
                <a:close/>
              </a:path>
            </a:pathLst>
          </a:custGeom>
          <a:solidFill>
            <a:srgbClr val="E6E6E6"/>
          </a:solidFill>
          <a:ln w="1299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92328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Спасибо за внимание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4352B9-7BE6-ADAB-0D8E-17850F8B6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32011" y="12292734"/>
            <a:ext cx="8230671" cy="73025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3199" b="0" i="0">
                <a:solidFill>
                  <a:srgbClr val="FAFAFA"/>
                </a:solidFill>
                <a:latin typeface="Graphik LCG" panose="020B050303020206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199" b="0" i="0" u="none" strike="noStrike" kern="1200" cap="none" spc="0" normalizeH="0" baseline="0" noProof="0" dirty="0">
              <a:ln>
                <a:noFill/>
              </a:ln>
              <a:solidFill>
                <a:srgbClr val="FAFAFA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C233262E-B0A3-F5DC-A408-1D0C52ED6C8B}"/>
              </a:ext>
            </a:extLst>
          </p:cNvPr>
          <p:cNvCxnSpPr>
            <a:cxnSpLocks/>
          </p:cNvCxnSpPr>
          <p:nvPr userDrawn="1"/>
        </p:nvCxnSpPr>
        <p:spPr>
          <a:xfrm>
            <a:off x="1032013" y="3061252"/>
            <a:ext cx="8230670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7E0DD3B5-84EA-198B-0264-5A94081F15D2}"/>
              </a:ext>
            </a:extLst>
          </p:cNvPr>
          <p:cNvCxnSpPr/>
          <p:nvPr userDrawn="1"/>
        </p:nvCxnSpPr>
        <p:spPr>
          <a:xfrm>
            <a:off x="9982005" y="1025528"/>
            <a:ext cx="0" cy="1339988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72E6F4A0-C723-42C0-30D6-675EC156FFB6}"/>
              </a:ext>
            </a:extLst>
          </p:cNvPr>
          <p:cNvCxnSpPr/>
          <p:nvPr userDrawn="1"/>
        </p:nvCxnSpPr>
        <p:spPr>
          <a:xfrm>
            <a:off x="9982005" y="3737116"/>
            <a:ext cx="0" cy="8953362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A12D24CD-8381-7024-2471-6840EEA5070B}"/>
              </a:ext>
            </a:extLst>
          </p:cNvPr>
          <p:cNvCxnSpPr>
            <a:cxnSpLocks/>
          </p:cNvCxnSpPr>
          <p:nvPr userDrawn="1"/>
        </p:nvCxnSpPr>
        <p:spPr>
          <a:xfrm>
            <a:off x="10768922" y="3061252"/>
            <a:ext cx="12586246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C19B6CAF-398D-D046-1754-3512A89E72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2012" y="3599386"/>
            <a:ext cx="8230671" cy="331152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8111" b="1" i="0">
                <a:solidFill>
                  <a:srgbClr val="FAFAFA"/>
                </a:solidFill>
                <a:latin typeface="GRAPHIKLCG-SEMIBOLD" panose="020B0503030202060203" pitchFamily="34" charset="0"/>
              </a:defRPr>
            </a:lvl1pPr>
            <a:lvl2pPr marL="914440" indent="0" algn="ctr">
              <a:buNone/>
              <a:defRPr sz="4000"/>
            </a:lvl2pPr>
            <a:lvl3pPr marL="1828880" indent="0" algn="ctr">
              <a:buNone/>
              <a:defRPr sz="3600"/>
            </a:lvl3pPr>
            <a:lvl4pPr marL="2743320" indent="0" algn="ctr">
              <a:buNone/>
              <a:defRPr sz="3199"/>
            </a:lvl4pPr>
            <a:lvl5pPr marL="3657760" indent="0" algn="ctr">
              <a:buNone/>
              <a:defRPr sz="3199"/>
            </a:lvl5pPr>
            <a:lvl6pPr marL="4572200" indent="0" algn="ctr">
              <a:buNone/>
              <a:defRPr sz="3199"/>
            </a:lvl6pPr>
            <a:lvl7pPr marL="5486639" indent="0" algn="ctr">
              <a:buNone/>
              <a:defRPr sz="3199"/>
            </a:lvl7pPr>
            <a:lvl8pPr marL="6401081" indent="0" algn="ctr">
              <a:buNone/>
              <a:defRPr sz="3199"/>
            </a:lvl8pPr>
            <a:lvl9pPr marL="7315519" indent="0" algn="ctr">
              <a:buNone/>
              <a:defRPr sz="3199"/>
            </a:lvl9pPr>
          </a:lstStyle>
          <a:p>
            <a:r>
              <a:rPr lang="ru-RU" dirty="0"/>
              <a:t>Образец подзаголовка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7E27D22-B125-A213-6E8A-61A8A74EA9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011" y="1054967"/>
            <a:ext cx="6964893" cy="1220492"/>
          </a:xfrm>
          <a:prstGeom prst="rect">
            <a:avLst/>
          </a:prstGeom>
        </p:spPr>
      </p:pic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FC162674-A1E0-55C3-8154-DB1E54D9F759}"/>
              </a:ext>
            </a:extLst>
          </p:cNvPr>
          <p:cNvGrpSpPr/>
          <p:nvPr userDrawn="1"/>
        </p:nvGrpSpPr>
        <p:grpSpPr>
          <a:xfrm>
            <a:off x="12693574" y="3746325"/>
            <a:ext cx="10461233" cy="8751821"/>
            <a:chOff x="12693574" y="3746325"/>
            <a:chExt cx="10461233" cy="8751821"/>
          </a:xfrm>
        </p:grpSpPr>
        <p:grpSp>
          <p:nvGrpSpPr>
            <p:cNvPr id="3" name="Группа 2">
              <a:extLst>
                <a:ext uri="{FF2B5EF4-FFF2-40B4-BE49-F238E27FC236}">
                  <a16:creationId xmlns:a16="http://schemas.microsoft.com/office/drawing/2014/main" id="{BA639083-7AD4-3652-D7F1-8D0C7D15CE63}"/>
                </a:ext>
              </a:extLst>
            </p:cNvPr>
            <p:cNvGrpSpPr/>
            <p:nvPr userDrawn="1"/>
          </p:nvGrpSpPr>
          <p:grpSpPr>
            <a:xfrm>
              <a:off x="12693574" y="3910775"/>
              <a:ext cx="10461233" cy="8587371"/>
              <a:chOff x="12693574" y="3910775"/>
              <a:chExt cx="10461233" cy="8587371"/>
            </a:xfrm>
          </p:grpSpPr>
          <p:sp>
            <p:nvSpPr>
              <p:cNvPr id="6" name="Полилиния 5">
                <a:extLst>
                  <a:ext uri="{FF2B5EF4-FFF2-40B4-BE49-F238E27FC236}">
                    <a16:creationId xmlns:a16="http://schemas.microsoft.com/office/drawing/2014/main" id="{14A8DAD8-D41D-0F1C-8B08-7EB1D1E82A96}"/>
                  </a:ext>
                </a:extLst>
              </p:cNvPr>
              <p:cNvSpPr/>
              <p:nvPr/>
            </p:nvSpPr>
            <p:spPr>
              <a:xfrm>
                <a:off x="12693574" y="3910775"/>
                <a:ext cx="3796607" cy="4581473"/>
              </a:xfrm>
              <a:custGeom>
                <a:avLst/>
                <a:gdLst>
                  <a:gd name="connsiteX0" fmla="*/ 3208893 w 3796607"/>
                  <a:gd name="connsiteY0" fmla="*/ 4581474 h 4581473"/>
                  <a:gd name="connsiteX1" fmla="*/ 2292068 w 3796607"/>
                  <a:gd name="connsiteY1" fmla="*/ 4581474 h 4581473"/>
                  <a:gd name="connsiteX2" fmla="*/ 0 w 3796607"/>
                  <a:gd name="connsiteY2" fmla="*/ 2290732 h 4581473"/>
                  <a:gd name="connsiteX3" fmla="*/ 0 w 3796607"/>
                  <a:gd name="connsiteY3" fmla="*/ 2290732 h 4581473"/>
                  <a:gd name="connsiteX4" fmla="*/ 2292068 w 3796607"/>
                  <a:gd name="connsiteY4" fmla="*/ 0 h 4581473"/>
                  <a:gd name="connsiteX5" fmla="*/ 3796608 w 3796607"/>
                  <a:gd name="connsiteY5" fmla="*/ 0 h 4581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96607" h="4581473">
                    <a:moveTo>
                      <a:pt x="3208893" y="4581474"/>
                    </a:moveTo>
                    <a:lnTo>
                      <a:pt x="2292068" y="4581474"/>
                    </a:lnTo>
                    <a:cubicBezTo>
                      <a:pt x="1026197" y="4581474"/>
                      <a:pt x="0" y="3555876"/>
                      <a:pt x="0" y="2290732"/>
                    </a:cubicBezTo>
                    <a:lnTo>
                      <a:pt x="0" y="2290732"/>
                    </a:lnTo>
                    <a:cubicBezTo>
                      <a:pt x="0" y="1025597"/>
                      <a:pt x="1026195" y="0"/>
                      <a:pt x="2292068" y="0"/>
                    </a:cubicBezTo>
                    <a:lnTo>
                      <a:pt x="3796608" y="0"/>
                    </a:lnTo>
                  </a:path>
                </a:pathLst>
              </a:custGeom>
              <a:noFill/>
              <a:ln w="25400" cap="flat">
                <a:solidFill>
                  <a:srgbClr val="E6E6E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Graphik LC Regular"/>
                  <a:ea typeface="+mn-ea"/>
                  <a:cs typeface="+mn-cs"/>
                </a:endParaRPr>
              </a:p>
            </p:txBody>
          </p:sp>
          <p:sp>
            <p:nvSpPr>
              <p:cNvPr id="8" name="Полилиния 7">
                <a:extLst>
                  <a:ext uri="{FF2B5EF4-FFF2-40B4-BE49-F238E27FC236}">
                    <a16:creationId xmlns:a16="http://schemas.microsoft.com/office/drawing/2014/main" id="{2F323DA8-84AC-9A2F-FD63-3EA63D7FBE5B}"/>
                  </a:ext>
                </a:extLst>
              </p:cNvPr>
              <p:cNvSpPr/>
              <p:nvPr/>
            </p:nvSpPr>
            <p:spPr>
              <a:xfrm>
                <a:off x="16521177" y="12028253"/>
                <a:ext cx="6629378" cy="469893"/>
              </a:xfrm>
              <a:custGeom>
                <a:avLst/>
                <a:gdLst>
                  <a:gd name="connsiteX0" fmla="*/ 0 w 6629378"/>
                  <a:gd name="connsiteY0" fmla="*/ 0 h 469893"/>
                  <a:gd name="connsiteX1" fmla="*/ 6499362 w 6629378"/>
                  <a:gd name="connsiteY1" fmla="*/ 0 h 469893"/>
                  <a:gd name="connsiteX2" fmla="*/ 6629378 w 6629378"/>
                  <a:gd name="connsiteY2" fmla="*/ 129941 h 469893"/>
                  <a:gd name="connsiteX3" fmla="*/ 6629378 w 6629378"/>
                  <a:gd name="connsiteY3" fmla="*/ 469893 h 469893"/>
                  <a:gd name="connsiteX4" fmla="*/ 0 w 6629378"/>
                  <a:gd name="connsiteY4" fmla="*/ 469893 h 4698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29378" h="469893">
                    <a:moveTo>
                      <a:pt x="0" y="0"/>
                    </a:moveTo>
                    <a:lnTo>
                      <a:pt x="6499362" y="0"/>
                    </a:lnTo>
                    <a:cubicBezTo>
                      <a:pt x="6571170" y="0"/>
                      <a:pt x="6629378" y="58174"/>
                      <a:pt x="6629378" y="129941"/>
                    </a:cubicBezTo>
                    <a:lnTo>
                      <a:pt x="6629378" y="469893"/>
                    </a:lnTo>
                    <a:lnTo>
                      <a:pt x="0" y="469893"/>
                    </a:lnTo>
                  </a:path>
                </a:pathLst>
              </a:custGeom>
              <a:noFill/>
              <a:ln w="25400" cap="flat">
                <a:solidFill>
                  <a:srgbClr val="E6E6E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Graphik LC Regular"/>
                  <a:ea typeface="+mn-ea"/>
                  <a:cs typeface="+mn-cs"/>
                </a:endParaRPr>
              </a:p>
            </p:txBody>
          </p:sp>
          <p:sp>
            <p:nvSpPr>
              <p:cNvPr id="9" name="Полилиния 8">
                <a:extLst>
                  <a:ext uri="{FF2B5EF4-FFF2-40B4-BE49-F238E27FC236}">
                    <a16:creationId xmlns:a16="http://schemas.microsoft.com/office/drawing/2014/main" id="{EB1507CE-3D62-A722-7CB0-E7BA28AA1B7B}"/>
                  </a:ext>
                </a:extLst>
              </p:cNvPr>
              <p:cNvSpPr/>
              <p:nvPr/>
            </p:nvSpPr>
            <p:spPr>
              <a:xfrm>
                <a:off x="13222502" y="12028253"/>
                <a:ext cx="6629375" cy="469893"/>
              </a:xfrm>
              <a:custGeom>
                <a:avLst/>
                <a:gdLst>
                  <a:gd name="connsiteX0" fmla="*/ 0 w 6629375"/>
                  <a:gd name="connsiteY0" fmla="*/ 259882 h 469893"/>
                  <a:gd name="connsiteX1" fmla="*/ 260033 w 6629375"/>
                  <a:gd name="connsiteY1" fmla="*/ 0 h 469893"/>
                  <a:gd name="connsiteX2" fmla="*/ 6629376 w 6629375"/>
                  <a:gd name="connsiteY2" fmla="*/ 0 h 469893"/>
                  <a:gd name="connsiteX3" fmla="*/ 6629376 w 6629375"/>
                  <a:gd name="connsiteY3" fmla="*/ 210011 h 469893"/>
                  <a:gd name="connsiteX4" fmla="*/ 6369343 w 6629375"/>
                  <a:gd name="connsiteY4" fmla="*/ 469893 h 469893"/>
                  <a:gd name="connsiteX5" fmla="*/ 0 w 6629375"/>
                  <a:gd name="connsiteY5" fmla="*/ 469893 h 469893"/>
                  <a:gd name="connsiteX6" fmla="*/ 0 w 6629375"/>
                  <a:gd name="connsiteY6" fmla="*/ 259882 h 4698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629375" h="469893">
                    <a:moveTo>
                      <a:pt x="0" y="259882"/>
                    </a:moveTo>
                    <a:cubicBezTo>
                      <a:pt x="0" y="116350"/>
                      <a:pt x="116421" y="0"/>
                      <a:pt x="260033" y="0"/>
                    </a:cubicBezTo>
                    <a:lnTo>
                      <a:pt x="6629376" y="0"/>
                    </a:lnTo>
                    <a:lnTo>
                      <a:pt x="6629376" y="210011"/>
                    </a:lnTo>
                    <a:cubicBezTo>
                      <a:pt x="6629376" y="353543"/>
                      <a:pt x="6512946" y="469893"/>
                      <a:pt x="6369343" y="469893"/>
                    </a:cubicBezTo>
                    <a:lnTo>
                      <a:pt x="0" y="469893"/>
                    </a:lnTo>
                    <a:lnTo>
                      <a:pt x="0" y="259882"/>
                    </a:lnTo>
                    <a:close/>
                  </a:path>
                </a:pathLst>
              </a:custGeom>
              <a:noFill/>
              <a:ln w="25400" cap="flat">
                <a:solidFill>
                  <a:srgbClr val="E6E6E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Graphik LC Regular"/>
                  <a:ea typeface="+mn-ea"/>
                  <a:cs typeface="+mn-cs"/>
                </a:endParaRPr>
              </a:p>
            </p:txBody>
          </p:sp>
          <p:sp>
            <p:nvSpPr>
              <p:cNvPr id="10" name="Полилиния 9">
                <a:extLst>
                  <a:ext uri="{FF2B5EF4-FFF2-40B4-BE49-F238E27FC236}">
                    <a16:creationId xmlns:a16="http://schemas.microsoft.com/office/drawing/2014/main" id="{BA642CE1-3B51-12F3-D3A5-6DB89EF5BA05}"/>
                  </a:ext>
                </a:extLst>
              </p:cNvPr>
              <p:cNvSpPr/>
              <p:nvPr/>
            </p:nvSpPr>
            <p:spPr>
              <a:xfrm>
                <a:off x="16525429" y="7094331"/>
                <a:ext cx="6629378" cy="4933882"/>
              </a:xfrm>
              <a:custGeom>
                <a:avLst/>
                <a:gdLst>
                  <a:gd name="connsiteX0" fmla="*/ 0 w 6629378"/>
                  <a:gd name="connsiteY0" fmla="*/ 259882 h 4933882"/>
                  <a:gd name="connsiteX1" fmla="*/ 260033 w 6629378"/>
                  <a:gd name="connsiteY1" fmla="*/ 0 h 4933882"/>
                  <a:gd name="connsiteX2" fmla="*/ 6629379 w 6629378"/>
                  <a:gd name="connsiteY2" fmla="*/ 0 h 4933882"/>
                  <a:gd name="connsiteX3" fmla="*/ 6629379 w 6629378"/>
                  <a:gd name="connsiteY3" fmla="*/ 4674001 h 4933882"/>
                  <a:gd name="connsiteX4" fmla="*/ 6369346 w 6629378"/>
                  <a:gd name="connsiteY4" fmla="*/ 4933883 h 4933882"/>
                  <a:gd name="connsiteX5" fmla="*/ 0 w 6629378"/>
                  <a:gd name="connsiteY5" fmla="*/ 4933883 h 4933882"/>
                  <a:gd name="connsiteX6" fmla="*/ 0 w 6629378"/>
                  <a:gd name="connsiteY6" fmla="*/ 259882 h 4933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629378" h="4933882">
                    <a:moveTo>
                      <a:pt x="0" y="259882"/>
                    </a:moveTo>
                    <a:cubicBezTo>
                      <a:pt x="0" y="116349"/>
                      <a:pt x="116430" y="0"/>
                      <a:pt x="260033" y="0"/>
                    </a:cubicBezTo>
                    <a:lnTo>
                      <a:pt x="6629379" y="0"/>
                    </a:lnTo>
                    <a:lnTo>
                      <a:pt x="6629379" y="4674001"/>
                    </a:lnTo>
                    <a:cubicBezTo>
                      <a:pt x="6629379" y="4817534"/>
                      <a:pt x="6512961" y="4933883"/>
                      <a:pt x="6369346" y="4933883"/>
                    </a:cubicBezTo>
                    <a:lnTo>
                      <a:pt x="0" y="4933883"/>
                    </a:lnTo>
                    <a:lnTo>
                      <a:pt x="0" y="259882"/>
                    </a:lnTo>
                    <a:close/>
                  </a:path>
                </a:pathLst>
              </a:custGeom>
              <a:noFill/>
              <a:ln w="25400" cap="flat">
                <a:solidFill>
                  <a:srgbClr val="E6E6E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Graphik LC Regular"/>
                  <a:ea typeface="+mn-ea"/>
                  <a:cs typeface="+mn-cs"/>
                </a:endParaRPr>
              </a:p>
            </p:txBody>
          </p:sp>
          <p:sp>
            <p:nvSpPr>
              <p:cNvPr id="12" name="Полилиния 11">
                <a:extLst>
                  <a:ext uri="{FF2B5EF4-FFF2-40B4-BE49-F238E27FC236}">
                    <a16:creationId xmlns:a16="http://schemas.microsoft.com/office/drawing/2014/main" id="{7B9D6D55-4EC4-B3F1-AFE6-82D3303BD294}"/>
                  </a:ext>
                </a:extLst>
              </p:cNvPr>
              <p:cNvSpPr/>
              <p:nvPr/>
            </p:nvSpPr>
            <p:spPr>
              <a:xfrm>
                <a:off x="15009136" y="6565705"/>
                <a:ext cx="6629378" cy="4064591"/>
              </a:xfrm>
              <a:custGeom>
                <a:avLst/>
                <a:gdLst>
                  <a:gd name="connsiteX0" fmla="*/ 831417 w 6629378"/>
                  <a:gd name="connsiteY0" fmla="*/ 0 h 4064591"/>
                  <a:gd name="connsiteX1" fmla="*/ 6629378 w 6629378"/>
                  <a:gd name="connsiteY1" fmla="*/ 0 h 4064591"/>
                  <a:gd name="connsiteX2" fmla="*/ 6629378 w 6629378"/>
                  <a:gd name="connsiteY2" fmla="*/ 3250173 h 4064591"/>
                  <a:gd name="connsiteX3" fmla="*/ 5798131 w 6629378"/>
                  <a:gd name="connsiteY3" fmla="*/ 4064591 h 4064591"/>
                  <a:gd name="connsiteX4" fmla="*/ 0 w 6629378"/>
                  <a:gd name="connsiteY4" fmla="*/ 4064591 h 4064591"/>
                  <a:gd name="connsiteX5" fmla="*/ 0 w 6629378"/>
                  <a:gd name="connsiteY5" fmla="*/ 814405 h 4064591"/>
                  <a:gd name="connsiteX6" fmla="*/ 831261 w 6629378"/>
                  <a:gd name="connsiteY6" fmla="*/ 0 h 4064591"/>
                  <a:gd name="connsiteX7" fmla="*/ 831417 w 6629378"/>
                  <a:gd name="connsiteY7" fmla="*/ 0 h 406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629378" h="4064591">
                    <a:moveTo>
                      <a:pt x="831417" y="0"/>
                    </a:moveTo>
                    <a:lnTo>
                      <a:pt x="6629378" y="0"/>
                    </a:lnTo>
                    <a:lnTo>
                      <a:pt x="6629378" y="3250173"/>
                    </a:lnTo>
                    <a:cubicBezTo>
                      <a:pt x="6629378" y="3699704"/>
                      <a:pt x="6256946" y="4064591"/>
                      <a:pt x="5798131" y="4064591"/>
                    </a:cubicBezTo>
                    <a:lnTo>
                      <a:pt x="0" y="4064591"/>
                    </a:lnTo>
                    <a:lnTo>
                      <a:pt x="0" y="814405"/>
                    </a:lnTo>
                    <a:cubicBezTo>
                      <a:pt x="0" y="364887"/>
                      <a:pt x="372433" y="0"/>
                      <a:pt x="831261" y="0"/>
                    </a:cubicBezTo>
                    <a:lnTo>
                      <a:pt x="831417" y="0"/>
                    </a:lnTo>
                    <a:close/>
                  </a:path>
                </a:pathLst>
              </a:custGeom>
              <a:solidFill>
                <a:srgbClr val="141414"/>
              </a:solidFill>
              <a:ln w="129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Graphik LC Regular"/>
                  <a:ea typeface="+mn-ea"/>
                  <a:cs typeface="+mn-cs"/>
                </a:endParaRPr>
              </a:p>
            </p:txBody>
          </p:sp>
          <p:sp>
            <p:nvSpPr>
              <p:cNvPr id="13" name="Полилиния 12">
                <a:extLst>
                  <a:ext uri="{FF2B5EF4-FFF2-40B4-BE49-F238E27FC236}">
                    <a16:creationId xmlns:a16="http://schemas.microsoft.com/office/drawing/2014/main" id="{94617530-C477-97D1-4775-870C8C3A0E20}"/>
                  </a:ext>
                </a:extLst>
              </p:cNvPr>
              <p:cNvSpPr/>
              <p:nvPr/>
            </p:nvSpPr>
            <p:spPr>
              <a:xfrm>
                <a:off x="16760512" y="7329290"/>
                <a:ext cx="6159212" cy="4463990"/>
              </a:xfrm>
              <a:custGeom>
                <a:avLst/>
                <a:gdLst>
                  <a:gd name="connsiteX0" fmla="*/ 0 w 6159212"/>
                  <a:gd name="connsiteY0" fmla="*/ 259882 h 4463990"/>
                  <a:gd name="connsiteX1" fmla="*/ 260033 w 6159212"/>
                  <a:gd name="connsiteY1" fmla="*/ 0 h 4463990"/>
                  <a:gd name="connsiteX2" fmla="*/ 6159213 w 6159212"/>
                  <a:gd name="connsiteY2" fmla="*/ 0 h 4463990"/>
                  <a:gd name="connsiteX3" fmla="*/ 6159213 w 6159212"/>
                  <a:gd name="connsiteY3" fmla="*/ 4204109 h 4463990"/>
                  <a:gd name="connsiteX4" fmla="*/ 5899180 w 6159212"/>
                  <a:gd name="connsiteY4" fmla="*/ 4463991 h 4463990"/>
                  <a:gd name="connsiteX5" fmla="*/ 0 w 6159212"/>
                  <a:gd name="connsiteY5" fmla="*/ 4463991 h 4463990"/>
                  <a:gd name="connsiteX6" fmla="*/ 0 w 6159212"/>
                  <a:gd name="connsiteY6" fmla="*/ 259882 h 4463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59212" h="4463990">
                    <a:moveTo>
                      <a:pt x="0" y="259882"/>
                    </a:moveTo>
                    <a:cubicBezTo>
                      <a:pt x="0" y="116349"/>
                      <a:pt x="116430" y="0"/>
                      <a:pt x="260033" y="0"/>
                    </a:cubicBezTo>
                    <a:lnTo>
                      <a:pt x="6159213" y="0"/>
                    </a:lnTo>
                    <a:lnTo>
                      <a:pt x="6159213" y="4204109"/>
                    </a:lnTo>
                    <a:cubicBezTo>
                      <a:pt x="6159213" y="4347642"/>
                      <a:pt x="6042783" y="4463991"/>
                      <a:pt x="5899180" y="4463991"/>
                    </a:cubicBezTo>
                    <a:lnTo>
                      <a:pt x="0" y="4463991"/>
                    </a:lnTo>
                    <a:lnTo>
                      <a:pt x="0" y="259882"/>
                    </a:lnTo>
                    <a:close/>
                  </a:path>
                </a:pathLst>
              </a:custGeom>
              <a:solidFill>
                <a:srgbClr val="E6E6E6"/>
              </a:solidFill>
              <a:ln w="129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Graphik LC Regular"/>
                  <a:ea typeface="+mn-ea"/>
                  <a:cs typeface="+mn-cs"/>
                </a:endParaRPr>
              </a:p>
            </p:txBody>
          </p:sp>
          <p:sp>
            <p:nvSpPr>
              <p:cNvPr id="14" name="Полилиния 13">
                <a:extLst>
                  <a:ext uri="{FF2B5EF4-FFF2-40B4-BE49-F238E27FC236}">
                    <a16:creationId xmlns:a16="http://schemas.microsoft.com/office/drawing/2014/main" id="{7991F1D2-747F-25CF-BD7A-C86196E2E3A8}"/>
                  </a:ext>
                </a:extLst>
              </p:cNvPr>
              <p:cNvSpPr/>
              <p:nvPr/>
            </p:nvSpPr>
            <p:spPr>
              <a:xfrm>
                <a:off x="20639401" y="11111910"/>
                <a:ext cx="1810143" cy="211452"/>
              </a:xfrm>
              <a:custGeom>
                <a:avLst/>
                <a:gdLst>
                  <a:gd name="connsiteX0" fmla="*/ 1704356 w 1810143"/>
                  <a:gd name="connsiteY0" fmla="*/ 0 h 211452"/>
                  <a:gd name="connsiteX1" fmla="*/ 1810143 w 1810143"/>
                  <a:gd name="connsiteY1" fmla="*/ 0 h 211452"/>
                  <a:gd name="connsiteX2" fmla="*/ 1810143 w 1810143"/>
                  <a:gd name="connsiteY2" fmla="*/ 211453 h 211452"/>
                  <a:gd name="connsiteX3" fmla="*/ 1704356 w 1810143"/>
                  <a:gd name="connsiteY3" fmla="*/ 211453 h 211452"/>
                  <a:gd name="connsiteX4" fmla="*/ 105788 w 1810143"/>
                  <a:gd name="connsiteY4" fmla="*/ 211453 h 211452"/>
                  <a:gd name="connsiteX5" fmla="*/ 0 w 1810143"/>
                  <a:gd name="connsiteY5" fmla="*/ 211453 h 211452"/>
                  <a:gd name="connsiteX6" fmla="*/ 0 w 1810143"/>
                  <a:gd name="connsiteY6" fmla="*/ 0 h 211452"/>
                  <a:gd name="connsiteX7" fmla="*/ 105788 w 1810143"/>
                  <a:gd name="connsiteY7" fmla="*/ 0 h 211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10143" h="211452">
                    <a:moveTo>
                      <a:pt x="1704356" y="0"/>
                    </a:moveTo>
                    <a:cubicBezTo>
                      <a:pt x="1762781" y="0"/>
                      <a:pt x="1810143" y="0"/>
                      <a:pt x="1810143" y="0"/>
                    </a:cubicBezTo>
                    <a:lnTo>
                      <a:pt x="1810143" y="211453"/>
                    </a:lnTo>
                    <a:cubicBezTo>
                      <a:pt x="1810143" y="211453"/>
                      <a:pt x="1762781" y="211453"/>
                      <a:pt x="1704356" y="211453"/>
                    </a:cubicBezTo>
                    <a:lnTo>
                      <a:pt x="105788" y="211453"/>
                    </a:lnTo>
                    <a:cubicBezTo>
                      <a:pt x="47363" y="211453"/>
                      <a:pt x="0" y="211453"/>
                      <a:pt x="0" y="211453"/>
                    </a:cubicBezTo>
                    <a:lnTo>
                      <a:pt x="0" y="0"/>
                    </a:lnTo>
                    <a:cubicBezTo>
                      <a:pt x="0" y="0"/>
                      <a:pt x="47363" y="0"/>
                      <a:pt x="105788" y="0"/>
                    </a:cubicBezTo>
                    <a:close/>
                  </a:path>
                </a:pathLst>
              </a:custGeom>
              <a:solidFill>
                <a:srgbClr val="141414"/>
              </a:solidFill>
              <a:ln w="129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Graphik LC Regular"/>
                  <a:ea typeface="+mn-ea"/>
                  <a:cs typeface="+mn-cs"/>
                </a:endParaRPr>
              </a:p>
            </p:txBody>
          </p:sp>
          <p:sp>
            <p:nvSpPr>
              <p:cNvPr id="18" name="Полилиния 17">
                <a:extLst>
                  <a:ext uri="{FF2B5EF4-FFF2-40B4-BE49-F238E27FC236}">
                    <a16:creationId xmlns:a16="http://schemas.microsoft.com/office/drawing/2014/main" id="{D0D0F6D1-25E6-EE1E-24A0-41E76883BE1E}"/>
                  </a:ext>
                </a:extLst>
              </p:cNvPr>
              <p:cNvSpPr/>
              <p:nvPr/>
            </p:nvSpPr>
            <p:spPr>
              <a:xfrm>
                <a:off x="15244232" y="6589186"/>
                <a:ext cx="6159212" cy="3806138"/>
              </a:xfrm>
              <a:custGeom>
                <a:avLst/>
                <a:gdLst>
                  <a:gd name="connsiteX0" fmla="*/ 0 w 6159212"/>
                  <a:gd name="connsiteY0" fmla="*/ 259882 h 3806138"/>
                  <a:gd name="connsiteX1" fmla="*/ 260033 w 6159212"/>
                  <a:gd name="connsiteY1" fmla="*/ 0 h 3806138"/>
                  <a:gd name="connsiteX2" fmla="*/ 6159213 w 6159212"/>
                  <a:gd name="connsiteY2" fmla="*/ 0 h 3806138"/>
                  <a:gd name="connsiteX3" fmla="*/ 6159213 w 6159212"/>
                  <a:gd name="connsiteY3" fmla="*/ 3546257 h 3806138"/>
                  <a:gd name="connsiteX4" fmla="*/ 5899179 w 6159212"/>
                  <a:gd name="connsiteY4" fmla="*/ 3806139 h 3806138"/>
                  <a:gd name="connsiteX5" fmla="*/ 0 w 6159212"/>
                  <a:gd name="connsiteY5" fmla="*/ 3806139 h 3806138"/>
                  <a:gd name="connsiteX6" fmla="*/ 0 w 6159212"/>
                  <a:gd name="connsiteY6" fmla="*/ 259882 h 3806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59212" h="3806138">
                    <a:moveTo>
                      <a:pt x="0" y="259882"/>
                    </a:moveTo>
                    <a:cubicBezTo>
                      <a:pt x="0" y="116349"/>
                      <a:pt x="116430" y="0"/>
                      <a:pt x="260033" y="0"/>
                    </a:cubicBezTo>
                    <a:lnTo>
                      <a:pt x="6159213" y="0"/>
                    </a:lnTo>
                    <a:lnTo>
                      <a:pt x="6159213" y="3546257"/>
                    </a:lnTo>
                    <a:cubicBezTo>
                      <a:pt x="6159213" y="3689790"/>
                      <a:pt x="6042783" y="3806139"/>
                      <a:pt x="5899179" y="3806139"/>
                    </a:cubicBezTo>
                    <a:lnTo>
                      <a:pt x="0" y="3806139"/>
                    </a:lnTo>
                    <a:lnTo>
                      <a:pt x="0" y="259882"/>
                    </a:lnTo>
                    <a:close/>
                  </a:path>
                </a:pathLst>
              </a:custGeom>
              <a:solidFill>
                <a:srgbClr val="00A651"/>
              </a:solidFill>
              <a:ln w="129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Graphik LC Regular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 18">
                <a:extLst>
                  <a:ext uri="{FF2B5EF4-FFF2-40B4-BE49-F238E27FC236}">
                    <a16:creationId xmlns:a16="http://schemas.microsoft.com/office/drawing/2014/main" id="{EDEB464A-664D-4287-780A-D1F5AFF03FFF}"/>
                  </a:ext>
                </a:extLst>
              </p:cNvPr>
              <p:cNvSpPr/>
              <p:nvPr/>
            </p:nvSpPr>
            <p:spPr>
              <a:xfrm>
                <a:off x="15009149" y="6354226"/>
                <a:ext cx="2092253" cy="1151237"/>
              </a:xfrm>
              <a:custGeom>
                <a:avLst/>
                <a:gdLst>
                  <a:gd name="connsiteX0" fmla="*/ 2092253 w 2092253"/>
                  <a:gd name="connsiteY0" fmla="*/ 0 h 1151237"/>
                  <a:gd name="connsiteX1" fmla="*/ 390050 w 2092253"/>
                  <a:gd name="connsiteY1" fmla="*/ 0 h 1151237"/>
                  <a:gd name="connsiteX2" fmla="*/ 0 w 2092253"/>
                  <a:gd name="connsiteY2" fmla="*/ 389823 h 1151237"/>
                  <a:gd name="connsiteX3" fmla="*/ 0 w 2092253"/>
                  <a:gd name="connsiteY3" fmla="*/ 1151238 h 1151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92253" h="1151237">
                    <a:moveTo>
                      <a:pt x="2092253" y="0"/>
                    </a:moveTo>
                    <a:lnTo>
                      <a:pt x="390050" y="0"/>
                    </a:lnTo>
                    <a:cubicBezTo>
                      <a:pt x="174638" y="0"/>
                      <a:pt x="0" y="174524"/>
                      <a:pt x="0" y="389823"/>
                    </a:cubicBezTo>
                    <a:lnTo>
                      <a:pt x="0" y="1151238"/>
                    </a:lnTo>
                  </a:path>
                </a:pathLst>
              </a:custGeom>
              <a:noFill/>
              <a:ln w="25400" cap="flat">
                <a:solidFill>
                  <a:srgbClr val="E6E6E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Graphik LC Regular"/>
                  <a:ea typeface="+mn-ea"/>
                  <a:cs typeface="+mn-cs"/>
                </a:endParaRPr>
              </a:p>
            </p:txBody>
          </p:sp>
          <p:sp>
            <p:nvSpPr>
              <p:cNvPr id="20" name="Полилиния 19">
                <a:extLst>
                  <a:ext uri="{FF2B5EF4-FFF2-40B4-BE49-F238E27FC236}">
                    <a16:creationId xmlns:a16="http://schemas.microsoft.com/office/drawing/2014/main" id="{F45A17E4-6D86-C41C-F859-1FB906EEBDC4}"/>
                  </a:ext>
                </a:extLst>
              </p:cNvPr>
              <p:cNvSpPr/>
              <p:nvPr/>
            </p:nvSpPr>
            <p:spPr>
              <a:xfrm>
                <a:off x="15714385" y="7059078"/>
                <a:ext cx="235096" cy="234946"/>
              </a:xfrm>
              <a:custGeom>
                <a:avLst/>
                <a:gdLst>
                  <a:gd name="connsiteX0" fmla="*/ 117548 w 235096"/>
                  <a:gd name="connsiteY0" fmla="*/ 234946 h 234946"/>
                  <a:gd name="connsiteX1" fmla="*/ 235096 w 235096"/>
                  <a:gd name="connsiteY1" fmla="*/ 117467 h 234946"/>
                  <a:gd name="connsiteX2" fmla="*/ 117548 w 235096"/>
                  <a:gd name="connsiteY2" fmla="*/ 0 h 234946"/>
                  <a:gd name="connsiteX3" fmla="*/ 0 w 235096"/>
                  <a:gd name="connsiteY3" fmla="*/ 117467 h 234946"/>
                  <a:gd name="connsiteX4" fmla="*/ 117548 w 235096"/>
                  <a:gd name="connsiteY4" fmla="*/ 234946 h 2349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5096" h="234946">
                    <a:moveTo>
                      <a:pt x="117548" y="234946"/>
                    </a:moveTo>
                    <a:cubicBezTo>
                      <a:pt x="182465" y="234946"/>
                      <a:pt x="235096" y="182346"/>
                      <a:pt x="235096" y="117467"/>
                    </a:cubicBezTo>
                    <a:cubicBezTo>
                      <a:pt x="235096" y="52587"/>
                      <a:pt x="182465" y="0"/>
                      <a:pt x="117548" y="0"/>
                    </a:cubicBezTo>
                    <a:cubicBezTo>
                      <a:pt x="52631" y="0"/>
                      <a:pt x="0" y="52587"/>
                      <a:pt x="0" y="117467"/>
                    </a:cubicBezTo>
                    <a:cubicBezTo>
                      <a:pt x="0" y="182346"/>
                      <a:pt x="52631" y="234946"/>
                      <a:pt x="117548" y="234946"/>
                    </a:cubicBezTo>
                    <a:close/>
                  </a:path>
                </a:pathLst>
              </a:custGeom>
              <a:solidFill>
                <a:srgbClr val="E6E6E6"/>
              </a:solidFill>
              <a:ln w="129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Graphik LC Regular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 20">
                <a:extLst>
                  <a:ext uri="{FF2B5EF4-FFF2-40B4-BE49-F238E27FC236}">
                    <a16:creationId xmlns:a16="http://schemas.microsoft.com/office/drawing/2014/main" id="{DBD025E7-6A98-7A31-2971-8AFC007473B5}"/>
                  </a:ext>
                </a:extLst>
              </p:cNvPr>
              <p:cNvSpPr/>
              <p:nvPr/>
            </p:nvSpPr>
            <p:spPr>
              <a:xfrm>
                <a:off x="16184564" y="7059078"/>
                <a:ext cx="235083" cy="234946"/>
              </a:xfrm>
              <a:custGeom>
                <a:avLst/>
                <a:gdLst>
                  <a:gd name="connsiteX0" fmla="*/ 117535 w 235083"/>
                  <a:gd name="connsiteY0" fmla="*/ 234946 h 234946"/>
                  <a:gd name="connsiteX1" fmla="*/ 235083 w 235083"/>
                  <a:gd name="connsiteY1" fmla="*/ 117467 h 234946"/>
                  <a:gd name="connsiteX2" fmla="*/ 117535 w 235083"/>
                  <a:gd name="connsiteY2" fmla="*/ 0 h 234946"/>
                  <a:gd name="connsiteX3" fmla="*/ 0 w 235083"/>
                  <a:gd name="connsiteY3" fmla="*/ 117467 h 234946"/>
                  <a:gd name="connsiteX4" fmla="*/ 117535 w 235083"/>
                  <a:gd name="connsiteY4" fmla="*/ 234946 h 2349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5083" h="234946">
                    <a:moveTo>
                      <a:pt x="117535" y="234946"/>
                    </a:moveTo>
                    <a:cubicBezTo>
                      <a:pt x="182453" y="234946"/>
                      <a:pt x="235083" y="182346"/>
                      <a:pt x="235083" y="117467"/>
                    </a:cubicBezTo>
                    <a:cubicBezTo>
                      <a:pt x="235083" y="52587"/>
                      <a:pt x="182453" y="0"/>
                      <a:pt x="117535" y="0"/>
                    </a:cubicBezTo>
                    <a:cubicBezTo>
                      <a:pt x="52618" y="0"/>
                      <a:pt x="0" y="52587"/>
                      <a:pt x="0" y="117467"/>
                    </a:cubicBezTo>
                    <a:cubicBezTo>
                      <a:pt x="0" y="182346"/>
                      <a:pt x="52618" y="234946"/>
                      <a:pt x="117535" y="234946"/>
                    </a:cubicBezTo>
                    <a:close/>
                  </a:path>
                </a:pathLst>
              </a:custGeom>
              <a:solidFill>
                <a:srgbClr val="E6E6E6"/>
              </a:solidFill>
              <a:ln w="129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Graphik LC Regular"/>
                  <a:ea typeface="+mn-ea"/>
                  <a:cs typeface="+mn-cs"/>
                </a:endParaRPr>
              </a:p>
            </p:txBody>
          </p:sp>
          <p:sp>
            <p:nvSpPr>
              <p:cNvPr id="22" name="Полилиния 21">
                <a:extLst>
                  <a:ext uri="{FF2B5EF4-FFF2-40B4-BE49-F238E27FC236}">
                    <a16:creationId xmlns:a16="http://schemas.microsoft.com/office/drawing/2014/main" id="{B13A02B5-CA29-1EE3-B48D-537BEDB6407E}"/>
                  </a:ext>
                </a:extLst>
              </p:cNvPr>
              <p:cNvSpPr/>
              <p:nvPr/>
            </p:nvSpPr>
            <p:spPr>
              <a:xfrm>
                <a:off x="16654730" y="7059078"/>
                <a:ext cx="235082" cy="234946"/>
              </a:xfrm>
              <a:custGeom>
                <a:avLst/>
                <a:gdLst>
                  <a:gd name="connsiteX0" fmla="*/ 117535 w 235082"/>
                  <a:gd name="connsiteY0" fmla="*/ 234946 h 234946"/>
                  <a:gd name="connsiteX1" fmla="*/ 235083 w 235082"/>
                  <a:gd name="connsiteY1" fmla="*/ 117467 h 234946"/>
                  <a:gd name="connsiteX2" fmla="*/ 117535 w 235082"/>
                  <a:gd name="connsiteY2" fmla="*/ 0 h 234946"/>
                  <a:gd name="connsiteX3" fmla="*/ 0 w 235082"/>
                  <a:gd name="connsiteY3" fmla="*/ 117467 h 234946"/>
                  <a:gd name="connsiteX4" fmla="*/ 117535 w 235082"/>
                  <a:gd name="connsiteY4" fmla="*/ 234946 h 2349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5082" h="234946">
                    <a:moveTo>
                      <a:pt x="117535" y="234946"/>
                    </a:moveTo>
                    <a:cubicBezTo>
                      <a:pt x="182452" y="234946"/>
                      <a:pt x="235083" y="182346"/>
                      <a:pt x="235083" y="117467"/>
                    </a:cubicBezTo>
                    <a:cubicBezTo>
                      <a:pt x="235083" y="52587"/>
                      <a:pt x="182452" y="0"/>
                      <a:pt x="117535" y="0"/>
                    </a:cubicBezTo>
                    <a:cubicBezTo>
                      <a:pt x="52618" y="0"/>
                      <a:pt x="0" y="52587"/>
                      <a:pt x="0" y="117467"/>
                    </a:cubicBezTo>
                    <a:cubicBezTo>
                      <a:pt x="0" y="182346"/>
                      <a:pt x="52618" y="234946"/>
                      <a:pt x="117535" y="234946"/>
                    </a:cubicBezTo>
                    <a:close/>
                  </a:path>
                </a:pathLst>
              </a:custGeom>
              <a:solidFill>
                <a:srgbClr val="E6E6E6"/>
              </a:solidFill>
              <a:ln w="129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Graphik LC Regular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 22">
                <a:extLst>
                  <a:ext uri="{FF2B5EF4-FFF2-40B4-BE49-F238E27FC236}">
                    <a16:creationId xmlns:a16="http://schemas.microsoft.com/office/drawing/2014/main" id="{0FA214E0-35F7-6691-9713-78A831D01568}"/>
                  </a:ext>
                </a:extLst>
              </p:cNvPr>
              <p:cNvSpPr/>
              <p:nvPr/>
            </p:nvSpPr>
            <p:spPr>
              <a:xfrm>
                <a:off x="12928658" y="9573006"/>
                <a:ext cx="1645585" cy="1644623"/>
              </a:xfrm>
              <a:custGeom>
                <a:avLst/>
                <a:gdLst>
                  <a:gd name="connsiteX0" fmla="*/ 822793 w 1645585"/>
                  <a:gd name="connsiteY0" fmla="*/ 1644624 h 1644623"/>
                  <a:gd name="connsiteX1" fmla="*/ 1645585 w 1645585"/>
                  <a:gd name="connsiteY1" fmla="*/ 822305 h 1644623"/>
                  <a:gd name="connsiteX2" fmla="*/ 822793 w 1645585"/>
                  <a:gd name="connsiteY2" fmla="*/ 0 h 1644623"/>
                  <a:gd name="connsiteX3" fmla="*/ 0 w 1645585"/>
                  <a:gd name="connsiteY3" fmla="*/ 822305 h 1644623"/>
                  <a:gd name="connsiteX4" fmla="*/ 822793 w 1645585"/>
                  <a:gd name="connsiteY4" fmla="*/ 1644624 h 1644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45585" h="1644623">
                    <a:moveTo>
                      <a:pt x="822793" y="1644624"/>
                    </a:moveTo>
                    <a:cubicBezTo>
                      <a:pt x="1277235" y="1644624"/>
                      <a:pt x="1645585" y="1276488"/>
                      <a:pt x="1645585" y="822305"/>
                    </a:cubicBezTo>
                    <a:cubicBezTo>
                      <a:pt x="1645585" y="368136"/>
                      <a:pt x="1277235" y="0"/>
                      <a:pt x="822793" y="0"/>
                    </a:cubicBezTo>
                    <a:cubicBezTo>
                      <a:pt x="368351" y="0"/>
                      <a:pt x="0" y="368136"/>
                      <a:pt x="0" y="822305"/>
                    </a:cubicBezTo>
                    <a:cubicBezTo>
                      <a:pt x="0" y="1276488"/>
                      <a:pt x="368351" y="1644624"/>
                      <a:pt x="822793" y="1644624"/>
                    </a:cubicBezTo>
                    <a:close/>
                  </a:path>
                </a:pathLst>
              </a:custGeom>
              <a:noFill/>
              <a:ln w="25400" cap="flat">
                <a:solidFill>
                  <a:srgbClr val="E6E6E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Graphik LC Regular"/>
                  <a:ea typeface="+mn-ea"/>
                  <a:cs typeface="+mn-cs"/>
                </a:endParaRPr>
              </a:p>
            </p:txBody>
          </p:sp>
          <p:sp>
            <p:nvSpPr>
              <p:cNvPr id="24" name="Полилиния 23">
                <a:extLst>
                  <a:ext uri="{FF2B5EF4-FFF2-40B4-BE49-F238E27FC236}">
                    <a16:creationId xmlns:a16="http://schemas.microsoft.com/office/drawing/2014/main" id="{6A39FB3D-23AA-0C7E-C79F-C30E4F410762}"/>
                  </a:ext>
                </a:extLst>
              </p:cNvPr>
              <p:cNvSpPr/>
              <p:nvPr/>
            </p:nvSpPr>
            <p:spPr>
              <a:xfrm>
                <a:off x="13751469" y="9939622"/>
                <a:ext cx="13001" cy="925620"/>
              </a:xfrm>
              <a:custGeom>
                <a:avLst/>
                <a:gdLst>
                  <a:gd name="connsiteX0" fmla="*/ 0 w 13001"/>
                  <a:gd name="connsiteY0" fmla="*/ 925621 h 925620"/>
                  <a:gd name="connsiteX1" fmla="*/ 0 w 13001"/>
                  <a:gd name="connsiteY1" fmla="*/ 0 h 925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001" h="925620">
                    <a:moveTo>
                      <a:pt x="0" y="925621"/>
                    </a:moveTo>
                    <a:lnTo>
                      <a:pt x="0" y="0"/>
                    </a:lnTo>
                  </a:path>
                </a:pathLst>
              </a:custGeom>
              <a:noFill/>
              <a:ln w="25400" cap="flat">
                <a:solidFill>
                  <a:srgbClr val="E6E6E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Graphik LC Regular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 24">
                <a:extLst>
                  <a:ext uri="{FF2B5EF4-FFF2-40B4-BE49-F238E27FC236}">
                    <a16:creationId xmlns:a16="http://schemas.microsoft.com/office/drawing/2014/main" id="{709B8FB6-9F26-693C-E1E5-2F6D878BBFA1}"/>
                  </a:ext>
                </a:extLst>
              </p:cNvPr>
              <p:cNvSpPr/>
              <p:nvPr/>
            </p:nvSpPr>
            <p:spPr>
              <a:xfrm>
                <a:off x="13410583" y="9925445"/>
                <a:ext cx="681740" cy="355999"/>
              </a:xfrm>
              <a:custGeom>
                <a:avLst/>
                <a:gdLst>
                  <a:gd name="connsiteX0" fmla="*/ 681741 w 681740"/>
                  <a:gd name="connsiteY0" fmla="*/ 355999 h 355999"/>
                  <a:gd name="connsiteX1" fmla="*/ 340871 w 681740"/>
                  <a:gd name="connsiteY1" fmla="*/ 0 h 355999"/>
                  <a:gd name="connsiteX2" fmla="*/ 0 w 681740"/>
                  <a:gd name="connsiteY2" fmla="*/ 355999 h 355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81740" h="355999">
                    <a:moveTo>
                      <a:pt x="681741" y="355999"/>
                    </a:moveTo>
                    <a:lnTo>
                      <a:pt x="340871" y="0"/>
                    </a:lnTo>
                    <a:lnTo>
                      <a:pt x="0" y="355999"/>
                    </a:lnTo>
                  </a:path>
                </a:pathLst>
              </a:custGeom>
              <a:noFill/>
              <a:ln w="25400" cap="flat">
                <a:solidFill>
                  <a:srgbClr val="E6E6E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Graphik LC Regular"/>
                  <a:ea typeface="+mn-ea"/>
                  <a:cs typeface="+mn-cs"/>
                </a:endParaRPr>
              </a:p>
            </p:txBody>
          </p:sp>
        </p:grpSp>
        <p:sp>
          <p:nvSpPr>
            <p:cNvPr id="27" name="Полилиния 26">
              <a:extLst>
                <a:ext uri="{FF2B5EF4-FFF2-40B4-BE49-F238E27FC236}">
                  <a16:creationId xmlns:a16="http://schemas.microsoft.com/office/drawing/2014/main" id="{F822089F-B478-D25F-0628-933A7810E770}"/>
                </a:ext>
              </a:extLst>
            </p:cNvPr>
            <p:cNvSpPr/>
            <p:nvPr userDrawn="1"/>
          </p:nvSpPr>
          <p:spPr>
            <a:xfrm>
              <a:off x="16325645" y="3746325"/>
              <a:ext cx="329086" cy="328894"/>
            </a:xfrm>
            <a:custGeom>
              <a:avLst/>
              <a:gdLst>
                <a:gd name="connsiteX0" fmla="*/ 105781 w 211575"/>
                <a:gd name="connsiteY0" fmla="*/ 211453 h 211452"/>
                <a:gd name="connsiteX1" fmla="*/ 211576 w 211575"/>
                <a:gd name="connsiteY1" fmla="*/ 105726 h 211452"/>
                <a:gd name="connsiteX2" fmla="*/ 105781 w 211575"/>
                <a:gd name="connsiteY2" fmla="*/ 0 h 211452"/>
                <a:gd name="connsiteX3" fmla="*/ 0 w 211575"/>
                <a:gd name="connsiteY3" fmla="*/ 105726 h 211452"/>
                <a:gd name="connsiteX4" fmla="*/ 105781 w 211575"/>
                <a:gd name="connsiteY4" fmla="*/ 211453 h 211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1575" h="211452">
                  <a:moveTo>
                    <a:pt x="105781" y="211453"/>
                  </a:moveTo>
                  <a:cubicBezTo>
                    <a:pt x="164211" y="211453"/>
                    <a:pt x="211576" y="164117"/>
                    <a:pt x="211576" y="105726"/>
                  </a:cubicBezTo>
                  <a:cubicBezTo>
                    <a:pt x="211576" y="47335"/>
                    <a:pt x="164211" y="0"/>
                    <a:pt x="105781" y="0"/>
                  </a:cubicBezTo>
                  <a:cubicBezTo>
                    <a:pt x="47352" y="0"/>
                    <a:pt x="0" y="47335"/>
                    <a:pt x="0" y="105726"/>
                  </a:cubicBezTo>
                  <a:cubicBezTo>
                    <a:pt x="0" y="164117"/>
                    <a:pt x="47352" y="211453"/>
                    <a:pt x="105781" y="211453"/>
                  </a:cubicBezTo>
                  <a:close/>
                </a:path>
              </a:pathLst>
            </a:custGeom>
            <a:solidFill>
              <a:schemeClr val="bg2"/>
            </a:solidFill>
            <a:ln w="1270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55374208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устой слайд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4ADAF1A-DD98-9E5E-4850-3901940A8A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07108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верстка слайда с левой плашкой (светлый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8FFD452-BCF9-0489-731E-4F481C6D9B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88645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верстка слайда с левой плашкой (темный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DAEF54D6-C4D4-F7EC-F6F5-0F5A6536EB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0E0B66C9-1990-8D32-1F6B-48B5F36947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7133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ик с фото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>
            <a:extLst>
              <a:ext uri="{FF2B5EF4-FFF2-40B4-BE49-F238E27FC236}">
                <a16:creationId xmlns:a16="http://schemas.microsoft.com/office/drawing/2014/main" id="{D85D2976-C84B-E0CB-3A06-630A343C25D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412875" y="1219199"/>
            <a:ext cx="9754803" cy="11277599"/>
          </a:xfrm>
          <a:prstGeom prst="round2DiagRect">
            <a:avLst>
              <a:gd name="adj1" fmla="val 6624"/>
              <a:gd name="adj2" fmla="val 0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32" name="Image 4" descr=" ">
            <a:extLst>
              <a:ext uri="{FF2B5EF4-FFF2-40B4-BE49-F238E27FC236}">
                <a16:creationId xmlns:a16="http://schemas.microsoft.com/office/drawing/2014/main" id="{1BE55C15-EB0A-883F-4D8D-6FBAB67D80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219200"/>
            <a:ext cx="6960470" cy="1222970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0995B354-735E-003B-AD55-23C9A4F7FC62}"/>
              </a:ext>
            </a:extLst>
          </p:cNvPr>
          <p:cNvCxnSpPr>
            <a:cxnSpLocks/>
          </p:cNvCxnSpPr>
          <p:nvPr userDrawn="1"/>
        </p:nvCxnSpPr>
        <p:spPr>
          <a:xfrm>
            <a:off x="1219351" y="3094224"/>
            <a:ext cx="10479600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52B70CE0-B7B3-CE86-6269-F340568CF29A}"/>
              </a:ext>
            </a:extLst>
          </p:cNvPr>
          <p:cNvCxnSpPr>
            <a:cxnSpLocks/>
          </p:cNvCxnSpPr>
          <p:nvPr userDrawn="1"/>
        </p:nvCxnSpPr>
        <p:spPr>
          <a:xfrm>
            <a:off x="12193524" y="1219200"/>
            <a:ext cx="0" cy="13208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CAE9C206-8E8C-6FA1-30BA-063564BD6075}"/>
              </a:ext>
            </a:extLst>
          </p:cNvPr>
          <p:cNvCxnSpPr>
            <a:cxnSpLocks/>
          </p:cNvCxnSpPr>
          <p:nvPr userDrawn="1"/>
        </p:nvCxnSpPr>
        <p:spPr>
          <a:xfrm>
            <a:off x="12193524" y="3746500"/>
            <a:ext cx="0" cy="8764588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34">
            <a:extLst>
              <a:ext uri="{FF2B5EF4-FFF2-40B4-BE49-F238E27FC236}">
                <a16:creationId xmlns:a16="http://schemas.microsoft.com/office/drawing/2014/main" id="{D1EC0C2C-11C4-DD8C-5543-4D5750CD12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3" y="4708318"/>
            <a:ext cx="10479598" cy="453970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презентации</a:t>
            </a:r>
            <a:br>
              <a:rPr lang="ru-RU" dirty="0"/>
            </a:br>
            <a:r>
              <a:rPr lang="ru-RU" dirty="0"/>
              <a:t>на три строки</a:t>
            </a:r>
          </a:p>
        </p:txBody>
      </p:sp>
      <p:sp>
        <p:nvSpPr>
          <p:cNvPr id="12" name="Текст 36">
            <a:extLst>
              <a:ext uri="{FF2B5EF4-FFF2-40B4-BE49-F238E27FC236}">
                <a16:creationId xmlns:a16="http://schemas.microsoft.com/office/drawing/2014/main" id="{51133EAC-C564-0702-1D4F-0792BB923F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19353" y="9841108"/>
            <a:ext cx="10479598" cy="74385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48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1800" smtClean="0"/>
            </a:lvl2pPr>
            <a:lvl3pPr>
              <a:defRPr lang="ru-RU" sz="1800" smtClean="0"/>
            </a:lvl3pPr>
            <a:lvl4pPr>
              <a:defRPr lang="ru-RU" sz="1800" smtClean="0"/>
            </a:lvl4pPr>
            <a:lvl5pPr>
              <a:defRPr lang="ru-RU" sz="1800"/>
            </a:lvl5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презентации</a:t>
            </a:r>
          </a:p>
        </p:txBody>
      </p:sp>
      <p:sp>
        <p:nvSpPr>
          <p:cNvPr id="13" name="Текст 36">
            <a:extLst>
              <a:ext uri="{FF2B5EF4-FFF2-40B4-BE49-F238E27FC236}">
                <a16:creationId xmlns:a16="http://schemas.microsoft.com/office/drawing/2014/main" id="{B4622CFE-63AA-B200-F154-0F358CED62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9353" y="12207829"/>
            <a:ext cx="10479598" cy="3718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</p:spTree>
    <p:extLst>
      <p:ext uri="{BB962C8B-B14F-4D97-AF65-F5344CB8AC3E}">
        <p14:creationId xmlns:p14="http://schemas.microsoft.com/office/powerpoint/2010/main" val="23386745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ик с сокращенным перекрестием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 4" descr=" ">
            <a:extLst>
              <a:ext uri="{FF2B5EF4-FFF2-40B4-BE49-F238E27FC236}">
                <a16:creationId xmlns:a16="http://schemas.microsoft.com/office/drawing/2014/main" id="{1BE55C15-EB0A-883F-4D8D-6FBAB67D80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219200"/>
            <a:ext cx="6960470" cy="1222970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0995B354-735E-003B-AD55-23C9A4F7FC62}"/>
              </a:ext>
            </a:extLst>
          </p:cNvPr>
          <p:cNvCxnSpPr>
            <a:cxnSpLocks/>
          </p:cNvCxnSpPr>
          <p:nvPr userDrawn="1"/>
        </p:nvCxnSpPr>
        <p:spPr>
          <a:xfrm>
            <a:off x="1219351" y="3094224"/>
            <a:ext cx="10479600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52B70CE0-B7B3-CE86-6269-F340568CF29A}"/>
              </a:ext>
            </a:extLst>
          </p:cNvPr>
          <p:cNvCxnSpPr>
            <a:cxnSpLocks/>
          </p:cNvCxnSpPr>
          <p:nvPr userDrawn="1"/>
        </p:nvCxnSpPr>
        <p:spPr>
          <a:xfrm>
            <a:off x="12193524" y="1219200"/>
            <a:ext cx="0" cy="13208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CAE9C206-8E8C-6FA1-30BA-063564BD6075}"/>
              </a:ext>
            </a:extLst>
          </p:cNvPr>
          <p:cNvCxnSpPr>
            <a:cxnSpLocks/>
          </p:cNvCxnSpPr>
          <p:nvPr userDrawn="1"/>
        </p:nvCxnSpPr>
        <p:spPr>
          <a:xfrm>
            <a:off x="12193524" y="3746500"/>
            <a:ext cx="0" cy="8764588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34">
            <a:extLst>
              <a:ext uri="{FF2B5EF4-FFF2-40B4-BE49-F238E27FC236}">
                <a16:creationId xmlns:a16="http://schemas.microsoft.com/office/drawing/2014/main" id="{D1EC0C2C-11C4-DD8C-5543-4D5750CD12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3" y="4708318"/>
            <a:ext cx="10479598" cy="453970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презентации</a:t>
            </a:r>
            <a:br>
              <a:rPr lang="ru-RU" dirty="0"/>
            </a:br>
            <a:r>
              <a:rPr lang="ru-RU" dirty="0"/>
              <a:t>на три строки</a:t>
            </a:r>
          </a:p>
        </p:txBody>
      </p:sp>
      <p:sp>
        <p:nvSpPr>
          <p:cNvPr id="12" name="Текст 36">
            <a:extLst>
              <a:ext uri="{FF2B5EF4-FFF2-40B4-BE49-F238E27FC236}">
                <a16:creationId xmlns:a16="http://schemas.microsoft.com/office/drawing/2014/main" id="{51133EAC-C564-0702-1D4F-0792BB923F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19353" y="9841108"/>
            <a:ext cx="10479598" cy="74385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48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1800" smtClean="0"/>
            </a:lvl2pPr>
            <a:lvl3pPr>
              <a:defRPr lang="ru-RU" sz="1800" smtClean="0"/>
            </a:lvl3pPr>
            <a:lvl4pPr>
              <a:defRPr lang="ru-RU" sz="1800" smtClean="0"/>
            </a:lvl4pPr>
            <a:lvl5pPr>
              <a:defRPr lang="ru-RU" sz="1800"/>
            </a:lvl5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презентации</a:t>
            </a:r>
          </a:p>
        </p:txBody>
      </p:sp>
      <p:sp>
        <p:nvSpPr>
          <p:cNvPr id="13" name="Текст 36">
            <a:extLst>
              <a:ext uri="{FF2B5EF4-FFF2-40B4-BE49-F238E27FC236}">
                <a16:creationId xmlns:a16="http://schemas.microsoft.com/office/drawing/2014/main" id="{B4622CFE-63AA-B200-F154-0F358CED62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9353" y="12207829"/>
            <a:ext cx="10479598" cy="3718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</p:spTree>
    <p:extLst>
      <p:ext uri="{BB962C8B-B14F-4D97-AF65-F5344CB8AC3E}">
        <p14:creationId xmlns:p14="http://schemas.microsoft.com/office/powerpoint/2010/main" val="13406750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ик с графико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 4" descr=" ">
            <a:extLst>
              <a:ext uri="{FF2B5EF4-FFF2-40B4-BE49-F238E27FC236}">
                <a16:creationId xmlns:a16="http://schemas.microsoft.com/office/drawing/2014/main" id="{1BE55C15-EB0A-883F-4D8D-6FBAB67D80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219200"/>
            <a:ext cx="6960470" cy="1222970"/>
          </a:xfrm>
          <a:prstGeom prst="rect">
            <a:avLst/>
          </a:prstGeom>
        </p:spPr>
      </p:pic>
      <p:sp>
        <p:nvSpPr>
          <p:cNvPr id="4" name="Текст 34">
            <a:extLst>
              <a:ext uri="{FF2B5EF4-FFF2-40B4-BE49-F238E27FC236}">
                <a16:creationId xmlns:a16="http://schemas.microsoft.com/office/drawing/2014/main" id="{7968F44E-08A0-41AC-8236-97CE976832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2" y="5211820"/>
            <a:ext cx="10974235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презентации</a:t>
            </a:r>
          </a:p>
        </p:txBody>
      </p:sp>
      <p:sp>
        <p:nvSpPr>
          <p:cNvPr id="5" name="Текст 36">
            <a:extLst>
              <a:ext uri="{FF2B5EF4-FFF2-40B4-BE49-F238E27FC236}">
                <a16:creationId xmlns:a16="http://schemas.microsoft.com/office/drawing/2014/main" id="{6EF22B45-ADF0-D9B2-E3E3-70E26D5238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19352" y="8794272"/>
            <a:ext cx="10974235" cy="74385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48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1800" smtClean="0"/>
            </a:lvl2pPr>
            <a:lvl3pPr>
              <a:defRPr lang="ru-RU" sz="1800" smtClean="0"/>
            </a:lvl3pPr>
            <a:lvl4pPr>
              <a:defRPr lang="ru-RU" sz="1800" smtClean="0"/>
            </a:lvl4pPr>
            <a:lvl5pPr>
              <a:defRPr lang="ru-RU" sz="1800"/>
            </a:lvl5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презентации</a:t>
            </a:r>
          </a:p>
        </p:txBody>
      </p:sp>
      <p:sp>
        <p:nvSpPr>
          <p:cNvPr id="7" name="Текст 36">
            <a:extLst>
              <a:ext uri="{FF2B5EF4-FFF2-40B4-BE49-F238E27FC236}">
                <a16:creationId xmlns:a16="http://schemas.microsoft.com/office/drawing/2014/main" id="{2339596C-1F2E-D375-8CCC-7E29DD9290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616069" y="12207829"/>
            <a:ext cx="3558256" cy="3718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r">
              <a:buNone/>
              <a:defRPr lang="ru-RU" sz="24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Дата</a:t>
            </a:r>
          </a:p>
        </p:txBody>
      </p:sp>
      <p:sp>
        <p:nvSpPr>
          <p:cNvPr id="2" name="Текст 36">
            <a:extLst>
              <a:ext uri="{FF2B5EF4-FFF2-40B4-BE49-F238E27FC236}">
                <a16:creationId xmlns:a16="http://schemas.microsoft.com/office/drawing/2014/main" id="{DEEF823B-F37A-922E-F955-C7BA433D27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9353" y="12207829"/>
            <a:ext cx="10479598" cy="3718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</p:spTree>
    <p:extLst>
      <p:ext uri="{BB962C8B-B14F-4D97-AF65-F5344CB8AC3E}">
        <p14:creationId xmlns:p14="http://schemas.microsoft.com/office/powerpoint/2010/main" val="25866487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лушка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F05CF60B-303C-59F0-511C-5DB1A022843F}"/>
              </a:ext>
            </a:extLst>
          </p:cNvPr>
          <p:cNvCxnSpPr>
            <a:cxnSpLocks/>
          </p:cNvCxnSpPr>
          <p:nvPr userDrawn="1"/>
        </p:nvCxnSpPr>
        <p:spPr>
          <a:xfrm>
            <a:off x="1219351" y="3094224"/>
            <a:ext cx="21355804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BBE7DF51-59FE-3CD3-949C-4435C99D8747}"/>
              </a:ext>
            </a:extLst>
          </p:cNvPr>
          <p:cNvCxnSpPr>
            <a:cxnSpLocks/>
          </p:cNvCxnSpPr>
          <p:nvPr userDrawn="1"/>
        </p:nvCxnSpPr>
        <p:spPr>
          <a:xfrm>
            <a:off x="23154851" y="3746500"/>
            <a:ext cx="0" cy="8764588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6D902FED-197E-5F3F-62A9-79B50A7A420A}"/>
              </a:ext>
            </a:extLst>
          </p:cNvPr>
          <p:cNvCxnSpPr>
            <a:cxnSpLocks/>
          </p:cNvCxnSpPr>
          <p:nvPr userDrawn="1"/>
        </p:nvCxnSpPr>
        <p:spPr>
          <a:xfrm>
            <a:off x="23154851" y="1219200"/>
            <a:ext cx="0" cy="132080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 4" descr=" ">
            <a:extLst>
              <a:ext uri="{FF2B5EF4-FFF2-40B4-BE49-F238E27FC236}">
                <a16:creationId xmlns:a16="http://schemas.microsoft.com/office/drawing/2014/main" id="{1BE55C15-EB0A-883F-4D8D-6FBAB67D80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219200"/>
            <a:ext cx="6960470" cy="1222970"/>
          </a:xfrm>
          <a:prstGeom prst="rect">
            <a:avLst/>
          </a:prstGeom>
        </p:spPr>
      </p:pic>
      <p:sp>
        <p:nvSpPr>
          <p:cNvPr id="39" name="Текст 34">
            <a:extLst>
              <a:ext uri="{FF2B5EF4-FFF2-40B4-BE49-F238E27FC236}">
                <a16:creationId xmlns:a16="http://schemas.microsoft.com/office/drawing/2014/main" id="{30148C2E-65E6-553A-87C6-8515D63719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9490375"/>
            <a:ext cx="17185245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Заголовок презентации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30580860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разделитель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C62FB78-7F5F-C2E5-51BF-A8DE71DF85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92523" y="1219200"/>
            <a:ext cx="2006847" cy="1302690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9644507F-2411-DC76-C8F3-90355D3E0944}"/>
              </a:ext>
            </a:extLst>
          </p:cNvPr>
          <p:cNvCxnSpPr>
            <a:cxnSpLocks/>
          </p:cNvCxnSpPr>
          <p:nvPr userDrawn="1"/>
        </p:nvCxnSpPr>
        <p:spPr>
          <a:xfrm>
            <a:off x="6883718" y="11684000"/>
            <a:ext cx="0" cy="827088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3668D00B-899F-AB64-BABB-A76A39542743}"/>
              </a:ext>
            </a:extLst>
          </p:cNvPr>
          <p:cNvCxnSpPr>
            <a:cxnSpLocks/>
          </p:cNvCxnSpPr>
          <p:nvPr userDrawn="1"/>
        </p:nvCxnSpPr>
        <p:spPr>
          <a:xfrm>
            <a:off x="7475032" y="11107892"/>
            <a:ext cx="15699293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5C31A099-C7D0-5207-0B00-F8CC5253C993}"/>
              </a:ext>
            </a:extLst>
          </p:cNvPr>
          <p:cNvCxnSpPr>
            <a:cxnSpLocks/>
          </p:cNvCxnSpPr>
          <p:nvPr userDrawn="1"/>
        </p:nvCxnSpPr>
        <p:spPr>
          <a:xfrm>
            <a:off x="6883718" y="1204913"/>
            <a:ext cx="0" cy="9303639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Текст 34">
            <a:extLst>
              <a:ext uri="{FF2B5EF4-FFF2-40B4-BE49-F238E27FC236}">
                <a16:creationId xmlns:a16="http://schemas.microsoft.com/office/drawing/2014/main" id="{8E3EDAB1-5896-5CE4-CBEE-918601F42E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92523" y="4703495"/>
            <a:ext cx="14837315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раздела</a:t>
            </a:r>
          </a:p>
        </p:txBody>
      </p:sp>
      <p:sp>
        <p:nvSpPr>
          <p:cNvPr id="27" name="Текст 36">
            <a:extLst>
              <a:ext uri="{FF2B5EF4-FFF2-40B4-BE49-F238E27FC236}">
                <a16:creationId xmlns:a16="http://schemas.microsoft.com/office/drawing/2014/main" id="{D5082E7C-4853-22F7-34D6-E6219D01B8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92523" y="8182429"/>
            <a:ext cx="9212257" cy="74385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48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1800" smtClean="0"/>
            </a:lvl2pPr>
            <a:lvl3pPr>
              <a:defRPr lang="ru-RU" sz="1800" smtClean="0"/>
            </a:lvl3pPr>
            <a:lvl4pPr>
              <a:defRPr lang="ru-RU" sz="1800" smtClean="0"/>
            </a:lvl4pPr>
            <a:lvl5pPr>
              <a:defRPr lang="ru-RU" sz="1800"/>
            </a:lvl5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раздела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4AE83BE-3812-04B0-7F27-8F983D2BC534}"/>
              </a:ext>
            </a:extLst>
          </p:cNvPr>
          <p:cNvSpPr/>
          <p:nvPr/>
        </p:nvSpPr>
        <p:spPr>
          <a:xfrm>
            <a:off x="8192523" y="11673114"/>
            <a:ext cx="3708864" cy="8382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Текст 36">
            <a:extLst>
              <a:ext uri="{FF2B5EF4-FFF2-40B4-BE49-F238E27FC236}">
                <a16:creationId xmlns:a16="http://schemas.microsoft.com/office/drawing/2014/main" id="{56EF11C1-D6E0-4866-984D-42263B7952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54075" y="11859779"/>
            <a:ext cx="3185761" cy="46487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indent="0">
              <a:buNone/>
              <a:defRPr lang="ru-RU" sz="3000" b="1" spc="100" baseline="0" dirty="0">
                <a:solidFill>
                  <a:srgbClr val="141414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algn="ctr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ТЕГ 1</a:t>
            </a:r>
          </a:p>
        </p:txBody>
      </p:sp>
    </p:spTree>
    <p:extLst>
      <p:ext uri="{BB962C8B-B14F-4D97-AF65-F5344CB8AC3E}">
        <p14:creationId xmlns:p14="http://schemas.microsoft.com/office/powerpoint/2010/main" val="32667307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разделитель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09CC67D-1EA4-3B2E-4FED-C778B4AD4C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50407" y="1219200"/>
            <a:ext cx="2006847" cy="1302690"/>
          </a:xfrm>
          <a:prstGeom prst="rect">
            <a:avLst/>
          </a:prstGeom>
        </p:spPr>
      </p:pic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2AC3C33F-2EEE-66DA-0D8F-F126AFD97187}"/>
              </a:ext>
            </a:extLst>
          </p:cNvPr>
          <p:cNvCxnSpPr>
            <a:cxnSpLocks/>
          </p:cNvCxnSpPr>
          <p:nvPr userDrawn="1"/>
        </p:nvCxnSpPr>
        <p:spPr>
          <a:xfrm>
            <a:off x="1250407" y="3094224"/>
            <a:ext cx="14986677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FEF6DFCF-6E3C-45AD-39A3-2B96DD02EF20}"/>
              </a:ext>
            </a:extLst>
          </p:cNvPr>
          <p:cNvCxnSpPr>
            <a:cxnSpLocks/>
          </p:cNvCxnSpPr>
          <p:nvPr userDrawn="1"/>
        </p:nvCxnSpPr>
        <p:spPr>
          <a:xfrm>
            <a:off x="16731657" y="1219200"/>
            <a:ext cx="0" cy="13208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45C09DE2-AA4E-1E92-3055-D338F20440CD}"/>
              </a:ext>
            </a:extLst>
          </p:cNvPr>
          <p:cNvCxnSpPr>
            <a:cxnSpLocks/>
          </p:cNvCxnSpPr>
          <p:nvPr userDrawn="1"/>
        </p:nvCxnSpPr>
        <p:spPr>
          <a:xfrm>
            <a:off x="16731657" y="3746500"/>
            <a:ext cx="0" cy="8764588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Текст 34">
            <a:extLst>
              <a:ext uri="{FF2B5EF4-FFF2-40B4-BE49-F238E27FC236}">
                <a16:creationId xmlns:a16="http://schemas.microsoft.com/office/drawing/2014/main" id="{91448EFB-C488-FB09-FF84-84882C9C33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50407" y="5839459"/>
            <a:ext cx="14837315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раздела</a:t>
            </a:r>
          </a:p>
        </p:txBody>
      </p:sp>
      <p:sp>
        <p:nvSpPr>
          <p:cNvPr id="37" name="Текст 36">
            <a:extLst>
              <a:ext uri="{FF2B5EF4-FFF2-40B4-BE49-F238E27FC236}">
                <a16:creationId xmlns:a16="http://schemas.microsoft.com/office/drawing/2014/main" id="{3C75284D-C85C-B463-479E-E8999D8368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50407" y="9318393"/>
            <a:ext cx="9212257" cy="74385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48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1800" smtClean="0"/>
            </a:lvl2pPr>
            <a:lvl3pPr>
              <a:defRPr lang="ru-RU" sz="1800" smtClean="0"/>
            </a:lvl3pPr>
            <a:lvl4pPr>
              <a:defRPr lang="ru-RU" sz="1800" smtClean="0"/>
            </a:lvl4pPr>
            <a:lvl5pPr>
              <a:defRPr lang="ru-RU" sz="1800"/>
            </a:lvl5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раздела</a:t>
            </a:r>
          </a:p>
        </p:txBody>
      </p:sp>
    </p:spTree>
    <p:extLst>
      <p:ext uri="{BB962C8B-B14F-4D97-AF65-F5344CB8AC3E}">
        <p14:creationId xmlns:p14="http://schemas.microsoft.com/office/powerpoint/2010/main" val="4289619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разделитель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Текст 11">
            <a:extLst>
              <a:ext uri="{FF2B5EF4-FFF2-40B4-BE49-F238E27FC236}">
                <a16:creationId xmlns:a16="http://schemas.microsoft.com/office/drawing/2014/main" id="{4433600C-32F6-A6D8-64DC-17C93775E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58922" y="5703838"/>
            <a:ext cx="7069331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algn="ctr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подраздела</a:t>
            </a:r>
          </a:p>
        </p:txBody>
      </p:sp>
      <p:pic>
        <p:nvPicPr>
          <p:cNvPr id="3" name="Image 44" descr=" ">
            <a:extLst>
              <a:ext uri="{FF2B5EF4-FFF2-40B4-BE49-F238E27FC236}">
                <a16:creationId xmlns:a16="http://schemas.microsoft.com/office/drawing/2014/main" id="{5FA340A4-761F-E462-A60C-B3C5CD2580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4545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разделитель_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Рисунок 6">
            <a:extLst>
              <a:ext uri="{FF2B5EF4-FFF2-40B4-BE49-F238E27FC236}">
                <a16:creationId xmlns:a16="http://schemas.microsoft.com/office/drawing/2014/main" id="{04E63315-1FD1-425F-AE02-1FD581B99E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19352" y="1219199"/>
            <a:ext cx="9754803" cy="11277599"/>
          </a:xfrm>
          <a:prstGeom prst="round2DiagRect">
            <a:avLst>
              <a:gd name="adj1" fmla="val 9499"/>
              <a:gd name="adj2" fmla="val 0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09773116-D883-1143-03AE-344D08E75DE8}"/>
              </a:ext>
            </a:extLst>
          </p:cNvPr>
          <p:cNvGrpSpPr/>
          <p:nvPr userDrawn="1"/>
        </p:nvGrpSpPr>
        <p:grpSpPr>
          <a:xfrm>
            <a:off x="12384048" y="1219200"/>
            <a:ext cx="9112922" cy="8270675"/>
            <a:chOff x="12384048" y="1219200"/>
            <a:chExt cx="9112922" cy="8270675"/>
          </a:xfrm>
        </p:grpSpPr>
        <p:sp>
          <p:nvSpPr>
            <p:cNvPr id="4" name="Shape 1">
              <a:extLst>
                <a:ext uri="{FF2B5EF4-FFF2-40B4-BE49-F238E27FC236}">
                  <a16:creationId xmlns:a16="http://schemas.microsoft.com/office/drawing/2014/main" id="{6ACD4361-0C6D-966F-45C7-4E7E1335178B}"/>
                </a:ext>
              </a:extLst>
            </p:cNvPr>
            <p:cNvSpPr/>
            <p:nvPr/>
          </p:nvSpPr>
          <p:spPr>
            <a:xfrm>
              <a:off x="12384048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" name="Shape 2">
              <a:extLst>
                <a:ext uri="{FF2B5EF4-FFF2-40B4-BE49-F238E27FC236}">
                  <a16:creationId xmlns:a16="http://schemas.microsoft.com/office/drawing/2014/main" id="{8756C4CD-7C4A-DBF0-79CB-A799E697C5CA}"/>
                </a:ext>
              </a:extLst>
            </p:cNvPr>
            <p:cNvSpPr/>
            <p:nvPr/>
          </p:nvSpPr>
          <p:spPr>
            <a:xfrm>
              <a:off x="19014245" y="369867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3" name="Shape 3">
              <a:extLst>
                <a:ext uri="{FF2B5EF4-FFF2-40B4-BE49-F238E27FC236}">
                  <a16:creationId xmlns:a16="http://schemas.microsoft.com/office/drawing/2014/main" id="{C83854F6-8358-A6FF-2714-B322BAEEEA9A}"/>
                </a:ext>
              </a:extLst>
            </p:cNvPr>
            <p:cNvSpPr/>
            <p:nvPr/>
          </p:nvSpPr>
          <p:spPr>
            <a:xfrm>
              <a:off x="15699147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4" name="Shape 4">
              <a:extLst>
                <a:ext uri="{FF2B5EF4-FFF2-40B4-BE49-F238E27FC236}">
                  <a16:creationId xmlns:a16="http://schemas.microsoft.com/office/drawing/2014/main" id="{833076AF-9815-3E37-019C-3D24CD7E8060}"/>
                </a:ext>
              </a:extLst>
            </p:cNvPr>
            <p:cNvSpPr/>
            <p:nvPr/>
          </p:nvSpPr>
          <p:spPr>
            <a:xfrm>
              <a:off x="14034423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5" name="Shape 5">
              <a:extLst>
                <a:ext uri="{FF2B5EF4-FFF2-40B4-BE49-F238E27FC236}">
                  <a16:creationId xmlns:a16="http://schemas.microsoft.com/office/drawing/2014/main" id="{B791AB42-C3C3-9B6A-C8F0-5D1AFDB9D332}"/>
                </a:ext>
              </a:extLst>
            </p:cNvPr>
            <p:cNvSpPr/>
            <p:nvPr/>
          </p:nvSpPr>
          <p:spPr>
            <a:xfrm>
              <a:off x="20664608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6" name="Shape 6">
              <a:extLst>
                <a:ext uri="{FF2B5EF4-FFF2-40B4-BE49-F238E27FC236}">
                  <a16:creationId xmlns:a16="http://schemas.microsoft.com/office/drawing/2014/main" id="{25CF1195-E733-2A1F-97C8-75A3B7EA8948}"/>
                </a:ext>
              </a:extLst>
            </p:cNvPr>
            <p:cNvSpPr/>
            <p:nvPr/>
          </p:nvSpPr>
          <p:spPr>
            <a:xfrm>
              <a:off x="17349522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7" name="Shape 7">
              <a:extLst>
                <a:ext uri="{FF2B5EF4-FFF2-40B4-BE49-F238E27FC236}">
                  <a16:creationId xmlns:a16="http://schemas.microsoft.com/office/drawing/2014/main" id="{D33F79F3-2114-6326-53F8-1A5E1053F285}"/>
                </a:ext>
              </a:extLst>
            </p:cNvPr>
            <p:cNvSpPr/>
            <p:nvPr/>
          </p:nvSpPr>
          <p:spPr>
            <a:xfrm>
              <a:off x="13216417" y="369867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8" name="Shape 8">
              <a:extLst>
                <a:ext uri="{FF2B5EF4-FFF2-40B4-BE49-F238E27FC236}">
                  <a16:creationId xmlns:a16="http://schemas.microsoft.com/office/drawing/2014/main" id="{1FB252AF-4275-3B79-1812-0F489EA63AA3}"/>
                </a:ext>
              </a:extLst>
            </p:cNvPr>
            <p:cNvSpPr/>
            <p:nvPr/>
          </p:nvSpPr>
          <p:spPr>
            <a:xfrm>
              <a:off x="19832251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9" name="Shape 9">
              <a:extLst>
                <a:ext uri="{FF2B5EF4-FFF2-40B4-BE49-F238E27FC236}">
                  <a16:creationId xmlns:a16="http://schemas.microsoft.com/office/drawing/2014/main" id="{1A7B5873-3DB9-8A52-88CA-759D7987B96F}"/>
                </a:ext>
              </a:extLst>
            </p:cNvPr>
            <p:cNvSpPr/>
            <p:nvPr/>
          </p:nvSpPr>
          <p:spPr>
            <a:xfrm>
              <a:off x="16531516" y="369867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0" name="Shape 10">
              <a:extLst>
                <a:ext uri="{FF2B5EF4-FFF2-40B4-BE49-F238E27FC236}">
                  <a16:creationId xmlns:a16="http://schemas.microsoft.com/office/drawing/2014/main" id="{25D001C8-B563-749E-155A-111D773063A5}"/>
                </a:ext>
              </a:extLst>
            </p:cNvPr>
            <p:cNvSpPr/>
            <p:nvPr/>
          </p:nvSpPr>
          <p:spPr>
            <a:xfrm>
              <a:off x="14866777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1" name="Shape 11">
              <a:extLst>
                <a:ext uri="{FF2B5EF4-FFF2-40B4-BE49-F238E27FC236}">
                  <a16:creationId xmlns:a16="http://schemas.microsoft.com/office/drawing/2014/main" id="{884420DF-E614-97A3-6C93-2EF4E850614D}"/>
                </a:ext>
              </a:extLst>
            </p:cNvPr>
            <p:cNvSpPr/>
            <p:nvPr/>
          </p:nvSpPr>
          <p:spPr>
            <a:xfrm>
              <a:off x="18181876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2" name="Shape 12">
              <a:extLst>
                <a:ext uri="{FF2B5EF4-FFF2-40B4-BE49-F238E27FC236}">
                  <a16:creationId xmlns:a16="http://schemas.microsoft.com/office/drawing/2014/main" id="{A45B4072-962D-18E8-B39C-6EB1FDCD0CA5}"/>
                </a:ext>
              </a:extLst>
            </p:cNvPr>
            <p:cNvSpPr/>
            <p:nvPr/>
          </p:nvSpPr>
          <p:spPr>
            <a:xfrm>
              <a:off x="12384048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3" name="Shape 13">
              <a:extLst>
                <a:ext uri="{FF2B5EF4-FFF2-40B4-BE49-F238E27FC236}">
                  <a16:creationId xmlns:a16="http://schemas.microsoft.com/office/drawing/2014/main" id="{F28F748D-50D1-A6C5-B8CA-5B201921C6EF}"/>
                </a:ext>
              </a:extLst>
            </p:cNvPr>
            <p:cNvSpPr/>
            <p:nvPr/>
          </p:nvSpPr>
          <p:spPr>
            <a:xfrm>
              <a:off x="19014245" y="2872184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4" name="Shape 14">
              <a:extLst>
                <a:ext uri="{FF2B5EF4-FFF2-40B4-BE49-F238E27FC236}">
                  <a16:creationId xmlns:a16="http://schemas.microsoft.com/office/drawing/2014/main" id="{5DF9D4EA-AE35-8211-69CF-44DA55A98824}"/>
                </a:ext>
              </a:extLst>
            </p:cNvPr>
            <p:cNvSpPr/>
            <p:nvPr/>
          </p:nvSpPr>
          <p:spPr>
            <a:xfrm>
              <a:off x="15699147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5" name="Shape 15">
              <a:extLst>
                <a:ext uri="{FF2B5EF4-FFF2-40B4-BE49-F238E27FC236}">
                  <a16:creationId xmlns:a16="http://schemas.microsoft.com/office/drawing/2014/main" id="{9C6F6B41-16DD-F00E-CED0-DC3413604C0C}"/>
                </a:ext>
              </a:extLst>
            </p:cNvPr>
            <p:cNvSpPr/>
            <p:nvPr/>
          </p:nvSpPr>
          <p:spPr>
            <a:xfrm>
              <a:off x="14034423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6" name="Shape 16">
              <a:extLst>
                <a:ext uri="{FF2B5EF4-FFF2-40B4-BE49-F238E27FC236}">
                  <a16:creationId xmlns:a16="http://schemas.microsoft.com/office/drawing/2014/main" id="{21B57D3F-89E0-08D2-6AE1-905CD36B76A4}"/>
                </a:ext>
              </a:extLst>
            </p:cNvPr>
            <p:cNvSpPr/>
            <p:nvPr/>
          </p:nvSpPr>
          <p:spPr>
            <a:xfrm>
              <a:off x="20664608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7" name="Shape 17">
              <a:extLst>
                <a:ext uri="{FF2B5EF4-FFF2-40B4-BE49-F238E27FC236}">
                  <a16:creationId xmlns:a16="http://schemas.microsoft.com/office/drawing/2014/main" id="{6EBAF96F-393F-3E03-902B-0E0C1CBE3B53}"/>
                </a:ext>
              </a:extLst>
            </p:cNvPr>
            <p:cNvSpPr/>
            <p:nvPr/>
          </p:nvSpPr>
          <p:spPr>
            <a:xfrm>
              <a:off x="17349522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8" name="Shape 18">
              <a:extLst>
                <a:ext uri="{FF2B5EF4-FFF2-40B4-BE49-F238E27FC236}">
                  <a16:creationId xmlns:a16="http://schemas.microsoft.com/office/drawing/2014/main" id="{C36B9AF0-59A4-8D34-807A-A22189C7E34D}"/>
                </a:ext>
              </a:extLst>
            </p:cNvPr>
            <p:cNvSpPr/>
            <p:nvPr/>
          </p:nvSpPr>
          <p:spPr>
            <a:xfrm>
              <a:off x="13216417" y="2872184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9" name="Shape 19">
              <a:extLst>
                <a:ext uri="{FF2B5EF4-FFF2-40B4-BE49-F238E27FC236}">
                  <a16:creationId xmlns:a16="http://schemas.microsoft.com/office/drawing/2014/main" id="{9D85E0E0-5D07-84C6-CFD7-5445B9F935E4}"/>
                </a:ext>
              </a:extLst>
            </p:cNvPr>
            <p:cNvSpPr/>
            <p:nvPr/>
          </p:nvSpPr>
          <p:spPr>
            <a:xfrm>
              <a:off x="19832251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0" name="Shape 20">
              <a:extLst>
                <a:ext uri="{FF2B5EF4-FFF2-40B4-BE49-F238E27FC236}">
                  <a16:creationId xmlns:a16="http://schemas.microsoft.com/office/drawing/2014/main" id="{A4D72BE5-97A2-0C42-F05D-76006090342E}"/>
                </a:ext>
              </a:extLst>
            </p:cNvPr>
            <p:cNvSpPr/>
            <p:nvPr/>
          </p:nvSpPr>
          <p:spPr>
            <a:xfrm>
              <a:off x="16531516" y="2872184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1" name="Shape 21">
              <a:extLst>
                <a:ext uri="{FF2B5EF4-FFF2-40B4-BE49-F238E27FC236}">
                  <a16:creationId xmlns:a16="http://schemas.microsoft.com/office/drawing/2014/main" id="{BC36E8A1-3257-61EC-F6BD-37E71EBE3264}"/>
                </a:ext>
              </a:extLst>
            </p:cNvPr>
            <p:cNvSpPr/>
            <p:nvPr/>
          </p:nvSpPr>
          <p:spPr>
            <a:xfrm>
              <a:off x="14866777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2" name="Shape 22">
              <a:extLst>
                <a:ext uri="{FF2B5EF4-FFF2-40B4-BE49-F238E27FC236}">
                  <a16:creationId xmlns:a16="http://schemas.microsoft.com/office/drawing/2014/main" id="{82326853-50B0-6272-3D24-0B329CDE6022}"/>
                </a:ext>
              </a:extLst>
            </p:cNvPr>
            <p:cNvSpPr/>
            <p:nvPr/>
          </p:nvSpPr>
          <p:spPr>
            <a:xfrm>
              <a:off x="18181876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3" name="Shape 23">
              <a:extLst>
                <a:ext uri="{FF2B5EF4-FFF2-40B4-BE49-F238E27FC236}">
                  <a16:creationId xmlns:a16="http://schemas.microsoft.com/office/drawing/2014/main" id="{242E0504-9CC9-AEF4-B2DE-A595C6719943}"/>
                </a:ext>
              </a:extLst>
            </p:cNvPr>
            <p:cNvSpPr/>
            <p:nvPr/>
          </p:nvSpPr>
          <p:spPr>
            <a:xfrm>
              <a:off x="12384048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4" name="Shape 24">
              <a:extLst>
                <a:ext uri="{FF2B5EF4-FFF2-40B4-BE49-F238E27FC236}">
                  <a16:creationId xmlns:a16="http://schemas.microsoft.com/office/drawing/2014/main" id="{E5A3F6DD-4124-2369-5695-33F9F35C38EE}"/>
                </a:ext>
              </a:extLst>
            </p:cNvPr>
            <p:cNvSpPr/>
            <p:nvPr/>
          </p:nvSpPr>
          <p:spPr>
            <a:xfrm>
              <a:off x="19014245" y="4525169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5" name="Shape 25">
              <a:extLst>
                <a:ext uri="{FF2B5EF4-FFF2-40B4-BE49-F238E27FC236}">
                  <a16:creationId xmlns:a16="http://schemas.microsoft.com/office/drawing/2014/main" id="{865FBFFE-78E0-FA1F-3844-861FA30D31A4}"/>
                </a:ext>
              </a:extLst>
            </p:cNvPr>
            <p:cNvSpPr/>
            <p:nvPr/>
          </p:nvSpPr>
          <p:spPr>
            <a:xfrm>
              <a:off x="15699147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6" name="Shape 26">
              <a:extLst>
                <a:ext uri="{FF2B5EF4-FFF2-40B4-BE49-F238E27FC236}">
                  <a16:creationId xmlns:a16="http://schemas.microsoft.com/office/drawing/2014/main" id="{520E2205-E35F-4FD6-44AA-6CB5EB5149AF}"/>
                </a:ext>
              </a:extLst>
            </p:cNvPr>
            <p:cNvSpPr/>
            <p:nvPr/>
          </p:nvSpPr>
          <p:spPr>
            <a:xfrm>
              <a:off x="14034423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7" name="Shape 27">
              <a:extLst>
                <a:ext uri="{FF2B5EF4-FFF2-40B4-BE49-F238E27FC236}">
                  <a16:creationId xmlns:a16="http://schemas.microsoft.com/office/drawing/2014/main" id="{BF6FC13C-C38E-F1EA-8DC7-596FE379FC5B}"/>
                </a:ext>
              </a:extLst>
            </p:cNvPr>
            <p:cNvSpPr/>
            <p:nvPr/>
          </p:nvSpPr>
          <p:spPr>
            <a:xfrm>
              <a:off x="20664608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8" name="Shape 28">
              <a:extLst>
                <a:ext uri="{FF2B5EF4-FFF2-40B4-BE49-F238E27FC236}">
                  <a16:creationId xmlns:a16="http://schemas.microsoft.com/office/drawing/2014/main" id="{7EA7FABD-5023-2EE6-5A7E-DA0C445B5848}"/>
                </a:ext>
              </a:extLst>
            </p:cNvPr>
            <p:cNvSpPr/>
            <p:nvPr/>
          </p:nvSpPr>
          <p:spPr>
            <a:xfrm>
              <a:off x="17349522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9" name="Shape 29">
              <a:extLst>
                <a:ext uri="{FF2B5EF4-FFF2-40B4-BE49-F238E27FC236}">
                  <a16:creationId xmlns:a16="http://schemas.microsoft.com/office/drawing/2014/main" id="{F94C48FD-AA60-CEFE-0BAD-1976C401DD8B}"/>
                </a:ext>
              </a:extLst>
            </p:cNvPr>
            <p:cNvSpPr/>
            <p:nvPr/>
          </p:nvSpPr>
          <p:spPr>
            <a:xfrm>
              <a:off x="13216417" y="4525169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0" name="Shape 30">
              <a:extLst>
                <a:ext uri="{FF2B5EF4-FFF2-40B4-BE49-F238E27FC236}">
                  <a16:creationId xmlns:a16="http://schemas.microsoft.com/office/drawing/2014/main" id="{F6BDFBFD-EF52-4CC3-3D8F-1D809BC34517}"/>
                </a:ext>
              </a:extLst>
            </p:cNvPr>
            <p:cNvSpPr/>
            <p:nvPr/>
          </p:nvSpPr>
          <p:spPr>
            <a:xfrm>
              <a:off x="19832251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1" name="Shape 31">
              <a:extLst>
                <a:ext uri="{FF2B5EF4-FFF2-40B4-BE49-F238E27FC236}">
                  <a16:creationId xmlns:a16="http://schemas.microsoft.com/office/drawing/2014/main" id="{1FAEB62D-6D23-23D3-C396-858603AF8D65}"/>
                </a:ext>
              </a:extLst>
            </p:cNvPr>
            <p:cNvSpPr/>
            <p:nvPr/>
          </p:nvSpPr>
          <p:spPr>
            <a:xfrm>
              <a:off x="16531516" y="4525169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2" name="Shape 32">
              <a:extLst>
                <a:ext uri="{FF2B5EF4-FFF2-40B4-BE49-F238E27FC236}">
                  <a16:creationId xmlns:a16="http://schemas.microsoft.com/office/drawing/2014/main" id="{AA825406-CEBC-8079-0D45-E93042AFC758}"/>
                </a:ext>
              </a:extLst>
            </p:cNvPr>
            <p:cNvSpPr/>
            <p:nvPr/>
          </p:nvSpPr>
          <p:spPr>
            <a:xfrm>
              <a:off x="14866777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3" name="Shape 33">
              <a:extLst>
                <a:ext uri="{FF2B5EF4-FFF2-40B4-BE49-F238E27FC236}">
                  <a16:creationId xmlns:a16="http://schemas.microsoft.com/office/drawing/2014/main" id="{3640DE50-2D1C-F492-93D7-32C8F90BEC9F}"/>
                </a:ext>
              </a:extLst>
            </p:cNvPr>
            <p:cNvSpPr/>
            <p:nvPr/>
          </p:nvSpPr>
          <p:spPr>
            <a:xfrm>
              <a:off x="18181876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4" name="Shape 34">
              <a:extLst>
                <a:ext uri="{FF2B5EF4-FFF2-40B4-BE49-F238E27FC236}">
                  <a16:creationId xmlns:a16="http://schemas.microsoft.com/office/drawing/2014/main" id="{5738B1A9-E8E3-E113-2FB1-539166562B82}"/>
                </a:ext>
              </a:extLst>
            </p:cNvPr>
            <p:cNvSpPr/>
            <p:nvPr/>
          </p:nvSpPr>
          <p:spPr>
            <a:xfrm>
              <a:off x="12384048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5" name="Shape 35">
              <a:extLst>
                <a:ext uri="{FF2B5EF4-FFF2-40B4-BE49-F238E27FC236}">
                  <a16:creationId xmlns:a16="http://schemas.microsoft.com/office/drawing/2014/main" id="{020AD2A0-944D-9AEB-9D31-B2713E53B739}"/>
                </a:ext>
              </a:extLst>
            </p:cNvPr>
            <p:cNvSpPr/>
            <p:nvPr/>
          </p:nvSpPr>
          <p:spPr>
            <a:xfrm>
              <a:off x="19014245" y="535166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6" name="Shape 36">
              <a:extLst>
                <a:ext uri="{FF2B5EF4-FFF2-40B4-BE49-F238E27FC236}">
                  <a16:creationId xmlns:a16="http://schemas.microsoft.com/office/drawing/2014/main" id="{40E78BF5-21CD-E1AC-6749-62BDB22E6639}"/>
                </a:ext>
              </a:extLst>
            </p:cNvPr>
            <p:cNvSpPr/>
            <p:nvPr/>
          </p:nvSpPr>
          <p:spPr>
            <a:xfrm>
              <a:off x="15699147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7" name="Shape 37">
              <a:extLst>
                <a:ext uri="{FF2B5EF4-FFF2-40B4-BE49-F238E27FC236}">
                  <a16:creationId xmlns:a16="http://schemas.microsoft.com/office/drawing/2014/main" id="{AC97486E-28D2-006E-8767-98344192068A}"/>
                </a:ext>
              </a:extLst>
            </p:cNvPr>
            <p:cNvSpPr/>
            <p:nvPr/>
          </p:nvSpPr>
          <p:spPr>
            <a:xfrm>
              <a:off x="14034423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8" name="Shape 38">
              <a:extLst>
                <a:ext uri="{FF2B5EF4-FFF2-40B4-BE49-F238E27FC236}">
                  <a16:creationId xmlns:a16="http://schemas.microsoft.com/office/drawing/2014/main" id="{BED28433-D4B3-6F4D-6106-16E943B95DD0}"/>
                </a:ext>
              </a:extLst>
            </p:cNvPr>
            <p:cNvSpPr/>
            <p:nvPr/>
          </p:nvSpPr>
          <p:spPr>
            <a:xfrm>
              <a:off x="20664608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9" name="Shape 39">
              <a:extLst>
                <a:ext uri="{FF2B5EF4-FFF2-40B4-BE49-F238E27FC236}">
                  <a16:creationId xmlns:a16="http://schemas.microsoft.com/office/drawing/2014/main" id="{2467C2B0-BC8B-BB7A-4D06-11206534BC4B}"/>
                </a:ext>
              </a:extLst>
            </p:cNvPr>
            <p:cNvSpPr/>
            <p:nvPr/>
          </p:nvSpPr>
          <p:spPr>
            <a:xfrm>
              <a:off x="17349522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0" name="Shape 40">
              <a:extLst>
                <a:ext uri="{FF2B5EF4-FFF2-40B4-BE49-F238E27FC236}">
                  <a16:creationId xmlns:a16="http://schemas.microsoft.com/office/drawing/2014/main" id="{827BF965-6871-D5A6-59A9-775BB257AF9B}"/>
                </a:ext>
              </a:extLst>
            </p:cNvPr>
            <p:cNvSpPr/>
            <p:nvPr/>
          </p:nvSpPr>
          <p:spPr>
            <a:xfrm>
              <a:off x="13216417" y="535166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1" name="Shape 41">
              <a:extLst>
                <a:ext uri="{FF2B5EF4-FFF2-40B4-BE49-F238E27FC236}">
                  <a16:creationId xmlns:a16="http://schemas.microsoft.com/office/drawing/2014/main" id="{E9A35395-9418-C1C0-DF53-3DF7109D3668}"/>
                </a:ext>
              </a:extLst>
            </p:cNvPr>
            <p:cNvSpPr/>
            <p:nvPr/>
          </p:nvSpPr>
          <p:spPr>
            <a:xfrm>
              <a:off x="19832251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2" name="Shape 42">
              <a:extLst>
                <a:ext uri="{FF2B5EF4-FFF2-40B4-BE49-F238E27FC236}">
                  <a16:creationId xmlns:a16="http://schemas.microsoft.com/office/drawing/2014/main" id="{089B58E6-9AD1-D9F6-F83E-BAA2A70975B3}"/>
                </a:ext>
              </a:extLst>
            </p:cNvPr>
            <p:cNvSpPr/>
            <p:nvPr/>
          </p:nvSpPr>
          <p:spPr>
            <a:xfrm>
              <a:off x="16531516" y="535166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3" name="Shape 43">
              <a:extLst>
                <a:ext uri="{FF2B5EF4-FFF2-40B4-BE49-F238E27FC236}">
                  <a16:creationId xmlns:a16="http://schemas.microsoft.com/office/drawing/2014/main" id="{DB950E33-5491-802A-DBE8-8433229FC524}"/>
                </a:ext>
              </a:extLst>
            </p:cNvPr>
            <p:cNvSpPr/>
            <p:nvPr/>
          </p:nvSpPr>
          <p:spPr>
            <a:xfrm>
              <a:off x="14866777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4" name="Shape 44">
              <a:extLst>
                <a:ext uri="{FF2B5EF4-FFF2-40B4-BE49-F238E27FC236}">
                  <a16:creationId xmlns:a16="http://schemas.microsoft.com/office/drawing/2014/main" id="{6933C6F3-C1FE-6CAB-5F9F-0C0F030BB726}"/>
                </a:ext>
              </a:extLst>
            </p:cNvPr>
            <p:cNvSpPr/>
            <p:nvPr/>
          </p:nvSpPr>
          <p:spPr>
            <a:xfrm>
              <a:off x="18181876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5" name="Shape 45">
              <a:extLst>
                <a:ext uri="{FF2B5EF4-FFF2-40B4-BE49-F238E27FC236}">
                  <a16:creationId xmlns:a16="http://schemas.microsoft.com/office/drawing/2014/main" id="{6348384E-0980-B658-546C-4605979C22B4}"/>
                </a:ext>
              </a:extLst>
            </p:cNvPr>
            <p:cNvSpPr/>
            <p:nvPr/>
          </p:nvSpPr>
          <p:spPr>
            <a:xfrm>
              <a:off x="12384048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6" name="Shape 46">
              <a:extLst>
                <a:ext uri="{FF2B5EF4-FFF2-40B4-BE49-F238E27FC236}">
                  <a16:creationId xmlns:a16="http://schemas.microsoft.com/office/drawing/2014/main" id="{45D1AEAE-08DA-BC37-0859-E25333A6362A}"/>
                </a:ext>
              </a:extLst>
            </p:cNvPr>
            <p:cNvSpPr/>
            <p:nvPr/>
          </p:nvSpPr>
          <p:spPr>
            <a:xfrm>
              <a:off x="19014245" y="617814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7" name="Shape 47">
              <a:extLst>
                <a:ext uri="{FF2B5EF4-FFF2-40B4-BE49-F238E27FC236}">
                  <a16:creationId xmlns:a16="http://schemas.microsoft.com/office/drawing/2014/main" id="{5E5780CF-07C7-C84B-9EF0-1ABF627CCA4E}"/>
                </a:ext>
              </a:extLst>
            </p:cNvPr>
            <p:cNvSpPr/>
            <p:nvPr/>
          </p:nvSpPr>
          <p:spPr>
            <a:xfrm>
              <a:off x="15699147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8" name="Shape 48">
              <a:extLst>
                <a:ext uri="{FF2B5EF4-FFF2-40B4-BE49-F238E27FC236}">
                  <a16:creationId xmlns:a16="http://schemas.microsoft.com/office/drawing/2014/main" id="{4BD250E5-0EC4-51E0-F43E-423C5B7A2C0D}"/>
                </a:ext>
              </a:extLst>
            </p:cNvPr>
            <p:cNvSpPr/>
            <p:nvPr/>
          </p:nvSpPr>
          <p:spPr>
            <a:xfrm>
              <a:off x="14034423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9" name="Shape 49">
              <a:extLst>
                <a:ext uri="{FF2B5EF4-FFF2-40B4-BE49-F238E27FC236}">
                  <a16:creationId xmlns:a16="http://schemas.microsoft.com/office/drawing/2014/main" id="{BBDF9F4F-AFF2-4425-25D1-115A4D6812DA}"/>
                </a:ext>
              </a:extLst>
            </p:cNvPr>
            <p:cNvSpPr/>
            <p:nvPr/>
          </p:nvSpPr>
          <p:spPr>
            <a:xfrm>
              <a:off x="20664608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0" name="Shape 50">
              <a:extLst>
                <a:ext uri="{FF2B5EF4-FFF2-40B4-BE49-F238E27FC236}">
                  <a16:creationId xmlns:a16="http://schemas.microsoft.com/office/drawing/2014/main" id="{7C7DAC0E-7A3A-04A8-EE20-B0112C0FC50B}"/>
                </a:ext>
              </a:extLst>
            </p:cNvPr>
            <p:cNvSpPr/>
            <p:nvPr/>
          </p:nvSpPr>
          <p:spPr>
            <a:xfrm>
              <a:off x="17349522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1" name="Shape 51">
              <a:extLst>
                <a:ext uri="{FF2B5EF4-FFF2-40B4-BE49-F238E27FC236}">
                  <a16:creationId xmlns:a16="http://schemas.microsoft.com/office/drawing/2014/main" id="{6D227F62-1D3B-4491-0D95-58C169601896}"/>
                </a:ext>
              </a:extLst>
            </p:cNvPr>
            <p:cNvSpPr/>
            <p:nvPr/>
          </p:nvSpPr>
          <p:spPr>
            <a:xfrm>
              <a:off x="13216417" y="617814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2" name="Shape 52">
              <a:extLst>
                <a:ext uri="{FF2B5EF4-FFF2-40B4-BE49-F238E27FC236}">
                  <a16:creationId xmlns:a16="http://schemas.microsoft.com/office/drawing/2014/main" id="{D1DBB1B1-D08C-C53E-6CAC-9175C6754C03}"/>
                </a:ext>
              </a:extLst>
            </p:cNvPr>
            <p:cNvSpPr/>
            <p:nvPr/>
          </p:nvSpPr>
          <p:spPr>
            <a:xfrm>
              <a:off x="19832251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3" name="Shape 53">
              <a:extLst>
                <a:ext uri="{FF2B5EF4-FFF2-40B4-BE49-F238E27FC236}">
                  <a16:creationId xmlns:a16="http://schemas.microsoft.com/office/drawing/2014/main" id="{EC9739B3-E2F4-69AC-1C1C-67C36BFCE1DA}"/>
                </a:ext>
              </a:extLst>
            </p:cNvPr>
            <p:cNvSpPr/>
            <p:nvPr/>
          </p:nvSpPr>
          <p:spPr>
            <a:xfrm>
              <a:off x="16531516" y="617814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4" name="Shape 54">
              <a:extLst>
                <a:ext uri="{FF2B5EF4-FFF2-40B4-BE49-F238E27FC236}">
                  <a16:creationId xmlns:a16="http://schemas.microsoft.com/office/drawing/2014/main" id="{CBFF8F1C-EAE9-D6FD-A183-FC40712E22F3}"/>
                </a:ext>
              </a:extLst>
            </p:cNvPr>
            <p:cNvSpPr/>
            <p:nvPr/>
          </p:nvSpPr>
          <p:spPr>
            <a:xfrm>
              <a:off x="14866777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5" name="Shape 55">
              <a:extLst>
                <a:ext uri="{FF2B5EF4-FFF2-40B4-BE49-F238E27FC236}">
                  <a16:creationId xmlns:a16="http://schemas.microsoft.com/office/drawing/2014/main" id="{DC3F8F08-5E84-D0E1-54F9-653FD854411A}"/>
                </a:ext>
              </a:extLst>
            </p:cNvPr>
            <p:cNvSpPr/>
            <p:nvPr/>
          </p:nvSpPr>
          <p:spPr>
            <a:xfrm>
              <a:off x="18181876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6" name="Shape 56">
              <a:extLst>
                <a:ext uri="{FF2B5EF4-FFF2-40B4-BE49-F238E27FC236}">
                  <a16:creationId xmlns:a16="http://schemas.microsoft.com/office/drawing/2014/main" id="{6EB0AAA6-09CD-CDC5-6DCD-6E680C1C1269}"/>
                </a:ext>
              </a:extLst>
            </p:cNvPr>
            <p:cNvSpPr/>
            <p:nvPr/>
          </p:nvSpPr>
          <p:spPr>
            <a:xfrm>
              <a:off x="12384048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7" name="Shape 57">
              <a:extLst>
                <a:ext uri="{FF2B5EF4-FFF2-40B4-BE49-F238E27FC236}">
                  <a16:creationId xmlns:a16="http://schemas.microsoft.com/office/drawing/2014/main" id="{FECD76B6-984D-2E1A-13C6-A211E2E94D0E}"/>
                </a:ext>
              </a:extLst>
            </p:cNvPr>
            <p:cNvSpPr/>
            <p:nvPr/>
          </p:nvSpPr>
          <p:spPr>
            <a:xfrm>
              <a:off x="19014245" y="7004633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8" name="Shape 58">
              <a:extLst>
                <a:ext uri="{FF2B5EF4-FFF2-40B4-BE49-F238E27FC236}">
                  <a16:creationId xmlns:a16="http://schemas.microsoft.com/office/drawing/2014/main" id="{32C377DB-BFD8-FC01-5AC7-19A17EC55AB2}"/>
                </a:ext>
              </a:extLst>
            </p:cNvPr>
            <p:cNvSpPr/>
            <p:nvPr/>
          </p:nvSpPr>
          <p:spPr>
            <a:xfrm>
              <a:off x="15699147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9" name="Shape 59">
              <a:extLst>
                <a:ext uri="{FF2B5EF4-FFF2-40B4-BE49-F238E27FC236}">
                  <a16:creationId xmlns:a16="http://schemas.microsoft.com/office/drawing/2014/main" id="{C9B07355-A838-6DFF-042E-048B7162FA1B}"/>
                </a:ext>
              </a:extLst>
            </p:cNvPr>
            <p:cNvSpPr/>
            <p:nvPr/>
          </p:nvSpPr>
          <p:spPr>
            <a:xfrm>
              <a:off x="14034423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0" name="Shape 60">
              <a:extLst>
                <a:ext uri="{FF2B5EF4-FFF2-40B4-BE49-F238E27FC236}">
                  <a16:creationId xmlns:a16="http://schemas.microsoft.com/office/drawing/2014/main" id="{2004DE75-9224-7481-376A-9F17AB43F7EC}"/>
                </a:ext>
              </a:extLst>
            </p:cNvPr>
            <p:cNvSpPr/>
            <p:nvPr/>
          </p:nvSpPr>
          <p:spPr>
            <a:xfrm>
              <a:off x="20664608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1" name="Shape 61">
              <a:extLst>
                <a:ext uri="{FF2B5EF4-FFF2-40B4-BE49-F238E27FC236}">
                  <a16:creationId xmlns:a16="http://schemas.microsoft.com/office/drawing/2014/main" id="{6A814B20-E594-5B10-6AB6-59D47C1B35B7}"/>
                </a:ext>
              </a:extLst>
            </p:cNvPr>
            <p:cNvSpPr/>
            <p:nvPr/>
          </p:nvSpPr>
          <p:spPr>
            <a:xfrm>
              <a:off x="17349522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2" name="Shape 62">
              <a:extLst>
                <a:ext uri="{FF2B5EF4-FFF2-40B4-BE49-F238E27FC236}">
                  <a16:creationId xmlns:a16="http://schemas.microsoft.com/office/drawing/2014/main" id="{C569E4DE-C693-0B8B-2A16-3F4143564BE4}"/>
                </a:ext>
              </a:extLst>
            </p:cNvPr>
            <p:cNvSpPr/>
            <p:nvPr/>
          </p:nvSpPr>
          <p:spPr>
            <a:xfrm>
              <a:off x="13216417" y="7004633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3" name="Shape 63">
              <a:extLst>
                <a:ext uri="{FF2B5EF4-FFF2-40B4-BE49-F238E27FC236}">
                  <a16:creationId xmlns:a16="http://schemas.microsoft.com/office/drawing/2014/main" id="{A2570050-4440-DF27-2F64-794E8073D457}"/>
                </a:ext>
              </a:extLst>
            </p:cNvPr>
            <p:cNvSpPr/>
            <p:nvPr/>
          </p:nvSpPr>
          <p:spPr>
            <a:xfrm>
              <a:off x="19832251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4" name="Shape 64">
              <a:extLst>
                <a:ext uri="{FF2B5EF4-FFF2-40B4-BE49-F238E27FC236}">
                  <a16:creationId xmlns:a16="http://schemas.microsoft.com/office/drawing/2014/main" id="{5C0FA9CB-18EB-6AE3-F61A-99C852F6EBA8}"/>
                </a:ext>
              </a:extLst>
            </p:cNvPr>
            <p:cNvSpPr/>
            <p:nvPr/>
          </p:nvSpPr>
          <p:spPr>
            <a:xfrm>
              <a:off x="16531516" y="7004633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5" name="Shape 65">
              <a:extLst>
                <a:ext uri="{FF2B5EF4-FFF2-40B4-BE49-F238E27FC236}">
                  <a16:creationId xmlns:a16="http://schemas.microsoft.com/office/drawing/2014/main" id="{045EA232-FB5F-DF66-76E9-C2C75F492007}"/>
                </a:ext>
              </a:extLst>
            </p:cNvPr>
            <p:cNvSpPr/>
            <p:nvPr/>
          </p:nvSpPr>
          <p:spPr>
            <a:xfrm>
              <a:off x="14866777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6" name="Shape 66">
              <a:extLst>
                <a:ext uri="{FF2B5EF4-FFF2-40B4-BE49-F238E27FC236}">
                  <a16:creationId xmlns:a16="http://schemas.microsoft.com/office/drawing/2014/main" id="{667B4A19-E5A7-2038-1A1F-60DF6D9C7464}"/>
                </a:ext>
              </a:extLst>
            </p:cNvPr>
            <p:cNvSpPr/>
            <p:nvPr/>
          </p:nvSpPr>
          <p:spPr>
            <a:xfrm>
              <a:off x="18181876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7" name="Shape 67">
              <a:extLst>
                <a:ext uri="{FF2B5EF4-FFF2-40B4-BE49-F238E27FC236}">
                  <a16:creationId xmlns:a16="http://schemas.microsoft.com/office/drawing/2014/main" id="{2DD50C70-4648-8A99-9879-4F34D089D123}"/>
                </a:ext>
              </a:extLst>
            </p:cNvPr>
            <p:cNvSpPr/>
            <p:nvPr/>
          </p:nvSpPr>
          <p:spPr>
            <a:xfrm>
              <a:off x="12384048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8" name="Shape 68">
              <a:extLst>
                <a:ext uri="{FF2B5EF4-FFF2-40B4-BE49-F238E27FC236}">
                  <a16:creationId xmlns:a16="http://schemas.microsoft.com/office/drawing/2014/main" id="{2FBD91D7-C32C-7069-F22C-CA0117CABA83}"/>
                </a:ext>
              </a:extLst>
            </p:cNvPr>
            <p:cNvSpPr/>
            <p:nvPr/>
          </p:nvSpPr>
          <p:spPr>
            <a:xfrm>
              <a:off x="19014245" y="7831125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9" name="Shape 69">
              <a:extLst>
                <a:ext uri="{FF2B5EF4-FFF2-40B4-BE49-F238E27FC236}">
                  <a16:creationId xmlns:a16="http://schemas.microsoft.com/office/drawing/2014/main" id="{1033E359-89F5-2207-AB45-E5ED5E2B2BFB}"/>
                </a:ext>
              </a:extLst>
            </p:cNvPr>
            <p:cNvSpPr/>
            <p:nvPr/>
          </p:nvSpPr>
          <p:spPr>
            <a:xfrm>
              <a:off x="15699147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0" name="Shape 70">
              <a:extLst>
                <a:ext uri="{FF2B5EF4-FFF2-40B4-BE49-F238E27FC236}">
                  <a16:creationId xmlns:a16="http://schemas.microsoft.com/office/drawing/2014/main" id="{21461832-8475-A09E-0959-2FD9BEB25FFC}"/>
                </a:ext>
              </a:extLst>
            </p:cNvPr>
            <p:cNvSpPr/>
            <p:nvPr/>
          </p:nvSpPr>
          <p:spPr>
            <a:xfrm>
              <a:off x="14034423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1" name="Shape 71">
              <a:extLst>
                <a:ext uri="{FF2B5EF4-FFF2-40B4-BE49-F238E27FC236}">
                  <a16:creationId xmlns:a16="http://schemas.microsoft.com/office/drawing/2014/main" id="{229FE493-3557-67A1-2ABE-4FB049A95396}"/>
                </a:ext>
              </a:extLst>
            </p:cNvPr>
            <p:cNvSpPr/>
            <p:nvPr/>
          </p:nvSpPr>
          <p:spPr>
            <a:xfrm>
              <a:off x="20664608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2" name="Shape 72">
              <a:extLst>
                <a:ext uri="{FF2B5EF4-FFF2-40B4-BE49-F238E27FC236}">
                  <a16:creationId xmlns:a16="http://schemas.microsoft.com/office/drawing/2014/main" id="{7F1C0A5C-F559-66D2-0F23-C6A2E9910257}"/>
                </a:ext>
              </a:extLst>
            </p:cNvPr>
            <p:cNvSpPr/>
            <p:nvPr/>
          </p:nvSpPr>
          <p:spPr>
            <a:xfrm>
              <a:off x="17349522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3" name="Shape 73">
              <a:extLst>
                <a:ext uri="{FF2B5EF4-FFF2-40B4-BE49-F238E27FC236}">
                  <a16:creationId xmlns:a16="http://schemas.microsoft.com/office/drawing/2014/main" id="{3339CEB1-6FF3-F24B-CF6E-16FBD6CBAC29}"/>
                </a:ext>
              </a:extLst>
            </p:cNvPr>
            <p:cNvSpPr/>
            <p:nvPr/>
          </p:nvSpPr>
          <p:spPr>
            <a:xfrm>
              <a:off x="13216417" y="7831125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4" name="Shape 74">
              <a:extLst>
                <a:ext uri="{FF2B5EF4-FFF2-40B4-BE49-F238E27FC236}">
                  <a16:creationId xmlns:a16="http://schemas.microsoft.com/office/drawing/2014/main" id="{67E9FF47-DFD3-0599-88CB-17EFB24C2D72}"/>
                </a:ext>
              </a:extLst>
            </p:cNvPr>
            <p:cNvSpPr/>
            <p:nvPr/>
          </p:nvSpPr>
          <p:spPr>
            <a:xfrm>
              <a:off x="19832251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5" name="Shape 75">
              <a:extLst>
                <a:ext uri="{FF2B5EF4-FFF2-40B4-BE49-F238E27FC236}">
                  <a16:creationId xmlns:a16="http://schemas.microsoft.com/office/drawing/2014/main" id="{91625EED-DA20-1939-CA9F-7E2D0528D74E}"/>
                </a:ext>
              </a:extLst>
            </p:cNvPr>
            <p:cNvSpPr/>
            <p:nvPr/>
          </p:nvSpPr>
          <p:spPr>
            <a:xfrm>
              <a:off x="16531516" y="7831125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6" name="Shape 76">
              <a:extLst>
                <a:ext uri="{FF2B5EF4-FFF2-40B4-BE49-F238E27FC236}">
                  <a16:creationId xmlns:a16="http://schemas.microsoft.com/office/drawing/2014/main" id="{276E9C4A-DB34-9EBA-69D1-FDB79EAE6ED9}"/>
                </a:ext>
              </a:extLst>
            </p:cNvPr>
            <p:cNvSpPr/>
            <p:nvPr/>
          </p:nvSpPr>
          <p:spPr>
            <a:xfrm>
              <a:off x="14866777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7" name="Shape 77">
              <a:extLst>
                <a:ext uri="{FF2B5EF4-FFF2-40B4-BE49-F238E27FC236}">
                  <a16:creationId xmlns:a16="http://schemas.microsoft.com/office/drawing/2014/main" id="{F3547A4F-F92D-34EB-8B37-30952C3BF106}"/>
                </a:ext>
              </a:extLst>
            </p:cNvPr>
            <p:cNvSpPr/>
            <p:nvPr/>
          </p:nvSpPr>
          <p:spPr>
            <a:xfrm>
              <a:off x="18181876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8" name="Shape 78">
              <a:extLst>
                <a:ext uri="{FF2B5EF4-FFF2-40B4-BE49-F238E27FC236}">
                  <a16:creationId xmlns:a16="http://schemas.microsoft.com/office/drawing/2014/main" id="{D151446C-5F53-8AC4-42AE-576297587A95}"/>
                </a:ext>
              </a:extLst>
            </p:cNvPr>
            <p:cNvSpPr/>
            <p:nvPr/>
          </p:nvSpPr>
          <p:spPr>
            <a:xfrm>
              <a:off x="12384048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9" name="Shape 79">
              <a:extLst>
                <a:ext uri="{FF2B5EF4-FFF2-40B4-BE49-F238E27FC236}">
                  <a16:creationId xmlns:a16="http://schemas.microsoft.com/office/drawing/2014/main" id="{5A104FCA-4A22-BAE7-DD82-162F9AFFD6D3}"/>
                </a:ext>
              </a:extLst>
            </p:cNvPr>
            <p:cNvSpPr/>
            <p:nvPr/>
          </p:nvSpPr>
          <p:spPr>
            <a:xfrm>
              <a:off x="19014245" y="865761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0" name="Shape 80">
              <a:extLst>
                <a:ext uri="{FF2B5EF4-FFF2-40B4-BE49-F238E27FC236}">
                  <a16:creationId xmlns:a16="http://schemas.microsoft.com/office/drawing/2014/main" id="{919212B7-06BF-D0F1-47F3-1F1109B09759}"/>
                </a:ext>
              </a:extLst>
            </p:cNvPr>
            <p:cNvSpPr/>
            <p:nvPr/>
          </p:nvSpPr>
          <p:spPr>
            <a:xfrm>
              <a:off x="15699147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1" name="Shape 81">
              <a:extLst>
                <a:ext uri="{FF2B5EF4-FFF2-40B4-BE49-F238E27FC236}">
                  <a16:creationId xmlns:a16="http://schemas.microsoft.com/office/drawing/2014/main" id="{2E73B441-8C4B-5EE8-C573-516A09614C6E}"/>
                </a:ext>
              </a:extLst>
            </p:cNvPr>
            <p:cNvSpPr/>
            <p:nvPr/>
          </p:nvSpPr>
          <p:spPr>
            <a:xfrm>
              <a:off x="14034423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2" name="Shape 82">
              <a:extLst>
                <a:ext uri="{FF2B5EF4-FFF2-40B4-BE49-F238E27FC236}">
                  <a16:creationId xmlns:a16="http://schemas.microsoft.com/office/drawing/2014/main" id="{8AFEFC0B-6090-F8FE-5F8C-CF893B5BFABA}"/>
                </a:ext>
              </a:extLst>
            </p:cNvPr>
            <p:cNvSpPr/>
            <p:nvPr/>
          </p:nvSpPr>
          <p:spPr>
            <a:xfrm>
              <a:off x="20664608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3" name="Shape 83">
              <a:extLst>
                <a:ext uri="{FF2B5EF4-FFF2-40B4-BE49-F238E27FC236}">
                  <a16:creationId xmlns:a16="http://schemas.microsoft.com/office/drawing/2014/main" id="{83ACBFD5-65C7-78A0-0E64-037AE29FBCB0}"/>
                </a:ext>
              </a:extLst>
            </p:cNvPr>
            <p:cNvSpPr/>
            <p:nvPr/>
          </p:nvSpPr>
          <p:spPr>
            <a:xfrm>
              <a:off x="17349522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4" name="Shape 84">
              <a:extLst>
                <a:ext uri="{FF2B5EF4-FFF2-40B4-BE49-F238E27FC236}">
                  <a16:creationId xmlns:a16="http://schemas.microsoft.com/office/drawing/2014/main" id="{86814FF4-DCFA-CB56-9550-EDC1571715F7}"/>
                </a:ext>
              </a:extLst>
            </p:cNvPr>
            <p:cNvSpPr/>
            <p:nvPr/>
          </p:nvSpPr>
          <p:spPr>
            <a:xfrm>
              <a:off x="13216417" y="865761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5" name="Shape 85">
              <a:extLst>
                <a:ext uri="{FF2B5EF4-FFF2-40B4-BE49-F238E27FC236}">
                  <a16:creationId xmlns:a16="http://schemas.microsoft.com/office/drawing/2014/main" id="{8AC57697-E153-2D42-1A75-C2BFB01FD3A3}"/>
                </a:ext>
              </a:extLst>
            </p:cNvPr>
            <p:cNvSpPr/>
            <p:nvPr/>
          </p:nvSpPr>
          <p:spPr>
            <a:xfrm>
              <a:off x="19832251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6" name="Shape 86">
              <a:extLst>
                <a:ext uri="{FF2B5EF4-FFF2-40B4-BE49-F238E27FC236}">
                  <a16:creationId xmlns:a16="http://schemas.microsoft.com/office/drawing/2014/main" id="{06E7F458-605C-DD27-D8F3-90A5D617AAD0}"/>
                </a:ext>
              </a:extLst>
            </p:cNvPr>
            <p:cNvSpPr/>
            <p:nvPr/>
          </p:nvSpPr>
          <p:spPr>
            <a:xfrm>
              <a:off x="16531516" y="865761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7" name="Shape 87">
              <a:extLst>
                <a:ext uri="{FF2B5EF4-FFF2-40B4-BE49-F238E27FC236}">
                  <a16:creationId xmlns:a16="http://schemas.microsoft.com/office/drawing/2014/main" id="{63E551B3-2CE2-9056-8578-B1CBDB7AB711}"/>
                </a:ext>
              </a:extLst>
            </p:cNvPr>
            <p:cNvSpPr/>
            <p:nvPr/>
          </p:nvSpPr>
          <p:spPr>
            <a:xfrm>
              <a:off x="14866777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8" name="Shape 88">
              <a:extLst>
                <a:ext uri="{FF2B5EF4-FFF2-40B4-BE49-F238E27FC236}">
                  <a16:creationId xmlns:a16="http://schemas.microsoft.com/office/drawing/2014/main" id="{60E4C789-6FBE-1828-4999-F5F1753C91B3}"/>
                </a:ext>
              </a:extLst>
            </p:cNvPr>
            <p:cNvSpPr/>
            <p:nvPr/>
          </p:nvSpPr>
          <p:spPr>
            <a:xfrm>
              <a:off x="18181876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9" name="Shape 89">
              <a:extLst>
                <a:ext uri="{FF2B5EF4-FFF2-40B4-BE49-F238E27FC236}">
                  <a16:creationId xmlns:a16="http://schemas.microsoft.com/office/drawing/2014/main" id="{A622CB58-4ED2-4505-5676-C527A2B44A64}"/>
                </a:ext>
              </a:extLst>
            </p:cNvPr>
            <p:cNvSpPr/>
            <p:nvPr/>
          </p:nvSpPr>
          <p:spPr>
            <a:xfrm>
              <a:off x="12384048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0" name="Shape 90">
              <a:extLst>
                <a:ext uri="{FF2B5EF4-FFF2-40B4-BE49-F238E27FC236}">
                  <a16:creationId xmlns:a16="http://schemas.microsoft.com/office/drawing/2014/main" id="{56114535-EA4E-B60B-0148-506F8E6F2FC4}"/>
                </a:ext>
              </a:extLst>
            </p:cNvPr>
            <p:cNvSpPr/>
            <p:nvPr/>
          </p:nvSpPr>
          <p:spPr>
            <a:xfrm>
              <a:off x="19014245" y="2045692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1" name="Shape 91">
              <a:extLst>
                <a:ext uri="{FF2B5EF4-FFF2-40B4-BE49-F238E27FC236}">
                  <a16:creationId xmlns:a16="http://schemas.microsoft.com/office/drawing/2014/main" id="{ED42B939-F775-8E0B-5015-0BB32921DA82}"/>
                </a:ext>
              </a:extLst>
            </p:cNvPr>
            <p:cNvSpPr/>
            <p:nvPr/>
          </p:nvSpPr>
          <p:spPr>
            <a:xfrm>
              <a:off x="15699147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2" name="Shape 92">
              <a:extLst>
                <a:ext uri="{FF2B5EF4-FFF2-40B4-BE49-F238E27FC236}">
                  <a16:creationId xmlns:a16="http://schemas.microsoft.com/office/drawing/2014/main" id="{965E3726-A61C-EB4E-3AD9-F1F35E59DB85}"/>
                </a:ext>
              </a:extLst>
            </p:cNvPr>
            <p:cNvSpPr/>
            <p:nvPr/>
          </p:nvSpPr>
          <p:spPr>
            <a:xfrm>
              <a:off x="14034423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3" name="Shape 93">
              <a:extLst>
                <a:ext uri="{FF2B5EF4-FFF2-40B4-BE49-F238E27FC236}">
                  <a16:creationId xmlns:a16="http://schemas.microsoft.com/office/drawing/2014/main" id="{6722DD6E-8E6E-DA3C-ABDF-5BB35F3C9A99}"/>
                </a:ext>
              </a:extLst>
            </p:cNvPr>
            <p:cNvSpPr/>
            <p:nvPr/>
          </p:nvSpPr>
          <p:spPr>
            <a:xfrm>
              <a:off x="20664608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4" name="Shape 94">
              <a:extLst>
                <a:ext uri="{FF2B5EF4-FFF2-40B4-BE49-F238E27FC236}">
                  <a16:creationId xmlns:a16="http://schemas.microsoft.com/office/drawing/2014/main" id="{9E8D19D7-E5E5-A84C-2A41-4C511CD3BD4D}"/>
                </a:ext>
              </a:extLst>
            </p:cNvPr>
            <p:cNvSpPr/>
            <p:nvPr/>
          </p:nvSpPr>
          <p:spPr>
            <a:xfrm>
              <a:off x="17349522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5" name="Shape 95">
              <a:extLst>
                <a:ext uri="{FF2B5EF4-FFF2-40B4-BE49-F238E27FC236}">
                  <a16:creationId xmlns:a16="http://schemas.microsoft.com/office/drawing/2014/main" id="{D165482A-A9D4-937D-C965-6CA09B3A3E05}"/>
                </a:ext>
              </a:extLst>
            </p:cNvPr>
            <p:cNvSpPr/>
            <p:nvPr/>
          </p:nvSpPr>
          <p:spPr>
            <a:xfrm>
              <a:off x="13216417" y="2045692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6" name="Shape 96">
              <a:extLst>
                <a:ext uri="{FF2B5EF4-FFF2-40B4-BE49-F238E27FC236}">
                  <a16:creationId xmlns:a16="http://schemas.microsoft.com/office/drawing/2014/main" id="{CEA318F1-9CB3-2699-422B-6E7FBB005885}"/>
                </a:ext>
              </a:extLst>
            </p:cNvPr>
            <p:cNvSpPr/>
            <p:nvPr/>
          </p:nvSpPr>
          <p:spPr>
            <a:xfrm>
              <a:off x="19832251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7" name="Shape 97">
              <a:extLst>
                <a:ext uri="{FF2B5EF4-FFF2-40B4-BE49-F238E27FC236}">
                  <a16:creationId xmlns:a16="http://schemas.microsoft.com/office/drawing/2014/main" id="{802F1DC2-39BC-578B-83B8-E2E06694F329}"/>
                </a:ext>
              </a:extLst>
            </p:cNvPr>
            <p:cNvSpPr/>
            <p:nvPr/>
          </p:nvSpPr>
          <p:spPr>
            <a:xfrm>
              <a:off x="16531516" y="2045692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8" name="Shape 98">
              <a:extLst>
                <a:ext uri="{FF2B5EF4-FFF2-40B4-BE49-F238E27FC236}">
                  <a16:creationId xmlns:a16="http://schemas.microsoft.com/office/drawing/2014/main" id="{DA640B97-5DC1-14AF-7BE2-360C9723AAE0}"/>
                </a:ext>
              </a:extLst>
            </p:cNvPr>
            <p:cNvSpPr/>
            <p:nvPr/>
          </p:nvSpPr>
          <p:spPr>
            <a:xfrm>
              <a:off x="14866777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9" name="Shape 99">
              <a:extLst>
                <a:ext uri="{FF2B5EF4-FFF2-40B4-BE49-F238E27FC236}">
                  <a16:creationId xmlns:a16="http://schemas.microsoft.com/office/drawing/2014/main" id="{C9A82AF7-4FBC-9AA4-EF2D-4E54EBAB3CC1}"/>
                </a:ext>
              </a:extLst>
            </p:cNvPr>
            <p:cNvSpPr/>
            <p:nvPr/>
          </p:nvSpPr>
          <p:spPr>
            <a:xfrm>
              <a:off x="18181876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0" name="Shape 100">
              <a:extLst>
                <a:ext uri="{FF2B5EF4-FFF2-40B4-BE49-F238E27FC236}">
                  <a16:creationId xmlns:a16="http://schemas.microsoft.com/office/drawing/2014/main" id="{FD86AF60-BAE5-9B6F-153E-6C11A9B5C0A6}"/>
                </a:ext>
              </a:extLst>
            </p:cNvPr>
            <p:cNvSpPr/>
            <p:nvPr/>
          </p:nvSpPr>
          <p:spPr>
            <a:xfrm>
              <a:off x="12384048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1" name="Shape 101">
              <a:extLst>
                <a:ext uri="{FF2B5EF4-FFF2-40B4-BE49-F238E27FC236}">
                  <a16:creationId xmlns:a16="http://schemas.microsoft.com/office/drawing/2014/main" id="{73E73BE7-5EE5-8970-7809-50C50A5D3066}"/>
                </a:ext>
              </a:extLst>
            </p:cNvPr>
            <p:cNvSpPr/>
            <p:nvPr/>
          </p:nvSpPr>
          <p:spPr>
            <a:xfrm>
              <a:off x="19014245" y="1219200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2" name="Shape 102">
              <a:extLst>
                <a:ext uri="{FF2B5EF4-FFF2-40B4-BE49-F238E27FC236}">
                  <a16:creationId xmlns:a16="http://schemas.microsoft.com/office/drawing/2014/main" id="{8DFA5931-57C1-2650-EE52-02F74AC1981D}"/>
                </a:ext>
              </a:extLst>
            </p:cNvPr>
            <p:cNvSpPr/>
            <p:nvPr/>
          </p:nvSpPr>
          <p:spPr>
            <a:xfrm>
              <a:off x="15699147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3" name="Shape 103">
              <a:extLst>
                <a:ext uri="{FF2B5EF4-FFF2-40B4-BE49-F238E27FC236}">
                  <a16:creationId xmlns:a16="http://schemas.microsoft.com/office/drawing/2014/main" id="{9FBF2CDE-4CAD-714C-3920-59F26A3EB89A}"/>
                </a:ext>
              </a:extLst>
            </p:cNvPr>
            <p:cNvSpPr/>
            <p:nvPr/>
          </p:nvSpPr>
          <p:spPr>
            <a:xfrm>
              <a:off x="14034423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4" name="Shape 104">
              <a:extLst>
                <a:ext uri="{FF2B5EF4-FFF2-40B4-BE49-F238E27FC236}">
                  <a16:creationId xmlns:a16="http://schemas.microsoft.com/office/drawing/2014/main" id="{1AFB0804-3425-497E-D6C9-031BCB7EB94D}"/>
                </a:ext>
              </a:extLst>
            </p:cNvPr>
            <p:cNvSpPr/>
            <p:nvPr/>
          </p:nvSpPr>
          <p:spPr>
            <a:xfrm>
              <a:off x="20664608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5" name="Shape 105">
              <a:extLst>
                <a:ext uri="{FF2B5EF4-FFF2-40B4-BE49-F238E27FC236}">
                  <a16:creationId xmlns:a16="http://schemas.microsoft.com/office/drawing/2014/main" id="{3DF6EC74-43B1-7CE7-348C-4E400FAD9A07}"/>
                </a:ext>
              </a:extLst>
            </p:cNvPr>
            <p:cNvSpPr/>
            <p:nvPr/>
          </p:nvSpPr>
          <p:spPr>
            <a:xfrm>
              <a:off x="17349522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6" name="Shape 106">
              <a:extLst>
                <a:ext uri="{FF2B5EF4-FFF2-40B4-BE49-F238E27FC236}">
                  <a16:creationId xmlns:a16="http://schemas.microsoft.com/office/drawing/2014/main" id="{365092B1-B61F-8B88-D479-78143D326C99}"/>
                </a:ext>
              </a:extLst>
            </p:cNvPr>
            <p:cNvSpPr/>
            <p:nvPr/>
          </p:nvSpPr>
          <p:spPr>
            <a:xfrm>
              <a:off x="13216417" y="1219200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7" name="Shape 107">
              <a:extLst>
                <a:ext uri="{FF2B5EF4-FFF2-40B4-BE49-F238E27FC236}">
                  <a16:creationId xmlns:a16="http://schemas.microsoft.com/office/drawing/2014/main" id="{AF67F81B-72F3-10FB-EFDB-D5B67E17DD50}"/>
                </a:ext>
              </a:extLst>
            </p:cNvPr>
            <p:cNvSpPr/>
            <p:nvPr/>
          </p:nvSpPr>
          <p:spPr>
            <a:xfrm>
              <a:off x="19832251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8" name="Shape 108">
              <a:extLst>
                <a:ext uri="{FF2B5EF4-FFF2-40B4-BE49-F238E27FC236}">
                  <a16:creationId xmlns:a16="http://schemas.microsoft.com/office/drawing/2014/main" id="{E73DAC8B-C945-2A3D-A3C4-97CBE4107DC3}"/>
                </a:ext>
              </a:extLst>
            </p:cNvPr>
            <p:cNvSpPr/>
            <p:nvPr/>
          </p:nvSpPr>
          <p:spPr>
            <a:xfrm>
              <a:off x="16531516" y="1219200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9" name="Shape 109">
              <a:extLst>
                <a:ext uri="{FF2B5EF4-FFF2-40B4-BE49-F238E27FC236}">
                  <a16:creationId xmlns:a16="http://schemas.microsoft.com/office/drawing/2014/main" id="{4586A8DE-0FAB-5017-46FA-11C2B2B7DDC8}"/>
                </a:ext>
              </a:extLst>
            </p:cNvPr>
            <p:cNvSpPr/>
            <p:nvPr/>
          </p:nvSpPr>
          <p:spPr>
            <a:xfrm>
              <a:off x="14866777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30" name="Shape 110">
              <a:extLst>
                <a:ext uri="{FF2B5EF4-FFF2-40B4-BE49-F238E27FC236}">
                  <a16:creationId xmlns:a16="http://schemas.microsoft.com/office/drawing/2014/main" id="{F8F0800A-18D8-9F80-4257-7F6A120EB611}"/>
                </a:ext>
              </a:extLst>
            </p:cNvPr>
            <p:cNvSpPr/>
            <p:nvPr/>
          </p:nvSpPr>
          <p:spPr>
            <a:xfrm>
              <a:off x="18181876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</p:grpSp>
      <p:pic>
        <p:nvPicPr>
          <p:cNvPr id="132" name="Image 1" descr=" ">
            <a:extLst>
              <a:ext uri="{FF2B5EF4-FFF2-40B4-BE49-F238E27FC236}">
                <a16:creationId xmlns:a16="http://schemas.microsoft.com/office/drawing/2014/main" id="{B526E58C-6F71-5AFB-DE08-6B1423327C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133" name="Image 2" descr=" ">
            <a:extLst>
              <a:ext uri="{FF2B5EF4-FFF2-40B4-BE49-F238E27FC236}">
                <a16:creationId xmlns:a16="http://schemas.microsoft.com/office/drawing/2014/main" id="{A877B3CB-305F-5540-965F-A7FA7BAC035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36" name="Текст 7">
            <a:extLst>
              <a:ext uri="{FF2B5EF4-FFF2-40B4-BE49-F238E27FC236}">
                <a16:creationId xmlns:a16="http://schemas.microsoft.com/office/drawing/2014/main" id="{65D3B59F-648C-FC6B-F64E-CD42209760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384048" y="10436073"/>
            <a:ext cx="10790277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Заголовок </a:t>
            </a:r>
            <a:b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подраздела</a:t>
            </a:r>
            <a:endParaRPr lang="en-US" sz="8000" b="1" dirty="0">
              <a:solidFill>
                <a:schemeClr val="bg1"/>
              </a:solidFill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205540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зис_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7" descr=" ">
            <a:extLst>
              <a:ext uri="{FF2B5EF4-FFF2-40B4-BE49-F238E27FC236}">
                <a16:creationId xmlns:a16="http://schemas.microsoft.com/office/drawing/2014/main" id="{90B55865-D726-586A-A433-3FCB2F0AD0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3" name="Текст 7">
            <a:extLst>
              <a:ext uri="{FF2B5EF4-FFF2-40B4-BE49-F238E27FC236}">
                <a16:creationId xmlns:a16="http://schemas.microsoft.com/office/drawing/2014/main" id="{D67013FB-2ECC-31C5-874E-D75916A1E7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2479675"/>
            <a:ext cx="14683036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8053206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зис_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7" descr=" ">
            <a:extLst>
              <a:ext uri="{FF2B5EF4-FFF2-40B4-BE49-F238E27FC236}">
                <a16:creationId xmlns:a16="http://schemas.microsoft.com/office/drawing/2014/main" id="{90B55865-D726-586A-A433-3FCB2F0AD0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98EBA16A-ED8D-C887-A0AC-87DEEB1E9B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2479675"/>
            <a:ext cx="14683036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5D9A8C6B-BD49-E716-CE65-5F98A9285D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0" y="5398151"/>
            <a:ext cx="14683035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42035192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зис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7" descr=" ">
            <a:extLst>
              <a:ext uri="{FF2B5EF4-FFF2-40B4-BE49-F238E27FC236}">
                <a16:creationId xmlns:a16="http://schemas.microsoft.com/office/drawing/2014/main" id="{90B55865-D726-586A-A433-3FCB2F0AD0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0FB78C90-E1B3-F1E7-5A57-BAA2CE9C15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2479675"/>
            <a:ext cx="1468303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Вопрос</a:t>
            </a:r>
          </a:p>
        </p:txBody>
      </p:sp>
    </p:spTree>
    <p:extLst>
      <p:ext uri="{BB962C8B-B14F-4D97-AF65-F5344CB8AC3E}">
        <p14:creationId xmlns:p14="http://schemas.microsoft.com/office/powerpoint/2010/main" val="1990600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зис_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7" descr=" ">
            <a:extLst>
              <a:ext uri="{FF2B5EF4-FFF2-40B4-BE49-F238E27FC236}">
                <a16:creationId xmlns:a16="http://schemas.microsoft.com/office/drawing/2014/main" id="{90B55865-D726-586A-A433-3FCB2F0AD0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FE0DD5CD-EC9B-99B8-4DF7-85EF662D16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AF38BAD-0D56-FFB5-2587-46F6F08FE6FF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0947400"/>
            <a:ext cx="21948344" cy="0"/>
          </a:xfrm>
          <a:prstGeom prst="line">
            <a:avLst/>
          </a:prstGeom>
          <a:ln w="254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Текст 11">
            <a:extLst>
              <a:ext uri="{FF2B5EF4-FFF2-40B4-BE49-F238E27FC236}">
                <a16:creationId xmlns:a16="http://schemas.microsoft.com/office/drawing/2014/main" id="{2FD90472-8D3A-0D89-7339-7C8BE9AC02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4577960"/>
            <a:ext cx="21488400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Лучший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отдых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—</a:t>
            </a:r>
          </a:p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это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смена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деятельности</a:t>
            </a:r>
            <a:endParaRPr lang="en-US" sz="10800" b="1" dirty="0">
              <a:solidFill>
                <a:schemeClr val="bg1"/>
              </a:solidFill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108284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зис_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7" descr=" ">
            <a:extLst>
              <a:ext uri="{FF2B5EF4-FFF2-40B4-BE49-F238E27FC236}">
                <a16:creationId xmlns:a16="http://schemas.microsoft.com/office/drawing/2014/main" id="{33F98CC2-A652-56B9-9A2A-FBADA7C7D1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5" name="Скругленный прямоугольник 8">
            <a:extLst>
              <a:ext uri="{FF2B5EF4-FFF2-40B4-BE49-F238E27FC236}">
                <a16:creationId xmlns:a16="http://schemas.microsoft.com/office/drawing/2014/main" id="{F10981B2-F54D-04F4-EBDD-8E71FF133A93}"/>
              </a:ext>
            </a:extLst>
          </p:cNvPr>
          <p:cNvSpPr/>
          <p:nvPr userDrawn="1"/>
        </p:nvSpPr>
        <p:spPr>
          <a:xfrm>
            <a:off x="1206651" y="1206500"/>
            <a:ext cx="6755663" cy="6755663"/>
          </a:xfrm>
          <a:custGeom>
            <a:avLst/>
            <a:gdLst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699543 w 6699543"/>
              <a:gd name="connsiteY4" fmla="*/ 6325775 h 6699543"/>
              <a:gd name="connsiteX5" fmla="*/ 6325775 w 6699543"/>
              <a:gd name="connsiteY5" fmla="*/ 6699543 h 6699543"/>
              <a:gd name="connsiteX6" fmla="*/ 373768 w 6699543"/>
              <a:gd name="connsiteY6" fmla="*/ 6699543 h 6699543"/>
              <a:gd name="connsiteX7" fmla="*/ 0 w 6699543"/>
              <a:gd name="connsiteY7" fmla="*/ 6325775 h 6699543"/>
              <a:gd name="connsiteX8" fmla="*/ 0 w 6699543"/>
              <a:gd name="connsiteY8" fmla="*/ 373768 h 6699543"/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325775 w 6699543"/>
              <a:gd name="connsiteY4" fmla="*/ 6699543 h 6699543"/>
              <a:gd name="connsiteX5" fmla="*/ 373768 w 6699543"/>
              <a:gd name="connsiteY5" fmla="*/ 6699543 h 6699543"/>
              <a:gd name="connsiteX6" fmla="*/ 0 w 6699543"/>
              <a:gd name="connsiteY6" fmla="*/ 6325775 h 6699543"/>
              <a:gd name="connsiteX7" fmla="*/ 0 w 6699543"/>
              <a:gd name="connsiteY7" fmla="*/ 373768 h 6699543"/>
              <a:gd name="connsiteX0" fmla="*/ 6325775 w 6699543"/>
              <a:gd name="connsiteY0" fmla="*/ 6699543 h 6790983"/>
              <a:gd name="connsiteX1" fmla="*/ 373768 w 6699543"/>
              <a:gd name="connsiteY1" fmla="*/ 6699543 h 6790983"/>
              <a:gd name="connsiteX2" fmla="*/ 0 w 6699543"/>
              <a:gd name="connsiteY2" fmla="*/ 6325775 h 6790983"/>
              <a:gd name="connsiteX3" fmla="*/ 0 w 6699543"/>
              <a:gd name="connsiteY3" fmla="*/ 373768 h 6790983"/>
              <a:gd name="connsiteX4" fmla="*/ 373768 w 6699543"/>
              <a:gd name="connsiteY4" fmla="*/ 0 h 6790983"/>
              <a:gd name="connsiteX5" fmla="*/ 6325775 w 6699543"/>
              <a:gd name="connsiteY5" fmla="*/ 0 h 6790983"/>
              <a:gd name="connsiteX6" fmla="*/ 6699543 w 6699543"/>
              <a:gd name="connsiteY6" fmla="*/ 373768 h 6790983"/>
              <a:gd name="connsiteX7" fmla="*/ 6417215 w 6699543"/>
              <a:gd name="connsiteY7" fmla="*/ 6790983 h 6790983"/>
              <a:gd name="connsiteX0" fmla="*/ 6325775 w 6699543"/>
              <a:gd name="connsiteY0" fmla="*/ 6699543 h 6699543"/>
              <a:gd name="connsiteX1" fmla="*/ 373768 w 6699543"/>
              <a:gd name="connsiteY1" fmla="*/ 6699543 h 6699543"/>
              <a:gd name="connsiteX2" fmla="*/ 0 w 6699543"/>
              <a:gd name="connsiteY2" fmla="*/ 6325775 h 6699543"/>
              <a:gd name="connsiteX3" fmla="*/ 0 w 6699543"/>
              <a:gd name="connsiteY3" fmla="*/ 373768 h 6699543"/>
              <a:gd name="connsiteX4" fmla="*/ 373768 w 6699543"/>
              <a:gd name="connsiteY4" fmla="*/ 0 h 6699543"/>
              <a:gd name="connsiteX5" fmla="*/ 6325775 w 6699543"/>
              <a:gd name="connsiteY5" fmla="*/ 0 h 6699543"/>
              <a:gd name="connsiteX6" fmla="*/ 6699543 w 6699543"/>
              <a:gd name="connsiteY6" fmla="*/ 373768 h 6699543"/>
              <a:gd name="connsiteX0" fmla="*/ 6325775 w 6325775"/>
              <a:gd name="connsiteY0" fmla="*/ 6699543 h 6699543"/>
              <a:gd name="connsiteX1" fmla="*/ 373768 w 6325775"/>
              <a:gd name="connsiteY1" fmla="*/ 6699543 h 6699543"/>
              <a:gd name="connsiteX2" fmla="*/ 0 w 6325775"/>
              <a:gd name="connsiteY2" fmla="*/ 6325775 h 6699543"/>
              <a:gd name="connsiteX3" fmla="*/ 0 w 6325775"/>
              <a:gd name="connsiteY3" fmla="*/ 373768 h 6699543"/>
              <a:gd name="connsiteX4" fmla="*/ 373768 w 6325775"/>
              <a:gd name="connsiteY4" fmla="*/ 0 h 6699543"/>
              <a:gd name="connsiteX5" fmla="*/ 6325775 w 6325775"/>
              <a:gd name="connsiteY5" fmla="*/ 0 h 6699543"/>
              <a:gd name="connsiteX0" fmla="*/ 373768 w 6325775"/>
              <a:gd name="connsiteY0" fmla="*/ 6699543 h 6699543"/>
              <a:gd name="connsiteX1" fmla="*/ 0 w 6325775"/>
              <a:gd name="connsiteY1" fmla="*/ 6325775 h 6699543"/>
              <a:gd name="connsiteX2" fmla="*/ 0 w 6325775"/>
              <a:gd name="connsiteY2" fmla="*/ 373768 h 6699543"/>
              <a:gd name="connsiteX3" fmla="*/ 373768 w 6325775"/>
              <a:gd name="connsiteY3" fmla="*/ 0 h 6699543"/>
              <a:gd name="connsiteX4" fmla="*/ 6325775 w 6325775"/>
              <a:gd name="connsiteY4" fmla="*/ 0 h 6699543"/>
              <a:gd name="connsiteX0" fmla="*/ 0 w 6325775"/>
              <a:gd name="connsiteY0" fmla="*/ 6325775 h 6325775"/>
              <a:gd name="connsiteX1" fmla="*/ 0 w 6325775"/>
              <a:gd name="connsiteY1" fmla="*/ 373768 h 6325775"/>
              <a:gd name="connsiteX2" fmla="*/ 373768 w 6325775"/>
              <a:gd name="connsiteY2" fmla="*/ 0 h 6325775"/>
              <a:gd name="connsiteX3" fmla="*/ 6325775 w 6325775"/>
              <a:gd name="connsiteY3" fmla="*/ 0 h 632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25775" h="6325775">
                <a:moveTo>
                  <a:pt x="0" y="6325775"/>
                </a:moveTo>
                <a:lnTo>
                  <a:pt x="0" y="373768"/>
                </a:lnTo>
                <a:cubicBezTo>
                  <a:pt x="0" y="167342"/>
                  <a:pt x="167342" y="0"/>
                  <a:pt x="373768" y="0"/>
                </a:cubicBezTo>
                <a:lnTo>
                  <a:pt x="6325775" y="0"/>
                </a:lnTo>
              </a:path>
            </a:pathLst>
          </a:cu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Прямоугольник 9">
            <a:extLst>
              <a:ext uri="{FF2B5EF4-FFF2-40B4-BE49-F238E27FC236}">
                <a16:creationId xmlns:a16="http://schemas.microsoft.com/office/drawing/2014/main" id="{AA1E056F-6202-9A82-1B58-6C07FC6C2A08}"/>
              </a:ext>
            </a:extLst>
          </p:cNvPr>
          <p:cNvSpPr/>
          <p:nvPr userDrawn="1"/>
        </p:nvSpPr>
        <p:spPr>
          <a:xfrm>
            <a:off x="16424733" y="5753836"/>
            <a:ext cx="6755664" cy="6755664"/>
          </a:xfrm>
          <a:custGeom>
            <a:avLst/>
            <a:gdLst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0 w 6755664"/>
              <a:gd name="connsiteY4" fmla="*/ 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91440 w 6755664"/>
              <a:gd name="connsiteY4" fmla="*/ 9144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0" fmla="*/ 6755664 w 6755664"/>
              <a:gd name="connsiteY0" fmla="*/ 0 h 6755664"/>
              <a:gd name="connsiteX1" fmla="*/ 6755664 w 6755664"/>
              <a:gd name="connsiteY1" fmla="*/ 6755664 h 6755664"/>
              <a:gd name="connsiteX2" fmla="*/ 0 w 6755664"/>
              <a:gd name="connsiteY2" fmla="*/ 6755664 h 675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55664" h="6755664">
                <a:moveTo>
                  <a:pt x="6755664" y="0"/>
                </a:moveTo>
                <a:lnTo>
                  <a:pt x="6755664" y="6755664"/>
                </a:lnTo>
                <a:lnTo>
                  <a:pt x="0" y="6755664"/>
                </a:lnTo>
              </a:path>
            </a:pathLst>
          </a:cu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Текст 11">
            <a:extLst>
              <a:ext uri="{FF2B5EF4-FFF2-40B4-BE49-F238E27FC236}">
                <a16:creationId xmlns:a16="http://schemas.microsoft.com/office/drawing/2014/main" id="{AAE41016-65A0-AA61-73DF-B31ACCBBD4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96298" y="5344765"/>
            <a:ext cx="17858357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Лучший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отдых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—</a:t>
            </a:r>
          </a:p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это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смена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деятельности</a:t>
            </a:r>
            <a:endParaRPr lang="en-US" sz="10800" b="1" dirty="0">
              <a:solidFill>
                <a:schemeClr val="bg1"/>
              </a:solidFill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744194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зис_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07D5B344-912A-4CB0-B9F7-9C0397053D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9" name="Shape 1">
            <a:extLst>
              <a:ext uri="{FF2B5EF4-FFF2-40B4-BE49-F238E27FC236}">
                <a16:creationId xmlns:a16="http://schemas.microsoft.com/office/drawing/2014/main" id="{63767067-33AE-37E8-106E-8821A049C605}"/>
              </a:ext>
            </a:extLst>
          </p:cNvPr>
          <p:cNvSpPr/>
          <p:nvPr userDrawn="1"/>
        </p:nvSpPr>
        <p:spPr>
          <a:xfrm>
            <a:off x="4013702" y="5524500"/>
            <a:ext cx="15152994" cy="4076700"/>
          </a:xfrm>
          <a:prstGeom prst="rect">
            <a:avLst/>
          </a:prstGeom>
          <a:noFill/>
          <a:ln/>
        </p:spPr>
      </p:sp>
      <p:sp>
        <p:nvSpPr>
          <p:cNvPr id="14" name="Текст 7">
            <a:extLst>
              <a:ext uri="{FF2B5EF4-FFF2-40B4-BE49-F238E27FC236}">
                <a16:creationId xmlns:a16="http://schemas.microsoft.com/office/drawing/2014/main" id="{6A91144F-F118-D241-BF45-9F1AF4A5D1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01" y="5524500"/>
            <a:ext cx="16945309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B7FB03D8-CDCC-C3B7-93F2-4EDCB17418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13702" y="8229600"/>
            <a:ext cx="11531098" cy="149464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4000"/>
              </a:lnSpc>
              <a:spcBef>
                <a:spcPct val="0"/>
              </a:spcBef>
            </a:pP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Обычно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вы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сначала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найдете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вопрос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или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проблему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,  </a:t>
            </a:r>
            <a:br>
              <a:rPr lang="ru-RU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а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затем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решите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моделировать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процесс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,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чтобы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получить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конкретный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ответ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или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проверить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чей-то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готовый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вывод</a:t>
            </a:r>
            <a:endParaRPr lang="en-US" sz="3000" dirty="0">
              <a:solidFill>
                <a:schemeClr val="bg1"/>
              </a:solidFill>
              <a:latin typeface="Graphik LC Regular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928497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зис_7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7" descr=" ">
            <a:extLst>
              <a:ext uri="{FF2B5EF4-FFF2-40B4-BE49-F238E27FC236}">
                <a16:creationId xmlns:a16="http://schemas.microsoft.com/office/drawing/2014/main" id="{0781BBF5-0A34-03B4-EBB6-B6C8055362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6" name="Текст 7">
            <a:extLst>
              <a:ext uri="{FF2B5EF4-FFF2-40B4-BE49-F238E27FC236}">
                <a16:creationId xmlns:a16="http://schemas.microsoft.com/office/drawing/2014/main" id="{1B58A3EB-D93A-7F8F-8348-DCD5C61A77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02" y="3276600"/>
            <a:ext cx="16945309" cy="346248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Большой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заголовок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: </a:t>
            </a:r>
            <a:b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18" name="Текст 16">
            <a:extLst>
              <a:ext uri="{FF2B5EF4-FFF2-40B4-BE49-F238E27FC236}">
                <a16:creationId xmlns:a16="http://schemas.microsoft.com/office/drawing/2014/main" id="{36353F64-217C-43C9-E847-9A7C8D303E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13702" y="9067800"/>
            <a:ext cx="11531098" cy="149464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4000"/>
              </a:lnSpc>
              <a:spcBef>
                <a:spcPct val="0"/>
              </a:spcBef>
            </a:pP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Обычно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вы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сначала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найдете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вопрос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или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проблему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,  </a:t>
            </a:r>
            <a:br>
              <a:rPr lang="ru-RU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а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затем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решите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моделировать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процесс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,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чтобы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получить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конкретный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ответ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или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проверить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чей-то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готовый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вывод</a:t>
            </a:r>
            <a:endParaRPr lang="en-US" sz="3000" dirty="0">
              <a:solidFill>
                <a:schemeClr val="bg1"/>
              </a:solidFill>
              <a:latin typeface="Graphik LC Regular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250500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лан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Image 50" descr=" ">
            <a:extLst>
              <a:ext uri="{FF2B5EF4-FFF2-40B4-BE49-F238E27FC236}">
                <a16:creationId xmlns:a16="http://schemas.microsoft.com/office/drawing/2014/main" id="{13A6852E-FC8A-9408-F701-916186E4E3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53" name="Image 51" descr=" ">
            <a:extLst>
              <a:ext uri="{FF2B5EF4-FFF2-40B4-BE49-F238E27FC236}">
                <a16:creationId xmlns:a16="http://schemas.microsoft.com/office/drawing/2014/main" id="{14196418-5761-9B8D-3DCB-1C1162E184E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54" name="Текст 7">
            <a:extLst>
              <a:ext uri="{FF2B5EF4-FFF2-40B4-BE49-F238E27FC236}">
                <a16:creationId xmlns:a16="http://schemas.microsoft.com/office/drawing/2014/main" id="{120F5C00-9287-EA69-0EAF-6CE4DEA84F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468303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План лекции</a:t>
            </a:r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75CABEED-9490-FDB8-ED1A-12DE2D29B1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84873" y="3141004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7" name="Текст 55">
            <a:extLst>
              <a:ext uri="{FF2B5EF4-FFF2-40B4-BE49-F238E27FC236}">
                <a16:creationId xmlns:a16="http://schemas.microsoft.com/office/drawing/2014/main" id="{73BC2215-3408-7CC6-BB9A-48B8000EAC1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84873" y="49993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8" name="Текст 55">
            <a:extLst>
              <a:ext uri="{FF2B5EF4-FFF2-40B4-BE49-F238E27FC236}">
                <a16:creationId xmlns:a16="http://schemas.microsoft.com/office/drawing/2014/main" id="{E2A058B0-AC5F-8B11-B943-2DF8FA54B3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84873" y="68535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9" name="Текст 55">
            <a:extLst>
              <a:ext uri="{FF2B5EF4-FFF2-40B4-BE49-F238E27FC236}">
                <a16:creationId xmlns:a16="http://schemas.microsoft.com/office/drawing/2014/main" id="{39134057-CFD4-E4B1-AAE4-E48ABAC819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84873" y="87077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0" name="Текст 55">
            <a:extLst>
              <a:ext uri="{FF2B5EF4-FFF2-40B4-BE49-F238E27FC236}">
                <a16:creationId xmlns:a16="http://schemas.microsoft.com/office/drawing/2014/main" id="{CBE338EC-ABD5-8231-FB9B-72C62FACF0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4873" y="105619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45BCC5DF-5AAD-DF79-4A2C-137DEA8B239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149568" y="3141004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ED0B2116-598D-49ED-E1E0-C041745693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149568" y="49993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8B643EAC-65F3-2BAA-3E3D-B5EA0951F60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149568" y="68535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BE2CE37D-27D1-0CDF-9D20-9232AE11AF7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149568" y="87077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83149C1A-625E-4453-B0C0-CC697FCEEDF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149568" y="105619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41A58EF-D9A1-F09C-EF0A-20EE6EEBD2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0331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лан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63E49595-C32C-F63A-E3DF-360804847F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0605826" cy="13716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5DE96714-005F-38FA-37B3-92C93CCCA044}"/>
              </a:ext>
            </a:extLst>
          </p:cNvPr>
          <p:cNvSpPr/>
          <p:nvPr userDrawn="1"/>
        </p:nvSpPr>
        <p:spPr>
          <a:xfrm>
            <a:off x="0" y="0"/>
            <a:ext cx="10605600" cy="137160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44" name="Image 44" descr=" ">
            <a:extLst>
              <a:ext uri="{FF2B5EF4-FFF2-40B4-BE49-F238E27FC236}">
                <a16:creationId xmlns:a16="http://schemas.microsoft.com/office/drawing/2014/main" id="{1F410D3A-6109-C833-468B-CB41D55F86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46" name="Текст 7">
            <a:extLst>
              <a:ext uri="{FF2B5EF4-FFF2-40B4-BE49-F238E27FC236}">
                <a16:creationId xmlns:a16="http://schemas.microsoft.com/office/drawing/2014/main" id="{DD173653-C972-36E3-33E0-03A0A04AD4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877598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План лекции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1A992F62-F7B2-8A28-B227-117B268F906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768521" y="2070931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97802547-8148-7EF9-518D-D5018846E3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68521" y="4172976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A018C5A7-03CD-E37D-EBEF-CFB78E88F3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768521" y="6291435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E2950F98-2BA2-80CE-B9BC-EBD35F78F2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768521" y="840168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E7704AFE-92D7-4B02-208F-065E34E8DA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768521" y="10511938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5F92A08F-771F-953B-614C-77172DBF10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41401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лан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Текст 7">
            <a:extLst>
              <a:ext uri="{FF2B5EF4-FFF2-40B4-BE49-F238E27FC236}">
                <a16:creationId xmlns:a16="http://schemas.microsoft.com/office/drawing/2014/main" id="{DD173653-C972-36E3-33E0-03A0A04AD4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877598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План лекции</a:t>
            </a:r>
          </a:p>
        </p:txBody>
      </p:sp>
      <p:sp>
        <p:nvSpPr>
          <p:cNvPr id="70" name="Shape 1">
            <a:extLst>
              <a:ext uri="{FF2B5EF4-FFF2-40B4-BE49-F238E27FC236}">
                <a16:creationId xmlns:a16="http://schemas.microsoft.com/office/drawing/2014/main" id="{2CE00959-69BA-E723-F3AD-02A493295454}"/>
              </a:ext>
            </a:extLst>
          </p:cNvPr>
          <p:cNvSpPr/>
          <p:nvPr userDrawn="1"/>
        </p:nvSpPr>
        <p:spPr>
          <a:xfrm>
            <a:off x="1219352" y="3136900"/>
            <a:ext cx="8408451" cy="8509000"/>
          </a:xfrm>
          <a:prstGeom prst="rect">
            <a:avLst/>
          </a:prstGeom>
          <a:noFill/>
          <a:ln/>
        </p:spPr>
      </p:sp>
      <p:pic>
        <p:nvPicPr>
          <p:cNvPr id="90" name="Image 9" descr=" ">
            <a:extLst>
              <a:ext uri="{FF2B5EF4-FFF2-40B4-BE49-F238E27FC236}">
                <a16:creationId xmlns:a16="http://schemas.microsoft.com/office/drawing/2014/main" id="{288B17EF-4225-E09D-728B-42B5C63F2D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91" name="Image 10" descr=" ">
            <a:extLst>
              <a:ext uri="{FF2B5EF4-FFF2-40B4-BE49-F238E27FC236}">
                <a16:creationId xmlns:a16="http://schemas.microsoft.com/office/drawing/2014/main" id="{8C47F781-9C62-9160-AF4A-42775B843F1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09" name="Текст 55">
            <a:extLst>
              <a:ext uri="{FF2B5EF4-FFF2-40B4-BE49-F238E27FC236}">
                <a16:creationId xmlns:a16="http://schemas.microsoft.com/office/drawing/2014/main" id="{29A5EEA0-EE37-97DC-22FD-7027F93FF3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984873" y="3136900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110" name="Текст 55">
            <a:extLst>
              <a:ext uri="{FF2B5EF4-FFF2-40B4-BE49-F238E27FC236}">
                <a16:creationId xmlns:a16="http://schemas.microsoft.com/office/drawing/2014/main" id="{9216B4B3-93F5-8C4A-9A77-CED9548DECF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84873" y="4993152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111" name="Текст 55">
            <a:extLst>
              <a:ext uri="{FF2B5EF4-FFF2-40B4-BE49-F238E27FC236}">
                <a16:creationId xmlns:a16="http://schemas.microsoft.com/office/drawing/2014/main" id="{9C93EC5C-3943-0FE3-3B95-C9C6622FE8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84873" y="6849404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112" name="Текст 55">
            <a:extLst>
              <a:ext uri="{FF2B5EF4-FFF2-40B4-BE49-F238E27FC236}">
                <a16:creationId xmlns:a16="http://schemas.microsoft.com/office/drawing/2014/main" id="{FD581BD7-B908-4B36-8EEA-3F3772BC6C5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84873" y="8705656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113" name="Текст 55">
            <a:extLst>
              <a:ext uri="{FF2B5EF4-FFF2-40B4-BE49-F238E27FC236}">
                <a16:creationId xmlns:a16="http://schemas.microsoft.com/office/drawing/2014/main" id="{0F7A994B-7B7D-F8A9-C53F-AC65D4D6793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4873" y="105619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27D2646-4C52-B91A-CDA7-BB4FFD711D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17893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пикер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2C9A74D-E1AD-0AF1-3CB9-2EB50DB8AD03}"/>
              </a:ext>
            </a:extLst>
          </p:cNvPr>
          <p:cNvSpPr/>
          <p:nvPr userDrawn="1"/>
        </p:nvSpPr>
        <p:spPr>
          <a:xfrm>
            <a:off x="12384048" y="0"/>
            <a:ext cx="12003000" cy="13716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0" name="Рисунок 29">
            <a:extLst>
              <a:ext uri="{FF2B5EF4-FFF2-40B4-BE49-F238E27FC236}">
                <a16:creationId xmlns:a16="http://schemas.microsoft.com/office/drawing/2014/main" id="{446559C5-1DB4-3E3E-7EBA-4F3AAD6FF4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616101" y="1219200"/>
            <a:ext cx="9558223" cy="11291888"/>
          </a:xfrm>
          <a:prstGeom prst="round2DiagRect">
            <a:avLst>
              <a:gd name="adj1" fmla="val 9014"/>
              <a:gd name="adj2" fmla="val 0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31" name="Текст 7">
            <a:extLst>
              <a:ext uri="{FF2B5EF4-FFF2-40B4-BE49-F238E27FC236}">
                <a16:creationId xmlns:a16="http://schemas.microsoft.com/office/drawing/2014/main" id="{43659229-292D-8DA7-6E1F-2F70C364C6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19352" y="817780"/>
            <a:ext cx="90816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Имя Фамилия</a:t>
            </a:r>
          </a:p>
        </p:txBody>
      </p:sp>
      <p:sp>
        <p:nvSpPr>
          <p:cNvPr id="32" name="Текст 14">
            <a:extLst>
              <a:ext uri="{FF2B5EF4-FFF2-40B4-BE49-F238E27FC236}">
                <a16:creationId xmlns:a16="http://schemas.microsoft.com/office/drawing/2014/main" id="{8A39B13E-07C4-B22E-C1DF-1647BAAF88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081636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ДОЛЖНОСТЬ СПИКЕРА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7E73C37F-E536-398B-7118-D6FB1950645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84873" y="4928589"/>
            <a:ext cx="7052543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1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1C483E1C-FC44-1883-3674-1E7CE83CBB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84873" y="6428601"/>
            <a:ext cx="7052543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2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73ABAD18-3F4E-CA45-903D-5C5F4E7BD9C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4873" y="7846720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3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0A811331-A153-B932-4A47-F025A4C8C55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84873" y="9562159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4 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D5330BF6-BCF0-FF18-7EDF-3496907D05D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84873" y="11277600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5 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pic>
        <p:nvPicPr>
          <p:cNvPr id="39" name="Image 38" descr=" ">
            <a:extLst>
              <a:ext uri="{FF2B5EF4-FFF2-40B4-BE49-F238E27FC236}">
                <a16:creationId xmlns:a16="http://schemas.microsoft.com/office/drawing/2014/main" id="{FE32D95C-8C4A-A70A-3241-17241E6DDC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694311" y="1727200"/>
            <a:ext cx="965321" cy="635000"/>
          </a:xfrm>
          <a:prstGeom prst="rect">
            <a:avLst/>
          </a:prstGeom>
        </p:spPr>
      </p:pic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B2E9BF9D-AA05-8DFE-3CD1-C02B66210B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81317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пикер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6">
            <a:extLst>
              <a:ext uri="{FF2B5EF4-FFF2-40B4-BE49-F238E27FC236}">
                <a16:creationId xmlns:a16="http://schemas.microsoft.com/office/drawing/2014/main" id="{F8C01122-0A36-C772-33A2-7040677FC51C}"/>
              </a:ext>
            </a:extLst>
          </p:cNvPr>
          <p:cNvSpPr/>
          <p:nvPr userDrawn="1"/>
        </p:nvSpPr>
        <p:spPr>
          <a:xfrm>
            <a:off x="12384048" y="0"/>
            <a:ext cx="12003000" cy="137160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40" name="Рисунок 29">
            <a:extLst>
              <a:ext uri="{FF2B5EF4-FFF2-40B4-BE49-F238E27FC236}">
                <a16:creationId xmlns:a16="http://schemas.microsoft.com/office/drawing/2014/main" id="{F1FB737F-1AA3-8D43-AFF0-CE1BD193B97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flipH="1">
            <a:off x="13616101" y="1219200"/>
            <a:ext cx="9558223" cy="11291888"/>
          </a:xfrm>
          <a:prstGeom prst="round2DiagRect">
            <a:avLst>
              <a:gd name="adj1" fmla="val 9396"/>
              <a:gd name="adj2" fmla="val 0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9046158D-55C9-92DB-7527-4F301EF8950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4873" y="5473700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1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E41674CC-A8CF-9B6C-A081-575023CFB2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84873" y="7150100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2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BF343F0D-0637-B341-F460-8AF4CBF0A4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84873" y="8826500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3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C3E61AD0-944D-646F-E711-9EDED63A904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84873" y="10502900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4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42" name="Текст 7">
            <a:extLst>
              <a:ext uri="{FF2B5EF4-FFF2-40B4-BE49-F238E27FC236}">
                <a16:creationId xmlns:a16="http://schemas.microsoft.com/office/drawing/2014/main" id="{F98A7FBC-C71C-6A82-6747-BC82B78F06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19352" y="3213100"/>
            <a:ext cx="90816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Имя Фамилия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CCCDD00-53B6-7375-BBEC-41F45CFD52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18739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лайд с левой плашкой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7" name="Текст 7">
            <a:extLst>
              <a:ext uri="{FF2B5EF4-FFF2-40B4-BE49-F238E27FC236}">
                <a16:creationId xmlns:a16="http://schemas.microsoft.com/office/drawing/2014/main" id="{9624E0A9-EE0E-C326-B628-B788D5B2E7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72474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8" name="Текст 14">
            <a:extLst>
              <a:ext uri="{FF2B5EF4-FFF2-40B4-BE49-F238E27FC236}">
                <a16:creationId xmlns:a16="http://schemas.microsoft.com/office/drawing/2014/main" id="{BE31EFCC-3230-0083-3352-41D812A2214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8724747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5D919623-9276-35AA-C6FD-9D89BDA614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08534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лайд с левой плашкой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tx1"/>
          </a:solidFill>
          <a:ln/>
        </p:spPr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" name="Текст 7">
            <a:extLst>
              <a:ext uri="{FF2B5EF4-FFF2-40B4-BE49-F238E27FC236}">
                <a16:creationId xmlns:a16="http://schemas.microsoft.com/office/drawing/2014/main" id="{B9F1B6F5-8F02-DB26-5E34-F18B6883F8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Текст 14">
            <a:extLst>
              <a:ext uri="{FF2B5EF4-FFF2-40B4-BE49-F238E27FC236}">
                <a16:creationId xmlns:a16="http://schemas.microsoft.com/office/drawing/2014/main" id="{96890124-1B1A-72A5-68E7-AB9BDF64B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2" y="3552658"/>
            <a:ext cx="6196714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слайда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7" name="Номер слайда 2">
            <a:extLst>
              <a:ext uri="{FF2B5EF4-FFF2-40B4-BE49-F238E27FC236}">
                <a16:creationId xmlns:a16="http://schemas.microsoft.com/office/drawing/2014/main" id="{7E033BA5-61AE-D0D1-19D9-5B3AFEC1FE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0356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кстовые блоки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673699BD-ABAA-D4B5-8CFC-A01AC4C0421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19352" y="4619626"/>
            <a:ext cx="9725739" cy="20076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 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BDD326F8-ED51-FC72-06D7-73E0F5B1B6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9351" y="8886826"/>
            <a:ext cx="10640139" cy="25205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Важно понимать, что бывает наоборот: имея расплывчатую задачу, нелокализованную проблему,  </a:t>
            </a:r>
            <a:br>
              <a:rPr lang="ru-RU" dirty="0"/>
            </a:br>
            <a:r>
              <a:rPr lang="ru-RU" dirty="0"/>
              <a:t>вы сначала построите модель текущего процесса, </a:t>
            </a:r>
            <a:br>
              <a:rPr lang="ru-RU" dirty="0"/>
            </a:br>
            <a:r>
              <a:rPr lang="ru-RU" dirty="0"/>
              <a:t>чтобы получить представление «изнутри», как улучшить процесс или где теория не соответствует практике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9285CBF-F594-2AA7-B3B9-14184247A1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7674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кстовые блоки_2 (плашка + текст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5126757"/>
            <a:ext cx="8534248" cy="346248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Большой заголовок </a:t>
            </a:r>
            <a:br>
              <a:rPr lang="ru-RU" dirty="0"/>
            </a:br>
            <a:r>
              <a:rPr lang="ru-RU" dirty="0"/>
              <a:t>на три строки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673699BD-ABAA-D4B5-8CFC-A01AC4C0421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003003" y="3451664"/>
            <a:ext cx="9725739" cy="20076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 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BDD326F8-ED51-FC72-06D7-73E0F5B1B6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003003" y="7718864"/>
            <a:ext cx="10640139" cy="25205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Важно понимать, что бывает наоборот: имея расплывчатую задачу, нелокализованную проблему,  </a:t>
            </a:r>
            <a:br>
              <a:rPr lang="ru-RU" dirty="0"/>
            </a:br>
            <a:r>
              <a:rPr lang="ru-RU" dirty="0"/>
              <a:t>вы сначала построите модель текущего процесса, </a:t>
            </a:r>
            <a:br>
              <a:rPr lang="ru-RU" dirty="0"/>
            </a:br>
            <a:r>
              <a:rPr lang="ru-RU" dirty="0"/>
              <a:t>чтобы получить представление «изнутри», как улучшить процесс или где теория не соответствует практике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3E18B31E-0112-EB87-81CD-7018C81940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44696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</p15:sldGuideLst>
    </p:ext>
  </p:extLst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кстовые блоки_3 (плашка + пункты с иконкам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tx1"/>
          </a:solidFill>
          <a:ln/>
        </p:spPr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5703838"/>
            <a:ext cx="853424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7DBADDCE-24C0-F0C1-D7DF-9C997EA04C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768521" y="1881478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D4D05D2D-F07B-E4A0-3B24-9226CDFD687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768521" y="2491078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41699F41-3EF8-B76A-E754-8501FCFEE15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768521" y="4576039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5FE5DF5D-9726-9ABB-62C0-4C6676321B4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768521" y="5185639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5" name="Текст 55">
            <a:extLst>
              <a:ext uri="{FF2B5EF4-FFF2-40B4-BE49-F238E27FC236}">
                <a16:creationId xmlns:a16="http://schemas.microsoft.com/office/drawing/2014/main" id="{6F03D2F8-D3A7-48AE-979F-2CE3AFEB538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768521" y="7266988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6B9C99E4-BBC5-24A3-E31B-606E8F4AE9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768521" y="7876588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7" name="Текст 55">
            <a:extLst>
              <a:ext uri="{FF2B5EF4-FFF2-40B4-BE49-F238E27FC236}">
                <a16:creationId xmlns:a16="http://schemas.microsoft.com/office/drawing/2014/main" id="{6F9DABB3-78DE-4DCE-F5F5-8C5DB72685D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768521" y="9955578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8" name="Текст 55">
            <a:extLst>
              <a:ext uri="{FF2B5EF4-FFF2-40B4-BE49-F238E27FC236}">
                <a16:creationId xmlns:a16="http://schemas.microsoft.com/office/drawing/2014/main" id="{77E5759B-15E4-B690-9B66-1910E98B897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768521" y="10565178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449ACE61-8C37-4768-C1F7-964C7759D8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88339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кстовые блоки_4 (плашка + краткие пункты с иконкам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Текст 55">
            <a:extLst>
              <a:ext uri="{FF2B5EF4-FFF2-40B4-BE49-F238E27FC236}">
                <a16:creationId xmlns:a16="http://schemas.microsoft.com/office/drawing/2014/main" id="{D0AACE7B-E6E9-9903-F979-8375DEF69A3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768521" y="1690900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76F7C4CC-564A-FF63-369B-81DD182820D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768521" y="3578668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A46EBADC-FEA0-91B1-9C82-162F6065CB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768521" y="5466436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27B64067-93E3-861D-3805-0DF43F9C712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768521" y="7354204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885F0385-174E-44EC-AD15-6A14B23415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768521" y="9241972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F5E339AD-BA37-F40E-B265-C578EC514C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768521" y="11129740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pic>
        <p:nvPicPr>
          <p:cNvPr id="3" name="Image 1" descr=" ">
            <a:extLst>
              <a:ext uri="{FF2B5EF4-FFF2-40B4-BE49-F238E27FC236}">
                <a16:creationId xmlns:a16="http://schemas.microsoft.com/office/drawing/2014/main" id="{B48CBA4E-00FD-553C-CA49-6EEACD6DAD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0605826" cy="13716000"/>
          </a:xfrm>
          <a:prstGeom prst="rect">
            <a:avLst/>
          </a:prstGeom>
        </p:spPr>
      </p:pic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5703838"/>
            <a:ext cx="853424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365C528E-FBBA-8811-563E-EFBC40294A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58245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кстовые блоки_5 (2 столбца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" name="Shape 1">
            <a:extLst>
              <a:ext uri="{FF2B5EF4-FFF2-40B4-BE49-F238E27FC236}">
                <a16:creationId xmlns:a16="http://schemas.microsoft.com/office/drawing/2014/main" id="{204E2ECF-A2B7-BD1E-72EF-7982044BAA99}"/>
              </a:ext>
            </a:extLst>
          </p:cNvPr>
          <p:cNvSpPr/>
          <p:nvPr userDrawn="1"/>
        </p:nvSpPr>
        <p:spPr>
          <a:xfrm>
            <a:off x="1219352" y="3759200"/>
            <a:ext cx="10783648" cy="8737600"/>
          </a:xfrm>
          <a:prstGeom prst="round2SameRect">
            <a:avLst>
              <a:gd name="adj1" fmla="val 6202"/>
              <a:gd name="adj2" fmla="val 0"/>
            </a:avLst>
          </a:prstGeom>
          <a:noFill/>
          <a:ln w="25400">
            <a:solidFill>
              <a:schemeClr val="accent2"/>
            </a:solidFill>
            <a:prstDash val="solid"/>
          </a:ln>
        </p:spPr>
      </p:sp>
      <p:pic>
        <p:nvPicPr>
          <p:cNvPr id="3" name="Image 0" descr=" ">
            <a:extLst>
              <a:ext uri="{FF2B5EF4-FFF2-40B4-BE49-F238E27FC236}">
                <a16:creationId xmlns:a16="http://schemas.microsoft.com/office/drawing/2014/main" id="{758DAD45-76DB-F79C-CD96-5BAA601B07D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9352" y="3759200"/>
            <a:ext cx="10783648" cy="1879600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71784376-6B78-370E-C3DB-421F9653EA32}"/>
              </a:ext>
            </a:extLst>
          </p:cNvPr>
          <p:cNvSpPr/>
          <p:nvPr userDrawn="1"/>
        </p:nvSpPr>
        <p:spPr>
          <a:xfrm>
            <a:off x="12384048" y="3759200"/>
            <a:ext cx="10783648" cy="8737600"/>
          </a:xfrm>
          <a:prstGeom prst="round2SameRect">
            <a:avLst>
              <a:gd name="adj1" fmla="val 5859"/>
              <a:gd name="adj2" fmla="val 0"/>
            </a:avLst>
          </a:prstGeom>
          <a:noFill/>
          <a:ln w="25400">
            <a:solidFill>
              <a:schemeClr val="accent1"/>
            </a:solidFill>
            <a:prstDash val="solid"/>
          </a:ln>
        </p:spPr>
      </p:sp>
      <p:pic>
        <p:nvPicPr>
          <p:cNvPr id="7" name="Image 1" descr=" ">
            <a:extLst>
              <a:ext uri="{FF2B5EF4-FFF2-40B4-BE49-F238E27FC236}">
                <a16:creationId xmlns:a16="http://schemas.microsoft.com/office/drawing/2014/main" id="{3C8B92D3-2E3B-4C56-92B0-72910594572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384048" y="3759200"/>
            <a:ext cx="10783648" cy="1879600"/>
          </a:xfrm>
          <a:prstGeom prst="rect">
            <a:avLst/>
          </a:prstGeom>
        </p:spPr>
      </p:pic>
      <p:sp>
        <p:nvSpPr>
          <p:cNvPr id="8" name="Текст 55">
            <a:extLst>
              <a:ext uri="{FF2B5EF4-FFF2-40B4-BE49-F238E27FC236}">
                <a16:creationId xmlns:a16="http://schemas.microsoft.com/office/drawing/2014/main" id="{ABA6485D-43CF-3921-D214-A8F02605B95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59670" y="4427387"/>
            <a:ext cx="7430844" cy="5507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1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0F2B5BBD-1FF4-8082-44B4-A465A9C6F14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013276" y="4419084"/>
            <a:ext cx="7430844" cy="5507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2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1D42419D-6346-2CBC-7013-87A46531DF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48581" y="641696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1876AC76-7C21-9BD6-3BF0-E4DE1F9BA17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48581" y="76500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D1412ACB-20F0-78A1-BEBD-60DDDFD1D9C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48581" y="88692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27F7CAA0-F820-F296-E998-82AAA74D334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48581" y="100884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81CB03D6-F9DE-D13B-1B62-98CA4DF2BDE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48581" y="113076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5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008CAB53-9321-E6EF-B36D-D4552CA68FF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4313275" y="641696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AF353F19-37D8-8C6F-E06B-6E3B51739ED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4313275" y="76500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FFBC3E66-90C4-1DD1-74B2-AB52C728A44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313275" y="88692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98817D88-FD6D-C889-336B-A8656403D33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313275" y="100884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E202932F-533E-C423-8E66-BA8506CAE41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4313275" y="113076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5</a:t>
            </a:r>
          </a:p>
        </p:txBody>
      </p:sp>
      <p:sp>
        <p:nvSpPr>
          <p:cNvPr id="10" name="Номер слайда 2">
            <a:extLst>
              <a:ext uri="{FF2B5EF4-FFF2-40B4-BE49-F238E27FC236}">
                <a16:creationId xmlns:a16="http://schemas.microsoft.com/office/drawing/2014/main" id="{4D5248EB-A962-C836-291C-6985260C30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84201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кстовые блоки_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2E440F48-36E2-3E5C-D3FF-983E139BAA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59670" y="5437787"/>
            <a:ext cx="7430844" cy="5507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1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23F6A993-0C93-AD71-5C35-41F610CC214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013276" y="5437787"/>
            <a:ext cx="7430844" cy="5507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2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3BB20C42-E2D0-0045-F534-D69C4612FF1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829029" y="6853899"/>
            <a:ext cx="8041934" cy="24460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900" indent="-342900">
              <a:lnSpc>
                <a:spcPts val="34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ru-RU" sz="2400" b="0" i="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/>
            <a:r>
              <a:rPr lang="ru-RU" dirty="0"/>
              <a:t>Обычно вы сначала найдете вопрос или проблему</a:t>
            </a:r>
          </a:p>
          <a:p>
            <a:pPr marL="0" lvl="0"/>
            <a:r>
              <a:rPr lang="ru-RU" dirty="0"/>
              <a:t>А затем решите моделировать процесс </a:t>
            </a:r>
          </a:p>
          <a:p>
            <a:pPr marL="0" lvl="0"/>
            <a:r>
              <a:rPr lang="ru-RU" dirty="0"/>
              <a:t>Чтобы получить конкретный ответ </a:t>
            </a:r>
          </a:p>
          <a:p>
            <a:pPr marL="0" lvl="0"/>
            <a:r>
              <a:rPr lang="ru-RU" dirty="0"/>
              <a:t>Или проверить чей-то готовый вывод</a:t>
            </a:r>
          </a:p>
          <a:p>
            <a:pPr marL="0" lvl="0"/>
            <a:r>
              <a:rPr lang="ru-RU" dirty="0"/>
              <a:t>Альтернативным путем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3333E377-F687-958C-EAF9-FA9091DA00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082635" y="6853899"/>
            <a:ext cx="8041934" cy="24460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900" indent="-342900">
              <a:lnSpc>
                <a:spcPts val="34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ru-RU" sz="2400" b="0" i="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/>
            <a:r>
              <a:rPr lang="ru-RU" dirty="0"/>
              <a:t>Обычно вы сначала найдете вопрос или проблему</a:t>
            </a:r>
          </a:p>
          <a:p>
            <a:pPr marL="0" lvl="0"/>
            <a:r>
              <a:rPr lang="ru-RU" dirty="0"/>
              <a:t>А затем решите моделировать процесс </a:t>
            </a:r>
          </a:p>
          <a:p>
            <a:pPr marL="0" lvl="0"/>
            <a:r>
              <a:rPr lang="ru-RU" dirty="0"/>
              <a:t>Чтобы получить конкретный ответ </a:t>
            </a:r>
          </a:p>
          <a:p>
            <a:pPr marL="0" lvl="0"/>
            <a:r>
              <a:rPr lang="ru-RU" dirty="0"/>
              <a:t>Или проверить чей-то готовый вывод</a:t>
            </a:r>
          </a:p>
          <a:p>
            <a:pPr marL="0" lvl="0"/>
            <a:r>
              <a:rPr lang="ru-RU" dirty="0"/>
              <a:t>Альтернативным путем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6713796-6879-E02D-82B1-6EAE1C200D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87758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кстовые блоки_7 (краткие подпункты + икон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1" name="Текст 14">
            <a:extLst>
              <a:ext uri="{FF2B5EF4-FFF2-40B4-BE49-F238E27FC236}">
                <a16:creationId xmlns:a16="http://schemas.microsoft.com/office/drawing/2014/main" id="{97485FA9-2A79-90AF-3174-CFA6613EB0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0676BB35-A490-235B-1238-F02BC4539F0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768521" y="3835148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392360A4-EEEF-DF51-88D1-00D2279E157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768521" y="5722916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D53B74D5-2F25-473A-9367-80E98CFAF3A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768521" y="7610684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2464E47B-35B0-7586-18EB-A049463A908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768521" y="9498452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B03747F9-B868-EE2A-9869-60BDFCA2DD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768521" y="11386220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A276F4C-5AEC-70F4-5A2E-6369D687CF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30307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679">
          <p15:clr>
            <a:srgbClr val="FBAE40"/>
          </p15:clr>
        </p15:guide>
        <p15:guide id="2" pos="7568">
          <p15:clr>
            <a:srgbClr val="FBAE40"/>
          </p15:clr>
        </p15:guide>
      </p15:sldGuideLst>
    </p:ext>
  </p:extLst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кстовые блоки_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Текст 7">
            <a:extLst>
              <a:ext uri="{FF2B5EF4-FFF2-40B4-BE49-F238E27FC236}">
                <a16:creationId xmlns:a16="http://schemas.microsoft.com/office/drawing/2014/main" id="{5B8495F1-E46A-9165-9730-67B701F9E6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092690" y="10187451"/>
            <a:ext cx="9081635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r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A897F12C-2FC8-67B5-34BD-68E0C3A3C48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48385" y="26416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6FE8D3F8-6E53-61F9-04A7-50E0CF3E50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348385" y="38608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CAACDBBF-7544-A5AE-0E2E-618A4EF40F5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48385" y="50800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51D3C734-6A19-175A-48FF-33F917666B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348385" y="62992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B6157516-BF95-D40B-532B-53371CCF541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348385" y="75184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5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39735E3A-85DD-B42A-4E26-8B117D5DC37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337683" y="26416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4C3F7980-36F9-E790-1AD7-75A03FF97CC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337683" y="38608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7155095C-1530-DA27-382A-569D6876B0E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337683" y="50800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35C71E6E-C272-979A-46EA-ACA5B3EE022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337683" y="62992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C065EE60-0525-6362-E865-C252053474E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337683" y="75184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5</a:t>
            </a:r>
          </a:p>
        </p:txBody>
      </p:sp>
      <p:sp>
        <p:nvSpPr>
          <p:cNvPr id="27" name="Текст 14">
            <a:extLst>
              <a:ext uri="{FF2B5EF4-FFF2-40B4-BE49-F238E27FC236}">
                <a16:creationId xmlns:a16="http://schemas.microsoft.com/office/drawing/2014/main" id="{7C91F001-0AB9-F8A5-469B-B764A1F39C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1219200"/>
            <a:ext cx="6620782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1</a:t>
            </a:r>
          </a:p>
        </p:txBody>
      </p:sp>
      <p:sp>
        <p:nvSpPr>
          <p:cNvPr id="28" name="Текст 14">
            <a:extLst>
              <a:ext uri="{FF2B5EF4-FFF2-40B4-BE49-F238E27FC236}">
                <a16:creationId xmlns:a16="http://schemas.microsoft.com/office/drawing/2014/main" id="{40958489-19B5-F8D1-D8BA-B23E054C8F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208652" y="1219200"/>
            <a:ext cx="6620782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2</a:t>
            </a:r>
          </a:p>
        </p:txBody>
      </p:sp>
      <p:pic>
        <p:nvPicPr>
          <p:cNvPr id="29" name="Image 17" descr=" ">
            <a:extLst>
              <a:ext uri="{FF2B5EF4-FFF2-40B4-BE49-F238E27FC236}">
                <a16:creationId xmlns:a16="http://schemas.microsoft.com/office/drawing/2014/main" id="{9BC9CB08-4F41-B6DE-52DC-65DABA79EB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89AE6B6-577A-329F-5EA1-47591FEDE6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5270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кстовые блоки_9 (подпункты на 2-3 строки + икон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1" name="Текст 14">
            <a:extLst>
              <a:ext uri="{FF2B5EF4-FFF2-40B4-BE49-F238E27FC236}">
                <a16:creationId xmlns:a16="http://schemas.microsoft.com/office/drawing/2014/main" id="{97485FA9-2A79-90AF-3174-CFA6613EB0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2E2ED24B-3B95-5E84-8F02-16E8A059D5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082623" y="2590801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A036EDEF-1116-C3EA-21DC-85CBD64E47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082623" y="4730833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E3BCB7AB-F6FC-AAA8-CC70-CCC3392A478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082623" y="6866905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218A2412-3817-AED3-D88D-549F2130D19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082623" y="900297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D5BC7A18-5711-729A-0C1F-6D95362E39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082623" y="11139051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3022DAB4-8C84-61B8-56EB-BEFD24AE40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0164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225">
          <p15:clr>
            <a:srgbClr val="FBAE40"/>
          </p15:clr>
        </p15:guide>
        <p15:guide id="2" pos="7568">
          <p15:clr>
            <a:srgbClr val="FBAE40"/>
          </p15:clr>
        </p15:guide>
      </p15:sldGuideLst>
    </p:ext>
  </p:extLst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кстовые блоки_10 (текстовые пункты + маленькие икон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5" y="1963424"/>
            <a:ext cx="9394860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D5BC7A18-5711-729A-0C1F-6D95362E39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98976" y="5600703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90BF4978-D130-32DB-EA8B-AB0A0778EBC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98976" y="7730969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E1B44813-A1E8-6366-35B6-651D9F48688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98976" y="9864569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0D1D87B-C5AE-6C26-C5F3-D8B272F378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181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44">
          <p15:clr>
            <a:srgbClr val="FBAE40"/>
          </p15:clr>
        </p15:guide>
      </p15:sldGuideLst>
    </p:ext>
  </p:extLst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кстовые блоки_11 (2 столбца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6" name="Текст 7">
            <a:extLst>
              <a:ext uri="{FF2B5EF4-FFF2-40B4-BE49-F238E27FC236}">
                <a16:creationId xmlns:a16="http://schemas.microsoft.com/office/drawing/2014/main" id="{FDAA29EF-3D39-A618-D652-187F277A17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AA9F02C5-F656-3920-0D60-CB9BB0DBFBC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98976" y="4141031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3438667E-4343-71F7-D005-496251085A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98976" y="627129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82CD34DD-87D4-43D9-8970-A6B3D2006C4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98976" y="840489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1D3351A6-F463-18DA-F5DB-97304718E77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98976" y="1053227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346C8550-5EF7-E7AF-EF7B-E7316CF9046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4279792" y="4141031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F9F9D073-174A-F680-456A-D427D21611F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279792" y="627129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FF3F24FE-8409-28D7-13E9-8EE57A2092D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279792" y="840489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98F9F8E0-10CB-D859-AC0A-DA265AB2E2A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4279792" y="1053227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C1882E3-7E9E-F08C-B071-AE43F99A23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2020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44">
          <p15:clr>
            <a:srgbClr val="FBAE40"/>
          </p15:clr>
        </p15:guide>
        <p15:guide id="2" pos="8996">
          <p15:clr>
            <a:srgbClr val="FBAE40"/>
          </p15:clr>
        </p15:guide>
        <p15:guide id="3" pos="8316">
          <p15:clr>
            <a:srgbClr val="FBAE40"/>
          </p15:clr>
        </p15:guide>
      </p15:sldGuideLst>
    </p:ext>
  </p:extLst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кстовые блоки_12 (текстовые пункты + икон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5" y="1963424"/>
            <a:ext cx="9394860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D5BC7A18-5711-729A-0C1F-6D95362E39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84873" y="5600700"/>
            <a:ext cx="9725739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75B07120-C781-DE93-E4AF-53EF01552B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84873" y="7290950"/>
            <a:ext cx="9725739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5BDB893B-89B1-2566-BF39-7BAF0E15BD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84873" y="8967350"/>
            <a:ext cx="9725739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D45C7CF4-DF6E-9B1D-3128-41F5947D78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04508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75">
          <p15:clr>
            <a:srgbClr val="FBAE40"/>
          </p15:clr>
        </p15:guide>
      </p15:sldGuideLst>
    </p:ext>
  </p:extLst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кстовые блоки_13 (круглая плашка + пункты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 ">
            <a:extLst>
              <a:ext uri="{FF2B5EF4-FFF2-40B4-BE49-F238E27FC236}">
                <a16:creationId xmlns:a16="http://schemas.microsoft.com/office/drawing/2014/main" id="{CFE240FB-32D6-5570-045A-2BEE47F65C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0605826" cy="13716000"/>
          </a:xfrm>
          <a:prstGeom prst="rect">
            <a:avLst/>
          </a:prstGeom>
        </p:spPr>
      </p:pic>
      <p:pic>
        <p:nvPicPr>
          <p:cNvPr id="9" name="Image 17" descr=" ">
            <a:extLst>
              <a:ext uri="{FF2B5EF4-FFF2-40B4-BE49-F238E27FC236}">
                <a16:creationId xmlns:a16="http://schemas.microsoft.com/office/drawing/2014/main" id="{4903FC69-1ED7-3A2E-AA31-F3B39B43851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0" name="Текст 7">
            <a:extLst>
              <a:ext uri="{FF2B5EF4-FFF2-40B4-BE49-F238E27FC236}">
                <a16:creationId xmlns:a16="http://schemas.microsoft.com/office/drawing/2014/main" id="{BDE395DD-E25C-F35A-5185-CD2D596478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5703838"/>
            <a:ext cx="853424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8AA9EF30-923F-CC29-1F95-0C3AD53823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618527" y="1826366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DECE9BD2-5DE5-3518-BA3C-AD2973AB7D1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465202" y="4084657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191FADF1-FCFB-904D-8120-72BE3C92F8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278006" y="6342948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EA00D223-2873-79C0-DE47-99A079780EA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465202" y="8601239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57C4B2D3-A8F4-E3B8-8336-C40CEEFAB0E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618527" y="10859529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95AF9F47-52D6-EDC1-D164-D4AB36C8F6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46816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кстовые блоки_14 (6 пунктов с цифрами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17" descr=" ">
            <a:extLst>
              <a:ext uri="{FF2B5EF4-FFF2-40B4-BE49-F238E27FC236}">
                <a16:creationId xmlns:a16="http://schemas.microsoft.com/office/drawing/2014/main" id="{4903FC69-1ED7-3A2E-AA31-F3B39B4385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9" name="Текст 7">
            <a:extLst>
              <a:ext uri="{FF2B5EF4-FFF2-40B4-BE49-F238E27FC236}">
                <a16:creationId xmlns:a16="http://schemas.microsoft.com/office/drawing/2014/main" id="{10373520-3333-EB2B-6F62-1F5FD2E15E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729724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Слайд с пунктами</a:t>
            </a:r>
          </a:p>
        </p:txBody>
      </p:sp>
      <p:sp>
        <p:nvSpPr>
          <p:cNvPr id="30" name="Текст 7">
            <a:extLst>
              <a:ext uri="{FF2B5EF4-FFF2-40B4-BE49-F238E27FC236}">
                <a16:creationId xmlns:a16="http://schemas.microsoft.com/office/drawing/2014/main" id="{FDB60644-C013-DB8A-CA27-1825B29971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19352" y="3556000"/>
            <a:ext cx="15876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01</a:t>
            </a:r>
          </a:p>
        </p:txBody>
      </p:sp>
      <p:sp>
        <p:nvSpPr>
          <p:cNvPr id="31" name="Текст 7">
            <a:extLst>
              <a:ext uri="{FF2B5EF4-FFF2-40B4-BE49-F238E27FC236}">
                <a16:creationId xmlns:a16="http://schemas.microsoft.com/office/drawing/2014/main" id="{7F0C0B23-03B8-2CA1-55CC-ED8FBE5FFE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2" y="6604000"/>
            <a:ext cx="15876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02</a:t>
            </a:r>
          </a:p>
        </p:txBody>
      </p:sp>
      <p:sp>
        <p:nvSpPr>
          <p:cNvPr id="32" name="Текст 7">
            <a:extLst>
              <a:ext uri="{FF2B5EF4-FFF2-40B4-BE49-F238E27FC236}">
                <a16:creationId xmlns:a16="http://schemas.microsoft.com/office/drawing/2014/main" id="{E2759336-7EA8-EF91-B0DA-8DFD522CE8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19352" y="9652000"/>
            <a:ext cx="15876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03</a:t>
            </a:r>
          </a:p>
        </p:txBody>
      </p:sp>
      <p:sp>
        <p:nvSpPr>
          <p:cNvPr id="33" name="Текст 7">
            <a:extLst>
              <a:ext uri="{FF2B5EF4-FFF2-40B4-BE49-F238E27FC236}">
                <a16:creationId xmlns:a16="http://schemas.microsoft.com/office/drawing/2014/main" id="{5964D710-92F7-9438-AEBC-30FD2BD500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84048" y="3556000"/>
            <a:ext cx="15876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04</a:t>
            </a:r>
          </a:p>
        </p:txBody>
      </p:sp>
      <p:sp>
        <p:nvSpPr>
          <p:cNvPr id="34" name="Текст 7">
            <a:extLst>
              <a:ext uri="{FF2B5EF4-FFF2-40B4-BE49-F238E27FC236}">
                <a16:creationId xmlns:a16="http://schemas.microsoft.com/office/drawing/2014/main" id="{C081309D-DD2D-AFA8-606A-5D609007F5B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384048" y="6604000"/>
            <a:ext cx="15876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05</a:t>
            </a:r>
          </a:p>
        </p:txBody>
      </p:sp>
      <p:sp>
        <p:nvSpPr>
          <p:cNvPr id="35" name="Текст 7">
            <a:extLst>
              <a:ext uri="{FF2B5EF4-FFF2-40B4-BE49-F238E27FC236}">
                <a16:creationId xmlns:a16="http://schemas.microsoft.com/office/drawing/2014/main" id="{2A0BA931-EAB5-4952-64F7-6F8201ECF33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384048" y="9652000"/>
            <a:ext cx="15876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06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BC93D27B-DC99-5F7D-45C5-926E6BAA78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92938" y="3556000"/>
            <a:ext cx="689696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AFB14B45-2776-2C8F-BE2B-915240E3EB1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92938" y="6604000"/>
            <a:ext cx="689696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E30CC10E-FCA4-9A1B-6203-4F5472AF666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92938" y="9652000"/>
            <a:ext cx="689696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18693CED-C43C-CDAC-9D25-1805ED6CEB3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657632" y="3556000"/>
            <a:ext cx="689696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46C6AA54-D9E9-7A12-0CA4-A09B84A35D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657632" y="6604000"/>
            <a:ext cx="689696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19E41231-D9FA-14A7-6ED0-48E48486247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657632" y="9652000"/>
            <a:ext cx="689696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3865299F-6B46-CC6F-0158-97E11F95662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92938" y="4165600"/>
            <a:ext cx="689696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05589C96-FB73-7565-D01F-EE3C63A6BAB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92938" y="7213600"/>
            <a:ext cx="689696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C9242043-D6FC-6EF3-B854-24FA8838371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92938" y="10261600"/>
            <a:ext cx="689696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6" name="Текст 55">
            <a:extLst>
              <a:ext uri="{FF2B5EF4-FFF2-40B4-BE49-F238E27FC236}">
                <a16:creationId xmlns:a16="http://schemas.microsoft.com/office/drawing/2014/main" id="{5884F115-0960-DABC-CDFF-F1F28250682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657632" y="4165600"/>
            <a:ext cx="689696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A8ADCD49-70F6-34DA-8201-B6E2ADA394D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4657632" y="7213600"/>
            <a:ext cx="689696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6F90DBC6-BA82-A8AF-5666-68FABCC903B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4657632" y="10261600"/>
            <a:ext cx="689696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9A38A7F-95CA-5AD8-6CB3-4F8199FF25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09596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кстовые блоки_15 (пункты с подзаголовком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ED4C4207-CE3E-20FC-0FAE-8A182FCB589B}"/>
              </a:ext>
            </a:extLst>
          </p:cNvPr>
          <p:cNvCxnSpPr>
            <a:cxnSpLocks/>
          </p:cNvCxnSpPr>
          <p:nvPr userDrawn="1"/>
        </p:nvCxnSpPr>
        <p:spPr>
          <a:xfrm>
            <a:off x="1219352" y="2603500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Текст 7">
            <a:extLst>
              <a:ext uri="{FF2B5EF4-FFF2-40B4-BE49-F238E27FC236}">
                <a16:creationId xmlns:a16="http://schemas.microsoft.com/office/drawing/2014/main" id="{98697660-DC49-499C-CB89-E4681144F1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7133962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40" name="Текст 14">
            <a:extLst>
              <a:ext uri="{FF2B5EF4-FFF2-40B4-BE49-F238E27FC236}">
                <a16:creationId xmlns:a16="http://schemas.microsoft.com/office/drawing/2014/main" id="{98C247A0-1EFF-3221-932D-25AFA8343EE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3505200"/>
            <a:ext cx="3840329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34F3B4CA-6BAE-AB5F-E6DC-624D408CB5E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752394" y="4114800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3FD50DB7-4364-8712-385D-1AA5704D1BA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752394" y="3505200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10C5B185-DBDF-817A-E506-738162DA93B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752394" y="11324264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CD23760A-BE78-BA7E-3465-777863645E3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752394" y="10714664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8A258C36-20EB-1AF9-77FA-C2EB6DA8765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752394" y="8921110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23F39400-BFB6-A243-2EED-16D085E49E1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752394" y="8311510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A005E764-8253-3A88-8315-BD05A07DE0B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752394" y="6517955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91269FA8-22A5-4990-6734-89B23135D42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752394" y="5908355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5ABC022-E62C-2FB6-CB5A-25B4593AC3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12319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8044">
          <p15:clr>
            <a:srgbClr val="FBAE40"/>
          </p15:clr>
        </p15:guide>
        <p15:guide id="3" pos="6933">
          <p15:clr>
            <a:srgbClr val="FBAE40"/>
          </p15:clr>
        </p15:guide>
      </p15:sldGuideLst>
    </p:ext>
  </p:extLst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кстовые блоки_16 (пункты с линиям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41" name="Текст 55">
            <a:extLst>
              <a:ext uri="{FF2B5EF4-FFF2-40B4-BE49-F238E27FC236}">
                <a16:creationId xmlns:a16="http://schemas.microsoft.com/office/drawing/2014/main" id="{34F3B4CA-6BAE-AB5F-E6DC-624D408CB5E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752394" y="2286291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3FD50DB7-4364-8712-385D-1AA5704D1BA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752394" y="167669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10C5B185-DBDF-817A-E506-738162DA93B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752394" y="10744491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CD23760A-BE78-BA7E-3465-777863645E3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752394" y="1013489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8A258C36-20EB-1AF9-77FA-C2EB6DA8765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752394" y="7925091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23F39400-BFB6-A243-2EED-16D085E49E1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752394" y="731549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A005E764-8253-3A88-8315-BD05A07DE0B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752394" y="5105691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91269FA8-22A5-4990-6734-89B23135D42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752394" y="449609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3C8BADD7-BD14-4B00-2A95-9C2779738945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04913"/>
            <a:ext cx="2060737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CF3B8654-F2E6-5750-301C-B2E9E2843FE0}"/>
              </a:ext>
            </a:extLst>
          </p:cNvPr>
          <p:cNvCxnSpPr>
            <a:cxnSpLocks/>
          </p:cNvCxnSpPr>
          <p:nvPr userDrawn="1"/>
        </p:nvCxnSpPr>
        <p:spPr>
          <a:xfrm>
            <a:off x="11001387" y="4024313"/>
            <a:ext cx="1217293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239F17B3-B63D-033C-0B88-8CDC4EAE3957}"/>
              </a:ext>
            </a:extLst>
          </p:cNvPr>
          <p:cNvCxnSpPr>
            <a:cxnSpLocks/>
          </p:cNvCxnSpPr>
          <p:nvPr userDrawn="1"/>
        </p:nvCxnSpPr>
        <p:spPr>
          <a:xfrm>
            <a:off x="11001387" y="6843713"/>
            <a:ext cx="1217293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ED37EE55-DB14-725F-D596-7B3404C77A8E}"/>
              </a:ext>
            </a:extLst>
          </p:cNvPr>
          <p:cNvCxnSpPr>
            <a:cxnSpLocks/>
          </p:cNvCxnSpPr>
          <p:nvPr userDrawn="1"/>
        </p:nvCxnSpPr>
        <p:spPr>
          <a:xfrm>
            <a:off x="11001387" y="9663113"/>
            <a:ext cx="1217293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72A3C506-629D-4DBB-601B-2BC8883F7CC7}"/>
              </a:ext>
            </a:extLst>
          </p:cNvPr>
          <p:cNvCxnSpPr>
            <a:cxnSpLocks/>
          </p:cNvCxnSpPr>
          <p:nvPr userDrawn="1"/>
        </p:nvCxnSpPr>
        <p:spPr>
          <a:xfrm>
            <a:off x="11001387" y="12482513"/>
            <a:ext cx="1217293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Текст 7">
            <a:extLst>
              <a:ext uri="{FF2B5EF4-FFF2-40B4-BE49-F238E27FC236}">
                <a16:creationId xmlns:a16="http://schemas.microsoft.com/office/drawing/2014/main" id="{D890C986-DEDA-B7C4-52CC-84FDE6758B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1676691"/>
            <a:ext cx="9394860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E98C669-9A86-98F4-ED8D-D4A0129561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06619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8044">
          <p15:clr>
            <a:srgbClr val="FBAE40"/>
          </p15:clr>
        </p15:guide>
        <p15:guide id="3" pos="6933">
          <p15:clr>
            <a:srgbClr val="FBAE40"/>
          </p15:clr>
        </p15:guide>
      </p15:sldGuideLst>
    </p:ext>
  </p:extLst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кстовые блоки_17 (плашка с иллюстрацией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438E5611-E4BA-5D5B-7D84-C953E22CBD80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sp>
        <p:nvSpPr>
          <p:cNvPr id="58" name="Текст 7">
            <a:extLst>
              <a:ext uri="{FF2B5EF4-FFF2-40B4-BE49-F238E27FC236}">
                <a16:creationId xmlns:a16="http://schemas.microsoft.com/office/drawing/2014/main" id="{A75725BE-F50B-16CD-1EF8-E77FBBD96A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010258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59" name="Текст 55">
            <a:extLst>
              <a:ext uri="{FF2B5EF4-FFF2-40B4-BE49-F238E27FC236}">
                <a16:creationId xmlns:a16="http://schemas.microsoft.com/office/drawing/2014/main" id="{9C8D5699-DF29-D16F-4448-1352389EDC2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768521" y="3620265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0" name="Текст 55">
            <a:extLst>
              <a:ext uri="{FF2B5EF4-FFF2-40B4-BE49-F238E27FC236}">
                <a16:creationId xmlns:a16="http://schemas.microsoft.com/office/drawing/2014/main" id="{C722C896-BA4A-141D-99AE-FC850C3E17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768521" y="3010665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4314325E-15A8-11D3-C003-EDAD5ABCA3F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768521" y="6177494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7E0BF46B-2EDC-6635-A78E-6119C32AF55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768521" y="5581744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CA9F2D85-180C-DEB7-E62B-6293DB8740D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3768521" y="8734723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70C58B14-34B6-195C-00DC-EADADCC4FD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3768521" y="8138973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71AFC07D-6806-1676-9B78-BFA9D1C2A3C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3768521" y="11291951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CFD95EA6-7A4F-0687-B054-82EF0014EE3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3768521" y="1069620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5AF73875-8BC6-15A4-0E18-3ABFBD6E4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02386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568">
          <p15:clr>
            <a:srgbClr val="FBAE40"/>
          </p15:clr>
        </p15:guide>
        <p15:guide id="3" pos="6683">
          <p15:clr>
            <a:srgbClr val="FBAE40"/>
          </p15:clr>
        </p15:guide>
        <p15:guide id="4" pos="8679">
          <p15:clr>
            <a:srgbClr val="FBAE40"/>
          </p15:clr>
        </p15:guide>
      </p15:sldGuideLst>
    </p:ext>
  </p:extLst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кстовые блоки_18 (рамка + текстовые бло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" name="Скругленный прямоугольник 8">
            <a:extLst>
              <a:ext uri="{FF2B5EF4-FFF2-40B4-BE49-F238E27FC236}">
                <a16:creationId xmlns:a16="http://schemas.microsoft.com/office/drawing/2014/main" id="{B49C2E52-E572-5672-993F-C3D02E1A915B}"/>
              </a:ext>
            </a:extLst>
          </p:cNvPr>
          <p:cNvSpPr/>
          <p:nvPr userDrawn="1"/>
        </p:nvSpPr>
        <p:spPr>
          <a:xfrm>
            <a:off x="1206651" y="1206500"/>
            <a:ext cx="6755663" cy="6755663"/>
          </a:xfrm>
          <a:custGeom>
            <a:avLst/>
            <a:gdLst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699543 w 6699543"/>
              <a:gd name="connsiteY4" fmla="*/ 6325775 h 6699543"/>
              <a:gd name="connsiteX5" fmla="*/ 6325775 w 6699543"/>
              <a:gd name="connsiteY5" fmla="*/ 6699543 h 6699543"/>
              <a:gd name="connsiteX6" fmla="*/ 373768 w 6699543"/>
              <a:gd name="connsiteY6" fmla="*/ 6699543 h 6699543"/>
              <a:gd name="connsiteX7" fmla="*/ 0 w 6699543"/>
              <a:gd name="connsiteY7" fmla="*/ 6325775 h 6699543"/>
              <a:gd name="connsiteX8" fmla="*/ 0 w 6699543"/>
              <a:gd name="connsiteY8" fmla="*/ 373768 h 6699543"/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325775 w 6699543"/>
              <a:gd name="connsiteY4" fmla="*/ 6699543 h 6699543"/>
              <a:gd name="connsiteX5" fmla="*/ 373768 w 6699543"/>
              <a:gd name="connsiteY5" fmla="*/ 6699543 h 6699543"/>
              <a:gd name="connsiteX6" fmla="*/ 0 w 6699543"/>
              <a:gd name="connsiteY6" fmla="*/ 6325775 h 6699543"/>
              <a:gd name="connsiteX7" fmla="*/ 0 w 6699543"/>
              <a:gd name="connsiteY7" fmla="*/ 373768 h 6699543"/>
              <a:gd name="connsiteX0" fmla="*/ 6325775 w 6699543"/>
              <a:gd name="connsiteY0" fmla="*/ 6699543 h 6790983"/>
              <a:gd name="connsiteX1" fmla="*/ 373768 w 6699543"/>
              <a:gd name="connsiteY1" fmla="*/ 6699543 h 6790983"/>
              <a:gd name="connsiteX2" fmla="*/ 0 w 6699543"/>
              <a:gd name="connsiteY2" fmla="*/ 6325775 h 6790983"/>
              <a:gd name="connsiteX3" fmla="*/ 0 w 6699543"/>
              <a:gd name="connsiteY3" fmla="*/ 373768 h 6790983"/>
              <a:gd name="connsiteX4" fmla="*/ 373768 w 6699543"/>
              <a:gd name="connsiteY4" fmla="*/ 0 h 6790983"/>
              <a:gd name="connsiteX5" fmla="*/ 6325775 w 6699543"/>
              <a:gd name="connsiteY5" fmla="*/ 0 h 6790983"/>
              <a:gd name="connsiteX6" fmla="*/ 6699543 w 6699543"/>
              <a:gd name="connsiteY6" fmla="*/ 373768 h 6790983"/>
              <a:gd name="connsiteX7" fmla="*/ 6417215 w 6699543"/>
              <a:gd name="connsiteY7" fmla="*/ 6790983 h 6790983"/>
              <a:gd name="connsiteX0" fmla="*/ 6325775 w 6699543"/>
              <a:gd name="connsiteY0" fmla="*/ 6699543 h 6699543"/>
              <a:gd name="connsiteX1" fmla="*/ 373768 w 6699543"/>
              <a:gd name="connsiteY1" fmla="*/ 6699543 h 6699543"/>
              <a:gd name="connsiteX2" fmla="*/ 0 w 6699543"/>
              <a:gd name="connsiteY2" fmla="*/ 6325775 h 6699543"/>
              <a:gd name="connsiteX3" fmla="*/ 0 w 6699543"/>
              <a:gd name="connsiteY3" fmla="*/ 373768 h 6699543"/>
              <a:gd name="connsiteX4" fmla="*/ 373768 w 6699543"/>
              <a:gd name="connsiteY4" fmla="*/ 0 h 6699543"/>
              <a:gd name="connsiteX5" fmla="*/ 6325775 w 6699543"/>
              <a:gd name="connsiteY5" fmla="*/ 0 h 6699543"/>
              <a:gd name="connsiteX6" fmla="*/ 6699543 w 6699543"/>
              <a:gd name="connsiteY6" fmla="*/ 373768 h 6699543"/>
              <a:gd name="connsiteX0" fmla="*/ 6325775 w 6325775"/>
              <a:gd name="connsiteY0" fmla="*/ 6699543 h 6699543"/>
              <a:gd name="connsiteX1" fmla="*/ 373768 w 6325775"/>
              <a:gd name="connsiteY1" fmla="*/ 6699543 h 6699543"/>
              <a:gd name="connsiteX2" fmla="*/ 0 w 6325775"/>
              <a:gd name="connsiteY2" fmla="*/ 6325775 h 6699543"/>
              <a:gd name="connsiteX3" fmla="*/ 0 w 6325775"/>
              <a:gd name="connsiteY3" fmla="*/ 373768 h 6699543"/>
              <a:gd name="connsiteX4" fmla="*/ 373768 w 6325775"/>
              <a:gd name="connsiteY4" fmla="*/ 0 h 6699543"/>
              <a:gd name="connsiteX5" fmla="*/ 6325775 w 6325775"/>
              <a:gd name="connsiteY5" fmla="*/ 0 h 6699543"/>
              <a:gd name="connsiteX0" fmla="*/ 373768 w 6325775"/>
              <a:gd name="connsiteY0" fmla="*/ 6699543 h 6699543"/>
              <a:gd name="connsiteX1" fmla="*/ 0 w 6325775"/>
              <a:gd name="connsiteY1" fmla="*/ 6325775 h 6699543"/>
              <a:gd name="connsiteX2" fmla="*/ 0 w 6325775"/>
              <a:gd name="connsiteY2" fmla="*/ 373768 h 6699543"/>
              <a:gd name="connsiteX3" fmla="*/ 373768 w 6325775"/>
              <a:gd name="connsiteY3" fmla="*/ 0 h 6699543"/>
              <a:gd name="connsiteX4" fmla="*/ 6325775 w 6325775"/>
              <a:gd name="connsiteY4" fmla="*/ 0 h 6699543"/>
              <a:gd name="connsiteX0" fmla="*/ 0 w 6325775"/>
              <a:gd name="connsiteY0" fmla="*/ 6325775 h 6325775"/>
              <a:gd name="connsiteX1" fmla="*/ 0 w 6325775"/>
              <a:gd name="connsiteY1" fmla="*/ 373768 h 6325775"/>
              <a:gd name="connsiteX2" fmla="*/ 373768 w 6325775"/>
              <a:gd name="connsiteY2" fmla="*/ 0 h 6325775"/>
              <a:gd name="connsiteX3" fmla="*/ 6325775 w 6325775"/>
              <a:gd name="connsiteY3" fmla="*/ 0 h 632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25775" h="6325775">
                <a:moveTo>
                  <a:pt x="0" y="6325775"/>
                </a:moveTo>
                <a:lnTo>
                  <a:pt x="0" y="373768"/>
                </a:lnTo>
                <a:cubicBezTo>
                  <a:pt x="0" y="167342"/>
                  <a:pt x="167342" y="0"/>
                  <a:pt x="373768" y="0"/>
                </a:cubicBezTo>
                <a:lnTo>
                  <a:pt x="6325775" y="0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Прямоугольник 9">
            <a:extLst>
              <a:ext uri="{FF2B5EF4-FFF2-40B4-BE49-F238E27FC236}">
                <a16:creationId xmlns:a16="http://schemas.microsoft.com/office/drawing/2014/main" id="{B582D367-FAD7-05BE-CDB7-593DD2E36F23}"/>
              </a:ext>
            </a:extLst>
          </p:cNvPr>
          <p:cNvSpPr/>
          <p:nvPr userDrawn="1"/>
        </p:nvSpPr>
        <p:spPr>
          <a:xfrm>
            <a:off x="16424733" y="5753836"/>
            <a:ext cx="6755664" cy="6755664"/>
          </a:xfrm>
          <a:custGeom>
            <a:avLst/>
            <a:gdLst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0 w 6755664"/>
              <a:gd name="connsiteY4" fmla="*/ 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91440 w 6755664"/>
              <a:gd name="connsiteY4" fmla="*/ 9144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0" fmla="*/ 6755664 w 6755664"/>
              <a:gd name="connsiteY0" fmla="*/ 0 h 6755664"/>
              <a:gd name="connsiteX1" fmla="*/ 6755664 w 6755664"/>
              <a:gd name="connsiteY1" fmla="*/ 6755664 h 6755664"/>
              <a:gd name="connsiteX2" fmla="*/ 0 w 6755664"/>
              <a:gd name="connsiteY2" fmla="*/ 6755664 h 675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55664" h="6755664">
                <a:moveTo>
                  <a:pt x="6755664" y="0"/>
                </a:moveTo>
                <a:lnTo>
                  <a:pt x="6755664" y="6755664"/>
                </a:lnTo>
                <a:lnTo>
                  <a:pt x="0" y="6755664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Текст 7">
            <a:extLst>
              <a:ext uri="{FF2B5EF4-FFF2-40B4-BE49-F238E27FC236}">
                <a16:creationId xmlns:a16="http://schemas.microsoft.com/office/drawing/2014/main" id="{ED095C03-4444-058E-CF2B-7E65249028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16527" y="3157745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786C063C-3AAD-BF09-B89A-0E68505D603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616527" y="5418345"/>
            <a:ext cx="8918886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чей-то готовый вывод альтернативным путем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D0793E13-FAF1-B718-C61F-DB482BDBA66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616527" y="8378171"/>
            <a:ext cx="8918886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Важно понимать, что бывает наоборот: имея расплывчатую задачу, нелокализованную проблему, вы сначала построите модель текущего процесса, чтобы получить представление «изнутри», как улучшить процесс или где теория не соответствует практике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9A614C29-87C3-BFE1-4AB6-1F9E454969B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476129" y="5418345"/>
            <a:ext cx="8099666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00DCE09F-4E95-A913-345B-1E760A8AF6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476129" y="6367537"/>
            <a:ext cx="8099666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DE71BD17-1AB2-4868-29A5-93455245DA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4476129" y="7316664"/>
            <a:ext cx="8099666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EA6B3A17-3490-B2A3-67AB-E6913F9AE89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4476129" y="8265791"/>
            <a:ext cx="8099666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9E6E9374-CA81-8A9E-A7B4-1E032DC324B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4476129" y="9203824"/>
            <a:ext cx="8099666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D957C9F6-FCEC-5EE0-13B6-D83C77E5B2D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4476129" y="10164045"/>
            <a:ext cx="8099666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2DBCE7EB-8F4A-E498-964A-1F4C999DCC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09356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кстовые блоки_19 (горизонтальная плашка + 4 пункта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17" descr=" ">
            <a:extLst>
              <a:ext uri="{FF2B5EF4-FFF2-40B4-BE49-F238E27FC236}">
                <a16:creationId xmlns:a16="http://schemas.microsoft.com/office/drawing/2014/main" id="{4903FC69-1ED7-3A2E-AA31-F3B39B4385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D1F9D318-CEFB-5612-BA75-042D25D6B60B}"/>
              </a:ext>
            </a:extLst>
          </p:cNvPr>
          <p:cNvSpPr/>
          <p:nvPr userDrawn="1"/>
        </p:nvSpPr>
        <p:spPr>
          <a:xfrm flipV="1">
            <a:off x="0" y="5588000"/>
            <a:ext cx="24387048" cy="81280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Текст 7">
            <a:extLst>
              <a:ext uri="{FF2B5EF4-FFF2-40B4-BE49-F238E27FC236}">
                <a16:creationId xmlns:a16="http://schemas.microsoft.com/office/drawing/2014/main" id="{99939A9D-2E06-76E2-9344-5613898165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9208651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10666DD3-22FD-25C3-AD21-A7E04411AF3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352" y="9080500"/>
            <a:ext cx="4836391" cy="2574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83211791-537F-8DB6-8943-F5537412F0F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08051" y="9080500"/>
            <a:ext cx="4836391" cy="2574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742D708B-5009-3D73-7870-7F106111215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396749" y="9080500"/>
            <a:ext cx="4836391" cy="2574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CB5261CD-9498-307C-B0B9-7E40AF66B72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972746" y="9080500"/>
            <a:ext cx="4836391" cy="2574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D94312C5-FBDC-02D1-8BD1-1BD7067CB86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19352" y="8470900"/>
            <a:ext cx="483639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C934315D-D5C4-2563-D395-EA75282D43F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08051" y="8470900"/>
            <a:ext cx="483639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214C904B-43FF-46B1-7D39-289B881F878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396749" y="8470900"/>
            <a:ext cx="483639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4B727DA3-121E-69F7-AED4-453EB9DC6D4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7972746" y="8470900"/>
            <a:ext cx="483639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4BD494FF-B080-B029-618C-B3941D8BD9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2396749" y="1219200"/>
            <a:ext cx="9725739" cy="25205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</a:t>
            </a:r>
            <a:br>
              <a:rPr lang="ru-RU" dirty="0"/>
            </a:br>
            <a:r>
              <a:rPr lang="ru-RU" dirty="0"/>
              <a:t>или проверить  чей-то готовый вывод альтернативным путем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AC801BA2-5585-D54F-2B83-323361777A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396749" y="4296100"/>
            <a:ext cx="9725739" cy="3445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000"/>
              </a:lnSpc>
            </a:pPr>
            <a:r>
              <a:rPr lang="ru-RU" dirty="0"/>
              <a:t>Ссылка на источник 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9066A4B8-DD32-E19F-340C-AE72758611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01945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кстовые блоки_20 (пункты + лини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FB177212-E3C8-8EBC-F0D1-297E43FDCFB0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04913"/>
            <a:ext cx="2060737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833EB9B4-2DB5-1162-3544-83A863A2C5E6}"/>
              </a:ext>
            </a:extLst>
          </p:cNvPr>
          <p:cNvCxnSpPr>
            <a:cxnSpLocks/>
          </p:cNvCxnSpPr>
          <p:nvPr userDrawn="1"/>
        </p:nvCxnSpPr>
        <p:spPr>
          <a:xfrm>
            <a:off x="1212850" y="3451610"/>
            <a:ext cx="2196147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D25FD1D9-DC45-CB2C-6380-90EBCEC62235}"/>
              </a:ext>
            </a:extLst>
          </p:cNvPr>
          <p:cNvCxnSpPr>
            <a:cxnSpLocks/>
          </p:cNvCxnSpPr>
          <p:nvPr userDrawn="1"/>
        </p:nvCxnSpPr>
        <p:spPr>
          <a:xfrm>
            <a:off x="1212850" y="5709335"/>
            <a:ext cx="2196147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B3CEFCD3-E1F9-1D24-E2D9-0F43CAA08387}"/>
              </a:ext>
            </a:extLst>
          </p:cNvPr>
          <p:cNvCxnSpPr>
            <a:cxnSpLocks/>
          </p:cNvCxnSpPr>
          <p:nvPr userDrawn="1"/>
        </p:nvCxnSpPr>
        <p:spPr>
          <a:xfrm>
            <a:off x="1212850" y="10224785"/>
            <a:ext cx="2196147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72EF228B-DB9A-6F21-F241-1D99589C29D5}"/>
              </a:ext>
            </a:extLst>
          </p:cNvPr>
          <p:cNvCxnSpPr>
            <a:cxnSpLocks/>
          </p:cNvCxnSpPr>
          <p:nvPr userDrawn="1"/>
        </p:nvCxnSpPr>
        <p:spPr>
          <a:xfrm>
            <a:off x="1212850" y="12482513"/>
            <a:ext cx="2196147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CF5E3F09-24E4-1B52-9EA6-F69905C89506}"/>
              </a:ext>
            </a:extLst>
          </p:cNvPr>
          <p:cNvCxnSpPr>
            <a:cxnSpLocks/>
          </p:cNvCxnSpPr>
          <p:nvPr userDrawn="1"/>
        </p:nvCxnSpPr>
        <p:spPr>
          <a:xfrm>
            <a:off x="1212850" y="7967060"/>
            <a:ext cx="2196147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Текст 55">
            <a:extLst>
              <a:ext uri="{FF2B5EF4-FFF2-40B4-BE49-F238E27FC236}">
                <a16:creationId xmlns:a16="http://schemas.microsoft.com/office/drawing/2014/main" id="{B9005F16-E06B-996D-64C2-7C18EDA46EC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4873" y="1841834"/>
            <a:ext cx="4836391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DFE0727D-BA1B-5878-C7EC-735F177794E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84873" y="4097355"/>
            <a:ext cx="4836391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CDF19753-407B-019F-D54D-86535136F64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84873" y="6352876"/>
            <a:ext cx="4836391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4EAF4B98-7BC3-698D-B702-5835DC0A9E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84873" y="8608396"/>
            <a:ext cx="4836391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95013C3F-AF5F-C857-63CE-A1EC7077710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84873" y="10863917"/>
            <a:ext cx="4836391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AC763B7B-9066-5DB1-86AD-EC5D73077B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986873" y="1695107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FEB4EC6A-7308-DE31-74F0-CFE4F12AF62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986873" y="3952897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93F4CA36-4BDA-C650-1075-23A7542D543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986873" y="6210622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C3B90479-A5F9-30A6-7CD8-C747753320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986873" y="8468347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0C4C509A-4F4D-ABBD-4BB2-17AAEC5CAA1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986873" y="10726072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75D4B22F-BD93-6782-AD5A-3A7DBC071B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05475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кстовые блоки_21 (тезис + перекрестие и текстовые бло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7858E12B-FA27-FA92-082C-2AEE00D67492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34725"/>
            <a:ext cx="8813511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41352DD0-A915-3911-5E6D-46AFD4A06819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497440"/>
            <a:ext cx="8813511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A4FFA629-ECE7-4037-3503-ECFF3D19F1DF}"/>
              </a:ext>
            </a:extLst>
          </p:cNvPr>
          <p:cNvCxnSpPr>
            <a:cxnSpLocks/>
          </p:cNvCxnSpPr>
          <p:nvPr userDrawn="1"/>
        </p:nvCxnSpPr>
        <p:spPr>
          <a:xfrm>
            <a:off x="11252216" y="12497440"/>
            <a:ext cx="11922109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44D874E5-161A-C794-44DC-39335C98AFD5}"/>
              </a:ext>
            </a:extLst>
          </p:cNvPr>
          <p:cNvCxnSpPr>
            <a:cxnSpLocks/>
          </p:cNvCxnSpPr>
          <p:nvPr userDrawn="1"/>
        </p:nvCxnSpPr>
        <p:spPr>
          <a:xfrm>
            <a:off x="11252216" y="1234725"/>
            <a:ext cx="10574512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EC14C58D-1B6D-3B9F-B6F8-8B1459081176}"/>
              </a:ext>
            </a:extLst>
          </p:cNvPr>
          <p:cNvCxnSpPr>
            <a:cxnSpLocks/>
          </p:cNvCxnSpPr>
          <p:nvPr userDrawn="1"/>
        </p:nvCxnSpPr>
        <p:spPr>
          <a:xfrm>
            <a:off x="10612562" y="1841500"/>
            <a:ext cx="0" cy="10033002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Текст 11">
            <a:extLst>
              <a:ext uri="{FF2B5EF4-FFF2-40B4-BE49-F238E27FC236}">
                <a16:creationId xmlns:a16="http://schemas.microsoft.com/office/drawing/2014/main" id="{618E607F-FE48-24CC-7932-8305BA8C60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1841500"/>
            <a:ext cx="8813505" cy="605293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en-US" sz="108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118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10800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10800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br>
              <a:rPr lang="ru-RU" sz="10800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15B8A94C-F7B5-84F7-5AAD-A5AA2C17FA4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370232" y="2924946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F57C3B27-7FCC-91C8-544E-F78C189425A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370232" y="2315346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049CF09B-12D5-B35E-C5AB-998DD27A968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370232" y="10134410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0A734AA8-6330-45D8-65E4-1FDD4E49FE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370232" y="9524810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3B298278-88DF-25B7-8073-B6A592BB522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3370232" y="7731256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2591A152-5CE2-3944-179C-A489E42E989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3370232" y="7121656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B172DC4C-2161-B08E-32F1-CF223EE553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3370232" y="5328101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AE144C9F-F6A2-3CAE-0DA1-86D8D7EF4EC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3370232" y="471850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B4B0351-FB13-3817-A902-698D86D57E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31731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2 плашки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2" name="Текст 14">
            <a:extLst>
              <a:ext uri="{FF2B5EF4-FFF2-40B4-BE49-F238E27FC236}">
                <a16:creationId xmlns:a16="http://schemas.microsoft.com/office/drawing/2014/main" id="{3F60C5DE-79D7-8F61-E4C8-96CBF670E2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54190" y="3504834"/>
            <a:ext cx="8638747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1</a:t>
            </a:r>
          </a:p>
        </p:txBody>
      </p:sp>
      <p:sp>
        <p:nvSpPr>
          <p:cNvPr id="23" name="Текст 14">
            <a:extLst>
              <a:ext uri="{FF2B5EF4-FFF2-40B4-BE49-F238E27FC236}">
                <a16:creationId xmlns:a16="http://schemas.microsoft.com/office/drawing/2014/main" id="{C929E4A1-B0B8-9FDC-604F-520976BB60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922176" y="3504834"/>
            <a:ext cx="8638747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2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FDBD3E6D-6DED-7D5C-997F-B82001D4BA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54190" y="4540426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36FE4251-EDFE-CBFC-CAE0-A1EFFFE5A24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922176" y="4540426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9" name="Номер слайда 2">
            <a:extLst>
              <a:ext uri="{FF2B5EF4-FFF2-40B4-BE49-F238E27FC236}">
                <a16:creationId xmlns:a16="http://schemas.microsoft.com/office/drawing/2014/main" id="{3E49BB85-FCF4-7B43-1B64-449399E3B3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78568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 плаш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8" name="Текст 7">
            <a:extLst>
              <a:ext uri="{FF2B5EF4-FFF2-40B4-BE49-F238E27FC236}">
                <a16:creationId xmlns:a16="http://schemas.microsoft.com/office/drawing/2014/main" id="{84C5389A-D7C3-B5E3-47F8-6FDCC35071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2890253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AAC206CD-BF6F-AA7C-7493-1155D1A9280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27416" y="7436853"/>
            <a:ext cx="616764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C8D1DE36-B7A4-4C25-BE13-8C35B85CA3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70546" y="7436853"/>
            <a:ext cx="616764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4F57185B-0BE0-5F4A-EAD7-7339EA2D9E8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613676" y="7436853"/>
            <a:ext cx="616764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1E833D5F-87DE-7E99-F2AD-09E4014E711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27417" y="6841103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929FC0B3-0C14-BD7A-0E48-A977187184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70546" y="6841103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0" name="Текст 55">
            <a:extLst>
              <a:ext uri="{FF2B5EF4-FFF2-40B4-BE49-F238E27FC236}">
                <a16:creationId xmlns:a16="http://schemas.microsoft.com/office/drawing/2014/main" id="{D64AD4C2-5A6F-CCA7-D6DD-E78E90555E6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6613676" y="6841103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81AA809C-6AA2-66D0-9E4B-BADF3F2A41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33511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 плашки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1" name="Текст 7">
            <a:extLst>
              <a:ext uri="{FF2B5EF4-FFF2-40B4-BE49-F238E27FC236}">
                <a16:creationId xmlns:a16="http://schemas.microsoft.com/office/drawing/2014/main" id="{1F72E04F-3072-F9EF-AAFC-DC249C33948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32" name="Текст 14">
            <a:extLst>
              <a:ext uri="{FF2B5EF4-FFF2-40B4-BE49-F238E27FC236}">
                <a16:creationId xmlns:a16="http://schemas.microsoft.com/office/drawing/2014/main" id="{777BEE66-14D5-EB0B-9D76-D06B6F9B00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3D608449-63FC-8436-552B-D62CAD75403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27416" y="6464300"/>
            <a:ext cx="6167647" cy="43183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C042E17F-E521-7FDF-7F68-09956647D88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27416" y="5854700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4F832DAF-3174-B142-229D-FB656BC7E94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70546" y="6464300"/>
            <a:ext cx="6167647" cy="43183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52857B92-2118-2201-4C6D-13FF88D0F06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613676" y="6464300"/>
            <a:ext cx="6167647" cy="43183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5889C5FC-D3FF-A57F-98CF-484632156F7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70546" y="5854700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7251EAF3-1428-F8AB-8B9B-F9C3AEBBC5E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6613676" y="5854700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097C1893-451B-3713-43F8-BE14BA3D3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45028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 плашки + перекрестие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1" name="Текст 7">
            <a:extLst>
              <a:ext uri="{FF2B5EF4-FFF2-40B4-BE49-F238E27FC236}">
                <a16:creationId xmlns:a16="http://schemas.microsoft.com/office/drawing/2014/main" id="{1F72E04F-3072-F9EF-AAFC-DC249C33948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32" name="Текст 14">
            <a:extLst>
              <a:ext uri="{FF2B5EF4-FFF2-40B4-BE49-F238E27FC236}">
                <a16:creationId xmlns:a16="http://schemas.microsoft.com/office/drawing/2014/main" id="{777BEE66-14D5-EB0B-9D76-D06B6F9B00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76BC5FCE-7099-BE48-D622-FA5B5192E844}"/>
              </a:ext>
            </a:extLst>
          </p:cNvPr>
          <p:cNvCxnSpPr>
            <a:cxnSpLocks/>
          </p:cNvCxnSpPr>
          <p:nvPr userDrawn="1"/>
        </p:nvCxnSpPr>
        <p:spPr>
          <a:xfrm>
            <a:off x="1219352" y="4102100"/>
            <a:ext cx="6706438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D4A3D35F-17C3-B35A-D4FD-B89FFD11B5F7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511088"/>
            <a:ext cx="6706438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027C5694-14A2-5B9D-CEBE-B0D40D8804E5}"/>
              </a:ext>
            </a:extLst>
          </p:cNvPr>
          <p:cNvCxnSpPr>
            <a:cxnSpLocks/>
          </p:cNvCxnSpPr>
          <p:nvPr userDrawn="1"/>
        </p:nvCxnSpPr>
        <p:spPr>
          <a:xfrm>
            <a:off x="8840305" y="4102100"/>
            <a:ext cx="6706438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60F059A7-F3C3-F988-131C-D8AE6519656D}"/>
              </a:ext>
            </a:extLst>
          </p:cNvPr>
          <p:cNvCxnSpPr>
            <a:cxnSpLocks/>
          </p:cNvCxnSpPr>
          <p:nvPr userDrawn="1"/>
        </p:nvCxnSpPr>
        <p:spPr>
          <a:xfrm>
            <a:off x="8840305" y="12511088"/>
            <a:ext cx="6706438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6477AC1D-40E2-F58D-2A7D-C01D6C10AAAE}"/>
              </a:ext>
            </a:extLst>
          </p:cNvPr>
          <p:cNvCxnSpPr>
            <a:cxnSpLocks/>
          </p:cNvCxnSpPr>
          <p:nvPr userDrawn="1"/>
        </p:nvCxnSpPr>
        <p:spPr>
          <a:xfrm>
            <a:off x="16461257" y="4102100"/>
            <a:ext cx="6706438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695075BD-A590-BDD8-8DA5-1147519D7669}"/>
              </a:ext>
            </a:extLst>
          </p:cNvPr>
          <p:cNvCxnSpPr>
            <a:cxnSpLocks/>
          </p:cNvCxnSpPr>
          <p:nvPr userDrawn="1"/>
        </p:nvCxnSpPr>
        <p:spPr>
          <a:xfrm>
            <a:off x="16461257" y="12511088"/>
            <a:ext cx="6706438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65F018F4-577E-2F8C-171C-7C94839D0861}"/>
              </a:ext>
            </a:extLst>
          </p:cNvPr>
          <p:cNvCxnSpPr>
            <a:cxnSpLocks/>
          </p:cNvCxnSpPr>
          <p:nvPr userDrawn="1"/>
        </p:nvCxnSpPr>
        <p:spPr>
          <a:xfrm>
            <a:off x="8380252" y="4546600"/>
            <a:ext cx="0" cy="7394525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Текст 55">
            <a:extLst>
              <a:ext uri="{FF2B5EF4-FFF2-40B4-BE49-F238E27FC236}">
                <a16:creationId xmlns:a16="http://schemas.microsoft.com/office/drawing/2014/main" id="{E9F9F016-14C9-A8F9-F9D2-55873A8A745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352" y="5219700"/>
            <a:ext cx="6167647" cy="65723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0700B29B-4077-93FF-C4B9-2A34A88F2DB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19352" y="4610100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A97097F6-5AC6-2031-00CF-BC42C185CB3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840305" y="5219700"/>
            <a:ext cx="6167647" cy="65723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D5B9E0A5-538D-C655-0AE3-7850AF5FB9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461257" y="5219700"/>
            <a:ext cx="6167647" cy="65723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3E7367DD-D27C-C0F1-0DB1-0BC6589FC7A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40305" y="4610100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2BBEEED8-C40B-4333-DDE7-E766E53570E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6461257" y="4610100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E576B061-3915-FE58-E05C-7331D400AD64}"/>
              </a:ext>
            </a:extLst>
          </p:cNvPr>
          <p:cNvCxnSpPr>
            <a:cxnSpLocks/>
          </p:cNvCxnSpPr>
          <p:nvPr userDrawn="1"/>
        </p:nvCxnSpPr>
        <p:spPr>
          <a:xfrm>
            <a:off x="16004000" y="4546600"/>
            <a:ext cx="0" cy="7394525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C659D8FB-DC43-58AD-8B9B-DBD9BA1462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52387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4 плаш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3" name="Текст 7">
            <a:extLst>
              <a:ext uri="{FF2B5EF4-FFF2-40B4-BE49-F238E27FC236}">
                <a16:creationId xmlns:a16="http://schemas.microsoft.com/office/drawing/2014/main" id="{4D1EFDB6-9EAF-72F5-34CE-DDC86ED05F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24" name="Текст 14">
            <a:extLst>
              <a:ext uri="{FF2B5EF4-FFF2-40B4-BE49-F238E27FC236}">
                <a16:creationId xmlns:a16="http://schemas.microsoft.com/office/drawing/2014/main" id="{95ADFFE7-60D4-F6D9-CFAE-84AF50A598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3A747506-1AE4-4C00-E272-244B0157C78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27416" y="7810500"/>
            <a:ext cx="4300851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266C6B3D-C76B-271D-7F45-729B8B1BB0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27416" y="7200900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BC78EB6C-F00D-8B5E-0C8E-C0E074F5DBF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303413" y="7810500"/>
            <a:ext cx="4300851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44C1798F-4E84-6410-DD6E-4CB48A5A199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879410" y="7810500"/>
            <a:ext cx="4300851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2BD99801-DCA4-2EB4-A95C-78A0C70DBA9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468108" y="7810500"/>
            <a:ext cx="4300851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50E4288B-D21F-C790-ECCF-F1FCE73ECBC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303413" y="7200900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2E210F67-5245-E30F-26FF-CC45E41E1C6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879410" y="7200900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BF13C697-9283-0ED6-8BE1-D12F6E7FEC4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8468108" y="7200900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724B1851-524F-229A-6B6A-C007243848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62917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фото + 4 плашки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Рисунок 38">
            <a:extLst>
              <a:ext uri="{FF2B5EF4-FFF2-40B4-BE49-F238E27FC236}">
                <a16:creationId xmlns:a16="http://schemas.microsoft.com/office/drawing/2014/main" id="{7D0CF3DD-D54F-E9C9-9210-76CCCF6F10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19352" y="1219200"/>
            <a:ext cx="10728607" cy="11291888"/>
          </a:xfrm>
          <a:prstGeom prst="round2DiagRect">
            <a:avLst>
              <a:gd name="adj1" fmla="val 7556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3646DADF-46AE-D4D2-B681-6FC2FCEDE20D}"/>
              </a:ext>
            </a:extLst>
          </p:cNvPr>
          <p:cNvSpPr/>
          <p:nvPr userDrawn="1"/>
        </p:nvSpPr>
        <p:spPr>
          <a:xfrm>
            <a:off x="17960045" y="1219200"/>
            <a:ext cx="5207651" cy="544830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9C427C8D-D771-EC6D-98F1-7DC7631CC381}"/>
              </a:ext>
            </a:extLst>
          </p:cNvPr>
          <p:cNvSpPr/>
          <p:nvPr userDrawn="1"/>
        </p:nvSpPr>
        <p:spPr>
          <a:xfrm>
            <a:off x="12371346" y="1219200"/>
            <a:ext cx="5207651" cy="544830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25" name="Shape 12">
            <a:extLst>
              <a:ext uri="{FF2B5EF4-FFF2-40B4-BE49-F238E27FC236}">
                <a16:creationId xmlns:a16="http://schemas.microsoft.com/office/drawing/2014/main" id="{0133EDD6-F3CA-C295-9095-4AD290BE8E7A}"/>
              </a:ext>
            </a:extLst>
          </p:cNvPr>
          <p:cNvSpPr/>
          <p:nvPr userDrawn="1"/>
        </p:nvSpPr>
        <p:spPr>
          <a:xfrm>
            <a:off x="17960045" y="7048500"/>
            <a:ext cx="5207651" cy="544830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29" name="Shape 18">
            <a:extLst>
              <a:ext uri="{FF2B5EF4-FFF2-40B4-BE49-F238E27FC236}">
                <a16:creationId xmlns:a16="http://schemas.microsoft.com/office/drawing/2014/main" id="{08CC378B-E239-BD0B-78D8-1A2819A4508D}"/>
              </a:ext>
            </a:extLst>
          </p:cNvPr>
          <p:cNvSpPr/>
          <p:nvPr userDrawn="1"/>
        </p:nvSpPr>
        <p:spPr>
          <a:xfrm>
            <a:off x="12371346" y="7048500"/>
            <a:ext cx="5207651" cy="544830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BAF70AF1-65F7-EBBC-5968-27703152E38E}"/>
              </a:ext>
            </a:extLst>
          </p:cNvPr>
          <p:cNvGrpSpPr/>
          <p:nvPr userDrawn="1"/>
        </p:nvGrpSpPr>
        <p:grpSpPr>
          <a:xfrm>
            <a:off x="1219352" y="11277600"/>
            <a:ext cx="1473384" cy="1219200"/>
            <a:chOff x="1219352" y="11277600"/>
            <a:chExt cx="1473384" cy="1219200"/>
          </a:xfrm>
        </p:grpSpPr>
        <p:sp>
          <p:nvSpPr>
            <p:cNvPr id="36" name="Shape 24">
              <a:extLst>
                <a:ext uri="{FF2B5EF4-FFF2-40B4-BE49-F238E27FC236}">
                  <a16:creationId xmlns:a16="http://schemas.microsoft.com/office/drawing/2014/main" id="{7715BCB0-E696-F254-47DB-E9C64D863B07}"/>
                </a:ext>
              </a:extLst>
            </p:cNvPr>
            <p:cNvSpPr/>
            <p:nvPr userDrawn="1"/>
          </p:nvSpPr>
          <p:spPr>
            <a:xfrm>
              <a:off x="1219352" y="11277600"/>
              <a:ext cx="1473384" cy="1219200"/>
            </a:xfrm>
            <a:prstGeom prst="rect">
              <a:avLst/>
            </a:prstGeom>
            <a:solidFill>
              <a:schemeClr val="bg1"/>
            </a:solidFill>
            <a:ln/>
          </p:spPr>
        </p:sp>
        <p:pic>
          <p:nvPicPr>
            <p:cNvPr id="37" name="Image 2" descr=" ">
              <a:extLst>
                <a:ext uri="{FF2B5EF4-FFF2-40B4-BE49-F238E27FC236}">
                  <a16:creationId xmlns:a16="http://schemas.microsoft.com/office/drawing/2014/main" id="{4A9F18CC-42B1-82E0-DF46-8B7A18D6C7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73384" y="11569700"/>
              <a:ext cx="965321" cy="635000"/>
            </a:xfrm>
            <a:prstGeom prst="rect">
              <a:avLst/>
            </a:prstGeom>
          </p:spPr>
        </p:pic>
      </p:grpSp>
      <p:sp>
        <p:nvSpPr>
          <p:cNvPr id="41" name="Текст 55">
            <a:extLst>
              <a:ext uri="{FF2B5EF4-FFF2-40B4-BE49-F238E27FC236}">
                <a16:creationId xmlns:a16="http://schemas.microsoft.com/office/drawing/2014/main" id="{76402B6D-6013-986A-5121-DD359586D99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879410" y="2781300"/>
            <a:ext cx="4293137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68DB9C24-9D17-88B5-4850-E42B00E0C69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8468108" y="2781300"/>
            <a:ext cx="4293137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CA125B0E-855B-A9D1-B25E-158C4BC78F8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8468108" y="8610600"/>
            <a:ext cx="4293137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57A983C7-F0B3-2ECB-0EDD-47BD66D7D35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879410" y="8610600"/>
            <a:ext cx="4293137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ACEEB0FC-8539-7670-4337-4EDBB964669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879410" y="21717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6" name="Текст 55">
            <a:extLst>
              <a:ext uri="{FF2B5EF4-FFF2-40B4-BE49-F238E27FC236}">
                <a16:creationId xmlns:a16="http://schemas.microsoft.com/office/drawing/2014/main" id="{E1B5780C-1BEE-9C31-7944-56BBB651D23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8468108" y="21717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02F13583-865C-D633-F444-0EF0503329A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8468108" y="8116482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60933A65-5315-5632-FA1D-A4689188C19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2879410" y="8116482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6E76F030-1832-7830-DE42-4EDF6C1E5AC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879410" y="1727200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(01)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2552111E-842C-8342-374C-2EEA6C89F36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8468108" y="1727200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(02)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DB28BEDE-9C70-0036-6402-FC577427434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468108" y="7556435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(04)</a:t>
            </a:r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1A521593-ED1A-F641-B8FB-7F5FAEAAE02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2879410" y="7556435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(03)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E9D47300-138E-854E-2227-E96E8983D8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14211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+ 4 карточ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9C20679-E597-7A7C-C270-FE5E14AF4425}"/>
              </a:ext>
            </a:extLst>
          </p:cNvPr>
          <p:cNvSpPr/>
          <p:nvPr userDrawn="1"/>
        </p:nvSpPr>
        <p:spPr>
          <a:xfrm>
            <a:off x="8662483" y="1219200"/>
            <a:ext cx="7062083" cy="544830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2A5607C3-F6FD-2BDE-1069-9D548E05388F}"/>
              </a:ext>
            </a:extLst>
          </p:cNvPr>
          <p:cNvSpPr/>
          <p:nvPr userDrawn="1"/>
        </p:nvSpPr>
        <p:spPr>
          <a:xfrm>
            <a:off x="8662483" y="7048500"/>
            <a:ext cx="7062083" cy="544830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9" name="Shape 12">
            <a:extLst>
              <a:ext uri="{FF2B5EF4-FFF2-40B4-BE49-F238E27FC236}">
                <a16:creationId xmlns:a16="http://schemas.microsoft.com/office/drawing/2014/main" id="{D4C34BD8-A8C3-9CC8-1063-2DA721EBD2AC}"/>
              </a:ext>
            </a:extLst>
          </p:cNvPr>
          <p:cNvSpPr/>
          <p:nvPr userDrawn="1"/>
        </p:nvSpPr>
        <p:spPr>
          <a:xfrm>
            <a:off x="16105613" y="1219200"/>
            <a:ext cx="7062083" cy="544830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3" name="Shape 18">
            <a:extLst>
              <a:ext uri="{FF2B5EF4-FFF2-40B4-BE49-F238E27FC236}">
                <a16:creationId xmlns:a16="http://schemas.microsoft.com/office/drawing/2014/main" id="{5D3CD850-67D2-317B-3F13-C6709E189C5B}"/>
              </a:ext>
            </a:extLst>
          </p:cNvPr>
          <p:cNvSpPr/>
          <p:nvPr userDrawn="1"/>
        </p:nvSpPr>
        <p:spPr>
          <a:xfrm>
            <a:off x="16105613" y="7048500"/>
            <a:ext cx="7062083" cy="544830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21" name="Текст 7">
            <a:extLst>
              <a:ext uri="{FF2B5EF4-FFF2-40B4-BE49-F238E27FC236}">
                <a16:creationId xmlns:a16="http://schemas.microsoft.com/office/drawing/2014/main" id="{3E3AE24C-0842-5D9A-A855-E345B5A4F3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1676691"/>
            <a:ext cx="658352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22" name="Текст 14">
            <a:extLst>
              <a:ext uri="{FF2B5EF4-FFF2-40B4-BE49-F238E27FC236}">
                <a16:creationId xmlns:a16="http://schemas.microsoft.com/office/drawing/2014/main" id="{5F77FC78-137E-8207-8906-6FA8CEADF8F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2" y="4597400"/>
            <a:ext cx="65835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69868D57-8442-CD71-0B73-77BFCBB79F0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70546" y="27813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8F5F961C-CA29-6702-65CC-909B9AE671C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70546" y="2171700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25208EEE-BBF4-8F1C-4A33-8A8B9227CAA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543338" y="27813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727D2E8A-C143-6A10-4A26-C77D4171DFF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543338" y="2171700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0300E677-86AB-909C-5486-BA60172A820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70546" y="8607971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AD127D1B-C083-96DD-E909-C29E88E118B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170546" y="8116482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B1925066-3A64-B28A-341F-69C2FF52D5F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6543338" y="8607971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30" name="Текст 55">
            <a:extLst>
              <a:ext uri="{FF2B5EF4-FFF2-40B4-BE49-F238E27FC236}">
                <a16:creationId xmlns:a16="http://schemas.microsoft.com/office/drawing/2014/main" id="{A5C8703B-5F1B-ACA2-91B8-19EBDC06796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6543338" y="8116482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C421F43F-44C9-351A-E86A-977F357A44D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00208" y="1727200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(01)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A652F64C-4C0C-B1DC-CD5F-DC1890C6A35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6543338" y="1727200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(02)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77D180A4-F5B9-DBC6-DE77-A6B002AC8F0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6543338" y="7556435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(04)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772B52D4-D903-9780-F69A-C3736DE2E82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00208" y="7556500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(03)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20E55389-53C8-484E-33ED-B98571DF29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15214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6 карточек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58A5AB3F-3734-B412-D572-8A3B1463AE01}"/>
              </a:ext>
            </a:extLst>
          </p:cNvPr>
          <p:cNvSpPr/>
          <p:nvPr userDrawn="1"/>
        </p:nvSpPr>
        <p:spPr>
          <a:xfrm>
            <a:off x="1219352" y="1219200"/>
            <a:ext cx="7062083" cy="5435600"/>
          </a:xfrm>
          <a:prstGeom prst="roundRect">
            <a:avLst>
              <a:gd name="adj" fmla="val 4981"/>
            </a:avLst>
          </a:prstGeom>
          <a:solidFill>
            <a:schemeClr val="accent1"/>
          </a:solidFill>
          <a:ln/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61DE9F8-8BCB-C3DB-63E5-CEAA5C59643A}"/>
              </a:ext>
            </a:extLst>
          </p:cNvPr>
          <p:cNvSpPr/>
          <p:nvPr userDrawn="1"/>
        </p:nvSpPr>
        <p:spPr>
          <a:xfrm>
            <a:off x="8662483" y="1219200"/>
            <a:ext cx="7062083" cy="54356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2611F7A3-C113-5E93-0168-627FE5763301}"/>
              </a:ext>
            </a:extLst>
          </p:cNvPr>
          <p:cNvSpPr/>
          <p:nvPr userDrawn="1"/>
        </p:nvSpPr>
        <p:spPr>
          <a:xfrm>
            <a:off x="8662483" y="7048500"/>
            <a:ext cx="7062083" cy="54356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17EF3D73-30E0-C90D-F30D-89570799E40B}"/>
              </a:ext>
            </a:extLst>
          </p:cNvPr>
          <p:cNvSpPr/>
          <p:nvPr userDrawn="1"/>
        </p:nvSpPr>
        <p:spPr>
          <a:xfrm>
            <a:off x="1219352" y="7048500"/>
            <a:ext cx="7062083" cy="54356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A323C7FD-7705-E409-F283-1FAEF9C526AF}"/>
              </a:ext>
            </a:extLst>
          </p:cNvPr>
          <p:cNvSpPr/>
          <p:nvPr userDrawn="1"/>
        </p:nvSpPr>
        <p:spPr>
          <a:xfrm>
            <a:off x="16105613" y="1219200"/>
            <a:ext cx="7062083" cy="54356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6A0B672C-FAB4-389C-5815-298599B3FC58}"/>
              </a:ext>
            </a:extLst>
          </p:cNvPr>
          <p:cNvSpPr/>
          <p:nvPr userDrawn="1"/>
        </p:nvSpPr>
        <p:spPr>
          <a:xfrm>
            <a:off x="16105613" y="7048500"/>
            <a:ext cx="7062083" cy="54356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86FEBA3A-B5A1-F94A-2543-90F7D077A173}"/>
              </a:ext>
            </a:extLst>
          </p:cNvPr>
          <p:cNvSpPr/>
          <p:nvPr userDrawn="1"/>
        </p:nvSpPr>
        <p:spPr>
          <a:xfrm>
            <a:off x="21922940" y="685800"/>
            <a:ext cx="1524191" cy="1016000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20" name="Image 5" descr=" ">
            <a:extLst>
              <a:ext uri="{FF2B5EF4-FFF2-40B4-BE49-F238E27FC236}">
                <a16:creationId xmlns:a16="http://schemas.microsoft.com/office/drawing/2014/main" id="{94322F50-DE54-CCD0-8442-3C7461EC54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AF257A40-73CD-ECA0-F516-D614E21EC47F}"/>
              </a:ext>
            </a:extLst>
          </p:cNvPr>
          <p:cNvGrpSpPr/>
          <p:nvPr userDrawn="1"/>
        </p:nvGrpSpPr>
        <p:grpSpPr>
          <a:xfrm>
            <a:off x="6752785" y="5154725"/>
            <a:ext cx="900000" cy="900000"/>
            <a:chOff x="839608" y="7340770"/>
            <a:chExt cx="918854" cy="918854"/>
          </a:xfrm>
        </p:grpSpPr>
        <p:sp>
          <p:nvSpPr>
            <p:cNvPr id="36" name="Овал 35">
              <a:extLst>
                <a:ext uri="{FF2B5EF4-FFF2-40B4-BE49-F238E27FC236}">
                  <a16:creationId xmlns:a16="http://schemas.microsoft.com/office/drawing/2014/main" id="{F082081C-3BD4-C76C-6AE7-CA1EB021CBC0}"/>
                </a:ext>
              </a:extLst>
            </p:cNvPr>
            <p:cNvSpPr/>
            <p:nvPr/>
          </p:nvSpPr>
          <p:spPr>
            <a:xfrm>
              <a:off x="839608" y="7340770"/>
              <a:ext cx="918854" cy="918854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476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37" name="Рисунок 36">
              <a:extLst>
                <a:ext uri="{FF2B5EF4-FFF2-40B4-BE49-F238E27FC236}">
                  <a16:creationId xmlns:a16="http://schemas.microsoft.com/office/drawing/2014/main" id="{E6189705-B184-6B76-944C-DC7212A8A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52575" y="7612218"/>
              <a:ext cx="492921" cy="375957"/>
            </a:xfrm>
            <a:prstGeom prst="rect">
              <a:avLst/>
            </a:prstGeom>
          </p:spPr>
        </p:pic>
      </p:grpSp>
      <p:sp>
        <p:nvSpPr>
          <p:cNvPr id="38" name="Текст 55">
            <a:extLst>
              <a:ext uri="{FF2B5EF4-FFF2-40B4-BE49-F238E27FC236}">
                <a16:creationId xmlns:a16="http://schemas.microsoft.com/office/drawing/2014/main" id="{FF743B61-3110-C228-2181-114607DDE9A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70546" y="17272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>
                <a:latin typeface="Graphik LC Regular" panose="020B0503030202060203" pitchFamily="34" charset="0"/>
              </a:rPr>
              <a:t>…</a:t>
            </a:r>
            <a:r>
              <a:rPr lang="en-US" sz="2400" dirty="0" err="1">
                <a:latin typeface="Graphik LC Regular" panose="020B0503030202060203" pitchFamily="34" charset="0"/>
              </a:rPr>
              <a:t>моя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цель</a:t>
            </a:r>
            <a:r>
              <a:rPr lang="en-US" sz="2400" dirty="0">
                <a:latin typeface="Graphik LC Regular" panose="020B0503030202060203" pitchFamily="34" charset="0"/>
              </a:rPr>
              <a:t> – </a:t>
            </a:r>
            <a:r>
              <a:rPr lang="en-US" sz="2400" dirty="0" err="1">
                <a:latin typeface="Graphik LC Regular" panose="020B0503030202060203" pitchFamily="34" charset="0"/>
              </a:rPr>
              <a:t>стать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области</a:t>
            </a:r>
            <a:r>
              <a:rPr lang="en-US" sz="2400" dirty="0">
                <a:latin typeface="Graphik LC Regular" panose="020B0503030202060203" pitchFamily="34" charset="0"/>
              </a:rPr>
              <a:t>  Data Science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внести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значимый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вклад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развитие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сферы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технологий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3416D589-9BCF-C4E4-61E4-3B2CBC3AA53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613676" y="17272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>
                <a:latin typeface="Graphik LC Regular" panose="020B0503030202060203" pitchFamily="34" charset="0"/>
              </a:rPr>
              <a:t>…</a:t>
            </a:r>
            <a:r>
              <a:rPr lang="en-US" sz="2400" dirty="0" err="1">
                <a:latin typeface="Graphik LC Regular" panose="020B0503030202060203" pitchFamily="34" charset="0"/>
              </a:rPr>
              <a:t>моя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цель</a:t>
            </a:r>
            <a:r>
              <a:rPr lang="en-US" sz="2400" dirty="0">
                <a:latin typeface="Graphik LC Regular" panose="020B0503030202060203" pitchFamily="34" charset="0"/>
              </a:rPr>
              <a:t> – </a:t>
            </a:r>
            <a:r>
              <a:rPr lang="en-US" sz="2400" dirty="0" err="1">
                <a:latin typeface="Graphik LC Regular" panose="020B0503030202060203" pitchFamily="34" charset="0"/>
              </a:rPr>
              <a:t>стать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области</a:t>
            </a:r>
            <a:r>
              <a:rPr lang="en-US" sz="2400" dirty="0">
                <a:latin typeface="Graphik LC Regular" panose="020B0503030202060203" pitchFamily="34" charset="0"/>
              </a:rPr>
              <a:t>  Data Science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внести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значимый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вклад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развитие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сферы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технологий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8DB9BCF5-1501-3B1C-04F7-F1AA75D5497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170546" y="75565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>
                <a:latin typeface="Graphik LC Regular" panose="020B0503030202060203" pitchFamily="34" charset="0"/>
              </a:rPr>
              <a:t>…</a:t>
            </a:r>
            <a:r>
              <a:rPr lang="en-US" sz="2400" dirty="0" err="1">
                <a:latin typeface="Graphik LC Regular" panose="020B0503030202060203" pitchFamily="34" charset="0"/>
              </a:rPr>
              <a:t>моя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цель</a:t>
            </a:r>
            <a:r>
              <a:rPr lang="en-US" sz="2400" dirty="0">
                <a:latin typeface="Graphik LC Regular" panose="020B0503030202060203" pitchFamily="34" charset="0"/>
              </a:rPr>
              <a:t> – </a:t>
            </a:r>
            <a:r>
              <a:rPr lang="en-US" sz="2400" dirty="0" err="1">
                <a:latin typeface="Graphik LC Regular" panose="020B0503030202060203" pitchFamily="34" charset="0"/>
              </a:rPr>
              <a:t>стать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области</a:t>
            </a:r>
            <a:r>
              <a:rPr lang="en-US" sz="2400" dirty="0">
                <a:latin typeface="Graphik LC Regular" panose="020B0503030202060203" pitchFamily="34" charset="0"/>
              </a:rPr>
              <a:t>  Data Science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внести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значимый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вклад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развитие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сферы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технологий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FD0C70E0-8062-348D-5EC8-380B3A47E79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6613676" y="75565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>
                <a:latin typeface="Graphik LC Regular" panose="020B0503030202060203" pitchFamily="34" charset="0"/>
              </a:rPr>
              <a:t>…</a:t>
            </a:r>
            <a:r>
              <a:rPr lang="en-US" sz="2400" dirty="0" err="1">
                <a:latin typeface="Graphik LC Regular" panose="020B0503030202060203" pitchFamily="34" charset="0"/>
              </a:rPr>
              <a:t>моя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цель</a:t>
            </a:r>
            <a:r>
              <a:rPr lang="en-US" sz="2400" dirty="0">
                <a:latin typeface="Graphik LC Regular" panose="020B0503030202060203" pitchFamily="34" charset="0"/>
              </a:rPr>
              <a:t> – </a:t>
            </a:r>
            <a:r>
              <a:rPr lang="en-US" sz="2400" dirty="0" err="1">
                <a:latin typeface="Graphik LC Regular" panose="020B0503030202060203" pitchFamily="34" charset="0"/>
              </a:rPr>
              <a:t>стать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области</a:t>
            </a:r>
            <a:r>
              <a:rPr lang="en-US" sz="2400" dirty="0">
                <a:latin typeface="Graphik LC Regular" panose="020B0503030202060203" pitchFamily="34" charset="0"/>
              </a:rPr>
              <a:t>  Data Science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внести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значимый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вклад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развитие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сферы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технологий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D1EAF10F-C98D-735D-0EFE-9DFB9A08432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27416" y="75565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>
                <a:latin typeface="Graphik LC Regular" panose="020B0503030202060203" pitchFamily="34" charset="0"/>
              </a:rPr>
              <a:t>…</a:t>
            </a:r>
            <a:r>
              <a:rPr lang="en-US" sz="2400" dirty="0" err="1">
                <a:latin typeface="Graphik LC Regular" panose="020B0503030202060203" pitchFamily="34" charset="0"/>
              </a:rPr>
              <a:t>моя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цель</a:t>
            </a:r>
            <a:r>
              <a:rPr lang="en-US" sz="2400" dirty="0">
                <a:latin typeface="Graphik LC Regular" panose="020B0503030202060203" pitchFamily="34" charset="0"/>
              </a:rPr>
              <a:t> – </a:t>
            </a:r>
            <a:r>
              <a:rPr lang="en-US" sz="2400" dirty="0" err="1">
                <a:latin typeface="Graphik LC Regular" panose="020B0503030202060203" pitchFamily="34" charset="0"/>
              </a:rPr>
              <a:t>стать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области</a:t>
            </a:r>
            <a:r>
              <a:rPr lang="en-US" sz="2400" dirty="0">
                <a:latin typeface="Graphik LC Regular" panose="020B0503030202060203" pitchFamily="34" charset="0"/>
              </a:rPr>
              <a:t>  Data Science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внести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значимый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вклад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развитие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сферы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технологий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43" name="Текст 7">
            <a:extLst>
              <a:ext uri="{FF2B5EF4-FFF2-40B4-BE49-F238E27FC236}">
                <a16:creationId xmlns:a16="http://schemas.microsoft.com/office/drawing/2014/main" id="{E5813595-2A5D-07E0-87DC-9EF15F0E04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7416" y="1727200"/>
            <a:ext cx="5925369" cy="179536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6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7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карточке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44933BF1-E453-743F-5E19-F4274F344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38678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6 карточек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Текст 55">
            <a:extLst>
              <a:ext uri="{FF2B5EF4-FFF2-40B4-BE49-F238E27FC236}">
                <a16:creationId xmlns:a16="http://schemas.microsoft.com/office/drawing/2014/main" id="{50A3E5C1-CC59-8EB4-295D-7EBDD179C5D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27416" y="3556000"/>
            <a:ext cx="605865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0" name="Текст 55">
            <a:extLst>
              <a:ext uri="{FF2B5EF4-FFF2-40B4-BE49-F238E27FC236}">
                <a16:creationId xmlns:a16="http://schemas.microsoft.com/office/drawing/2014/main" id="{A0C26F81-661F-951C-2891-9D696F6CE3B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27416" y="29464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15C308B5-50AF-914B-FA49-D0D2CA879C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170546" y="3556000"/>
            <a:ext cx="605865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1626877E-E726-6EF0-6904-7057C89FFC7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70546" y="29464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5EF1B351-DEDB-702C-5628-2FCCEA294A9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6613676" y="3556000"/>
            <a:ext cx="605865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842FDBF8-C1E2-6F00-CEED-9D2261F0792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6613676" y="29464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5FF1035B-7B27-DF6E-DB79-1529C74CAA0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70546" y="9372600"/>
            <a:ext cx="605865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A7BE5046-F966-F33E-BB99-075333BACD0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70546" y="87630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7" name="Текст 55">
            <a:extLst>
              <a:ext uri="{FF2B5EF4-FFF2-40B4-BE49-F238E27FC236}">
                <a16:creationId xmlns:a16="http://schemas.microsoft.com/office/drawing/2014/main" id="{E2282C99-A76D-DEDE-7E0B-25B47A048AD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6613676" y="9372600"/>
            <a:ext cx="605865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8" name="Текст 55">
            <a:extLst>
              <a:ext uri="{FF2B5EF4-FFF2-40B4-BE49-F238E27FC236}">
                <a16:creationId xmlns:a16="http://schemas.microsoft.com/office/drawing/2014/main" id="{47F00621-1F64-FC44-161B-E65B3F5A017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6613676" y="87630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9" name="Текст 55">
            <a:extLst>
              <a:ext uri="{FF2B5EF4-FFF2-40B4-BE49-F238E27FC236}">
                <a16:creationId xmlns:a16="http://schemas.microsoft.com/office/drawing/2014/main" id="{31E440CC-7E76-2CFA-6591-D8D5E88F152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727416" y="9372600"/>
            <a:ext cx="605865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70" name="Текст 55">
            <a:extLst>
              <a:ext uri="{FF2B5EF4-FFF2-40B4-BE49-F238E27FC236}">
                <a16:creationId xmlns:a16="http://schemas.microsoft.com/office/drawing/2014/main" id="{C579FFD4-E3AD-1CE3-DB66-1D594C46DB5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27416" y="87630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0D1C06CA-053B-C9F7-CFFF-B125082A00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45D276DE-C58A-8475-54FE-1E922EB2ADCF}"/>
              </a:ext>
            </a:extLst>
          </p:cNvPr>
          <p:cNvSpPr/>
          <p:nvPr userDrawn="1"/>
        </p:nvSpPr>
        <p:spPr>
          <a:xfrm>
            <a:off x="1219352" y="1219200"/>
            <a:ext cx="7062083" cy="54356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bg1"/>
            </a:solidFill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E95DBE9-7B1F-23E1-95E4-BF401558A28C}"/>
              </a:ext>
            </a:extLst>
          </p:cNvPr>
          <p:cNvSpPr/>
          <p:nvPr userDrawn="1"/>
        </p:nvSpPr>
        <p:spPr>
          <a:xfrm>
            <a:off x="8662483" y="1219200"/>
            <a:ext cx="7062083" cy="54356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78338CD-C58B-768C-2523-74FAEA8C65EA}"/>
              </a:ext>
            </a:extLst>
          </p:cNvPr>
          <p:cNvSpPr/>
          <p:nvPr userDrawn="1"/>
        </p:nvSpPr>
        <p:spPr>
          <a:xfrm>
            <a:off x="8662483" y="7048500"/>
            <a:ext cx="7062083" cy="54356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B288A481-9808-570A-7FE8-8BC3A2E7139F}"/>
              </a:ext>
            </a:extLst>
          </p:cNvPr>
          <p:cNvSpPr/>
          <p:nvPr userDrawn="1"/>
        </p:nvSpPr>
        <p:spPr>
          <a:xfrm>
            <a:off x="1219352" y="7048500"/>
            <a:ext cx="7062083" cy="54356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06FF386A-5D59-DED6-4A17-AEB8CF41D000}"/>
              </a:ext>
            </a:extLst>
          </p:cNvPr>
          <p:cNvSpPr/>
          <p:nvPr userDrawn="1"/>
        </p:nvSpPr>
        <p:spPr>
          <a:xfrm>
            <a:off x="16105613" y="1219200"/>
            <a:ext cx="7062083" cy="54356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797B0D8A-F649-D2E3-70A4-AE30F21FCF26}"/>
              </a:ext>
            </a:extLst>
          </p:cNvPr>
          <p:cNvSpPr/>
          <p:nvPr userDrawn="1"/>
        </p:nvSpPr>
        <p:spPr>
          <a:xfrm>
            <a:off x="16105613" y="7048500"/>
            <a:ext cx="7062083" cy="54356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2265501C-CBC4-4125-3DDD-D95CC8374F3D}"/>
              </a:ext>
            </a:extLst>
          </p:cNvPr>
          <p:cNvSpPr/>
          <p:nvPr userDrawn="1"/>
        </p:nvSpPr>
        <p:spPr>
          <a:xfrm>
            <a:off x="21922940" y="685800"/>
            <a:ext cx="1524191" cy="1016000"/>
          </a:xfrm>
          <a:prstGeom prst="rect">
            <a:avLst/>
          </a:prstGeom>
          <a:solidFill>
            <a:schemeClr val="tx1"/>
          </a:solidFill>
          <a:ln/>
        </p:spPr>
      </p:sp>
      <p:pic>
        <p:nvPicPr>
          <p:cNvPr id="14" name="Image 5" descr=" ">
            <a:extLst>
              <a:ext uri="{FF2B5EF4-FFF2-40B4-BE49-F238E27FC236}">
                <a16:creationId xmlns:a16="http://schemas.microsoft.com/office/drawing/2014/main" id="{F6D98AE5-0142-A240-C814-4CEB076949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8154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лайд для формул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B9F1B6F5-8F02-DB26-5E34-F18B6883F8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Текст 14">
            <a:extLst>
              <a:ext uri="{FF2B5EF4-FFF2-40B4-BE49-F238E27FC236}">
                <a16:creationId xmlns:a16="http://schemas.microsoft.com/office/drawing/2014/main" id="{96890124-1B1A-72A5-68E7-AB9BDF64B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2" y="3552658"/>
            <a:ext cx="6196714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слайда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pic>
        <p:nvPicPr>
          <p:cNvPr id="6" name="Image 2" descr=" ">
            <a:extLst>
              <a:ext uri="{FF2B5EF4-FFF2-40B4-BE49-F238E27FC236}">
                <a16:creationId xmlns:a16="http://schemas.microsoft.com/office/drawing/2014/main" id="{86D65B27-9718-D92A-EE8F-7119E7F0F1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1899900"/>
            <a:ext cx="965321" cy="635000"/>
          </a:xfrm>
          <a:prstGeom prst="rect">
            <a:avLst/>
          </a:prstGeom>
        </p:spPr>
      </p:pic>
      <p:sp>
        <p:nvSpPr>
          <p:cNvPr id="9" name="Текст 55">
            <a:extLst>
              <a:ext uri="{FF2B5EF4-FFF2-40B4-BE49-F238E27FC236}">
                <a16:creationId xmlns:a16="http://schemas.microsoft.com/office/drawing/2014/main" id="{16D7CF6E-56A8-3AD0-DCFB-4155A6982B5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002999" y="1115916"/>
            <a:ext cx="11171325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 err="1">
                <a:latin typeface="Graphik LC Regular" panose="020B0503030202060203" pitchFamily="34" charset="0"/>
              </a:rPr>
              <a:t>Наконец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мы</a:t>
            </a:r>
            <a:r>
              <a:rPr lang="en-US" sz="2400" dirty="0">
                <a:latin typeface="Graphik LC Regular" panose="020B0503030202060203" pitchFamily="34" charset="0"/>
              </a:rPr>
              <a:t> </a:t>
            </a:r>
            <a:r>
              <a:rPr lang="en-US" sz="2400" dirty="0" err="1">
                <a:latin typeface="Graphik LC Regular" panose="020B0503030202060203" pitchFamily="34" charset="0"/>
              </a:rPr>
              <a:t>можем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сформулировать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без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доказательства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основной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результат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к</a:t>
            </a:r>
            <a:r>
              <a:rPr lang="en-US" sz="2400" dirty="0">
                <a:latin typeface="Graphik LC Regular" panose="020B0503030202060203" pitchFamily="34" charset="0"/>
              </a:rPr>
              <a:t> </a:t>
            </a:r>
            <a:r>
              <a:rPr lang="en-US" sz="2400" dirty="0" err="1">
                <a:latin typeface="Graphik LC Regular" panose="020B0503030202060203" pitchFamily="34" charset="0"/>
              </a:rPr>
              <a:t>которому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мы</a:t>
            </a:r>
            <a:r>
              <a:rPr lang="en-US" sz="2400" dirty="0">
                <a:latin typeface="Graphik LC Regular" panose="020B0503030202060203" pitchFamily="34" charset="0"/>
              </a:rPr>
              <a:t> </a:t>
            </a:r>
            <a:r>
              <a:rPr lang="en-US" sz="2400" dirty="0" err="1">
                <a:latin typeface="Graphik LC Regular" panose="020B0503030202060203" pitchFamily="34" charset="0"/>
              </a:rPr>
              <a:t>стремились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 </a:t>
            </a:r>
            <a:r>
              <a:rPr lang="en-US" sz="2400" dirty="0" err="1">
                <a:latin typeface="Graphik LC Regular" panose="020B0503030202060203" pitchFamily="34" charset="0"/>
              </a:rPr>
              <a:t>этом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материале</a:t>
            </a:r>
            <a:r>
              <a:rPr lang="en-US" sz="2400" dirty="0">
                <a:latin typeface="Graphik LC Regular" panose="020B0503030202060203" pitchFamily="34" charset="0"/>
              </a:rPr>
              <a:t>. </a:t>
            </a:r>
            <a:r>
              <a:rPr lang="en-US" sz="2400" dirty="0" err="1">
                <a:latin typeface="Graphik LC Regular" panose="020B0503030202060203" pitchFamily="34" charset="0"/>
              </a:rPr>
              <a:t>Как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говорилось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выше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 </a:t>
            </a:r>
            <a:r>
              <a:rPr lang="en-US" sz="2400" dirty="0" err="1">
                <a:latin typeface="Graphik LC Regular" panose="020B0503030202060203" pitchFamily="34" charset="0"/>
              </a:rPr>
              <a:t>множестве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действительных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чисел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не</a:t>
            </a:r>
            <a:r>
              <a:rPr lang="en-US" sz="2400" dirty="0">
                <a:latin typeface="Graphik LC Regular" panose="020B0503030202060203" pitchFamily="34" charset="0"/>
              </a:rPr>
              <a:t> </a:t>
            </a:r>
            <a:r>
              <a:rPr lang="en-US" sz="2400" dirty="0" err="1">
                <a:latin typeface="Graphik LC Regular" panose="020B0503030202060203" pitchFamily="34" charset="0"/>
              </a:rPr>
              <a:t>все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уравнения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имеют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решения</a:t>
            </a:r>
            <a:r>
              <a:rPr lang="en-US" sz="2400" dirty="0">
                <a:latin typeface="Graphik LC Regular" panose="020B0503030202060203" pitchFamily="34" charset="0"/>
              </a:rPr>
              <a:t>.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F12DC751-8E78-FF27-C434-9F2C4AFA8D7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996497" y="3016807"/>
            <a:ext cx="11171325" cy="3975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6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>
              <a:lnSpc>
                <a:spcPts val="3120"/>
              </a:lnSpc>
            </a:pPr>
            <a:r>
              <a:rPr lang="ru-RU" dirty="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𝑓(𝑧)=𝑎𝑛𝑧𝑛 +𝑎𝑛−1𝑧𝑛−1 +...+𝑎1𝑧 + 𝑎0, 𝑎𝑛 ≠ 0.</a:t>
            </a:r>
          </a:p>
        </p:txBody>
      </p:sp>
      <p:sp>
        <p:nvSpPr>
          <p:cNvPr id="7" name="Номер слайда 2">
            <a:extLst>
              <a:ext uri="{FF2B5EF4-FFF2-40B4-BE49-F238E27FC236}">
                <a16:creationId xmlns:a16="http://schemas.microsoft.com/office/drawing/2014/main" id="{31895518-AED1-2C8B-410D-C218005C12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546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лайд для формул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B9F1B6F5-8F02-DB26-5E34-F18B6883F8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Текст 14">
            <a:extLst>
              <a:ext uri="{FF2B5EF4-FFF2-40B4-BE49-F238E27FC236}">
                <a16:creationId xmlns:a16="http://schemas.microsoft.com/office/drawing/2014/main" id="{96890124-1B1A-72A5-68E7-AB9BDF64B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2" y="5676900"/>
            <a:ext cx="6196714" cy="17230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Тезис</a:t>
            </a:r>
            <a:br>
              <a:rPr lang="ru-RU" dirty="0"/>
            </a:br>
            <a:r>
              <a:rPr lang="ru-RU" dirty="0"/>
              <a:t>на две строки</a:t>
            </a:r>
            <a:br>
              <a:rPr lang="ru-RU" dirty="0"/>
            </a:br>
            <a:r>
              <a:rPr lang="ru-RU" dirty="0"/>
              <a:t>(и более)</a:t>
            </a:r>
          </a:p>
        </p:txBody>
      </p:sp>
      <p:pic>
        <p:nvPicPr>
          <p:cNvPr id="6" name="Image 2" descr=" ">
            <a:extLst>
              <a:ext uri="{FF2B5EF4-FFF2-40B4-BE49-F238E27FC236}">
                <a16:creationId xmlns:a16="http://schemas.microsoft.com/office/drawing/2014/main" id="{86D65B27-9718-D92A-EE8F-7119E7F0F1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1899900"/>
            <a:ext cx="965321" cy="635000"/>
          </a:xfrm>
          <a:prstGeom prst="rect">
            <a:avLst/>
          </a:prstGeom>
        </p:spPr>
      </p:pic>
      <p:sp>
        <p:nvSpPr>
          <p:cNvPr id="9" name="Текст 55">
            <a:extLst>
              <a:ext uri="{FF2B5EF4-FFF2-40B4-BE49-F238E27FC236}">
                <a16:creationId xmlns:a16="http://schemas.microsoft.com/office/drawing/2014/main" id="{16D7CF6E-56A8-3AD0-DCFB-4155A6982B5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384048" y="2350517"/>
            <a:ext cx="10790277" cy="31575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indent="0" algn="l">
              <a:lnSpc>
                <a:spcPts val="3400"/>
              </a:lnSpc>
              <a:spcAft>
                <a:spcPts val="1800"/>
              </a:spcAft>
              <a:buNone/>
            </a:pP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Дава</a:t>
            </a:r>
            <a:r>
              <a:rPr lang="ru-RU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йт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е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рассмотрим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уравнение</a:t>
            </a:r>
            <a:endParaRPr lang="en-US" sz="2400" dirty="0"/>
          </a:p>
          <a:p>
            <a:pPr marL="0" indent="0" algn="l">
              <a:lnSpc>
                <a:spcPts val="3120"/>
              </a:lnSpc>
              <a:spcAft>
                <a:spcPts val="1800"/>
              </a:spcAft>
              <a:buNone/>
            </a:pPr>
            <a:r>
              <a:rPr lang="en-US" sz="2600" dirty="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𝑥2 = −1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.</a:t>
            </a:r>
            <a:endParaRPr lang="en-US" sz="2400" dirty="0"/>
          </a:p>
          <a:p>
            <a:pPr marL="0" indent="0" algn="l">
              <a:lnSpc>
                <a:spcPts val="3400"/>
              </a:lnSpc>
              <a:spcAft>
                <a:spcPts val="1800"/>
              </a:spcAft>
              <a:buNone/>
            </a:pP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В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действительных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числах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 </a:t>
            </a:r>
            <a:r>
              <a:rPr lang="en-US" sz="2600" dirty="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(𝑥 ∈ </a:t>
            </a:r>
            <a:r>
              <a:rPr lang="en-US" sz="2600" dirty="0" err="1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ℝ</a:t>
            </a:r>
            <a:r>
              <a:rPr lang="en-US" sz="2600" dirty="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)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у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этого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уравнения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нет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решения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, </a:t>
            </a:r>
            <a:br>
              <a:rPr lang="ru-RU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</a:b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потому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что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квадрат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любого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деиствительного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числа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неотрицателен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.  </a:t>
            </a:r>
            <a:br>
              <a:rPr lang="ru-RU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</a:b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Чтобы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решить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это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уравнение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,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нам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нужно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расширить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множество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де</a:t>
            </a:r>
            <a:r>
              <a:rPr lang="ru-RU" sz="24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йс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твительных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чисел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.</a:t>
            </a:r>
            <a:endParaRPr lang="en-US" sz="2400"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43094219-6C74-8826-7E54-A325DEF6BEDE}"/>
              </a:ext>
            </a:extLst>
          </p:cNvPr>
          <p:cNvSpPr/>
          <p:nvPr/>
        </p:nvSpPr>
        <p:spPr>
          <a:xfrm>
            <a:off x="12003000" y="1296418"/>
            <a:ext cx="2413302" cy="749300"/>
          </a:xfrm>
          <a:prstGeom prst="rect">
            <a:avLst/>
          </a:prstGeom>
          <a:noFill/>
          <a:ln w="25400">
            <a:solidFill>
              <a:srgbClr val="141414"/>
            </a:solidFill>
            <a:prstDash val="solid"/>
          </a:ln>
        </p:spPr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D50F39A9-63DA-07E7-83D7-D90EF39932E6}"/>
              </a:ext>
            </a:extLst>
          </p:cNvPr>
          <p:cNvSpPr/>
          <p:nvPr/>
        </p:nvSpPr>
        <p:spPr>
          <a:xfrm>
            <a:off x="12104613" y="1194818"/>
            <a:ext cx="762095" cy="228600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13" name="Image 3" descr=" ">
            <a:extLst>
              <a:ext uri="{FF2B5EF4-FFF2-40B4-BE49-F238E27FC236}">
                <a16:creationId xmlns:a16="http://schemas.microsoft.com/office/drawing/2014/main" id="{0C93E1A6-2B15-5BF7-969D-3E14034354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51028" y="1217043"/>
            <a:ext cx="161201" cy="184150"/>
          </a:xfrm>
          <a:prstGeom prst="rect">
            <a:avLst/>
          </a:prstGeom>
        </p:spPr>
      </p:pic>
      <p:pic>
        <p:nvPicPr>
          <p:cNvPr id="14" name="Image 5" descr=" ">
            <a:extLst>
              <a:ext uri="{FF2B5EF4-FFF2-40B4-BE49-F238E27FC236}">
                <a16:creationId xmlns:a16="http://schemas.microsoft.com/office/drawing/2014/main" id="{BC2E4BD5-C614-B00E-4DF5-A2734E988F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393574" y="1217043"/>
            <a:ext cx="184173" cy="184150"/>
          </a:xfrm>
          <a:prstGeom prst="rect">
            <a:avLst/>
          </a:prstGeom>
        </p:spPr>
      </p:pic>
      <p:pic>
        <p:nvPicPr>
          <p:cNvPr id="15" name="Image 7" descr=" ">
            <a:extLst>
              <a:ext uri="{FF2B5EF4-FFF2-40B4-BE49-F238E27FC236}">
                <a16:creationId xmlns:a16="http://schemas.microsoft.com/office/drawing/2014/main" id="{46B85058-0F81-AA69-8D86-D63F477E243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651798" y="1217043"/>
            <a:ext cx="175788" cy="184150"/>
          </a:xfrm>
          <a:prstGeom prst="rect">
            <a:avLst/>
          </a:prstGeom>
        </p:spPr>
      </p:pic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7EFD0689-94AE-E772-667C-BD4D52F097E0}"/>
              </a:ext>
            </a:extLst>
          </p:cNvPr>
          <p:cNvCxnSpPr>
            <a:cxnSpLocks/>
          </p:cNvCxnSpPr>
          <p:nvPr/>
        </p:nvCxnSpPr>
        <p:spPr>
          <a:xfrm>
            <a:off x="12003000" y="1809568"/>
            <a:ext cx="0" cy="369848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Текст 55">
            <a:extLst>
              <a:ext uri="{FF2B5EF4-FFF2-40B4-BE49-F238E27FC236}">
                <a16:creationId xmlns:a16="http://schemas.microsoft.com/office/drawing/2014/main" id="{5DE5578D-8AFD-D566-D1B4-F4A3419599B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158191" y="1532569"/>
            <a:ext cx="21029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800" spc="100" baseline="0" dirty="0">
                <a:latin typeface="Graphik LC Medium" panose="020B0503030202060203" pitchFamily="34" charset="0"/>
              </a:defRPr>
            </a:lvl1pPr>
          </a:lstStyle>
          <a:p>
            <a:pPr marL="0" lvl="0" defTabSz="1485991"/>
            <a:r>
              <a:rPr lang="ru-RU" dirty="0"/>
              <a:t>ПРИМЕР</a:t>
            </a:r>
          </a:p>
        </p:txBody>
      </p:sp>
      <p:sp>
        <p:nvSpPr>
          <p:cNvPr id="7" name="Номер слайда 2">
            <a:extLst>
              <a:ext uri="{FF2B5EF4-FFF2-40B4-BE49-F238E27FC236}">
                <a16:creationId xmlns:a16="http://schemas.microsoft.com/office/drawing/2014/main" id="{D5D3C139-1ACB-3267-FC14-AF0038DD71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3120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</p15:sldGuideLst>
    </p:ext>
  </p:extLst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лайд для схем_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E07EBA8F-BE3E-35A9-83B1-E693B3344F8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B66C72B1-437B-8249-2C86-20CF01A98F9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352" y="11671300"/>
            <a:ext cx="7735220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23684E48-6045-B93F-8F48-B3968BF556B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19352" y="11061700"/>
            <a:ext cx="773522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11" name="Рисунок 21">
            <a:extLst>
              <a:ext uri="{FF2B5EF4-FFF2-40B4-BE49-F238E27FC236}">
                <a16:creationId xmlns:a16="http://schemas.microsoft.com/office/drawing/2014/main" id="{8F92EBA6-336C-A030-FFE9-01F33D09203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19352" y="4263187"/>
            <a:ext cx="6913623" cy="6277813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0E150DEC-80E8-F43D-2DF7-C3C1675E351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244945" y="11671300"/>
            <a:ext cx="7735220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4990268D-96C7-1179-7EB4-CB20565833C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244945" y="11061700"/>
            <a:ext cx="773522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1" name="Рисунок 21">
            <a:extLst>
              <a:ext uri="{FF2B5EF4-FFF2-40B4-BE49-F238E27FC236}">
                <a16:creationId xmlns:a16="http://schemas.microsoft.com/office/drawing/2014/main" id="{02C14124-115A-71D8-AF10-0A60B4D7D74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3244945" y="4263187"/>
            <a:ext cx="6913623" cy="6277813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F2FFD13-6781-A9AA-A9D7-82F2C73325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47335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лайд для схем_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0D242553-8494-E788-1EA0-FEB5B0E0F9B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67324" y="2688491"/>
            <a:ext cx="4843540" cy="4398105"/>
          </a:xfrm>
          <a:prstGeom prst="roundRect">
            <a:avLst>
              <a:gd name="adj" fmla="val 7217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9A7801D1-DC8D-DFB1-518B-2E2FC4C9F70A}"/>
              </a:ext>
            </a:extLst>
          </p:cNvPr>
          <p:cNvCxnSpPr>
            <a:cxnSpLocks/>
          </p:cNvCxnSpPr>
          <p:nvPr userDrawn="1"/>
        </p:nvCxnSpPr>
        <p:spPr>
          <a:xfrm>
            <a:off x="1219352" y="7569200"/>
            <a:ext cx="10516914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8DA4455D-5FF7-66FB-9BF3-5B311EBC1E19}"/>
              </a:ext>
            </a:extLst>
          </p:cNvPr>
          <p:cNvCxnSpPr>
            <a:cxnSpLocks/>
          </p:cNvCxnSpPr>
          <p:nvPr userDrawn="1"/>
        </p:nvCxnSpPr>
        <p:spPr>
          <a:xfrm>
            <a:off x="12193588" y="8051800"/>
            <a:ext cx="0" cy="4459288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2EA8F629-0E91-AD7A-AE75-3F15F367E870}"/>
              </a:ext>
            </a:extLst>
          </p:cNvPr>
          <p:cNvCxnSpPr>
            <a:cxnSpLocks/>
          </p:cNvCxnSpPr>
          <p:nvPr userDrawn="1"/>
        </p:nvCxnSpPr>
        <p:spPr>
          <a:xfrm>
            <a:off x="12650781" y="7569200"/>
            <a:ext cx="10516914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E039206A-A9A0-A075-6C34-E339D5464E2D}"/>
              </a:ext>
            </a:extLst>
          </p:cNvPr>
          <p:cNvCxnSpPr>
            <a:cxnSpLocks/>
          </p:cNvCxnSpPr>
          <p:nvPr userDrawn="1"/>
        </p:nvCxnSpPr>
        <p:spPr>
          <a:xfrm>
            <a:off x="12193588" y="2688491"/>
            <a:ext cx="0" cy="4459288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0" name="Текст 7">
            <a:extLst>
              <a:ext uri="{FF2B5EF4-FFF2-40B4-BE49-F238E27FC236}">
                <a16:creationId xmlns:a16="http://schemas.microsoft.com/office/drawing/2014/main" id="{B2769C97-467C-2B89-7D02-D0690418C4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23" name="Рисунок 21">
            <a:extLst>
              <a:ext uri="{FF2B5EF4-FFF2-40B4-BE49-F238E27FC236}">
                <a16:creationId xmlns:a16="http://schemas.microsoft.com/office/drawing/2014/main" id="{B09D8A1E-FD11-8B79-328E-1D90D9011F1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867324" y="8098695"/>
            <a:ext cx="4843540" cy="4398105"/>
          </a:xfrm>
          <a:prstGeom prst="roundRect">
            <a:avLst>
              <a:gd name="adj" fmla="val 7217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4" name="Рисунок 21">
            <a:extLst>
              <a:ext uri="{FF2B5EF4-FFF2-40B4-BE49-F238E27FC236}">
                <a16:creationId xmlns:a16="http://schemas.microsoft.com/office/drawing/2014/main" id="{35254E78-4150-D142-AF9A-F689CD9015E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324155" y="2688491"/>
            <a:ext cx="4843540" cy="4398105"/>
          </a:xfrm>
          <a:prstGeom prst="roundRect">
            <a:avLst>
              <a:gd name="adj" fmla="val 7217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5" name="Рисунок 21">
            <a:extLst>
              <a:ext uri="{FF2B5EF4-FFF2-40B4-BE49-F238E27FC236}">
                <a16:creationId xmlns:a16="http://schemas.microsoft.com/office/drawing/2014/main" id="{1678F33C-B7F5-5D61-80D6-E064973965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324155" y="8098695"/>
            <a:ext cx="4843540" cy="4398105"/>
          </a:xfrm>
          <a:prstGeom prst="roundRect">
            <a:avLst>
              <a:gd name="adj" fmla="val 7217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3710448F-3940-4363-67FB-758BCC1E95E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19352" y="4697045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F7526744-210E-4BF3-703E-1F481DB5CA7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9352" y="10082995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D894D0BA-A690-09B5-4A0D-03B6A08A91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50781" y="4697045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D6503532-C03A-52AC-EF3F-3149A5A647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650781" y="10082995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185491CE-DB5A-4D37-570C-B22FA5630EB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19353" y="5306645"/>
            <a:ext cx="4843540" cy="1881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000" dirty="0" err="1">
                <a:latin typeface="Graphik LC Regular" panose="020B0503030202060203" pitchFamily="34" charset="0"/>
              </a:rPr>
              <a:t>Обычно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вы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сначала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найдете</a:t>
            </a:r>
            <a:r>
              <a:rPr lang="en-US" sz="2000" dirty="0">
                <a:latin typeface="Graphik LC Regular" panose="020B0503030202060203" pitchFamily="34" charset="0"/>
              </a:rPr>
              <a:t>  </a:t>
            </a:r>
            <a:r>
              <a:rPr lang="en-US" sz="2000" dirty="0" err="1">
                <a:latin typeface="Graphik LC Regular" panose="020B0503030202060203" pitchFamily="34" charset="0"/>
              </a:rPr>
              <a:t>вопрос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или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проблему</a:t>
            </a:r>
            <a:r>
              <a:rPr lang="en-US" sz="2000" dirty="0">
                <a:latin typeface="Graphik LC Regular" panose="020B0503030202060203" pitchFamily="34" charset="0"/>
              </a:rPr>
              <a:t>, </a:t>
            </a:r>
            <a:r>
              <a:rPr lang="en-US" sz="2000" dirty="0" err="1">
                <a:latin typeface="Graphik LC Regular" panose="020B0503030202060203" pitchFamily="34" charset="0"/>
              </a:rPr>
              <a:t>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затем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решите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моделировать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процесс</a:t>
            </a:r>
            <a:r>
              <a:rPr lang="ru-RU" sz="2000" dirty="0">
                <a:latin typeface="Graphik LC Regular" panose="020B0503030202060203" pitchFamily="34" charset="0"/>
              </a:rPr>
              <a:t>, чтобы получить конкретный ответ или проверить чей-то  готовый вывод</a:t>
            </a:r>
            <a:endParaRPr lang="en-US" sz="2000" dirty="0">
              <a:latin typeface="Graphik LC Regular" panose="020B0503030202060203" pitchFamily="34" charset="0"/>
            </a:endParaRP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6C27DE82-FA43-43A2-DB74-091567D5143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219353" y="10678745"/>
            <a:ext cx="4843540" cy="1881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000" dirty="0" err="1">
                <a:latin typeface="Graphik LC Regular" panose="020B0503030202060203" pitchFamily="34" charset="0"/>
              </a:rPr>
              <a:t>Обычно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вы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сначала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найдете</a:t>
            </a:r>
            <a:r>
              <a:rPr lang="en-US" sz="2000" dirty="0">
                <a:latin typeface="Graphik LC Regular" panose="020B0503030202060203" pitchFamily="34" charset="0"/>
              </a:rPr>
              <a:t>  </a:t>
            </a:r>
            <a:r>
              <a:rPr lang="en-US" sz="2000" dirty="0" err="1">
                <a:latin typeface="Graphik LC Regular" panose="020B0503030202060203" pitchFamily="34" charset="0"/>
              </a:rPr>
              <a:t>вопрос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или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проблему</a:t>
            </a:r>
            <a:r>
              <a:rPr lang="en-US" sz="2000" dirty="0">
                <a:latin typeface="Graphik LC Regular" panose="020B0503030202060203" pitchFamily="34" charset="0"/>
              </a:rPr>
              <a:t>, </a:t>
            </a:r>
            <a:r>
              <a:rPr lang="en-US" sz="2000" dirty="0" err="1">
                <a:latin typeface="Graphik LC Regular" panose="020B0503030202060203" pitchFamily="34" charset="0"/>
              </a:rPr>
              <a:t>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затем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решите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моделировать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процесс</a:t>
            </a:r>
            <a:r>
              <a:rPr lang="ru-RU" sz="2000" dirty="0">
                <a:latin typeface="Graphik LC Regular" panose="020B0503030202060203" pitchFamily="34" charset="0"/>
              </a:rPr>
              <a:t>, чтобы получить конкретный ответ или проверить чей-то  готовый вывод</a:t>
            </a:r>
            <a:endParaRPr lang="en-US" sz="2000" dirty="0">
              <a:latin typeface="Graphik LC Regular" panose="020B0503030202060203" pitchFamily="34" charset="0"/>
            </a:endParaRP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573AAADE-FF41-910E-A411-64C5C43710F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2650781" y="5306645"/>
            <a:ext cx="4843540" cy="1881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000" dirty="0" err="1">
                <a:latin typeface="Graphik LC Regular" panose="020B0503030202060203" pitchFamily="34" charset="0"/>
              </a:rPr>
              <a:t>Обычно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вы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сначала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найдете</a:t>
            </a:r>
            <a:r>
              <a:rPr lang="en-US" sz="2000" dirty="0">
                <a:latin typeface="Graphik LC Regular" panose="020B0503030202060203" pitchFamily="34" charset="0"/>
              </a:rPr>
              <a:t>  </a:t>
            </a:r>
            <a:r>
              <a:rPr lang="en-US" sz="2000" dirty="0" err="1">
                <a:latin typeface="Graphik LC Regular" panose="020B0503030202060203" pitchFamily="34" charset="0"/>
              </a:rPr>
              <a:t>вопрос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или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проблему</a:t>
            </a:r>
            <a:r>
              <a:rPr lang="en-US" sz="2000" dirty="0">
                <a:latin typeface="Graphik LC Regular" panose="020B0503030202060203" pitchFamily="34" charset="0"/>
              </a:rPr>
              <a:t>, </a:t>
            </a:r>
            <a:r>
              <a:rPr lang="en-US" sz="2000" dirty="0" err="1">
                <a:latin typeface="Graphik LC Regular" panose="020B0503030202060203" pitchFamily="34" charset="0"/>
              </a:rPr>
              <a:t>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затем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решите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моделировать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процесс</a:t>
            </a:r>
            <a:r>
              <a:rPr lang="ru-RU" sz="2000" dirty="0">
                <a:latin typeface="Graphik LC Regular" panose="020B0503030202060203" pitchFamily="34" charset="0"/>
              </a:rPr>
              <a:t>, чтобы получить конкретный ответ или проверить чей-то  готовый вывод</a:t>
            </a:r>
            <a:endParaRPr lang="en-US" sz="2000" dirty="0">
              <a:latin typeface="Graphik LC Regular" panose="020B0503030202060203" pitchFamily="34" charset="0"/>
            </a:endParaRP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3380755D-6090-F710-1D1B-196DFDCBB4B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2650781" y="10678745"/>
            <a:ext cx="4843540" cy="1881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000" dirty="0" err="1">
                <a:latin typeface="Graphik LC Regular" panose="020B0503030202060203" pitchFamily="34" charset="0"/>
              </a:rPr>
              <a:t>Обычно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вы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сначала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найдете</a:t>
            </a:r>
            <a:r>
              <a:rPr lang="en-US" sz="2000" dirty="0">
                <a:latin typeface="Graphik LC Regular" panose="020B0503030202060203" pitchFamily="34" charset="0"/>
              </a:rPr>
              <a:t>  </a:t>
            </a:r>
            <a:r>
              <a:rPr lang="en-US" sz="2000" dirty="0" err="1">
                <a:latin typeface="Graphik LC Regular" panose="020B0503030202060203" pitchFamily="34" charset="0"/>
              </a:rPr>
              <a:t>вопрос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или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проблему</a:t>
            </a:r>
            <a:r>
              <a:rPr lang="en-US" sz="2000" dirty="0">
                <a:latin typeface="Graphik LC Regular" panose="020B0503030202060203" pitchFamily="34" charset="0"/>
              </a:rPr>
              <a:t>, </a:t>
            </a:r>
            <a:r>
              <a:rPr lang="en-US" sz="2000" dirty="0" err="1">
                <a:latin typeface="Graphik LC Regular" panose="020B0503030202060203" pitchFamily="34" charset="0"/>
              </a:rPr>
              <a:t>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затем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решите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моделировать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процесс</a:t>
            </a:r>
            <a:r>
              <a:rPr lang="ru-RU" sz="2000" dirty="0">
                <a:latin typeface="Graphik LC Regular" panose="020B0503030202060203" pitchFamily="34" charset="0"/>
              </a:rPr>
              <a:t>, чтобы получить конкретный ответ или проверить чей-то  готовый вывод</a:t>
            </a:r>
            <a:endParaRPr lang="en-US" sz="2000" dirty="0">
              <a:latin typeface="Graphik LC Regular" panose="020B0503030202060203" pitchFamily="34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8BF846-29EA-40C6-6292-072C9440B9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85597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фото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21">
            <a:extLst>
              <a:ext uri="{FF2B5EF4-FFF2-40B4-BE49-F238E27FC236}">
                <a16:creationId xmlns:a16="http://schemas.microsoft.com/office/drawing/2014/main" id="{57174BAF-4B23-1DDC-8E35-9809BA6669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58" name="Image 17" descr=" ">
            <a:extLst>
              <a:ext uri="{FF2B5EF4-FFF2-40B4-BE49-F238E27FC236}">
                <a16:creationId xmlns:a16="http://schemas.microsoft.com/office/drawing/2014/main" id="{7F9179D4-74E6-0E6F-B719-69442B00B0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9" name="Текст 7">
            <a:extLst>
              <a:ext uri="{FF2B5EF4-FFF2-40B4-BE49-F238E27FC236}">
                <a16:creationId xmlns:a16="http://schemas.microsoft.com/office/drawing/2014/main" id="{381307EC-943B-B3FD-7F55-0610B3E53D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90299" y="3130550"/>
            <a:ext cx="86675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535F91B6-3D94-3544-BB5A-2B5A8F90BB0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990299" y="6851650"/>
            <a:ext cx="11184026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 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2D9956E2-46F2-42B0-A2AF-49B594CDC74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1990299" y="8716919"/>
            <a:ext cx="9704289" cy="19238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342900" indent="-3429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  <a:p>
            <a:pPr marL="0" lvl="0" defTabSz="1485991">
              <a:lnSpc>
                <a:spcPts val="3400"/>
              </a:lnSpc>
            </a:pPr>
            <a:r>
              <a:rPr lang="ru-RU" dirty="0"/>
              <a:t>А затем решите моделировать процесс</a:t>
            </a:r>
          </a:p>
          <a:p>
            <a:pPr marL="0" lvl="0" defTabSz="1485991">
              <a:lnSpc>
                <a:spcPts val="3400"/>
              </a:lnSpc>
            </a:pPr>
            <a:r>
              <a:rPr lang="ru-RU" dirty="0"/>
              <a:t>Чтобы получить конкретный ответ</a:t>
            </a:r>
          </a:p>
          <a:p>
            <a:pPr marL="0" lvl="0" defTabSz="1485991">
              <a:lnSpc>
                <a:spcPts val="3400"/>
              </a:lnSpc>
            </a:pPr>
            <a:r>
              <a:rPr lang="ru-RU" dirty="0"/>
              <a:t>Или проверить чей-то готовый вывод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3A14262-A914-66B9-BCF3-3850A42A72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70586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3 фот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21">
            <a:extLst>
              <a:ext uri="{FF2B5EF4-FFF2-40B4-BE49-F238E27FC236}">
                <a16:creationId xmlns:a16="http://schemas.microsoft.com/office/drawing/2014/main" id="{DE559254-3830-6552-B365-9C7DE1C18B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19352" y="2730500"/>
            <a:ext cx="7062082" cy="8242300"/>
          </a:xfrm>
          <a:prstGeom prst="roundRect">
            <a:avLst>
              <a:gd name="adj" fmla="val 5288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9" name="Текст 7">
            <a:extLst>
              <a:ext uri="{FF2B5EF4-FFF2-40B4-BE49-F238E27FC236}">
                <a16:creationId xmlns:a16="http://schemas.microsoft.com/office/drawing/2014/main" id="{536655E3-D4B7-452C-FFED-A9A0E24839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01AC3531-F19B-C4C0-3660-6BF64E6E36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352" y="11293062"/>
            <a:ext cx="7062083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 err="1">
                <a:latin typeface="Graphik LC Regular" panose="020B0503030202060203" pitchFamily="34" charset="0"/>
              </a:rPr>
              <a:t>Описание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фото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на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две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строки</a:t>
            </a:r>
            <a:r>
              <a:rPr lang="en-US" sz="2400" dirty="0">
                <a:latin typeface="Graphik LC Regular" panose="020B0503030202060203" pitchFamily="34" charset="0"/>
              </a:rPr>
              <a:t> 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(</a:t>
            </a:r>
            <a:r>
              <a:rPr lang="en-US" sz="2400" dirty="0" err="1">
                <a:latin typeface="Graphik LC Regular" panose="020B0503030202060203" pitchFamily="34" charset="0"/>
              </a:rPr>
              <a:t>или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даже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три</a:t>
            </a:r>
            <a:r>
              <a:rPr lang="en-US" sz="2400" dirty="0">
                <a:latin typeface="Graphik LC Regular" panose="020B0503030202060203" pitchFamily="34" charset="0"/>
              </a:rPr>
              <a:t>)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9B29676F-1605-A40F-DB07-9E8080FDDE0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62483" y="11293062"/>
            <a:ext cx="7062083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 err="1">
                <a:latin typeface="Graphik LC Regular" panose="020B0503030202060203" pitchFamily="34" charset="0"/>
              </a:rPr>
              <a:t>Описание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фото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на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две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строки</a:t>
            </a:r>
            <a:r>
              <a:rPr lang="en-US" sz="2400" dirty="0">
                <a:latin typeface="Graphik LC Regular" panose="020B0503030202060203" pitchFamily="34" charset="0"/>
              </a:rPr>
              <a:t> 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(</a:t>
            </a:r>
            <a:r>
              <a:rPr lang="en-US" sz="2400" dirty="0" err="1">
                <a:latin typeface="Graphik LC Regular" panose="020B0503030202060203" pitchFamily="34" charset="0"/>
              </a:rPr>
              <a:t>или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даже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три</a:t>
            </a:r>
            <a:r>
              <a:rPr lang="en-US" sz="2400" dirty="0">
                <a:latin typeface="Graphik LC Regular" panose="020B0503030202060203" pitchFamily="34" charset="0"/>
              </a:rPr>
              <a:t>)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A2629E36-4ED4-2B05-BE92-7A2F45B7536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105613" y="11293062"/>
            <a:ext cx="7062083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 err="1">
                <a:latin typeface="Graphik LC Regular" panose="020B0503030202060203" pitchFamily="34" charset="0"/>
              </a:rPr>
              <a:t>Описание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фото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на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две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строки</a:t>
            </a:r>
            <a:r>
              <a:rPr lang="en-US" sz="2400" dirty="0">
                <a:latin typeface="Graphik LC Regular" panose="020B0503030202060203" pitchFamily="34" charset="0"/>
              </a:rPr>
              <a:t> 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(</a:t>
            </a:r>
            <a:r>
              <a:rPr lang="en-US" sz="2400" dirty="0" err="1">
                <a:latin typeface="Graphik LC Regular" panose="020B0503030202060203" pitchFamily="34" charset="0"/>
              </a:rPr>
              <a:t>или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даже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три</a:t>
            </a:r>
            <a:r>
              <a:rPr lang="en-US" sz="2400" dirty="0">
                <a:latin typeface="Graphik LC Regular" panose="020B0503030202060203" pitchFamily="34" charset="0"/>
              </a:rPr>
              <a:t>)</a:t>
            </a:r>
          </a:p>
        </p:txBody>
      </p:sp>
      <p:sp>
        <p:nvSpPr>
          <p:cNvPr id="14" name="Рисунок 21">
            <a:extLst>
              <a:ext uri="{FF2B5EF4-FFF2-40B4-BE49-F238E27FC236}">
                <a16:creationId xmlns:a16="http://schemas.microsoft.com/office/drawing/2014/main" id="{2931A38E-D4EC-17EE-733E-CD49808F62B6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8662483" y="2730500"/>
            <a:ext cx="7062082" cy="8242300"/>
          </a:xfrm>
          <a:prstGeom prst="roundRect">
            <a:avLst>
              <a:gd name="adj" fmla="val 5288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1" name="Рисунок 21">
            <a:extLst>
              <a:ext uri="{FF2B5EF4-FFF2-40B4-BE49-F238E27FC236}">
                <a16:creationId xmlns:a16="http://schemas.microsoft.com/office/drawing/2014/main" id="{1D81512B-689C-949E-0779-0D22BD9ED0F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6105613" y="2730500"/>
            <a:ext cx="7062082" cy="8242300"/>
          </a:xfrm>
          <a:prstGeom prst="roundRect">
            <a:avLst>
              <a:gd name="adj" fmla="val 5288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F0FD862-A1F0-D375-9395-A6A7FEAB40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15632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3 фот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Рисунок 22">
            <a:extLst>
              <a:ext uri="{FF2B5EF4-FFF2-40B4-BE49-F238E27FC236}">
                <a16:creationId xmlns:a16="http://schemas.microsoft.com/office/drawing/2014/main" id="{3950CC7D-DF68-690A-DB98-26D3A487D72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 flipV="1">
            <a:off x="15178397" y="4140200"/>
            <a:ext cx="7989299" cy="8370888"/>
          </a:xfrm>
          <a:prstGeom prst="round1Rect">
            <a:avLst>
              <a:gd name="adj" fmla="val 10626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3" name="Рисунок 22">
            <a:extLst>
              <a:ext uri="{FF2B5EF4-FFF2-40B4-BE49-F238E27FC236}">
                <a16:creationId xmlns:a16="http://schemas.microsoft.com/office/drawing/2014/main" id="{3F9913F4-66C4-29A6-42AF-A5FC752322A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6808050" y="4140200"/>
            <a:ext cx="7989299" cy="8370888"/>
          </a:xfrm>
          <a:prstGeom prst="round1Rect">
            <a:avLst>
              <a:gd name="adj" fmla="val 10626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0" name="Текст 7">
            <a:extLst>
              <a:ext uri="{FF2B5EF4-FFF2-40B4-BE49-F238E27FC236}">
                <a16:creationId xmlns:a16="http://schemas.microsoft.com/office/drawing/2014/main" id="{40083478-13A7-EFC6-A771-CA04A31C079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DFACA12-DE53-402D-F96F-034179BAD8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92557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ункты + фото справ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Рисунок 21">
            <a:extLst>
              <a:ext uri="{FF2B5EF4-FFF2-40B4-BE49-F238E27FC236}">
                <a16:creationId xmlns:a16="http://schemas.microsoft.com/office/drawing/2014/main" id="{52F33FFD-46FD-04DF-CC94-BE035787F4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13806625" y="0"/>
            <a:ext cx="10580550" cy="13716000"/>
          </a:xfrm>
          <a:prstGeom prst="round1Rect">
            <a:avLst>
              <a:gd name="adj" fmla="val 9062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8" name="Текст 7">
            <a:extLst>
              <a:ext uri="{FF2B5EF4-FFF2-40B4-BE49-F238E27FC236}">
                <a16:creationId xmlns:a16="http://schemas.microsoft.com/office/drawing/2014/main" id="{7648C066-2872-3622-EEC9-1ED07951949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4" name="Shape 22">
            <a:extLst>
              <a:ext uri="{FF2B5EF4-FFF2-40B4-BE49-F238E27FC236}">
                <a16:creationId xmlns:a16="http://schemas.microsoft.com/office/drawing/2014/main" id="{64BA1BC1-6632-EC99-2CEA-1AE3C3579A7E}"/>
              </a:ext>
            </a:extLst>
          </p:cNvPr>
          <p:cNvSpPr/>
          <p:nvPr userDrawn="1"/>
        </p:nvSpPr>
        <p:spPr>
          <a:xfrm>
            <a:off x="22913664" y="0"/>
            <a:ext cx="1473384" cy="12192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5" name="Image 21" descr=" ">
            <a:extLst>
              <a:ext uri="{FF2B5EF4-FFF2-40B4-BE49-F238E27FC236}">
                <a16:creationId xmlns:a16="http://schemas.microsoft.com/office/drawing/2014/main" id="{A1380C5D-1E27-643B-0EE4-AE03CDD8A7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167696" y="292100"/>
            <a:ext cx="965321" cy="635000"/>
          </a:xfrm>
          <a:prstGeom prst="rect">
            <a:avLst/>
          </a:prstGeom>
        </p:spPr>
      </p:pic>
      <p:pic>
        <p:nvPicPr>
          <p:cNvPr id="6" name="Image 22" descr=" ">
            <a:extLst>
              <a:ext uri="{FF2B5EF4-FFF2-40B4-BE49-F238E27FC236}">
                <a16:creationId xmlns:a16="http://schemas.microsoft.com/office/drawing/2014/main" id="{0208FE2C-78D3-31A8-13FC-A2B0FBAAB9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167696" y="292100"/>
            <a:ext cx="965321" cy="635000"/>
          </a:xfrm>
          <a:prstGeom prst="rect">
            <a:avLst/>
          </a:prstGeom>
        </p:spPr>
      </p:pic>
      <p:sp>
        <p:nvSpPr>
          <p:cNvPr id="30" name="Текст 55">
            <a:extLst>
              <a:ext uri="{FF2B5EF4-FFF2-40B4-BE49-F238E27FC236}">
                <a16:creationId xmlns:a16="http://schemas.microsoft.com/office/drawing/2014/main" id="{8E7BF26C-3E4C-530B-2E95-D944F25AC63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91029" y="322655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26655C33-31FD-7187-05C8-0A91F399D74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91029" y="3836151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0CF61E60-87EF-D2C0-3A09-6EB3C6E7E39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91029" y="5707310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1A142D55-2F9A-9C6F-15A3-1CB3C56CB1A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91029" y="6316910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3DE0A7D9-49D5-105D-31D0-9E2E5A13BA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91029" y="8239257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8F493928-AEE0-DB26-85BB-82494C6F31E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91029" y="8848857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F5AAB6FD-D517-9286-56AA-074045B07E4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91029" y="1073023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99D36F0F-C600-AC58-CEBC-9CB99F53BB3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91029" y="11339831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E63A196-2E4A-E011-B2FB-7EAD0AB919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80463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75">
          <p15:clr>
            <a:srgbClr val="FBAE40"/>
          </p15:clr>
        </p15:guide>
      </p15:sldGuideLst>
    </p:ext>
  </p:extLst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лашка + фото + пункты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Рисунок 21">
            <a:extLst>
              <a:ext uri="{FF2B5EF4-FFF2-40B4-BE49-F238E27FC236}">
                <a16:creationId xmlns:a16="http://schemas.microsoft.com/office/drawing/2014/main" id="{073F2056-5435-65D3-248F-91151F04D93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14302" y="0"/>
            <a:ext cx="7003248" cy="137160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17FF8FFC-8D9B-5C9C-8C74-0DE3F5E8D42E}"/>
              </a:ext>
            </a:extLst>
          </p:cNvPr>
          <p:cNvSpPr/>
          <p:nvPr userDrawn="1"/>
        </p:nvSpPr>
        <p:spPr>
          <a:xfrm>
            <a:off x="0" y="0"/>
            <a:ext cx="6414302" cy="13716000"/>
          </a:xfrm>
          <a:prstGeom prst="rect">
            <a:avLst/>
          </a:prstGeom>
          <a:solidFill>
            <a:schemeClr val="accent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Image 44" descr=" ">
            <a:extLst>
              <a:ext uri="{FF2B5EF4-FFF2-40B4-BE49-F238E27FC236}">
                <a16:creationId xmlns:a16="http://schemas.microsoft.com/office/drawing/2014/main" id="{AA97780D-1DB4-C21A-ED19-7266D295E4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41" name="Текст 7">
            <a:extLst>
              <a:ext uri="{FF2B5EF4-FFF2-40B4-BE49-F238E27FC236}">
                <a16:creationId xmlns:a16="http://schemas.microsoft.com/office/drawing/2014/main" id="{D0F72F20-6E6D-FA35-9E15-E144514929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517903" y="1614938"/>
            <a:ext cx="8649794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4CAFED7B-AEAF-4ECB-85B4-4369739FCFF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675805" y="5019902"/>
            <a:ext cx="7491892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3D4E3A88-ECF9-ECF7-7652-2FD4A346DE1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675805" y="6802419"/>
            <a:ext cx="7491892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2B0204F9-C786-DC89-D08C-43CE028D714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675805" y="8596029"/>
            <a:ext cx="7491892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A3939095-1C1D-1FB2-F49E-D75A9A7DC45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675805" y="10389638"/>
            <a:ext cx="7491892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6" name="Текст 7">
            <a:extLst>
              <a:ext uri="{FF2B5EF4-FFF2-40B4-BE49-F238E27FC236}">
                <a16:creationId xmlns:a16="http://schemas.microsoft.com/office/drawing/2014/main" id="{CF393901-188C-7BE1-3AD0-4C8B06495C2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352" y="5689600"/>
            <a:ext cx="328547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ХХ</a:t>
            </a:r>
          </a:p>
        </p:txBody>
      </p:sp>
      <p:sp>
        <p:nvSpPr>
          <p:cNvPr id="47" name="Текст 7">
            <a:extLst>
              <a:ext uri="{FF2B5EF4-FFF2-40B4-BE49-F238E27FC236}">
                <a16:creationId xmlns:a16="http://schemas.microsoft.com/office/drawing/2014/main" id="{745C7185-C88D-BCC5-3DD8-10C2B855DB8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9352" y="7962900"/>
            <a:ext cx="328547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ХХ</a:t>
            </a:r>
          </a:p>
        </p:txBody>
      </p:sp>
      <p:sp>
        <p:nvSpPr>
          <p:cNvPr id="48" name="Текст 7">
            <a:extLst>
              <a:ext uri="{FF2B5EF4-FFF2-40B4-BE49-F238E27FC236}">
                <a16:creationId xmlns:a16="http://schemas.microsoft.com/office/drawing/2014/main" id="{5D3A9E8F-78C3-D3E0-0391-DE2AF594298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19352" y="10236200"/>
            <a:ext cx="328547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ХХ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2FEFF9B5-13DF-5371-DB5A-BEAB68C29AD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19352" y="6762741"/>
            <a:ext cx="4470959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большие цифры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6CF5E056-1220-B230-1107-9E7F7E86436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19352" y="9036041"/>
            <a:ext cx="4470959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большие цифры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5235D802-0300-62A4-7907-9A0123C3B8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19352" y="11309341"/>
            <a:ext cx="4470959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большие цифры</a:t>
            </a:r>
          </a:p>
        </p:txBody>
      </p:sp>
      <p:sp>
        <p:nvSpPr>
          <p:cNvPr id="52" name="Текст 36">
            <a:extLst>
              <a:ext uri="{FF2B5EF4-FFF2-40B4-BE49-F238E27FC236}">
                <a16:creationId xmlns:a16="http://schemas.microsoft.com/office/drawing/2014/main" id="{FEE6E28E-C2E2-8845-4615-C6C72D4542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19353" y="3187700"/>
            <a:ext cx="4470958" cy="155638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48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1800" smtClean="0"/>
            </a:lvl2pPr>
            <a:lvl3pPr>
              <a:defRPr lang="ru-RU" sz="1800" smtClean="0"/>
            </a:lvl3pPr>
            <a:lvl4pPr>
              <a:defRPr lang="ru-RU" sz="1800" smtClean="0"/>
            </a:lvl4pPr>
            <a:lvl5pPr>
              <a:defRPr lang="ru-RU" sz="1800"/>
            </a:lvl5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1C21D105-C7F5-46FF-5366-763C0FA83C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45766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30">
          <p15:clr>
            <a:srgbClr val="FBAE40"/>
          </p15:clr>
        </p15:guide>
        <p15:guide id="2" pos="8452">
          <p15:clr>
            <a:srgbClr val="FBAE40"/>
          </p15:clr>
        </p15:guide>
        <p15:guide id="3" pos="9133">
          <p15:clr>
            <a:srgbClr val="FBAE40"/>
          </p15:clr>
        </p15:guide>
      </p15:sldGuideLst>
    </p:ext>
  </p:extLst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фото + карточ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21">
            <a:extLst>
              <a:ext uri="{FF2B5EF4-FFF2-40B4-BE49-F238E27FC236}">
                <a16:creationId xmlns:a16="http://schemas.microsoft.com/office/drawing/2014/main" id="{F9F52CF7-EBA6-0FE2-675C-D201618596C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19351" y="1219200"/>
            <a:ext cx="7062083" cy="5435600"/>
          </a:xfrm>
          <a:prstGeom prst="roundRect">
            <a:avLst>
              <a:gd name="adj" fmla="val 4768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4" name="Рисунок 21">
            <a:extLst>
              <a:ext uri="{FF2B5EF4-FFF2-40B4-BE49-F238E27FC236}">
                <a16:creationId xmlns:a16="http://schemas.microsoft.com/office/drawing/2014/main" id="{6F7FB8E2-DFBF-0763-664B-90468848735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662483" y="7048500"/>
            <a:ext cx="7062083" cy="5435600"/>
          </a:xfrm>
          <a:prstGeom prst="roundRect">
            <a:avLst>
              <a:gd name="adj" fmla="val 4768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26" name="Image 44" descr=" ">
            <a:extLst>
              <a:ext uri="{FF2B5EF4-FFF2-40B4-BE49-F238E27FC236}">
                <a16:creationId xmlns:a16="http://schemas.microsoft.com/office/drawing/2014/main" id="{AA97780D-1DB4-C21A-ED19-7266D295E4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5A375BE4-E36D-F8CE-D71C-05996955AAAB}"/>
              </a:ext>
            </a:extLst>
          </p:cNvPr>
          <p:cNvSpPr/>
          <p:nvPr userDrawn="1"/>
        </p:nvSpPr>
        <p:spPr>
          <a:xfrm>
            <a:off x="8662483" y="1219200"/>
            <a:ext cx="7062083" cy="5435600"/>
          </a:xfrm>
          <a:prstGeom prst="roundRect">
            <a:avLst>
              <a:gd name="adj" fmla="val 4768"/>
            </a:avLst>
          </a:prstGeom>
          <a:solidFill>
            <a:schemeClr val="accent2"/>
          </a:solidFill>
          <a:ln/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DCFDF534-407C-90F6-462F-287ED1960079}"/>
              </a:ext>
            </a:extLst>
          </p:cNvPr>
          <p:cNvSpPr/>
          <p:nvPr userDrawn="1"/>
        </p:nvSpPr>
        <p:spPr>
          <a:xfrm>
            <a:off x="16105613" y="7048500"/>
            <a:ext cx="7062083" cy="5435600"/>
          </a:xfrm>
          <a:prstGeom prst="roundRect">
            <a:avLst>
              <a:gd name="adj" fmla="val 4768"/>
            </a:avLst>
          </a:prstGeom>
          <a:solidFill>
            <a:schemeClr val="accent1"/>
          </a:solidFill>
          <a:ln/>
        </p:spPr>
      </p:sp>
      <p:sp>
        <p:nvSpPr>
          <p:cNvPr id="15" name="Текст 7">
            <a:extLst>
              <a:ext uri="{FF2B5EF4-FFF2-40B4-BE49-F238E27FC236}">
                <a16:creationId xmlns:a16="http://schemas.microsoft.com/office/drawing/2014/main" id="{A915F306-DE0C-0880-0EAE-EA69BB6E9F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70546" y="5366004"/>
            <a:ext cx="5825614" cy="8976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6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7000"/>
              </a:lnSpc>
              <a:spcBef>
                <a:spcPct val="0"/>
              </a:spcBef>
            </a:pPr>
            <a:r>
              <a:rPr lang="ru-RU" dirty="0"/>
              <a:t>Заголовок </a:t>
            </a:r>
          </a:p>
        </p:txBody>
      </p:sp>
      <p:sp>
        <p:nvSpPr>
          <p:cNvPr id="16" name="Текст 7">
            <a:extLst>
              <a:ext uri="{FF2B5EF4-FFF2-40B4-BE49-F238E27FC236}">
                <a16:creationId xmlns:a16="http://schemas.microsoft.com/office/drawing/2014/main" id="{8D590E4E-C274-57B3-65C1-E753AF1673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613676" y="11195304"/>
            <a:ext cx="5825614" cy="8976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6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7000"/>
              </a:lnSpc>
              <a:spcBef>
                <a:spcPct val="0"/>
              </a:spcBef>
            </a:pPr>
            <a:r>
              <a:rPr lang="ru-RU" dirty="0"/>
              <a:t>Заголовок 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C4A72E07-5067-FD7F-A57F-95BFDAD5A88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50166" y="1727200"/>
            <a:ext cx="4745994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DDF336AB-0870-2FAC-96DA-9A6231C501D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693296" y="7556500"/>
            <a:ext cx="4745994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BB1B18F3-6B94-005C-9814-22EF9822BC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83761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фото + студент в центре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07C51D9-8A44-5BE2-480B-680B4F247610}"/>
              </a:ext>
            </a:extLst>
          </p:cNvPr>
          <p:cNvSpPr/>
          <p:nvPr userDrawn="1"/>
        </p:nvSpPr>
        <p:spPr>
          <a:xfrm>
            <a:off x="13781222" y="0"/>
            <a:ext cx="10605826" cy="137160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52" name="Рисунок 21">
            <a:extLst>
              <a:ext uri="{FF2B5EF4-FFF2-40B4-BE49-F238E27FC236}">
                <a16:creationId xmlns:a16="http://schemas.microsoft.com/office/drawing/2014/main" id="{DF4FFE5E-AD20-4B2A-1A59-2B67F2A2397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806335" y="0"/>
            <a:ext cx="10580713" cy="68580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14481C1E-E551-4E5C-6B2F-75DE592748CD}"/>
              </a:ext>
            </a:extLst>
          </p:cNvPr>
          <p:cNvGrpSpPr/>
          <p:nvPr userDrawn="1"/>
        </p:nvGrpSpPr>
        <p:grpSpPr>
          <a:xfrm>
            <a:off x="1192550" y="1231850"/>
            <a:ext cx="4969245" cy="5008650"/>
            <a:chOff x="1232054" y="1231850"/>
            <a:chExt cx="4969245" cy="5008650"/>
          </a:xfrm>
        </p:grpSpPr>
        <p:pic>
          <p:nvPicPr>
            <p:cNvPr id="6" name="Image 25" descr=" ">
              <a:extLst>
                <a:ext uri="{FF2B5EF4-FFF2-40B4-BE49-F238E27FC236}">
                  <a16:creationId xmlns:a16="http://schemas.microsoft.com/office/drawing/2014/main" id="{EF1FC807-F486-23D0-7946-2FEF46337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05521" y="1231850"/>
              <a:ext cx="2495778" cy="2508399"/>
            </a:xfrm>
            <a:prstGeom prst="rect">
              <a:avLst/>
            </a:prstGeom>
          </p:spPr>
        </p:pic>
        <p:pic>
          <p:nvPicPr>
            <p:cNvPr id="7" name="Image 26" descr=" ">
              <a:extLst>
                <a:ext uri="{FF2B5EF4-FFF2-40B4-BE49-F238E27FC236}">
                  <a16:creationId xmlns:a16="http://schemas.microsoft.com/office/drawing/2014/main" id="{7BA95124-23FE-9942-DB72-0AF463CB4F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705521" y="3732039"/>
              <a:ext cx="2495778" cy="2508461"/>
            </a:xfrm>
            <a:prstGeom prst="rect">
              <a:avLst/>
            </a:prstGeom>
          </p:spPr>
        </p:pic>
        <p:pic>
          <p:nvPicPr>
            <p:cNvPr id="10" name="Image 27" descr=" ">
              <a:extLst>
                <a:ext uri="{FF2B5EF4-FFF2-40B4-BE49-F238E27FC236}">
                  <a16:creationId xmlns:a16="http://schemas.microsoft.com/office/drawing/2014/main" id="{6886758D-71EE-2673-7450-CC917E2C21D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641198" y="1477727"/>
              <a:ext cx="4150943" cy="2262622"/>
            </a:xfrm>
            <a:prstGeom prst="rect">
              <a:avLst/>
            </a:prstGeom>
          </p:spPr>
        </p:pic>
        <p:pic>
          <p:nvPicPr>
            <p:cNvPr id="13" name="Image 28" descr=" ">
              <a:extLst>
                <a:ext uri="{FF2B5EF4-FFF2-40B4-BE49-F238E27FC236}">
                  <a16:creationId xmlns:a16="http://schemas.microsoft.com/office/drawing/2014/main" id="{63BCF2D9-D28E-FF04-464E-E204520857F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232054" y="1231850"/>
              <a:ext cx="2495778" cy="2508399"/>
            </a:xfrm>
            <a:prstGeom prst="rect">
              <a:avLst/>
            </a:prstGeom>
          </p:spPr>
        </p:pic>
        <p:pic>
          <p:nvPicPr>
            <p:cNvPr id="14" name="Image 29" descr=" ">
              <a:extLst>
                <a:ext uri="{FF2B5EF4-FFF2-40B4-BE49-F238E27FC236}">
                  <a16:creationId xmlns:a16="http://schemas.microsoft.com/office/drawing/2014/main" id="{E8E0A84F-53D4-B4FD-CF0E-402A650DF9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641198" y="3731940"/>
              <a:ext cx="4150943" cy="2262622"/>
            </a:xfrm>
            <a:prstGeom prst="rect">
              <a:avLst/>
            </a:prstGeom>
          </p:spPr>
        </p:pic>
        <p:pic>
          <p:nvPicPr>
            <p:cNvPr id="15" name="Image 30" descr=" ">
              <a:extLst>
                <a:ext uri="{FF2B5EF4-FFF2-40B4-BE49-F238E27FC236}">
                  <a16:creationId xmlns:a16="http://schemas.microsoft.com/office/drawing/2014/main" id="{09E205C5-64D4-C8A7-5191-73B1E6D40B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232054" y="3732039"/>
              <a:ext cx="2495778" cy="2508461"/>
            </a:xfrm>
            <a:prstGeom prst="rect">
              <a:avLst/>
            </a:prstGeom>
          </p:spPr>
        </p:pic>
        <p:pic>
          <p:nvPicPr>
            <p:cNvPr id="16" name="Image 31" descr=" ">
              <a:extLst>
                <a:ext uri="{FF2B5EF4-FFF2-40B4-BE49-F238E27FC236}">
                  <a16:creationId xmlns:a16="http://schemas.microsoft.com/office/drawing/2014/main" id="{1D8E236B-8353-5293-2D21-72161A2E26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701867" y="5420494"/>
              <a:ext cx="188082" cy="188057"/>
            </a:xfrm>
            <a:prstGeom prst="rect">
              <a:avLst/>
            </a:prstGeom>
          </p:spPr>
        </p:pic>
        <p:pic>
          <p:nvPicPr>
            <p:cNvPr id="17" name="Image 32" descr=" ">
              <a:extLst>
                <a:ext uri="{FF2B5EF4-FFF2-40B4-BE49-F238E27FC236}">
                  <a16:creationId xmlns:a16="http://schemas.microsoft.com/office/drawing/2014/main" id="{9C854E3F-C1D2-7B86-8316-C77CC139F3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543378" y="1875346"/>
              <a:ext cx="188082" cy="188057"/>
            </a:xfrm>
            <a:prstGeom prst="rect">
              <a:avLst/>
            </a:prstGeom>
          </p:spPr>
        </p:pic>
      </p:grpSp>
      <p:sp>
        <p:nvSpPr>
          <p:cNvPr id="18" name="Text 10">
            <a:extLst>
              <a:ext uri="{FF2B5EF4-FFF2-40B4-BE49-F238E27FC236}">
                <a16:creationId xmlns:a16="http://schemas.microsoft.com/office/drawing/2014/main" id="{44B23B36-CCC3-2256-071C-6AEBE0542D15}"/>
              </a:ext>
            </a:extLst>
          </p:cNvPr>
          <p:cNvSpPr/>
          <p:nvPr userDrawn="1"/>
        </p:nvSpPr>
        <p:spPr>
          <a:xfrm>
            <a:off x="2738654" y="3359937"/>
            <a:ext cx="1956044" cy="752477"/>
          </a:xfrm>
          <a:prstGeom prst="rect">
            <a:avLst/>
          </a:prstGeom>
          <a:solidFill>
            <a:schemeClr val="tx1"/>
          </a:solidFill>
        </p:spPr>
        <p:txBody>
          <a:bodyPr wrap="square" lIns="180000" tIns="108000" rIns="180000" bIns="180000" rtlCol="0">
            <a:spAutoFit/>
          </a:bodyPr>
          <a:lstStyle/>
          <a:p>
            <a:pPr marL="0" marR="0" lvl="0" indent="0" algn="ctr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 err="1">
                <a:ln>
                  <a:noFill/>
                </a:ln>
                <a:solidFill>
                  <a:srgbClr val="7759FF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t>карьера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7759FF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  <p:pic>
        <p:nvPicPr>
          <p:cNvPr id="21" name="Image 13" descr=" ">
            <a:extLst>
              <a:ext uri="{FF2B5EF4-FFF2-40B4-BE49-F238E27FC236}">
                <a16:creationId xmlns:a16="http://schemas.microsoft.com/office/drawing/2014/main" id="{DE79BB18-CECB-3423-407E-1329AF4037F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91768" y="9937862"/>
            <a:ext cx="4969349" cy="1287004"/>
          </a:xfrm>
          <a:prstGeom prst="rect">
            <a:avLst/>
          </a:prstGeom>
        </p:spPr>
      </p:pic>
      <p:pic>
        <p:nvPicPr>
          <p:cNvPr id="22" name="Image 14" descr=" ">
            <a:extLst>
              <a:ext uri="{FF2B5EF4-FFF2-40B4-BE49-F238E27FC236}">
                <a16:creationId xmlns:a16="http://schemas.microsoft.com/office/drawing/2014/main" id="{1193834F-5553-D8CD-A199-67051621E61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91768" y="8685101"/>
            <a:ext cx="4969349" cy="1287004"/>
          </a:xfrm>
          <a:prstGeom prst="rect">
            <a:avLst/>
          </a:prstGeom>
        </p:spPr>
      </p:pic>
      <p:pic>
        <p:nvPicPr>
          <p:cNvPr id="23" name="Image 15" descr=" ">
            <a:extLst>
              <a:ext uri="{FF2B5EF4-FFF2-40B4-BE49-F238E27FC236}">
                <a16:creationId xmlns:a16="http://schemas.microsoft.com/office/drawing/2014/main" id="{4E955AA2-B615-7C4E-97CA-0E17376C04C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91768" y="7423931"/>
            <a:ext cx="4969099" cy="2549054"/>
          </a:xfrm>
          <a:prstGeom prst="rect">
            <a:avLst/>
          </a:prstGeom>
        </p:spPr>
      </p:pic>
      <p:pic>
        <p:nvPicPr>
          <p:cNvPr id="24" name="Image 16" descr=" ">
            <a:extLst>
              <a:ext uri="{FF2B5EF4-FFF2-40B4-BE49-F238E27FC236}">
                <a16:creationId xmlns:a16="http://schemas.microsoft.com/office/drawing/2014/main" id="{9FB0DDCE-9C40-0DDC-A597-82976AEF5300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191768" y="9936993"/>
            <a:ext cx="4969349" cy="2549054"/>
          </a:xfrm>
          <a:prstGeom prst="rect">
            <a:avLst/>
          </a:prstGeom>
        </p:spPr>
      </p:pic>
      <p:pic>
        <p:nvPicPr>
          <p:cNvPr id="25" name="Image 17" descr=" ">
            <a:extLst>
              <a:ext uri="{FF2B5EF4-FFF2-40B4-BE49-F238E27FC236}">
                <a16:creationId xmlns:a16="http://schemas.microsoft.com/office/drawing/2014/main" id="{9C873CC4-AF43-0AF6-5985-08BBCFEF6E78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113608" y="7515120"/>
            <a:ext cx="188082" cy="188057"/>
          </a:xfrm>
          <a:prstGeom prst="rect">
            <a:avLst/>
          </a:prstGeom>
        </p:spPr>
      </p:pic>
      <p:pic>
        <p:nvPicPr>
          <p:cNvPr id="26" name="Image 18" descr=" ">
            <a:extLst>
              <a:ext uri="{FF2B5EF4-FFF2-40B4-BE49-F238E27FC236}">
                <a16:creationId xmlns:a16="http://schemas.microsoft.com/office/drawing/2014/main" id="{5BED584C-F275-5985-88C5-E559CE53C9B7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3024604" y="8621198"/>
            <a:ext cx="188082" cy="188057"/>
          </a:xfrm>
          <a:prstGeom prst="rect">
            <a:avLst/>
          </a:prstGeom>
        </p:spPr>
      </p:pic>
      <p:pic>
        <p:nvPicPr>
          <p:cNvPr id="27" name="Image 19" descr=" ">
            <a:extLst>
              <a:ext uri="{FF2B5EF4-FFF2-40B4-BE49-F238E27FC236}">
                <a16:creationId xmlns:a16="http://schemas.microsoft.com/office/drawing/2014/main" id="{70A2437E-C148-501B-1067-63AA741D8447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499551" y="11095711"/>
            <a:ext cx="188082" cy="188057"/>
          </a:xfrm>
          <a:prstGeom prst="rect">
            <a:avLst/>
          </a:prstGeom>
        </p:spPr>
      </p:pic>
      <p:pic>
        <p:nvPicPr>
          <p:cNvPr id="28" name="Image 20" descr=" ">
            <a:extLst>
              <a:ext uri="{FF2B5EF4-FFF2-40B4-BE49-F238E27FC236}">
                <a16:creationId xmlns:a16="http://schemas.microsoft.com/office/drawing/2014/main" id="{DF91FB6F-9856-50CB-9B0F-B36BCE4C17AC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2113608" y="12212470"/>
            <a:ext cx="188082" cy="188057"/>
          </a:xfrm>
          <a:prstGeom prst="rect">
            <a:avLst/>
          </a:prstGeom>
        </p:spPr>
      </p:pic>
      <p:sp>
        <p:nvSpPr>
          <p:cNvPr id="29" name="Text 11">
            <a:extLst>
              <a:ext uri="{FF2B5EF4-FFF2-40B4-BE49-F238E27FC236}">
                <a16:creationId xmlns:a16="http://schemas.microsoft.com/office/drawing/2014/main" id="{8D4B81F8-664F-59CC-5CD0-337CF17F360A}"/>
              </a:ext>
            </a:extLst>
          </p:cNvPr>
          <p:cNvSpPr/>
          <p:nvPr userDrawn="1"/>
        </p:nvSpPr>
        <p:spPr>
          <a:xfrm>
            <a:off x="2703972" y="9576166"/>
            <a:ext cx="2019552" cy="752477"/>
          </a:xfrm>
          <a:prstGeom prst="rect">
            <a:avLst/>
          </a:prstGeom>
          <a:solidFill>
            <a:schemeClr val="tx1"/>
          </a:solidFill>
        </p:spPr>
        <p:txBody>
          <a:bodyPr wrap="square" lIns="180000" tIns="108000" rIns="180000" bIns="180000" rtlCol="0">
            <a:spAutoFit/>
          </a:bodyPr>
          <a:lstStyle/>
          <a:p>
            <a:pPr marL="0" marR="0" lvl="0" indent="0" algn="ctr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 err="1">
                <a:ln>
                  <a:noFill/>
                </a:ln>
                <a:solidFill>
                  <a:srgbClr val="00A651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t>события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00A651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09072-90CE-F4E0-8C87-E41CCB5AB3E3}"/>
              </a:ext>
            </a:extLst>
          </p:cNvPr>
          <p:cNvGrpSpPr/>
          <p:nvPr userDrawn="1"/>
        </p:nvGrpSpPr>
        <p:grpSpPr>
          <a:xfrm>
            <a:off x="7464488" y="1244600"/>
            <a:ext cx="5014270" cy="5012395"/>
            <a:chOff x="7493937" y="1244600"/>
            <a:chExt cx="5014270" cy="5012395"/>
          </a:xfrm>
        </p:grpSpPr>
        <p:pic>
          <p:nvPicPr>
            <p:cNvPr id="31" name="Image 9" descr=" ">
              <a:extLst>
                <a:ext uri="{FF2B5EF4-FFF2-40B4-BE49-F238E27FC236}">
                  <a16:creationId xmlns:a16="http://schemas.microsoft.com/office/drawing/2014/main" id="{B9D4F8F8-A397-52B3-FE1E-FDE6D1CDAF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8784517" y="1244600"/>
              <a:ext cx="2433112" cy="5012172"/>
            </a:xfrm>
            <a:prstGeom prst="rect">
              <a:avLst/>
            </a:prstGeom>
          </p:spPr>
        </p:pic>
        <p:pic>
          <p:nvPicPr>
            <p:cNvPr id="32" name="Image 10" descr=" ">
              <a:extLst>
                <a:ext uri="{FF2B5EF4-FFF2-40B4-BE49-F238E27FC236}">
                  <a16:creationId xmlns:a16="http://schemas.microsoft.com/office/drawing/2014/main" id="{7D183049-0E16-7C31-AEE8-3CF336B81B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075095" y="1244823"/>
              <a:ext cx="2433112" cy="5012172"/>
            </a:xfrm>
            <a:prstGeom prst="rect">
              <a:avLst/>
            </a:prstGeom>
          </p:spPr>
        </p:pic>
        <p:pic>
          <p:nvPicPr>
            <p:cNvPr id="33" name="Image 11" descr=" ">
              <a:extLst>
                <a:ext uri="{FF2B5EF4-FFF2-40B4-BE49-F238E27FC236}">
                  <a16:creationId xmlns:a16="http://schemas.microsoft.com/office/drawing/2014/main" id="{080A6B85-E567-780B-A1DF-232BB3A704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7493937" y="1244600"/>
              <a:ext cx="2433112" cy="5012172"/>
            </a:xfrm>
            <a:prstGeom prst="rect">
              <a:avLst/>
            </a:prstGeom>
          </p:spPr>
        </p:pic>
      </p:grpSp>
      <p:sp>
        <p:nvSpPr>
          <p:cNvPr id="34" name="Text 12">
            <a:extLst>
              <a:ext uri="{FF2B5EF4-FFF2-40B4-BE49-F238E27FC236}">
                <a16:creationId xmlns:a16="http://schemas.microsoft.com/office/drawing/2014/main" id="{74C89E89-5EE7-48D2-14CF-6F0C51C10C1E}"/>
              </a:ext>
            </a:extLst>
          </p:cNvPr>
          <p:cNvSpPr/>
          <p:nvPr userDrawn="1"/>
        </p:nvSpPr>
        <p:spPr>
          <a:xfrm>
            <a:off x="8880622" y="3374559"/>
            <a:ext cx="2240901" cy="752477"/>
          </a:xfrm>
          <a:prstGeom prst="rect">
            <a:avLst/>
          </a:prstGeom>
          <a:solidFill>
            <a:schemeClr val="tx1"/>
          </a:solidFill>
        </p:spPr>
        <p:txBody>
          <a:bodyPr wrap="square" lIns="180000" tIns="108000" rIns="180000" bIns="180000" rtlCol="0">
            <a:spAutoFit/>
          </a:bodyPr>
          <a:lstStyle/>
          <a:p>
            <a:pPr marL="0" marR="0" lvl="0" indent="0" algn="ctr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 err="1">
                <a:ln>
                  <a:noFill/>
                </a:ln>
                <a:solidFill>
                  <a:srgbClr val="FF662C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t>обучение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FF662C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496D09D5-E962-E176-CD46-6229CD9D2B32}"/>
              </a:ext>
            </a:extLst>
          </p:cNvPr>
          <p:cNvSpPr/>
          <p:nvPr userDrawn="1"/>
        </p:nvSpPr>
        <p:spPr>
          <a:xfrm>
            <a:off x="22913664" y="0"/>
            <a:ext cx="1473384" cy="12192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37" name="Image 38" descr=" ">
            <a:extLst>
              <a:ext uri="{FF2B5EF4-FFF2-40B4-BE49-F238E27FC236}">
                <a16:creationId xmlns:a16="http://schemas.microsoft.com/office/drawing/2014/main" id="{E5C12931-DDFC-799A-3C67-B72C6CFB0572}"/>
              </a:ext>
            </a:extLst>
          </p:cNvPr>
          <p:cNvPicPr>
            <a:picLocks noChangeAspect="1"/>
          </p:cNvPicPr>
          <p:nvPr userDrawn="1"/>
        </p:nvPicPr>
        <p:blipFill>
          <a:blip r:embed="rId40"/>
          <a:stretch>
            <a:fillRect/>
          </a:stretch>
        </p:blipFill>
        <p:spPr>
          <a:xfrm>
            <a:off x="23167696" y="292100"/>
            <a:ext cx="965321" cy="635000"/>
          </a:xfrm>
          <a:prstGeom prst="rect">
            <a:avLst/>
          </a:prstGeom>
        </p:spPr>
      </p:pic>
      <p:pic>
        <p:nvPicPr>
          <p:cNvPr id="38" name="Image 39" descr=" ">
            <a:extLst>
              <a:ext uri="{FF2B5EF4-FFF2-40B4-BE49-F238E27FC236}">
                <a16:creationId xmlns:a16="http://schemas.microsoft.com/office/drawing/2014/main" id="{5BE53F15-8875-FC88-8D75-FB218E61C950}"/>
              </a:ext>
            </a:extLst>
          </p:cNvPr>
          <p:cNvPicPr>
            <a:picLocks noChangeAspect="1"/>
          </p:cNvPicPr>
          <p:nvPr userDrawn="1"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23167696" y="292100"/>
            <a:ext cx="965321" cy="635000"/>
          </a:xfrm>
          <a:prstGeom prst="rect">
            <a:avLst/>
          </a:prstGeom>
        </p:spPr>
      </p:pic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C5EB40C1-150B-E451-9EEA-EBAF3F3353C1}"/>
              </a:ext>
            </a:extLst>
          </p:cNvPr>
          <p:cNvGrpSpPr/>
          <p:nvPr userDrawn="1"/>
        </p:nvGrpSpPr>
        <p:grpSpPr>
          <a:xfrm>
            <a:off x="1228094" y="1219797"/>
            <a:ext cx="11277003" cy="11277003"/>
            <a:chOff x="1228094" y="1219797"/>
            <a:chExt cx="11277003" cy="11277003"/>
          </a:xfrm>
        </p:grpSpPr>
        <p:cxnSp>
          <p:nvCxnSpPr>
            <p:cNvPr id="43" name="Прямая соединительная линия 42">
              <a:extLst>
                <a:ext uri="{FF2B5EF4-FFF2-40B4-BE49-F238E27FC236}">
                  <a16:creationId xmlns:a16="http://schemas.microsoft.com/office/drawing/2014/main" id="{2EB04CB8-A343-D7F4-57F5-8F6D6C6BD3B7}"/>
                </a:ext>
              </a:extLst>
            </p:cNvPr>
            <p:cNvCxnSpPr/>
            <p:nvPr/>
          </p:nvCxnSpPr>
          <p:spPr>
            <a:xfrm>
              <a:off x="1228094" y="6784322"/>
              <a:ext cx="11277003" cy="0"/>
            </a:xfrm>
            <a:prstGeom prst="line">
              <a:avLst/>
            </a:prstGeom>
            <a:ln w="42672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Прямая соединительная линия 43">
              <a:extLst>
                <a:ext uri="{FF2B5EF4-FFF2-40B4-BE49-F238E27FC236}">
                  <a16:creationId xmlns:a16="http://schemas.microsoft.com/office/drawing/2014/main" id="{9CE36658-F412-4500-A273-7C1F2B5F2D9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89184" y="6858299"/>
              <a:ext cx="11277003" cy="0"/>
            </a:xfrm>
            <a:prstGeom prst="line">
              <a:avLst/>
            </a:prstGeom>
            <a:ln w="42672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 9">
            <a:extLst>
              <a:ext uri="{FF2B5EF4-FFF2-40B4-BE49-F238E27FC236}">
                <a16:creationId xmlns:a16="http://schemas.microsoft.com/office/drawing/2014/main" id="{19969FC1-07F3-51B2-E964-08721BF95057}"/>
              </a:ext>
            </a:extLst>
          </p:cNvPr>
          <p:cNvSpPr/>
          <p:nvPr userDrawn="1"/>
        </p:nvSpPr>
        <p:spPr>
          <a:xfrm>
            <a:off x="5724715" y="6371829"/>
            <a:ext cx="2214310" cy="834038"/>
          </a:xfrm>
          <a:prstGeom prst="rect">
            <a:avLst/>
          </a:prstGeom>
          <a:solidFill>
            <a:schemeClr val="tx1"/>
          </a:solidFill>
        </p:spPr>
        <p:txBody>
          <a:bodyPr wrap="square" lIns="180000" tIns="108000" rIns="180000" bIns="180000" rtlCol="0">
            <a:spAutoFit/>
          </a:bodyPr>
          <a:lstStyle/>
          <a:p>
            <a:pPr marL="0" marR="0" lvl="0" indent="0" algn="ctr" defTabSz="1485991" rtl="0" eaLnBrk="1" fontAlgn="auto" latinLnBrk="0" hangingPunct="1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Студент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 Medium" panose="020B0503030202060203" pitchFamily="34" charset="0"/>
              <a:ea typeface="+mn-ea"/>
              <a:cs typeface="+mn-cs"/>
            </a:endParaRPr>
          </a:p>
        </p:txBody>
      </p: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id="{E25167E0-024D-8330-B32E-784282F2C76B}"/>
              </a:ext>
            </a:extLst>
          </p:cNvPr>
          <p:cNvGrpSpPr/>
          <p:nvPr userDrawn="1"/>
        </p:nvGrpSpPr>
        <p:grpSpPr>
          <a:xfrm>
            <a:off x="7479614" y="7423931"/>
            <a:ext cx="4984018" cy="5059780"/>
            <a:chOff x="-2278729" y="5661811"/>
            <a:chExt cx="693628" cy="704172"/>
          </a:xfrm>
        </p:grpSpPr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71799D0B-6A89-1B20-44EC-BA1DE3C6B616}"/>
                </a:ext>
              </a:extLst>
            </p:cNvPr>
            <p:cNvSpPr/>
            <p:nvPr/>
          </p:nvSpPr>
          <p:spPr>
            <a:xfrm>
              <a:off x="-2218452" y="5661811"/>
              <a:ext cx="574197" cy="704172"/>
            </a:xfrm>
            <a:custGeom>
              <a:avLst/>
              <a:gdLst>
                <a:gd name="connsiteX0" fmla="*/ 548447 w 574197"/>
                <a:gd name="connsiteY0" fmla="*/ 651070 h 704172"/>
                <a:gd name="connsiteX1" fmla="*/ 405772 w 574197"/>
                <a:gd name="connsiteY1" fmla="*/ 166229 h 704172"/>
                <a:gd name="connsiteX2" fmla="*/ 25753 w 574197"/>
                <a:gd name="connsiteY2" fmla="*/ 53109 h 704172"/>
                <a:gd name="connsiteX3" fmla="*/ 168428 w 574197"/>
                <a:gd name="connsiteY3" fmla="*/ 537940 h 704172"/>
                <a:gd name="connsiteX4" fmla="*/ 548447 w 574197"/>
                <a:gd name="connsiteY4" fmla="*/ 651070 h 704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4197" h="704172">
                  <a:moveTo>
                    <a:pt x="548447" y="651070"/>
                  </a:moveTo>
                  <a:cubicBezTo>
                    <a:pt x="613988" y="548420"/>
                    <a:pt x="550104" y="331352"/>
                    <a:pt x="405772" y="166229"/>
                  </a:cubicBezTo>
                  <a:cubicBezTo>
                    <a:pt x="261430" y="1106"/>
                    <a:pt x="91294" y="-49538"/>
                    <a:pt x="25753" y="53109"/>
                  </a:cubicBezTo>
                  <a:cubicBezTo>
                    <a:pt x="-39789" y="155749"/>
                    <a:pt x="24086" y="372817"/>
                    <a:pt x="168428" y="537940"/>
                  </a:cubicBezTo>
                  <a:cubicBezTo>
                    <a:pt x="312760" y="703062"/>
                    <a:pt x="482905" y="753710"/>
                    <a:pt x="548447" y="651070"/>
                  </a:cubicBezTo>
                  <a:close/>
                </a:path>
              </a:pathLst>
            </a:custGeom>
            <a:noFill/>
            <a:ln w="25400" cap="flat">
              <a:solidFill>
                <a:srgbClr val="FFDD2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CDABE462-0C44-802D-BAE4-3BB7268A5D29}"/>
                </a:ext>
              </a:extLst>
            </p:cNvPr>
            <p:cNvSpPr/>
            <p:nvPr/>
          </p:nvSpPr>
          <p:spPr>
            <a:xfrm>
              <a:off x="-2276196" y="5667973"/>
              <a:ext cx="689705" cy="691674"/>
            </a:xfrm>
            <a:custGeom>
              <a:avLst/>
              <a:gdLst>
                <a:gd name="connsiteX0" fmla="*/ 431844 w 689705"/>
                <a:gd name="connsiteY0" fmla="*/ 644642 h 691674"/>
                <a:gd name="connsiteX1" fmla="*/ 678466 w 689705"/>
                <a:gd name="connsiteY1" fmla="*/ 171826 h 691674"/>
                <a:gd name="connsiteX2" fmla="*/ 257861 w 689705"/>
                <a:gd name="connsiteY2" fmla="*/ 47032 h 691674"/>
                <a:gd name="connsiteX3" fmla="*/ 11239 w 689705"/>
                <a:gd name="connsiteY3" fmla="*/ 519848 h 691674"/>
                <a:gd name="connsiteX4" fmla="*/ 431844 w 689705"/>
                <a:gd name="connsiteY4" fmla="*/ 644642 h 691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705" h="691674">
                  <a:moveTo>
                    <a:pt x="431844" y="644642"/>
                  </a:moveTo>
                  <a:cubicBezTo>
                    <a:pt x="616096" y="548540"/>
                    <a:pt x="726510" y="336854"/>
                    <a:pt x="678466" y="171826"/>
                  </a:cubicBezTo>
                  <a:cubicBezTo>
                    <a:pt x="630422" y="6798"/>
                    <a:pt x="442112" y="-49070"/>
                    <a:pt x="257861" y="47032"/>
                  </a:cubicBezTo>
                  <a:cubicBezTo>
                    <a:pt x="73609" y="143134"/>
                    <a:pt x="-36805" y="354820"/>
                    <a:pt x="11239" y="519848"/>
                  </a:cubicBezTo>
                  <a:cubicBezTo>
                    <a:pt x="59284" y="684876"/>
                    <a:pt x="247593" y="740744"/>
                    <a:pt x="431844" y="644642"/>
                  </a:cubicBezTo>
                  <a:close/>
                </a:path>
              </a:pathLst>
            </a:custGeom>
            <a:noFill/>
            <a:ln w="25400" cap="flat">
              <a:solidFill>
                <a:srgbClr val="FFDD2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039EDDFB-703E-57C4-C192-7F514F38A8A7}"/>
                </a:ext>
              </a:extLst>
            </p:cNvPr>
            <p:cNvSpPr/>
            <p:nvPr/>
          </p:nvSpPr>
          <p:spPr>
            <a:xfrm>
              <a:off x="-2278729" y="6165203"/>
              <a:ext cx="22860" cy="22741"/>
            </a:xfrm>
            <a:custGeom>
              <a:avLst/>
              <a:gdLst>
                <a:gd name="connsiteX0" fmla="*/ 11430 w 22860"/>
                <a:gd name="connsiteY0" fmla="*/ 22741 h 22741"/>
                <a:gd name="connsiteX1" fmla="*/ 22860 w 22860"/>
                <a:gd name="connsiteY1" fmla="*/ 11371 h 22741"/>
                <a:gd name="connsiteX2" fmla="*/ 11430 w 22860"/>
                <a:gd name="connsiteY2" fmla="*/ 0 h 22741"/>
                <a:gd name="connsiteX3" fmla="*/ 0 w 22860"/>
                <a:gd name="connsiteY3" fmla="*/ 11371 h 22741"/>
                <a:gd name="connsiteX4" fmla="*/ 11430 w 22860"/>
                <a:gd name="connsiteY4" fmla="*/ 22741 h 22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" h="22741">
                  <a:moveTo>
                    <a:pt x="11430" y="22741"/>
                  </a:moveTo>
                  <a:cubicBezTo>
                    <a:pt x="17745" y="22741"/>
                    <a:pt x="22860" y="17653"/>
                    <a:pt x="22860" y="11371"/>
                  </a:cubicBezTo>
                  <a:cubicBezTo>
                    <a:pt x="22860" y="5088"/>
                    <a:pt x="17745" y="0"/>
                    <a:pt x="11430" y="0"/>
                  </a:cubicBezTo>
                  <a:cubicBezTo>
                    <a:pt x="5115" y="0"/>
                    <a:pt x="0" y="5088"/>
                    <a:pt x="0" y="11371"/>
                  </a:cubicBezTo>
                  <a:cubicBezTo>
                    <a:pt x="0" y="17653"/>
                    <a:pt x="5115" y="22741"/>
                    <a:pt x="11430" y="22741"/>
                  </a:cubicBezTo>
                  <a:close/>
                </a:path>
              </a:pathLst>
            </a:custGeom>
            <a:solidFill>
              <a:srgbClr val="141414"/>
            </a:solidFill>
            <a:ln w="25400" cap="flat">
              <a:solidFill>
                <a:srgbClr val="FFDD2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D30C4074-6523-5CDD-2F02-E4681D1FF062}"/>
                </a:ext>
              </a:extLst>
            </p:cNvPr>
            <p:cNvSpPr/>
            <p:nvPr/>
          </p:nvSpPr>
          <p:spPr>
            <a:xfrm>
              <a:off x="-1607960" y="5829623"/>
              <a:ext cx="22859" cy="22741"/>
            </a:xfrm>
            <a:custGeom>
              <a:avLst/>
              <a:gdLst>
                <a:gd name="connsiteX0" fmla="*/ 11430 w 22859"/>
                <a:gd name="connsiteY0" fmla="*/ 22742 h 22741"/>
                <a:gd name="connsiteX1" fmla="*/ 22860 w 22859"/>
                <a:gd name="connsiteY1" fmla="*/ 11371 h 22741"/>
                <a:gd name="connsiteX2" fmla="*/ 11430 w 22859"/>
                <a:gd name="connsiteY2" fmla="*/ 0 h 22741"/>
                <a:gd name="connsiteX3" fmla="*/ 0 w 22859"/>
                <a:gd name="connsiteY3" fmla="*/ 11371 h 22741"/>
                <a:gd name="connsiteX4" fmla="*/ 11430 w 22859"/>
                <a:gd name="connsiteY4" fmla="*/ 22742 h 22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59" h="22741">
                  <a:moveTo>
                    <a:pt x="11430" y="22742"/>
                  </a:moveTo>
                  <a:cubicBezTo>
                    <a:pt x="17745" y="22742"/>
                    <a:pt x="22860" y="17653"/>
                    <a:pt x="22860" y="11371"/>
                  </a:cubicBezTo>
                  <a:cubicBezTo>
                    <a:pt x="22860" y="5088"/>
                    <a:pt x="17745" y="0"/>
                    <a:pt x="11430" y="0"/>
                  </a:cubicBezTo>
                  <a:cubicBezTo>
                    <a:pt x="5115" y="0"/>
                    <a:pt x="0" y="5088"/>
                    <a:pt x="0" y="11371"/>
                  </a:cubicBezTo>
                  <a:cubicBezTo>
                    <a:pt x="0" y="17653"/>
                    <a:pt x="5115" y="22742"/>
                    <a:pt x="11430" y="22742"/>
                  </a:cubicBezTo>
                  <a:close/>
                </a:path>
              </a:pathLst>
            </a:custGeom>
            <a:solidFill>
              <a:srgbClr val="141414"/>
            </a:solidFill>
            <a:ln w="25400" cap="flat">
              <a:solidFill>
                <a:srgbClr val="FFDD2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sp>
        <p:nvSpPr>
          <p:cNvPr id="51" name="Text 11">
            <a:extLst>
              <a:ext uri="{FF2B5EF4-FFF2-40B4-BE49-F238E27FC236}">
                <a16:creationId xmlns:a16="http://schemas.microsoft.com/office/drawing/2014/main" id="{E9471C3B-7935-50D3-1E85-A279AB83C7FA}"/>
              </a:ext>
            </a:extLst>
          </p:cNvPr>
          <p:cNvSpPr/>
          <p:nvPr userDrawn="1"/>
        </p:nvSpPr>
        <p:spPr>
          <a:xfrm>
            <a:off x="8917273" y="9577583"/>
            <a:ext cx="2019552" cy="752477"/>
          </a:xfrm>
          <a:prstGeom prst="rect">
            <a:avLst/>
          </a:prstGeom>
          <a:solidFill>
            <a:schemeClr val="tx1"/>
          </a:solidFill>
        </p:spPr>
        <p:txBody>
          <a:bodyPr wrap="square" lIns="180000" tIns="108000" rIns="180000" bIns="180000" rtlCol="0">
            <a:spAutoFit/>
          </a:bodyPr>
          <a:lstStyle/>
          <a:p>
            <a:pPr marL="0" marR="0" lvl="0" indent="0" algn="ctr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0" i="0" u="none" strike="noStrike" kern="1200" cap="none" spc="0" normalizeH="0" baseline="0" noProof="0" dirty="0">
                <a:ln>
                  <a:noFill/>
                </a:ln>
                <a:solidFill>
                  <a:srgbClr val="FFDD2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t>город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FFDD2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  <p:sp>
        <p:nvSpPr>
          <p:cNvPr id="53" name="Текст 14">
            <a:extLst>
              <a:ext uri="{FF2B5EF4-FFF2-40B4-BE49-F238E27FC236}">
                <a16:creationId xmlns:a16="http://schemas.microsoft.com/office/drawing/2014/main" id="{B5BD268E-75F3-EB19-14FD-0D2CDF167C0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797349" y="9258300"/>
            <a:ext cx="65835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1D9C7C13-8A61-683C-E9C6-FF0F6FC2F8A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4797349" y="9956800"/>
            <a:ext cx="8370347" cy="25205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</a:t>
            </a:r>
            <a:br>
              <a:rPr lang="ru-RU" dirty="0"/>
            </a:br>
            <a:r>
              <a:rPr lang="ru-RU" dirty="0"/>
              <a:t>или проверить  чей-то готовый вывод альтернативным путем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DEA8E1B9-1502-6171-6F66-94192E2EB8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7235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галерея фото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Рисунок 21">
            <a:extLst>
              <a:ext uri="{FF2B5EF4-FFF2-40B4-BE49-F238E27FC236}">
                <a16:creationId xmlns:a16="http://schemas.microsoft.com/office/drawing/2014/main" id="{621714A5-79C2-C782-3E23-1418EF9EAC8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662482" y="1219200"/>
            <a:ext cx="7062083" cy="5448300"/>
          </a:xfrm>
          <a:prstGeom prst="roundRect">
            <a:avLst>
              <a:gd name="adj" fmla="val 5137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8" name="Рисунок 21">
            <a:extLst>
              <a:ext uri="{FF2B5EF4-FFF2-40B4-BE49-F238E27FC236}">
                <a16:creationId xmlns:a16="http://schemas.microsoft.com/office/drawing/2014/main" id="{038ECA76-5AE2-605F-CF2F-F381F165369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6105613" y="1219200"/>
            <a:ext cx="7062083" cy="5448300"/>
          </a:xfrm>
          <a:prstGeom prst="roundRect">
            <a:avLst>
              <a:gd name="adj" fmla="val 5137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9" name="Рисунок 21">
            <a:extLst>
              <a:ext uri="{FF2B5EF4-FFF2-40B4-BE49-F238E27FC236}">
                <a16:creationId xmlns:a16="http://schemas.microsoft.com/office/drawing/2014/main" id="{F5390824-9B0F-4160-E900-4768C59C92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9827178" y="7048500"/>
            <a:ext cx="3340518" cy="5448300"/>
          </a:xfrm>
          <a:prstGeom prst="roundRect">
            <a:avLst>
              <a:gd name="adj" fmla="val 10861"/>
            </a:avLst>
          </a:prstGeom>
          <a:solidFill>
            <a:schemeClr val="tx2"/>
          </a:solidFill>
        </p:spPr>
        <p:txBody>
          <a:bodyPr/>
          <a:lstStyle/>
          <a:p>
            <a:endParaRPr lang="ru-RU" dirty="0"/>
          </a:p>
        </p:txBody>
      </p:sp>
      <p:sp>
        <p:nvSpPr>
          <p:cNvPr id="20" name="Рисунок 21">
            <a:extLst>
              <a:ext uri="{FF2B5EF4-FFF2-40B4-BE49-F238E27FC236}">
                <a16:creationId xmlns:a16="http://schemas.microsoft.com/office/drawing/2014/main" id="{E50C221D-4267-46E7-9A37-0DD244DBA22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62483" y="7048500"/>
            <a:ext cx="10783648" cy="5448300"/>
          </a:xfrm>
          <a:prstGeom prst="roundRect">
            <a:avLst>
              <a:gd name="adj" fmla="val 5342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1" name="Рисунок 21">
            <a:extLst>
              <a:ext uri="{FF2B5EF4-FFF2-40B4-BE49-F238E27FC236}">
                <a16:creationId xmlns:a16="http://schemas.microsoft.com/office/drawing/2014/main" id="{0EBEE802-50B7-2162-FE32-7B59C8EA543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219352" y="7048500"/>
            <a:ext cx="7062083" cy="5448300"/>
          </a:xfrm>
          <a:prstGeom prst="roundRect">
            <a:avLst>
              <a:gd name="adj" fmla="val 5342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6" name="Рисунок 21">
            <a:extLst>
              <a:ext uri="{FF2B5EF4-FFF2-40B4-BE49-F238E27FC236}">
                <a16:creationId xmlns:a16="http://schemas.microsoft.com/office/drawing/2014/main" id="{E5070C3C-FCDC-E7D9-EA45-6BDFDB8B99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940918" y="1219200"/>
            <a:ext cx="3340518" cy="5448300"/>
          </a:xfrm>
          <a:prstGeom prst="roundRect">
            <a:avLst>
              <a:gd name="adj" fmla="val 10861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1" name="Рисунок 21">
            <a:extLst>
              <a:ext uri="{FF2B5EF4-FFF2-40B4-BE49-F238E27FC236}">
                <a16:creationId xmlns:a16="http://schemas.microsoft.com/office/drawing/2014/main" id="{18FF4AD4-042C-550F-D8EA-1987D53B1FD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19353" y="1219200"/>
            <a:ext cx="3340518" cy="5448300"/>
          </a:xfrm>
          <a:prstGeom prst="roundRect">
            <a:avLst>
              <a:gd name="adj" fmla="val 10861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3" name="Shape 0">
            <a:extLst>
              <a:ext uri="{FF2B5EF4-FFF2-40B4-BE49-F238E27FC236}">
                <a16:creationId xmlns:a16="http://schemas.microsoft.com/office/drawing/2014/main" id="{BE641BA7-FBBF-D326-2CFE-9D99E6AEF26B}"/>
              </a:ext>
            </a:extLst>
          </p:cNvPr>
          <p:cNvSpPr/>
          <p:nvPr userDrawn="1"/>
        </p:nvSpPr>
        <p:spPr>
          <a:xfrm>
            <a:off x="21694311" y="1219200"/>
            <a:ext cx="1473384" cy="12192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14" name="Image 7" descr=" ">
            <a:extLst>
              <a:ext uri="{FF2B5EF4-FFF2-40B4-BE49-F238E27FC236}">
                <a16:creationId xmlns:a16="http://schemas.microsoft.com/office/drawing/2014/main" id="{1FA63C20-E566-4B87-4398-0A084EF92E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948343" y="1511300"/>
            <a:ext cx="965321" cy="635000"/>
          </a:xfrm>
          <a:prstGeom prst="rect">
            <a:avLst/>
          </a:prstGeom>
        </p:spPr>
      </p:pic>
      <p:pic>
        <p:nvPicPr>
          <p:cNvPr id="15" name="Image 8" descr=" ">
            <a:extLst>
              <a:ext uri="{FF2B5EF4-FFF2-40B4-BE49-F238E27FC236}">
                <a16:creationId xmlns:a16="http://schemas.microsoft.com/office/drawing/2014/main" id="{14992C04-C298-571C-48BE-20507BBB5BB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948343" y="1511300"/>
            <a:ext cx="965321" cy="6350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6E48316-7737-D5DA-2792-9754763D1C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88069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мокап ноут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DAEF54D6-C4D4-F7EC-F6F5-0F5A6536EB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0" name="Shape 0">
            <a:extLst>
              <a:ext uri="{FF2B5EF4-FFF2-40B4-BE49-F238E27FC236}">
                <a16:creationId xmlns:a16="http://schemas.microsoft.com/office/drawing/2014/main" id="{3B903C9F-FB44-7C7B-C487-4DE1D8D69083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1" name="Текст 7">
            <a:extLst>
              <a:ext uri="{FF2B5EF4-FFF2-40B4-BE49-F238E27FC236}">
                <a16:creationId xmlns:a16="http://schemas.microsoft.com/office/drawing/2014/main" id="{881E9D9C-B6DD-D838-6EE4-D7303C89E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8CEAD1D2-656F-828B-6206-6C77A8CB18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92848" y="4139603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939BDB43-0876-D6E2-2015-32A3B73D9F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92848" y="4749203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B350CE25-128E-CFCA-F2C2-1A2A8AF65E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92848" y="7169415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EB27B958-1B23-B530-051A-EA5B3181B4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92848" y="7779015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9C53A9A6-35A5-6663-FFBF-70EBFD2957C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92848" y="10199227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E63511CA-F580-9C1D-688A-E392FCC8732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792848" y="10808827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D7F37AB1-2810-6D86-3EBB-BBDAF69D06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/>
          <a:stretch/>
        </p:blipFill>
        <p:spPr>
          <a:xfrm>
            <a:off x="11616489" y="2028326"/>
            <a:ext cx="17779850" cy="10774058"/>
          </a:xfrm>
          <a:prstGeom prst="rect">
            <a:avLst/>
          </a:prstGeom>
        </p:spPr>
      </p:pic>
      <p:sp>
        <p:nvSpPr>
          <p:cNvPr id="56" name="Рисунок 55">
            <a:extLst>
              <a:ext uri="{FF2B5EF4-FFF2-40B4-BE49-F238E27FC236}">
                <a16:creationId xmlns:a16="http://schemas.microsoft.com/office/drawing/2014/main" id="{9F8C878A-FF64-2076-7C38-1A05BDF2CBA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3405136" y="2392632"/>
            <a:ext cx="14202555" cy="9330046"/>
          </a:xfrm>
          <a:custGeom>
            <a:avLst/>
            <a:gdLst>
              <a:gd name="connsiteX0" fmla="*/ 188627 w 14202555"/>
              <a:gd name="connsiteY0" fmla="*/ 0 h 9260469"/>
              <a:gd name="connsiteX1" fmla="*/ 6189211 w 14202555"/>
              <a:gd name="connsiteY1" fmla="*/ 0 h 9260469"/>
              <a:gd name="connsiteX2" fmla="*/ 6233595 w 14202555"/>
              <a:gd name="connsiteY2" fmla="*/ 44522 h 9260469"/>
              <a:gd name="connsiteX3" fmla="*/ 6233595 w 14202555"/>
              <a:gd name="connsiteY3" fmla="*/ 211478 h 9260469"/>
              <a:gd name="connsiteX4" fmla="*/ 6333459 w 14202555"/>
              <a:gd name="connsiteY4" fmla="*/ 311650 h 9260469"/>
              <a:gd name="connsiteX5" fmla="*/ 7869111 w 14202555"/>
              <a:gd name="connsiteY5" fmla="*/ 311650 h 9260469"/>
              <a:gd name="connsiteX6" fmla="*/ 7968971 w 14202555"/>
              <a:gd name="connsiteY6" fmla="*/ 211478 h 9260469"/>
              <a:gd name="connsiteX7" fmla="*/ 7968971 w 14202555"/>
              <a:gd name="connsiteY7" fmla="*/ 44522 h 9260469"/>
              <a:gd name="connsiteX8" fmla="*/ 8013355 w 14202555"/>
              <a:gd name="connsiteY8" fmla="*/ 0 h 9260469"/>
              <a:gd name="connsiteX9" fmla="*/ 14013895 w 14202555"/>
              <a:gd name="connsiteY9" fmla="*/ 0 h 9260469"/>
              <a:gd name="connsiteX10" fmla="*/ 14202555 w 14202555"/>
              <a:gd name="connsiteY10" fmla="*/ 189217 h 9260469"/>
              <a:gd name="connsiteX11" fmla="*/ 14202555 w 14202555"/>
              <a:gd name="connsiteY11" fmla="*/ 9260469 h 9260469"/>
              <a:gd name="connsiteX12" fmla="*/ 0 w 14202555"/>
              <a:gd name="connsiteY12" fmla="*/ 9260469 h 9260469"/>
              <a:gd name="connsiteX13" fmla="*/ 0 w 14202555"/>
              <a:gd name="connsiteY13" fmla="*/ 189217 h 9260469"/>
              <a:gd name="connsiteX14" fmla="*/ 188627 w 14202555"/>
              <a:gd name="connsiteY14" fmla="*/ 0 h 9260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202555" h="9260469">
                <a:moveTo>
                  <a:pt x="188627" y="0"/>
                </a:moveTo>
                <a:lnTo>
                  <a:pt x="6189211" y="0"/>
                </a:lnTo>
                <a:cubicBezTo>
                  <a:pt x="6213727" y="0"/>
                  <a:pt x="6233595" y="19933"/>
                  <a:pt x="6233595" y="44522"/>
                </a:cubicBezTo>
                <a:lnTo>
                  <a:pt x="6233595" y="211478"/>
                </a:lnTo>
                <a:cubicBezTo>
                  <a:pt x="6233595" y="266802"/>
                  <a:pt x="6278303" y="311650"/>
                  <a:pt x="6333459" y="311650"/>
                </a:cubicBezTo>
                <a:lnTo>
                  <a:pt x="7869111" y="311650"/>
                </a:lnTo>
                <a:cubicBezTo>
                  <a:pt x="7924263" y="311650"/>
                  <a:pt x="7968971" y="266802"/>
                  <a:pt x="7968971" y="211478"/>
                </a:cubicBezTo>
                <a:lnTo>
                  <a:pt x="7968971" y="44522"/>
                </a:lnTo>
                <a:cubicBezTo>
                  <a:pt x="7968971" y="19933"/>
                  <a:pt x="7988839" y="0"/>
                  <a:pt x="8013355" y="0"/>
                </a:cubicBezTo>
                <a:lnTo>
                  <a:pt x="14013895" y="0"/>
                </a:lnTo>
                <a:cubicBezTo>
                  <a:pt x="14118135" y="0"/>
                  <a:pt x="14202555" y="84715"/>
                  <a:pt x="14202555" y="189217"/>
                </a:cubicBezTo>
                <a:lnTo>
                  <a:pt x="14202555" y="9260469"/>
                </a:lnTo>
                <a:lnTo>
                  <a:pt x="0" y="9260469"/>
                </a:lnTo>
                <a:lnTo>
                  <a:pt x="0" y="189217"/>
                </a:lnTo>
                <a:cubicBezTo>
                  <a:pt x="0" y="84715"/>
                  <a:pt x="84452" y="0"/>
                  <a:pt x="1886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4DA7016C-87F0-8D73-8225-0B1FAD0885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33409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</p15:sldGuideLst>
    </p:ext>
  </p:extLst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мокап ноут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AE49062-B55F-E80A-77C1-8902F8ABD7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/>
          <a:stretch/>
        </p:blipFill>
        <p:spPr>
          <a:xfrm>
            <a:off x="2624245" y="1204913"/>
            <a:ext cx="19138684" cy="11597471"/>
          </a:xfrm>
          <a:prstGeom prst="rect">
            <a:avLst/>
          </a:prstGeom>
        </p:spPr>
      </p:pic>
      <p:sp>
        <p:nvSpPr>
          <p:cNvPr id="5" name="Рисунок 4">
            <a:extLst>
              <a:ext uri="{FF2B5EF4-FFF2-40B4-BE49-F238E27FC236}">
                <a16:creationId xmlns:a16="http://schemas.microsoft.com/office/drawing/2014/main" id="{EA0B8A73-94F2-7973-138B-BD4B016623C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574760" y="1590805"/>
            <a:ext cx="15237654" cy="9911155"/>
          </a:xfrm>
          <a:custGeom>
            <a:avLst/>
            <a:gdLst>
              <a:gd name="connsiteX0" fmla="*/ 188627 w 14202555"/>
              <a:gd name="connsiteY0" fmla="*/ 0 h 9260469"/>
              <a:gd name="connsiteX1" fmla="*/ 6189211 w 14202555"/>
              <a:gd name="connsiteY1" fmla="*/ 0 h 9260469"/>
              <a:gd name="connsiteX2" fmla="*/ 6233595 w 14202555"/>
              <a:gd name="connsiteY2" fmla="*/ 44522 h 9260469"/>
              <a:gd name="connsiteX3" fmla="*/ 6233595 w 14202555"/>
              <a:gd name="connsiteY3" fmla="*/ 211478 h 9260469"/>
              <a:gd name="connsiteX4" fmla="*/ 6333459 w 14202555"/>
              <a:gd name="connsiteY4" fmla="*/ 311650 h 9260469"/>
              <a:gd name="connsiteX5" fmla="*/ 7869111 w 14202555"/>
              <a:gd name="connsiteY5" fmla="*/ 311650 h 9260469"/>
              <a:gd name="connsiteX6" fmla="*/ 7968971 w 14202555"/>
              <a:gd name="connsiteY6" fmla="*/ 211478 h 9260469"/>
              <a:gd name="connsiteX7" fmla="*/ 7968971 w 14202555"/>
              <a:gd name="connsiteY7" fmla="*/ 44522 h 9260469"/>
              <a:gd name="connsiteX8" fmla="*/ 8013355 w 14202555"/>
              <a:gd name="connsiteY8" fmla="*/ 0 h 9260469"/>
              <a:gd name="connsiteX9" fmla="*/ 14013895 w 14202555"/>
              <a:gd name="connsiteY9" fmla="*/ 0 h 9260469"/>
              <a:gd name="connsiteX10" fmla="*/ 14202555 w 14202555"/>
              <a:gd name="connsiteY10" fmla="*/ 189217 h 9260469"/>
              <a:gd name="connsiteX11" fmla="*/ 14202555 w 14202555"/>
              <a:gd name="connsiteY11" fmla="*/ 9260469 h 9260469"/>
              <a:gd name="connsiteX12" fmla="*/ 0 w 14202555"/>
              <a:gd name="connsiteY12" fmla="*/ 9260469 h 9260469"/>
              <a:gd name="connsiteX13" fmla="*/ 0 w 14202555"/>
              <a:gd name="connsiteY13" fmla="*/ 189217 h 9260469"/>
              <a:gd name="connsiteX14" fmla="*/ 188627 w 14202555"/>
              <a:gd name="connsiteY14" fmla="*/ 0 h 9260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202555" h="9260469">
                <a:moveTo>
                  <a:pt x="188627" y="0"/>
                </a:moveTo>
                <a:lnTo>
                  <a:pt x="6189211" y="0"/>
                </a:lnTo>
                <a:cubicBezTo>
                  <a:pt x="6213727" y="0"/>
                  <a:pt x="6233595" y="19933"/>
                  <a:pt x="6233595" y="44522"/>
                </a:cubicBezTo>
                <a:lnTo>
                  <a:pt x="6233595" y="211478"/>
                </a:lnTo>
                <a:cubicBezTo>
                  <a:pt x="6233595" y="266802"/>
                  <a:pt x="6278303" y="311650"/>
                  <a:pt x="6333459" y="311650"/>
                </a:cubicBezTo>
                <a:lnTo>
                  <a:pt x="7869111" y="311650"/>
                </a:lnTo>
                <a:cubicBezTo>
                  <a:pt x="7924263" y="311650"/>
                  <a:pt x="7968971" y="266802"/>
                  <a:pt x="7968971" y="211478"/>
                </a:cubicBezTo>
                <a:lnTo>
                  <a:pt x="7968971" y="44522"/>
                </a:lnTo>
                <a:cubicBezTo>
                  <a:pt x="7968971" y="19933"/>
                  <a:pt x="7988839" y="0"/>
                  <a:pt x="8013355" y="0"/>
                </a:cubicBezTo>
                <a:lnTo>
                  <a:pt x="14013895" y="0"/>
                </a:lnTo>
                <a:cubicBezTo>
                  <a:pt x="14118135" y="0"/>
                  <a:pt x="14202555" y="84715"/>
                  <a:pt x="14202555" y="189217"/>
                </a:cubicBezTo>
                <a:lnTo>
                  <a:pt x="14202555" y="9260469"/>
                </a:lnTo>
                <a:lnTo>
                  <a:pt x="0" y="9260469"/>
                </a:lnTo>
                <a:lnTo>
                  <a:pt x="0" y="189217"/>
                </a:lnTo>
                <a:cubicBezTo>
                  <a:pt x="0" y="84715"/>
                  <a:pt x="84452" y="0"/>
                  <a:pt x="1886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CE61CF53-AC44-A716-0D71-9E5ABAD07A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13763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мокап ноут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EDF46C2-15E0-0432-F57A-B48A091936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/>
          <a:stretch/>
        </p:blipFill>
        <p:spPr>
          <a:xfrm>
            <a:off x="7176494" y="2028326"/>
            <a:ext cx="17779850" cy="10774058"/>
          </a:xfrm>
          <a:prstGeom prst="rect">
            <a:avLst/>
          </a:prstGeom>
        </p:spPr>
      </p:pic>
      <p:sp>
        <p:nvSpPr>
          <p:cNvPr id="7" name="Рисунок 6">
            <a:extLst>
              <a:ext uri="{FF2B5EF4-FFF2-40B4-BE49-F238E27FC236}">
                <a16:creationId xmlns:a16="http://schemas.microsoft.com/office/drawing/2014/main" id="{E70F8168-B13A-1453-7384-97AFBDDD8C1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965141" y="2392632"/>
            <a:ext cx="14202555" cy="9330046"/>
          </a:xfrm>
          <a:custGeom>
            <a:avLst/>
            <a:gdLst>
              <a:gd name="connsiteX0" fmla="*/ 188627 w 14202555"/>
              <a:gd name="connsiteY0" fmla="*/ 0 h 9260469"/>
              <a:gd name="connsiteX1" fmla="*/ 6189211 w 14202555"/>
              <a:gd name="connsiteY1" fmla="*/ 0 h 9260469"/>
              <a:gd name="connsiteX2" fmla="*/ 6233595 w 14202555"/>
              <a:gd name="connsiteY2" fmla="*/ 44522 h 9260469"/>
              <a:gd name="connsiteX3" fmla="*/ 6233595 w 14202555"/>
              <a:gd name="connsiteY3" fmla="*/ 211478 h 9260469"/>
              <a:gd name="connsiteX4" fmla="*/ 6333459 w 14202555"/>
              <a:gd name="connsiteY4" fmla="*/ 311650 h 9260469"/>
              <a:gd name="connsiteX5" fmla="*/ 7869111 w 14202555"/>
              <a:gd name="connsiteY5" fmla="*/ 311650 h 9260469"/>
              <a:gd name="connsiteX6" fmla="*/ 7968971 w 14202555"/>
              <a:gd name="connsiteY6" fmla="*/ 211478 h 9260469"/>
              <a:gd name="connsiteX7" fmla="*/ 7968971 w 14202555"/>
              <a:gd name="connsiteY7" fmla="*/ 44522 h 9260469"/>
              <a:gd name="connsiteX8" fmla="*/ 8013355 w 14202555"/>
              <a:gd name="connsiteY8" fmla="*/ 0 h 9260469"/>
              <a:gd name="connsiteX9" fmla="*/ 14013895 w 14202555"/>
              <a:gd name="connsiteY9" fmla="*/ 0 h 9260469"/>
              <a:gd name="connsiteX10" fmla="*/ 14202555 w 14202555"/>
              <a:gd name="connsiteY10" fmla="*/ 189217 h 9260469"/>
              <a:gd name="connsiteX11" fmla="*/ 14202555 w 14202555"/>
              <a:gd name="connsiteY11" fmla="*/ 9260469 h 9260469"/>
              <a:gd name="connsiteX12" fmla="*/ 0 w 14202555"/>
              <a:gd name="connsiteY12" fmla="*/ 9260469 h 9260469"/>
              <a:gd name="connsiteX13" fmla="*/ 0 w 14202555"/>
              <a:gd name="connsiteY13" fmla="*/ 189217 h 9260469"/>
              <a:gd name="connsiteX14" fmla="*/ 188627 w 14202555"/>
              <a:gd name="connsiteY14" fmla="*/ 0 h 9260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202555" h="9260469">
                <a:moveTo>
                  <a:pt x="188627" y="0"/>
                </a:moveTo>
                <a:lnTo>
                  <a:pt x="6189211" y="0"/>
                </a:lnTo>
                <a:cubicBezTo>
                  <a:pt x="6213727" y="0"/>
                  <a:pt x="6233595" y="19933"/>
                  <a:pt x="6233595" y="44522"/>
                </a:cubicBezTo>
                <a:lnTo>
                  <a:pt x="6233595" y="211478"/>
                </a:lnTo>
                <a:cubicBezTo>
                  <a:pt x="6233595" y="266802"/>
                  <a:pt x="6278303" y="311650"/>
                  <a:pt x="6333459" y="311650"/>
                </a:cubicBezTo>
                <a:lnTo>
                  <a:pt x="7869111" y="311650"/>
                </a:lnTo>
                <a:cubicBezTo>
                  <a:pt x="7924263" y="311650"/>
                  <a:pt x="7968971" y="266802"/>
                  <a:pt x="7968971" y="211478"/>
                </a:cubicBezTo>
                <a:lnTo>
                  <a:pt x="7968971" y="44522"/>
                </a:lnTo>
                <a:cubicBezTo>
                  <a:pt x="7968971" y="19933"/>
                  <a:pt x="7988839" y="0"/>
                  <a:pt x="8013355" y="0"/>
                </a:cubicBezTo>
                <a:lnTo>
                  <a:pt x="14013895" y="0"/>
                </a:lnTo>
                <a:cubicBezTo>
                  <a:pt x="14118135" y="0"/>
                  <a:pt x="14202555" y="84715"/>
                  <a:pt x="14202555" y="189217"/>
                </a:cubicBezTo>
                <a:lnTo>
                  <a:pt x="14202555" y="9260469"/>
                </a:lnTo>
                <a:lnTo>
                  <a:pt x="0" y="9260469"/>
                </a:lnTo>
                <a:lnTo>
                  <a:pt x="0" y="189217"/>
                </a:lnTo>
                <a:cubicBezTo>
                  <a:pt x="0" y="84715"/>
                  <a:pt x="84452" y="0"/>
                  <a:pt x="1886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E22C386F-4191-0092-AEEB-4CC304B9B8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2028326"/>
            <a:ext cx="7124547" cy="205184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7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8000"/>
              </a:lnSpc>
              <a:spcBef>
                <a:spcPct val="0"/>
              </a:spcBef>
            </a:pPr>
            <a:r>
              <a:rPr lang="ru-RU" dirty="0"/>
              <a:t>Небольшой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534020AA-59FB-BE7E-7DFC-18F05AA2186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9353" y="4821203"/>
            <a:ext cx="6602033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D158F3ED-C0CB-30C8-FF5B-7449E18CD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39325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мокап ноут_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6D6838AC-8E76-7CA5-AE3E-FAC29AE59EBD}"/>
              </a:ext>
            </a:extLst>
          </p:cNvPr>
          <p:cNvSpPr/>
          <p:nvPr userDrawn="1"/>
        </p:nvSpPr>
        <p:spPr>
          <a:xfrm>
            <a:off x="1212850" y="1204913"/>
            <a:ext cx="15287914" cy="11306175"/>
          </a:xfrm>
          <a:prstGeom prst="roundRect">
            <a:avLst>
              <a:gd name="adj" fmla="val 330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6FF5482-F5E3-71CA-78C2-8F09EE96F73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/>
          <a:stretch/>
        </p:blipFill>
        <p:spPr>
          <a:xfrm>
            <a:off x="1705497" y="2537113"/>
            <a:ext cx="14261056" cy="8641774"/>
          </a:xfrm>
          <a:prstGeom prst="rect">
            <a:avLst/>
          </a:prstGeom>
        </p:spPr>
      </p:pic>
      <p:sp>
        <p:nvSpPr>
          <p:cNvPr id="7" name="Рисунок 6">
            <a:extLst>
              <a:ext uri="{FF2B5EF4-FFF2-40B4-BE49-F238E27FC236}">
                <a16:creationId xmlns:a16="http://schemas.microsoft.com/office/drawing/2014/main" id="{E70F8168-B13A-1453-7384-97AFBDDD8C1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159713" y="2839852"/>
            <a:ext cx="11391740" cy="7464495"/>
          </a:xfrm>
          <a:custGeom>
            <a:avLst/>
            <a:gdLst>
              <a:gd name="connsiteX0" fmla="*/ 188627 w 14202555"/>
              <a:gd name="connsiteY0" fmla="*/ 0 h 9260469"/>
              <a:gd name="connsiteX1" fmla="*/ 6189211 w 14202555"/>
              <a:gd name="connsiteY1" fmla="*/ 0 h 9260469"/>
              <a:gd name="connsiteX2" fmla="*/ 6233595 w 14202555"/>
              <a:gd name="connsiteY2" fmla="*/ 44522 h 9260469"/>
              <a:gd name="connsiteX3" fmla="*/ 6233595 w 14202555"/>
              <a:gd name="connsiteY3" fmla="*/ 211478 h 9260469"/>
              <a:gd name="connsiteX4" fmla="*/ 6333459 w 14202555"/>
              <a:gd name="connsiteY4" fmla="*/ 311650 h 9260469"/>
              <a:gd name="connsiteX5" fmla="*/ 7869111 w 14202555"/>
              <a:gd name="connsiteY5" fmla="*/ 311650 h 9260469"/>
              <a:gd name="connsiteX6" fmla="*/ 7968971 w 14202555"/>
              <a:gd name="connsiteY6" fmla="*/ 211478 h 9260469"/>
              <a:gd name="connsiteX7" fmla="*/ 7968971 w 14202555"/>
              <a:gd name="connsiteY7" fmla="*/ 44522 h 9260469"/>
              <a:gd name="connsiteX8" fmla="*/ 8013355 w 14202555"/>
              <a:gd name="connsiteY8" fmla="*/ 0 h 9260469"/>
              <a:gd name="connsiteX9" fmla="*/ 14013895 w 14202555"/>
              <a:gd name="connsiteY9" fmla="*/ 0 h 9260469"/>
              <a:gd name="connsiteX10" fmla="*/ 14202555 w 14202555"/>
              <a:gd name="connsiteY10" fmla="*/ 189217 h 9260469"/>
              <a:gd name="connsiteX11" fmla="*/ 14202555 w 14202555"/>
              <a:gd name="connsiteY11" fmla="*/ 9260469 h 9260469"/>
              <a:gd name="connsiteX12" fmla="*/ 0 w 14202555"/>
              <a:gd name="connsiteY12" fmla="*/ 9260469 h 9260469"/>
              <a:gd name="connsiteX13" fmla="*/ 0 w 14202555"/>
              <a:gd name="connsiteY13" fmla="*/ 189217 h 9260469"/>
              <a:gd name="connsiteX14" fmla="*/ 188627 w 14202555"/>
              <a:gd name="connsiteY14" fmla="*/ 0 h 9260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202555" h="9260469">
                <a:moveTo>
                  <a:pt x="188627" y="0"/>
                </a:moveTo>
                <a:lnTo>
                  <a:pt x="6189211" y="0"/>
                </a:lnTo>
                <a:cubicBezTo>
                  <a:pt x="6213727" y="0"/>
                  <a:pt x="6233595" y="19933"/>
                  <a:pt x="6233595" y="44522"/>
                </a:cubicBezTo>
                <a:lnTo>
                  <a:pt x="6233595" y="211478"/>
                </a:lnTo>
                <a:cubicBezTo>
                  <a:pt x="6233595" y="266802"/>
                  <a:pt x="6278303" y="311650"/>
                  <a:pt x="6333459" y="311650"/>
                </a:cubicBezTo>
                <a:lnTo>
                  <a:pt x="7869111" y="311650"/>
                </a:lnTo>
                <a:cubicBezTo>
                  <a:pt x="7924263" y="311650"/>
                  <a:pt x="7968971" y="266802"/>
                  <a:pt x="7968971" y="211478"/>
                </a:cubicBezTo>
                <a:lnTo>
                  <a:pt x="7968971" y="44522"/>
                </a:lnTo>
                <a:cubicBezTo>
                  <a:pt x="7968971" y="19933"/>
                  <a:pt x="7988839" y="0"/>
                  <a:pt x="8013355" y="0"/>
                </a:cubicBezTo>
                <a:lnTo>
                  <a:pt x="14013895" y="0"/>
                </a:lnTo>
                <a:cubicBezTo>
                  <a:pt x="14118135" y="0"/>
                  <a:pt x="14202555" y="84715"/>
                  <a:pt x="14202555" y="189217"/>
                </a:cubicBezTo>
                <a:lnTo>
                  <a:pt x="14202555" y="9260469"/>
                </a:lnTo>
                <a:lnTo>
                  <a:pt x="0" y="9260469"/>
                </a:lnTo>
                <a:lnTo>
                  <a:pt x="0" y="189217"/>
                </a:lnTo>
                <a:cubicBezTo>
                  <a:pt x="0" y="84715"/>
                  <a:pt x="84452" y="0"/>
                  <a:pt x="1886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12" name="Текст 7">
            <a:extLst>
              <a:ext uri="{FF2B5EF4-FFF2-40B4-BE49-F238E27FC236}">
                <a16:creationId xmlns:a16="http://schemas.microsoft.com/office/drawing/2014/main" id="{6F40E742-61D1-8808-90CF-486BAACA2E5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37296" y="7579933"/>
            <a:ext cx="5963057" cy="205184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7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8000"/>
              </a:lnSpc>
              <a:spcBef>
                <a:spcPct val="0"/>
              </a:spcBef>
            </a:pPr>
            <a:r>
              <a:rPr lang="ru-RU" dirty="0"/>
              <a:t>Небольшой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F4B59B3D-BFB1-B884-2D6C-0F2E41DC72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237297" y="10372810"/>
            <a:ext cx="5969686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15FA9A4D-2890-33AA-1F69-6428DC39D9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71814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мокап телефон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FC2723F-FC78-6799-D716-7919E06F03D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086189" y="1238780"/>
            <a:ext cx="5524153" cy="11320799"/>
          </a:xfrm>
          <a:prstGeom prst="rect">
            <a:avLst/>
          </a:prstGeom>
        </p:spPr>
      </p:pic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54711659-92E6-BBF8-8629-8E70C3FF2C2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4332086" y="1441363"/>
            <a:ext cx="5032356" cy="10915633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363C6D36-B8DF-C6C5-8B74-7291CD2471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2437197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330EA33F-0293-6875-0A36-5C72485488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92848" y="5759020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86A53AF4-4C43-1C64-31FC-43E4F7B71FF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92848" y="6368620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C41D8E70-6BBA-1334-AA32-0CB1127672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92848" y="8788832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68613952-CE0B-FFE2-CCD8-1D67390D575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92848" y="9398432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00A9292E-FEA6-7769-6B4A-C50D732ED4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46169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мокап телефон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FC2723F-FC78-6799-D716-7919E06F03D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877673" y="1850017"/>
            <a:ext cx="8116186" cy="16632724"/>
          </a:xfrm>
          <a:prstGeom prst="rect">
            <a:avLst/>
          </a:prstGeom>
        </p:spPr>
      </p:pic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54711659-92E6-BBF8-8629-8E70C3FF2C2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3245170" y="2184771"/>
            <a:ext cx="7382709" cy="16013760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 dirty="0"/>
          </a:p>
        </p:txBody>
      </p:sp>
      <p:sp>
        <p:nvSpPr>
          <p:cNvPr id="4" name="Текст 7">
            <a:extLst>
              <a:ext uri="{FF2B5EF4-FFF2-40B4-BE49-F238E27FC236}">
                <a16:creationId xmlns:a16="http://schemas.microsoft.com/office/drawing/2014/main" id="{56E34CB6-97FB-2071-0045-869447EA101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7515755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Текст 55">
            <a:extLst>
              <a:ext uri="{FF2B5EF4-FFF2-40B4-BE49-F238E27FC236}">
                <a16:creationId xmlns:a16="http://schemas.microsoft.com/office/drawing/2014/main" id="{4ED89B1C-C71C-3EB1-4969-9A6071F209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9353" y="10735978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7" name="Номер слайда 2">
            <a:extLst>
              <a:ext uri="{FF2B5EF4-FFF2-40B4-BE49-F238E27FC236}">
                <a16:creationId xmlns:a16="http://schemas.microsoft.com/office/drawing/2014/main" id="{5C059E4F-B17E-D6F8-69FC-BECC4CA8BE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40702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мокап телефон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DAEF54D6-C4D4-F7EC-F6F5-0F5A6536EB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0" name="Shape 0">
            <a:extLst>
              <a:ext uri="{FF2B5EF4-FFF2-40B4-BE49-F238E27FC236}">
                <a16:creationId xmlns:a16="http://schemas.microsoft.com/office/drawing/2014/main" id="{3B903C9F-FB44-7C7B-C487-4DE1D8D69083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1" name="Текст 7">
            <a:extLst>
              <a:ext uri="{FF2B5EF4-FFF2-40B4-BE49-F238E27FC236}">
                <a16:creationId xmlns:a16="http://schemas.microsoft.com/office/drawing/2014/main" id="{881E9D9C-B6DD-D838-6EE4-D7303C89E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8CEAD1D2-656F-828B-6206-6C77A8CB18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92848" y="4139603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939BDB43-0876-D6E2-2015-32A3B73D9F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92848" y="4749203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B350CE25-128E-CFCA-F2C2-1A2A8AF65E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92848" y="7169415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EB27B958-1B23-B530-051A-EA5B3181B4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92848" y="7779015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9C53A9A6-35A5-6663-FFBF-70EBFD2957C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92848" y="10199227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E63511CA-F580-9C1D-688A-E392FCC8732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792848" y="10808827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0F64432-AC0F-1F33-A866-7FF3CB0A7DC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014201" y="1238781"/>
            <a:ext cx="4864270" cy="9968482"/>
          </a:xfrm>
          <a:prstGeom prst="rect">
            <a:avLst/>
          </a:prstGeom>
        </p:spPr>
      </p:pic>
      <p:sp>
        <p:nvSpPr>
          <p:cNvPr id="5" name="Рисунок 4">
            <a:extLst>
              <a:ext uri="{FF2B5EF4-FFF2-40B4-BE49-F238E27FC236}">
                <a16:creationId xmlns:a16="http://schemas.microsoft.com/office/drawing/2014/main" id="{5F0A4FED-BB2E-DBF3-C673-05F3777BDE4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2239651" y="1441364"/>
            <a:ext cx="4413371" cy="9573000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2DD0971-5C08-ECE0-BEC6-380EC6C8CC6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7696543" y="2542606"/>
            <a:ext cx="4864270" cy="9968482"/>
          </a:xfrm>
          <a:prstGeom prst="rect">
            <a:avLst/>
          </a:prstGeom>
        </p:spPr>
      </p:pic>
      <p:sp>
        <p:nvSpPr>
          <p:cNvPr id="7" name="Рисунок 6">
            <a:extLst>
              <a:ext uri="{FF2B5EF4-FFF2-40B4-BE49-F238E27FC236}">
                <a16:creationId xmlns:a16="http://schemas.microsoft.com/office/drawing/2014/main" id="{9B96D817-5C34-B4CE-1B4A-7D41A4D9146D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7921993" y="2745189"/>
            <a:ext cx="4413371" cy="9573000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17517D9D-F9F3-03EE-1838-C30A819EDB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36971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мокап ноут_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FBA50A82-E9AC-1FBC-0666-B190F213EF5E}"/>
              </a:ext>
            </a:extLst>
          </p:cNvPr>
          <p:cNvSpPr/>
          <p:nvPr userDrawn="1"/>
        </p:nvSpPr>
        <p:spPr>
          <a:xfrm>
            <a:off x="1212850" y="1204913"/>
            <a:ext cx="15287914" cy="11306175"/>
          </a:xfrm>
          <a:prstGeom prst="roundRect">
            <a:avLst>
              <a:gd name="adj" fmla="val 330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2" name="Текст 7">
            <a:extLst>
              <a:ext uri="{FF2B5EF4-FFF2-40B4-BE49-F238E27FC236}">
                <a16:creationId xmlns:a16="http://schemas.microsoft.com/office/drawing/2014/main" id="{6F40E742-61D1-8808-90CF-486BAACA2E5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37296" y="7579933"/>
            <a:ext cx="5963057" cy="205184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7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8000"/>
              </a:lnSpc>
              <a:spcBef>
                <a:spcPct val="0"/>
              </a:spcBef>
            </a:pPr>
            <a:r>
              <a:rPr lang="ru-RU" dirty="0"/>
              <a:t>Небольшой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F4B59B3D-BFB1-B884-2D6C-0F2E41DC72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237297" y="10372810"/>
            <a:ext cx="5969686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0401281E-5343-ACCA-84A6-DF5422BB95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/>
          <a:stretch/>
        </p:blipFill>
        <p:spPr>
          <a:xfrm>
            <a:off x="1823994" y="2238462"/>
            <a:ext cx="4508346" cy="9239077"/>
          </a:xfrm>
          <a:prstGeom prst="rect">
            <a:avLst/>
          </a:prstGeom>
        </p:spPr>
      </p:pic>
      <p:sp>
        <p:nvSpPr>
          <p:cNvPr id="28" name="Рисунок 27">
            <a:extLst>
              <a:ext uri="{FF2B5EF4-FFF2-40B4-BE49-F238E27FC236}">
                <a16:creationId xmlns:a16="http://schemas.microsoft.com/office/drawing/2014/main" id="{0858B215-FE2D-1C78-440B-FE0BF3940883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024676" y="2403793"/>
            <a:ext cx="4106983" cy="8908415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3DEFAC9E-0459-CF0F-0339-401CFB44D1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/>
          <a:stretch/>
        </p:blipFill>
        <p:spPr>
          <a:xfrm>
            <a:off x="6581852" y="2238462"/>
            <a:ext cx="4508346" cy="9239077"/>
          </a:xfrm>
          <a:prstGeom prst="rect">
            <a:avLst/>
          </a:prstGeom>
        </p:spPr>
      </p:pic>
      <p:sp>
        <p:nvSpPr>
          <p:cNvPr id="27" name="Рисунок 26">
            <a:extLst>
              <a:ext uri="{FF2B5EF4-FFF2-40B4-BE49-F238E27FC236}">
                <a16:creationId xmlns:a16="http://schemas.microsoft.com/office/drawing/2014/main" id="{69804B29-5149-C3BD-6E11-034F13152ADB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782534" y="2403793"/>
            <a:ext cx="4106983" cy="8908415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7361842-0B34-E831-121D-10082EDDCF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/>
          <a:stretch/>
        </p:blipFill>
        <p:spPr>
          <a:xfrm>
            <a:off x="11339710" y="2238462"/>
            <a:ext cx="4508346" cy="9239077"/>
          </a:xfrm>
          <a:prstGeom prst="rect">
            <a:avLst/>
          </a:prstGeom>
        </p:spPr>
      </p:pic>
      <p:sp>
        <p:nvSpPr>
          <p:cNvPr id="6" name="Рисунок 5">
            <a:extLst>
              <a:ext uri="{FF2B5EF4-FFF2-40B4-BE49-F238E27FC236}">
                <a16:creationId xmlns:a16="http://schemas.microsoft.com/office/drawing/2014/main" id="{6830D9F5-8E57-059A-A5D3-54E2996C555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1540393" y="2403793"/>
            <a:ext cx="4106983" cy="8908415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7" name="Номер слайда 2">
            <a:extLst>
              <a:ext uri="{FF2B5EF4-FFF2-40B4-BE49-F238E27FC236}">
                <a16:creationId xmlns:a16="http://schemas.microsoft.com/office/drawing/2014/main" id="{B0C168A9-BE3B-166D-CFD0-A52D571640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05075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роцесс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 ">
            <a:extLst>
              <a:ext uri="{FF2B5EF4-FFF2-40B4-BE49-F238E27FC236}">
                <a16:creationId xmlns:a16="http://schemas.microsoft.com/office/drawing/2014/main" id="{3E998ECC-8AC2-14D1-ACBC-4C06D536BF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3781348" y="0"/>
            <a:ext cx="10605826" cy="13716000"/>
          </a:xfrm>
          <a:prstGeom prst="rect">
            <a:avLst/>
          </a:prstGeom>
        </p:spPr>
      </p:pic>
      <p:pic>
        <p:nvPicPr>
          <p:cNvPr id="16" name="Image 17" descr=" ">
            <a:extLst>
              <a:ext uri="{FF2B5EF4-FFF2-40B4-BE49-F238E27FC236}">
                <a16:creationId xmlns:a16="http://schemas.microsoft.com/office/drawing/2014/main" id="{77176B24-9B20-541F-4351-EC6C9AD289D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7" name="Текст 7">
            <a:extLst>
              <a:ext uri="{FF2B5EF4-FFF2-40B4-BE49-F238E27FC236}">
                <a16:creationId xmlns:a16="http://schemas.microsoft.com/office/drawing/2014/main" id="{3A80AE7B-09FC-99D1-CD1F-EEFFA3FD11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737380" y="5126757"/>
            <a:ext cx="7436945" cy="346248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Несколько этапов </a:t>
            </a:r>
            <a:br>
              <a:rPr lang="ru-RU" dirty="0"/>
            </a:br>
            <a:r>
              <a:rPr lang="ru-RU" dirty="0"/>
              <a:t>процесса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156908DE-AC51-FF99-90DE-F5AE527FAAD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889" y="147359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Работа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CA5B8839-CCE7-2B94-1426-178E2DE0F31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889" y="2007625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en-US" sz="2400" dirty="0" err="1">
                <a:latin typeface="Graphik LC Regular" panose="020B0503030202060203" pitchFamily="34" charset="0"/>
              </a:rPr>
              <a:t>Задача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выжить</a:t>
            </a:r>
            <a:r>
              <a:rPr lang="en-US" sz="2400" dirty="0">
                <a:latin typeface="Graphik LC Regular" panose="020B0503030202060203" pitchFamily="34" charset="0"/>
              </a:rPr>
              <a:t>.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Вы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делаете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работу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чтобы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получить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зарплату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не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ищите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других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вознаграждений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это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D28040AC-C0D1-1117-E12A-5E246EDB669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11889" y="4421299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Работа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EC00DCA1-9DA2-A8EC-50E5-525ED2836F2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11889" y="4997139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en-US" sz="2400" dirty="0" err="1">
                <a:latin typeface="Graphik LC Regular" panose="020B0503030202060203" pitchFamily="34" charset="0"/>
              </a:rPr>
              <a:t>Задача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выжить</a:t>
            </a:r>
            <a:r>
              <a:rPr lang="en-US" sz="2400" dirty="0">
                <a:latin typeface="Graphik LC Regular" panose="020B0503030202060203" pitchFamily="34" charset="0"/>
              </a:rPr>
              <a:t>.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Вы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делаете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работу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чтобы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получить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зарплату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не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ищите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других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вознаграждений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это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8CBF87D4-2ED4-739E-9001-1D12A272D9F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11889" y="7410813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Работа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F0362CD4-4D51-90EE-6815-DC208D46926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11889" y="7986653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en-US" sz="2400" dirty="0" err="1">
                <a:latin typeface="Graphik LC Regular" panose="020B0503030202060203" pitchFamily="34" charset="0"/>
              </a:rPr>
              <a:t>Задача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выжить</a:t>
            </a:r>
            <a:r>
              <a:rPr lang="en-US" sz="2400" dirty="0">
                <a:latin typeface="Graphik LC Regular" panose="020B0503030202060203" pitchFamily="34" charset="0"/>
              </a:rPr>
              <a:t>.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Вы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делаете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работу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чтобы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получить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зарплату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не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ищите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других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вознаграждений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это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329DE263-E828-EA0C-FC22-77233ECF6C4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11889" y="10400327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Работа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722CA304-6AC9-588C-4315-C94CF026E9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111889" y="10976165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en-US" sz="2400" dirty="0" err="1">
                <a:latin typeface="Graphik LC Regular" panose="020B0503030202060203" pitchFamily="34" charset="0"/>
              </a:rPr>
              <a:t>Задача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выжить</a:t>
            </a:r>
            <a:r>
              <a:rPr lang="en-US" sz="2400" dirty="0">
                <a:latin typeface="Graphik LC Regular" panose="020B0503030202060203" pitchFamily="34" charset="0"/>
              </a:rPr>
              <a:t>.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Вы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делаете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работу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чтобы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получить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зарплату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не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ищите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других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вознаграждений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это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BBC085BC-2326-D82A-83C0-48C6075876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21906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аймлайн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17" descr=" ">
            <a:extLst>
              <a:ext uri="{FF2B5EF4-FFF2-40B4-BE49-F238E27FC236}">
                <a16:creationId xmlns:a16="http://schemas.microsoft.com/office/drawing/2014/main" id="{8AD7A007-A477-3998-0D95-8491D903E8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8" name="Текст 7">
            <a:extLst>
              <a:ext uri="{FF2B5EF4-FFF2-40B4-BE49-F238E27FC236}">
                <a16:creationId xmlns:a16="http://schemas.microsoft.com/office/drawing/2014/main" id="{EC9BD3E0-1895-C455-1B07-A6F28F52C8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43FFF9A1-0A4F-D8AF-8DA0-2CAADE5EA2B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28697" y="6532221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Дата 1</a:t>
            </a:r>
          </a:p>
        </p:txBody>
      </p:sp>
      <p:sp>
        <p:nvSpPr>
          <p:cNvPr id="30" name="Текст 55">
            <a:extLst>
              <a:ext uri="{FF2B5EF4-FFF2-40B4-BE49-F238E27FC236}">
                <a16:creationId xmlns:a16="http://schemas.microsoft.com/office/drawing/2014/main" id="{C02E3CB7-AE4A-1D3A-6233-B6FEF952BDB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78839" y="6532221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Дата 2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B873B34F-9C90-3F81-DFB2-FD0105FE5BD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537467" y="6532221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Дата 3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25FA622-CFEF-86D8-372A-26FE2D5963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  <p:sp>
        <p:nvSpPr>
          <p:cNvPr id="6" name="Текст 55">
            <a:extLst>
              <a:ext uri="{FF2B5EF4-FFF2-40B4-BE49-F238E27FC236}">
                <a16:creationId xmlns:a16="http://schemas.microsoft.com/office/drawing/2014/main" id="{06B8E5FC-4032-EA75-05BC-BE3AB45DC8C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28696" y="7369020"/>
            <a:ext cx="5640293" cy="15678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2400" dirty="0" smtClean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ru-RU" sz="2400" b="0" i="0" dirty="0">
                <a:solidFill>
                  <a:schemeClr val="bg1"/>
                </a:solidFill>
                <a:latin typeface="Graphik LC Regular" panose="020B0503030202060203" pitchFamily="34" charset="0"/>
              </a:rPr>
              <a:t>25.07 – Окончание приема заявлений</a:t>
            </a:r>
          </a:p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ru-RU" sz="2400" b="0" i="0" dirty="0">
                <a:solidFill>
                  <a:schemeClr val="bg1"/>
                </a:solidFill>
                <a:latin typeface="Graphik LC Regular" panose="020B0503030202060203" pitchFamily="34" charset="0"/>
              </a:rPr>
              <a:t>03.08 – Окончание приема оригинала</a:t>
            </a:r>
          </a:p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ru-RU" sz="2400" b="0" i="0" dirty="0">
                <a:solidFill>
                  <a:schemeClr val="bg1"/>
                </a:solidFill>
                <a:latin typeface="Graphik LC Regular" panose="020B0503030202060203" pitchFamily="34" charset="0"/>
              </a:rPr>
              <a:t>04.08 – Приказ о зачислении</a:t>
            </a:r>
          </a:p>
        </p:txBody>
      </p:sp>
      <p:sp>
        <p:nvSpPr>
          <p:cNvPr id="7" name="Текст 55">
            <a:extLst>
              <a:ext uri="{FF2B5EF4-FFF2-40B4-BE49-F238E27FC236}">
                <a16:creationId xmlns:a16="http://schemas.microsoft.com/office/drawing/2014/main" id="{9A873D72-29CA-5E4F-5CD8-6B5CB240205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78839" y="7369020"/>
            <a:ext cx="5640293" cy="15678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2400" dirty="0" smtClean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ru-RU" sz="2400" b="0" i="0" dirty="0">
                <a:solidFill>
                  <a:schemeClr val="bg1"/>
                </a:solidFill>
                <a:latin typeface="Graphik LC Regular" panose="020B0503030202060203" pitchFamily="34" charset="0"/>
              </a:rPr>
              <a:t>25.07 – Окончание приема заявлений</a:t>
            </a:r>
          </a:p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ru-RU" sz="2400" b="0" i="0" dirty="0">
                <a:solidFill>
                  <a:schemeClr val="bg1"/>
                </a:solidFill>
                <a:latin typeface="Graphik LC Regular" panose="020B0503030202060203" pitchFamily="34" charset="0"/>
              </a:rPr>
              <a:t>03.08 – Окончание приема оригинала</a:t>
            </a:r>
          </a:p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ru-RU" sz="2400" b="0" i="0" dirty="0">
                <a:solidFill>
                  <a:schemeClr val="bg1"/>
                </a:solidFill>
                <a:latin typeface="Graphik LC Regular" panose="020B0503030202060203" pitchFamily="34" charset="0"/>
              </a:rPr>
              <a:t>04.08 – Приказ о зачислении</a:t>
            </a:r>
          </a:p>
        </p:txBody>
      </p:sp>
      <p:sp>
        <p:nvSpPr>
          <p:cNvPr id="8" name="Текст 55">
            <a:extLst>
              <a:ext uri="{FF2B5EF4-FFF2-40B4-BE49-F238E27FC236}">
                <a16:creationId xmlns:a16="http://schemas.microsoft.com/office/drawing/2014/main" id="{63117E9F-59F1-44DB-56B9-57D8A43217A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537467" y="7369020"/>
            <a:ext cx="5640293" cy="15678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2400" dirty="0" smtClean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ru-RU" sz="2400" b="0" i="0" dirty="0">
                <a:solidFill>
                  <a:schemeClr val="bg1"/>
                </a:solidFill>
                <a:latin typeface="Graphik LC Regular" panose="020B0503030202060203" pitchFamily="34" charset="0"/>
              </a:rPr>
              <a:t>25.07 – Окончание приема заявлений</a:t>
            </a:r>
          </a:p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ru-RU" sz="2400" b="0" i="0" dirty="0">
                <a:solidFill>
                  <a:schemeClr val="bg1"/>
                </a:solidFill>
                <a:latin typeface="Graphik LC Regular" panose="020B0503030202060203" pitchFamily="34" charset="0"/>
              </a:rPr>
              <a:t>03.08 – Окончание приема оригинала</a:t>
            </a:r>
          </a:p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ru-RU" sz="2400" b="0" i="0" dirty="0">
                <a:solidFill>
                  <a:schemeClr val="bg1"/>
                </a:solidFill>
                <a:latin typeface="Graphik LC Regular" panose="020B0503030202060203" pitchFamily="34" charset="0"/>
              </a:rPr>
              <a:t>04.08 – Приказ о зачислении</a:t>
            </a:r>
          </a:p>
        </p:txBody>
      </p:sp>
    </p:spTree>
    <p:extLst>
      <p:ext uri="{BB962C8B-B14F-4D97-AF65-F5344CB8AC3E}">
        <p14:creationId xmlns:p14="http://schemas.microsoft.com/office/powerpoint/2010/main" val="12881440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WO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">
            <a:extLst>
              <a:ext uri="{FF2B5EF4-FFF2-40B4-BE49-F238E27FC236}">
                <a16:creationId xmlns:a16="http://schemas.microsoft.com/office/drawing/2014/main" id="{B575D007-2CD1-383B-B182-AD46025F84FF}"/>
              </a:ext>
            </a:extLst>
          </p:cNvPr>
          <p:cNvSpPr/>
          <p:nvPr userDrawn="1"/>
        </p:nvSpPr>
        <p:spPr>
          <a:xfrm>
            <a:off x="13781222" y="1219200"/>
            <a:ext cx="9386473" cy="5448300"/>
          </a:xfrm>
          <a:prstGeom prst="round1Rect">
            <a:avLst>
              <a:gd name="adj" fmla="val 10829"/>
            </a:avLst>
          </a:prstGeom>
          <a:noFill/>
          <a:ln w="25400">
            <a:solidFill>
              <a:srgbClr val="FAFAFA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3492360-7652-C989-BA6B-A794F0CE5AA3}"/>
              </a:ext>
            </a:extLst>
          </p:cNvPr>
          <p:cNvSpPr/>
          <p:nvPr userDrawn="1"/>
        </p:nvSpPr>
        <p:spPr>
          <a:xfrm flipH="1">
            <a:off x="4013702" y="1219200"/>
            <a:ext cx="9386473" cy="5448300"/>
          </a:xfrm>
          <a:prstGeom prst="round1Rect">
            <a:avLst>
              <a:gd name="adj" fmla="val 10829"/>
            </a:avLst>
          </a:prstGeom>
          <a:noFill/>
          <a:ln w="25400">
            <a:solidFill>
              <a:srgbClr val="FAFAFA"/>
            </a:solidFill>
            <a:prstDash val="solid"/>
          </a:ln>
        </p:spPr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EAFD27D0-13DE-396C-7E81-8019F2BC0714}"/>
              </a:ext>
            </a:extLst>
          </p:cNvPr>
          <p:cNvSpPr/>
          <p:nvPr userDrawn="1"/>
        </p:nvSpPr>
        <p:spPr>
          <a:xfrm flipV="1">
            <a:off x="13781222" y="7048500"/>
            <a:ext cx="9386473" cy="5448300"/>
          </a:xfrm>
          <a:prstGeom prst="round1Rect">
            <a:avLst>
              <a:gd name="adj" fmla="val 10829"/>
            </a:avLst>
          </a:prstGeom>
          <a:noFill/>
          <a:ln w="25400">
            <a:solidFill>
              <a:srgbClr val="FAFAFA"/>
            </a:solidFill>
            <a:prstDash val="solid"/>
          </a:ln>
        </p:spPr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DD42043D-E3B6-9EB0-181B-CFBD84F05B02}"/>
              </a:ext>
            </a:extLst>
          </p:cNvPr>
          <p:cNvSpPr/>
          <p:nvPr userDrawn="1"/>
        </p:nvSpPr>
        <p:spPr>
          <a:xfrm flipH="1" flipV="1">
            <a:off x="4013702" y="7048500"/>
            <a:ext cx="9386473" cy="5448300"/>
          </a:xfrm>
          <a:prstGeom prst="round1Rect">
            <a:avLst>
              <a:gd name="adj" fmla="val 10829"/>
            </a:avLst>
          </a:prstGeom>
          <a:noFill/>
          <a:ln w="25400">
            <a:solidFill>
              <a:srgbClr val="FAFAFA"/>
            </a:solidFill>
            <a:prstDash val="solid"/>
          </a:ln>
        </p:spPr>
      </p:sp>
      <p:pic>
        <p:nvPicPr>
          <p:cNvPr id="7" name="Image 0" descr=" ">
            <a:extLst>
              <a:ext uri="{FF2B5EF4-FFF2-40B4-BE49-F238E27FC236}">
                <a16:creationId xmlns:a16="http://schemas.microsoft.com/office/drawing/2014/main" id="{A83AFEDF-D72E-F0F8-F552-D70629AC46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7667" y="3619500"/>
            <a:ext cx="3042508" cy="3042121"/>
          </a:xfrm>
          <a:prstGeom prst="rect">
            <a:avLst/>
          </a:prstGeom>
        </p:spPr>
      </p:pic>
      <p:pic>
        <p:nvPicPr>
          <p:cNvPr id="8" name="Image 1" descr=" ">
            <a:extLst>
              <a:ext uri="{FF2B5EF4-FFF2-40B4-BE49-F238E27FC236}">
                <a16:creationId xmlns:a16="http://schemas.microsoft.com/office/drawing/2014/main" id="{AD217DDA-3A60-083E-CF35-D3FE10B52C9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57667" y="7054379"/>
            <a:ext cx="3042508" cy="3042121"/>
          </a:xfrm>
          <a:prstGeom prst="rect">
            <a:avLst/>
          </a:prstGeom>
        </p:spPr>
      </p:pic>
      <p:pic>
        <p:nvPicPr>
          <p:cNvPr id="9" name="Image 2" descr=" ">
            <a:extLst>
              <a:ext uri="{FF2B5EF4-FFF2-40B4-BE49-F238E27FC236}">
                <a16:creationId xmlns:a16="http://schemas.microsoft.com/office/drawing/2014/main" id="{305D9CE0-02EF-D7E0-9077-6E158E04D06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787096" y="3619500"/>
            <a:ext cx="3042508" cy="3042121"/>
          </a:xfrm>
          <a:prstGeom prst="rect">
            <a:avLst/>
          </a:prstGeom>
        </p:spPr>
      </p:pic>
      <p:pic>
        <p:nvPicPr>
          <p:cNvPr id="10" name="Image 3" descr=" ">
            <a:extLst>
              <a:ext uri="{FF2B5EF4-FFF2-40B4-BE49-F238E27FC236}">
                <a16:creationId xmlns:a16="http://schemas.microsoft.com/office/drawing/2014/main" id="{C1D274EC-377D-0E98-F3EC-8E68B5F7190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787096" y="7054379"/>
            <a:ext cx="3042508" cy="3042121"/>
          </a:xfrm>
          <a:prstGeom prst="rect">
            <a:avLst/>
          </a:prstGeom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03E9940F-050C-C622-65D0-C6025C16E479}"/>
              </a:ext>
            </a:extLst>
          </p:cNvPr>
          <p:cNvSpPr/>
          <p:nvPr userDrawn="1"/>
        </p:nvSpPr>
        <p:spPr>
          <a:xfrm rot="21600000">
            <a:off x="14728311" y="4360924"/>
            <a:ext cx="116007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ctr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W</a:t>
            </a: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6F400FAC-83E0-B284-1C8C-195EE67D88B7}"/>
              </a:ext>
            </a:extLst>
          </p:cNvPr>
          <p:cNvSpPr/>
          <p:nvPr userDrawn="1"/>
        </p:nvSpPr>
        <p:spPr>
          <a:xfrm rot="21600000">
            <a:off x="11160525" y="8118309"/>
            <a:ext cx="1033062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ctr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O</a:t>
            </a: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FFD08B16-7A3B-BC7A-292C-18CD0F63A6BF}"/>
              </a:ext>
            </a:extLst>
          </p:cNvPr>
          <p:cNvSpPr/>
          <p:nvPr userDrawn="1"/>
        </p:nvSpPr>
        <p:spPr>
          <a:xfrm rot="21600000">
            <a:off x="11325645" y="4360924"/>
            <a:ext cx="867942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ctr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S</a:t>
            </a: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C796E4A-9DFA-B12E-9420-2B1B3590C87A}"/>
              </a:ext>
            </a:extLst>
          </p:cNvPr>
          <p:cNvSpPr/>
          <p:nvPr userDrawn="1"/>
        </p:nvSpPr>
        <p:spPr>
          <a:xfrm rot="21600000">
            <a:off x="15092205" y="8117869"/>
            <a:ext cx="82983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ctr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T</a:t>
            </a:r>
          </a:p>
        </p:txBody>
      </p:sp>
      <p:pic>
        <p:nvPicPr>
          <p:cNvPr id="20" name="Image 17" descr=" ">
            <a:extLst>
              <a:ext uri="{FF2B5EF4-FFF2-40B4-BE49-F238E27FC236}">
                <a16:creationId xmlns:a16="http://schemas.microsoft.com/office/drawing/2014/main" id="{FC276A7C-6927-48C3-88E7-AE303DE43CF8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22900" y="876300"/>
            <a:ext cx="965321" cy="635000"/>
          </a:xfrm>
          <a:prstGeom prst="rect">
            <a:avLst/>
          </a:prstGeom>
        </p:spPr>
      </p:pic>
      <p:sp>
        <p:nvSpPr>
          <p:cNvPr id="21" name="Текст 7">
            <a:extLst>
              <a:ext uri="{FF2B5EF4-FFF2-40B4-BE49-F238E27FC236}">
                <a16:creationId xmlns:a16="http://schemas.microsoft.com/office/drawing/2014/main" id="{69A5BE2E-FDF5-423F-F8A7-1531A0E64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-3572536" y="6795969"/>
            <a:ext cx="1035426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SWOT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2B9CABE2-9EE4-1FC8-C423-766CE0890CF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21765" y="1727200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-US" sz="3000" dirty="0">
                <a:solidFill>
                  <a:schemeClr val="bg1"/>
                </a:solidFill>
                <a:latin typeface="Graphik LC Medium" panose="020B0503030202060203" pitchFamily="34" charset="0"/>
              </a:rPr>
              <a:t>Strengths</a:t>
            </a:r>
            <a:r>
              <a:rPr lang="ru-RU" dirty="0"/>
              <a:t> 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0547FE8C-8171-A90B-9FE5-A3D0BC550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21765" y="7556500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-US" sz="3000" dirty="0">
                <a:solidFill>
                  <a:schemeClr val="bg1"/>
                </a:solidFill>
                <a:latin typeface="Graphik LC Medium" panose="020B0503030202060203" pitchFamily="34" charset="0"/>
              </a:rPr>
              <a:t>Opportunities</a:t>
            </a:r>
            <a:r>
              <a:rPr lang="ru-RU" dirty="0"/>
              <a:t> 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9DDF1DF5-76EC-A5E2-1A58-C61197BD10F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019341" y="1727200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-US" sz="3000" dirty="0">
                <a:solidFill>
                  <a:schemeClr val="bg1"/>
                </a:solidFill>
                <a:latin typeface="Graphik LC Medium" panose="020B0503030202060203" pitchFamily="34" charset="0"/>
              </a:rPr>
              <a:t>Weakness</a:t>
            </a:r>
            <a:r>
              <a:rPr lang="ru-RU" dirty="0"/>
              <a:t> 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8D26566E-F761-8780-1FC7-4BDF8FC18C6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019341" y="7570350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-US" sz="3000" dirty="0">
                <a:solidFill>
                  <a:schemeClr val="bg1"/>
                </a:solidFill>
                <a:latin typeface="Graphik LC Medium" panose="020B0503030202060203" pitchFamily="34" charset="0"/>
              </a:rPr>
              <a:t>Threats</a:t>
            </a:r>
            <a:r>
              <a:rPr lang="ru-RU" dirty="0"/>
              <a:t> </a:t>
            </a:r>
          </a:p>
        </p:txBody>
      </p:sp>
      <p:sp>
        <p:nvSpPr>
          <p:cNvPr id="11" name="Номер слайда 2">
            <a:extLst>
              <a:ext uri="{FF2B5EF4-FFF2-40B4-BE49-F238E27FC236}">
                <a16:creationId xmlns:a16="http://schemas.microsoft.com/office/drawing/2014/main" id="{1A7C55EF-BF83-544A-2407-6329520E9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06915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роцесс обучени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90807047-F13D-76A4-5CAF-ABD6EA8A823F}"/>
              </a:ext>
            </a:extLst>
          </p:cNvPr>
          <p:cNvCxnSpPr>
            <a:cxnSpLocks/>
          </p:cNvCxnSpPr>
          <p:nvPr userDrawn="1"/>
        </p:nvCxnSpPr>
        <p:spPr>
          <a:xfrm flipH="1">
            <a:off x="1216804" y="6858000"/>
            <a:ext cx="21951019" cy="0"/>
          </a:xfrm>
          <a:prstGeom prst="line">
            <a:avLst/>
          </a:prstGeom>
          <a:ln w="25400">
            <a:solidFill>
              <a:schemeClr val="accent1"/>
            </a:solidFill>
            <a:head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hape 0">
            <a:extLst>
              <a:ext uri="{FF2B5EF4-FFF2-40B4-BE49-F238E27FC236}">
                <a16:creationId xmlns:a16="http://schemas.microsoft.com/office/drawing/2014/main" id="{45CD038D-67DE-DCAC-538D-F883D17F76F6}"/>
              </a:ext>
            </a:extLst>
          </p:cNvPr>
          <p:cNvSpPr/>
          <p:nvPr userDrawn="1"/>
        </p:nvSpPr>
        <p:spPr>
          <a:xfrm>
            <a:off x="3073784" y="1219200"/>
            <a:ext cx="7182342" cy="11277600"/>
          </a:xfrm>
          <a:prstGeom prst="ellipse">
            <a:avLst/>
          </a:prstGeom>
          <a:noFill/>
          <a:ln w="25400">
            <a:solidFill>
              <a:schemeClr val="bg2"/>
            </a:solidFill>
            <a:prstDash val="solid"/>
          </a:ln>
        </p:spPr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E6CD8277-3199-E041-C060-929240B35F32}"/>
              </a:ext>
            </a:extLst>
          </p:cNvPr>
          <p:cNvSpPr/>
          <p:nvPr userDrawn="1"/>
        </p:nvSpPr>
        <p:spPr>
          <a:xfrm>
            <a:off x="8598973" y="1219200"/>
            <a:ext cx="7182342" cy="11277600"/>
          </a:xfrm>
          <a:prstGeom prst="ellipse">
            <a:avLst/>
          </a:prstGeom>
          <a:noFill/>
          <a:ln w="25400">
            <a:solidFill>
              <a:schemeClr val="bg2"/>
            </a:solidFill>
            <a:prstDash val="solid"/>
          </a:ln>
        </p:spPr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4AAA02D-F36B-5D55-0187-39FA851A06AB}"/>
              </a:ext>
            </a:extLst>
          </p:cNvPr>
          <p:cNvSpPr/>
          <p:nvPr userDrawn="1"/>
        </p:nvSpPr>
        <p:spPr>
          <a:xfrm>
            <a:off x="14124162" y="1219200"/>
            <a:ext cx="7182342" cy="11277600"/>
          </a:xfrm>
          <a:prstGeom prst="ellipse">
            <a:avLst/>
          </a:prstGeom>
          <a:noFill/>
          <a:ln w="25400">
            <a:solidFill>
              <a:schemeClr val="bg2"/>
            </a:solidFill>
            <a:prstDash val="solid"/>
          </a:ln>
        </p:spPr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6B1ED679-3FCE-46F7-D551-14A011103AC7}"/>
              </a:ext>
            </a:extLst>
          </p:cNvPr>
          <p:cNvSpPr/>
          <p:nvPr userDrawn="1"/>
        </p:nvSpPr>
        <p:spPr>
          <a:xfrm rot="16200000">
            <a:off x="9438116" y="6639024"/>
            <a:ext cx="1613102" cy="584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96969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2 курс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E82D8DB4-1EEB-DE43-2340-22556CEA04E7}"/>
              </a:ext>
            </a:extLst>
          </p:cNvPr>
          <p:cNvSpPr/>
          <p:nvPr userDrawn="1"/>
        </p:nvSpPr>
        <p:spPr>
          <a:xfrm rot="16200000">
            <a:off x="14963306" y="6635217"/>
            <a:ext cx="1613102" cy="584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96969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3 курс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E074576-1DF9-B72C-4854-31702B3A8CCE}"/>
              </a:ext>
            </a:extLst>
          </p:cNvPr>
          <p:cNvSpPr/>
          <p:nvPr userDrawn="1"/>
        </p:nvSpPr>
        <p:spPr>
          <a:xfrm rot="16200000">
            <a:off x="2276749" y="6635787"/>
            <a:ext cx="1613102" cy="584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96969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1 курс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CE933993-80DD-519D-2D33-C544231A17CF}"/>
              </a:ext>
            </a:extLst>
          </p:cNvPr>
          <p:cNvSpPr/>
          <p:nvPr userDrawn="1"/>
        </p:nvSpPr>
        <p:spPr>
          <a:xfrm rot="16200000">
            <a:off x="20497324" y="6635979"/>
            <a:ext cx="1613102" cy="584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96969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4 курс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5A6B612D-D386-11C6-DEFD-423F7DA9843A}"/>
              </a:ext>
            </a:extLst>
          </p:cNvPr>
          <p:cNvGrpSpPr/>
          <p:nvPr userDrawn="1"/>
        </p:nvGrpSpPr>
        <p:grpSpPr>
          <a:xfrm>
            <a:off x="6214955" y="6408000"/>
            <a:ext cx="900000" cy="900000"/>
            <a:chOff x="2771013" y="5204719"/>
            <a:chExt cx="900000" cy="900000"/>
          </a:xfrm>
        </p:grpSpPr>
        <p:sp>
          <p:nvSpPr>
            <p:cNvPr id="27" name="Овал 26">
              <a:extLst>
                <a:ext uri="{FF2B5EF4-FFF2-40B4-BE49-F238E27FC236}">
                  <a16:creationId xmlns:a16="http://schemas.microsoft.com/office/drawing/2014/main" id="{0FF511DF-A931-D83B-1789-110A30B21489}"/>
                </a:ext>
              </a:extLst>
            </p:cNvPr>
            <p:cNvSpPr/>
            <p:nvPr/>
          </p:nvSpPr>
          <p:spPr>
            <a:xfrm>
              <a:off x="2771013" y="5204719"/>
              <a:ext cx="900000" cy="900000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8" name="Рисунок 27">
              <a:extLst>
                <a:ext uri="{FF2B5EF4-FFF2-40B4-BE49-F238E27FC236}">
                  <a16:creationId xmlns:a16="http://schemas.microsoft.com/office/drawing/2014/main" id="{1233F7FB-9827-FD66-A16C-22480376B7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081778" y="5339266"/>
              <a:ext cx="436705" cy="641689"/>
            </a:xfrm>
            <a:prstGeom prst="rect">
              <a:avLst/>
            </a:prstGeom>
          </p:spPr>
        </p:pic>
      </p:grp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1C8CCC90-B565-40F1-38AC-A53E88D79C89}"/>
              </a:ext>
            </a:extLst>
          </p:cNvPr>
          <p:cNvGrpSpPr/>
          <p:nvPr userDrawn="1"/>
        </p:nvGrpSpPr>
        <p:grpSpPr>
          <a:xfrm>
            <a:off x="11740144" y="6408000"/>
            <a:ext cx="900000" cy="900000"/>
            <a:chOff x="2771013" y="5204719"/>
            <a:chExt cx="900000" cy="900000"/>
          </a:xfrm>
        </p:grpSpPr>
        <p:sp>
          <p:nvSpPr>
            <p:cNvPr id="30" name="Овал 29">
              <a:extLst>
                <a:ext uri="{FF2B5EF4-FFF2-40B4-BE49-F238E27FC236}">
                  <a16:creationId xmlns:a16="http://schemas.microsoft.com/office/drawing/2014/main" id="{4E03612A-406A-A519-736E-D7F97F0B1516}"/>
                </a:ext>
              </a:extLst>
            </p:cNvPr>
            <p:cNvSpPr/>
            <p:nvPr/>
          </p:nvSpPr>
          <p:spPr>
            <a:xfrm>
              <a:off x="2771013" y="5204719"/>
              <a:ext cx="900000" cy="900000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1" name="Рисунок 30">
              <a:extLst>
                <a:ext uri="{FF2B5EF4-FFF2-40B4-BE49-F238E27FC236}">
                  <a16:creationId xmlns:a16="http://schemas.microsoft.com/office/drawing/2014/main" id="{C77B7689-CCA2-05E2-39E0-CF73AF965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081778" y="5339266"/>
              <a:ext cx="436705" cy="641689"/>
            </a:xfrm>
            <a:prstGeom prst="rect">
              <a:avLst/>
            </a:prstGeom>
          </p:spPr>
        </p:pic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FFEC20C1-0F2C-AF01-0112-04D0CC78A4EE}"/>
              </a:ext>
            </a:extLst>
          </p:cNvPr>
          <p:cNvGrpSpPr/>
          <p:nvPr userDrawn="1"/>
        </p:nvGrpSpPr>
        <p:grpSpPr>
          <a:xfrm>
            <a:off x="17265333" y="6408000"/>
            <a:ext cx="900000" cy="900000"/>
            <a:chOff x="2771013" y="5204719"/>
            <a:chExt cx="900000" cy="900000"/>
          </a:xfrm>
        </p:grpSpPr>
        <p:sp>
          <p:nvSpPr>
            <p:cNvPr id="33" name="Овал 32">
              <a:extLst>
                <a:ext uri="{FF2B5EF4-FFF2-40B4-BE49-F238E27FC236}">
                  <a16:creationId xmlns:a16="http://schemas.microsoft.com/office/drawing/2014/main" id="{57719FF2-D006-D097-9B23-C1FC7A985F81}"/>
                </a:ext>
              </a:extLst>
            </p:cNvPr>
            <p:cNvSpPr/>
            <p:nvPr/>
          </p:nvSpPr>
          <p:spPr>
            <a:xfrm>
              <a:off x="2771013" y="5204719"/>
              <a:ext cx="900000" cy="900000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4" name="Рисунок 33">
              <a:extLst>
                <a:ext uri="{FF2B5EF4-FFF2-40B4-BE49-F238E27FC236}">
                  <a16:creationId xmlns:a16="http://schemas.microsoft.com/office/drawing/2014/main" id="{D1AD4599-BB1D-F623-EB1B-485FF5286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081778" y="5339266"/>
              <a:ext cx="436705" cy="641689"/>
            </a:xfrm>
            <a:prstGeom prst="rect">
              <a:avLst/>
            </a:prstGeom>
          </p:spPr>
        </p:pic>
      </p:grp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89E5003D-5F7C-4E50-5021-2C57F0D58943}"/>
              </a:ext>
            </a:extLst>
          </p:cNvPr>
          <p:cNvCxnSpPr>
            <a:cxnSpLocks/>
          </p:cNvCxnSpPr>
          <p:nvPr userDrawn="1"/>
        </p:nvCxnSpPr>
        <p:spPr>
          <a:xfrm>
            <a:off x="12190144" y="4309991"/>
            <a:ext cx="0" cy="2098009"/>
          </a:xfrm>
          <a:prstGeom prst="line">
            <a:avLst/>
          </a:prstGeom>
          <a:ln w="2540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CE51EAFB-D5BC-4084-E8AE-C2829E85B1BF}"/>
              </a:ext>
            </a:extLst>
          </p:cNvPr>
          <p:cNvCxnSpPr>
            <a:cxnSpLocks/>
          </p:cNvCxnSpPr>
          <p:nvPr userDrawn="1"/>
        </p:nvCxnSpPr>
        <p:spPr>
          <a:xfrm>
            <a:off x="17715333" y="4309991"/>
            <a:ext cx="0" cy="2098009"/>
          </a:xfrm>
          <a:prstGeom prst="line">
            <a:avLst/>
          </a:prstGeom>
          <a:ln w="2540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9C0A2D1C-2FA5-BBF3-FF2B-AD10DF2387BF}"/>
              </a:ext>
            </a:extLst>
          </p:cNvPr>
          <p:cNvCxnSpPr>
            <a:cxnSpLocks/>
          </p:cNvCxnSpPr>
          <p:nvPr userDrawn="1"/>
        </p:nvCxnSpPr>
        <p:spPr>
          <a:xfrm>
            <a:off x="6664955" y="4309991"/>
            <a:ext cx="0" cy="2098009"/>
          </a:xfrm>
          <a:prstGeom prst="line">
            <a:avLst/>
          </a:prstGeom>
          <a:ln w="2540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Номер слайда 2">
            <a:extLst>
              <a:ext uri="{FF2B5EF4-FFF2-40B4-BE49-F238E27FC236}">
                <a16:creationId xmlns:a16="http://schemas.microsoft.com/office/drawing/2014/main" id="{060ED0C1-2ADA-50C5-25D1-9E2ACB7845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3468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ворон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 ">
            <a:extLst>
              <a:ext uri="{FF2B5EF4-FFF2-40B4-BE49-F238E27FC236}">
                <a16:creationId xmlns:a16="http://schemas.microsoft.com/office/drawing/2014/main" id="{611FF6C7-2167-FDDE-C62B-09FABCBDF4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9208651" y="3759200"/>
            <a:ext cx="12561870" cy="2781300"/>
          </a:xfrm>
          <a:prstGeom prst="rect">
            <a:avLst/>
          </a:prstGeom>
        </p:spPr>
      </p:pic>
      <p:pic>
        <p:nvPicPr>
          <p:cNvPr id="20" name="Image 1" descr=" ">
            <a:extLst>
              <a:ext uri="{FF2B5EF4-FFF2-40B4-BE49-F238E27FC236}">
                <a16:creationId xmlns:a16="http://schemas.microsoft.com/office/drawing/2014/main" id="{5A179C9D-1CAD-46BC-DAD1-3DE5D08BBB2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3400175" y="9588500"/>
            <a:ext cx="4178822" cy="2908300"/>
          </a:xfrm>
          <a:prstGeom prst="rect">
            <a:avLst/>
          </a:prstGeom>
        </p:spPr>
      </p:pic>
      <p:pic>
        <p:nvPicPr>
          <p:cNvPr id="22" name="Image 2" descr=" ">
            <a:extLst>
              <a:ext uri="{FF2B5EF4-FFF2-40B4-BE49-F238E27FC236}">
                <a16:creationId xmlns:a16="http://schemas.microsoft.com/office/drawing/2014/main" id="{049A999C-1EC6-CC8A-F374-5E3C9C495E1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11291711" y="6667500"/>
            <a:ext cx="8383048" cy="2794000"/>
          </a:xfrm>
          <a:prstGeom prst="rect">
            <a:avLst/>
          </a:prstGeom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974E68E-2F4A-DD22-1287-D4FA1FC95587}"/>
              </a:ext>
            </a:extLst>
          </p:cNvPr>
          <p:cNvSpPr/>
          <p:nvPr userDrawn="1"/>
        </p:nvSpPr>
        <p:spPr>
          <a:xfrm>
            <a:off x="15039586" y="4873472"/>
            <a:ext cx="900000" cy="900000"/>
          </a:xfrm>
          <a:prstGeom prst="ellipse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A651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01</a:t>
            </a:r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69795DD8-70F8-DE68-943A-F36D0916BE2D}"/>
              </a:ext>
            </a:extLst>
          </p:cNvPr>
          <p:cNvSpPr/>
          <p:nvPr userDrawn="1"/>
        </p:nvSpPr>
        <p:spPr>
          <a:xfrm>
            <a:off x="15039586" y="7567878"/>
            <a:ext cx="900000" cy="900000"/>
          </a:xfrm>
          <a:prstGeom prst="ellipse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A651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02</a:t>
            </a:r>
          </a:p>
        </p:txBody>
      </p:sp>
      <p:sp>
        <p:nvSpPr>
          <p:cNvPr id="38" name="Овал 37">
            <a:extLst>
              <a:ext uri="{FF2B5EF4-FFF2-40B4-BE49-F238E27FC236}">
                <a16:creationId xmlns:a16="http://schemas.microsoft.com/office/drawing/2014/main" id="{75BD5D40-EE3E-FC0F-6575-7C70AF7A5C17}"/>
              </a:ext>
            </a:extLst>
          </p:cNvPr>
          <p:cNvSpPr/>
          <p:nvPr userDrawn="1"/>
        </p:nvSpPr>
        <p:spPr>
          <a:xfrm>
            <a:off x="15039586" y="10482528"/>
            <a:ext cx="900000" cy="900000"/>
          </a:xfrm>
          <a:prstGeom prst="ellipse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A651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03</a:t>
            </a:r>
          </a:p>
        </p:txBody>
      </p:sp>
      <p:pic>
        <p:nvPicPr>
          <p:cNvPr id="39" name="Image 44" descr=" ">
            <a:extLst>
              <a:ext uri="{FF2B5EF4-FFF2-40B4-BE49-F238E27FC236}">
                <a16:creationId xmlns:a16="http://schemas.microsoft.com/office/drawing/2014/main" id="{7C6963F6-4A50-C03C-BAEB-75D3C0CA48C6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42" name="Текст 7">
            <a:extLst>
              <a:ext uri="{FF2B5EF4-FFF2-40B4-BE49-F238E27FC236}">
                <a16:creationId xmlns:a16="http://schemas.microsoft.com/office/drawing/2014/main" id="{EEF658FF-8260-191D-3E94-B77DC972E2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16527" y="876300"/>
            <a:ext cx="8649794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5" name="Текст 14">
            <a:extLst>
              <a:ext uri="{FF2B5EF4-FFF2-40B4-BE49-F238E27FC236}">
                <a16:creationId xmlns:a16="http://schemas.microsoft.com/office/drawing/2014/main" id="{95B173B4-119E-931E-0AB6-C5DCD66D4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616527" y="4649643"/>
            <a:ext cx="65835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Пункт 1</a:t>
            </a:r>
          </a:p>
        </p:txBody>
      </p:sp>
      <p:sp>
        <p:nvSpPr>
          <p:cNvPr id="46" name="Текст 55">
            <a:extLst>
              <a:ext uri="{FF2B5EF4-FFF2-40B4-BE49-F238E27FC236}">
                <a16:creationId xmlns:a16="http://schemas.microsoft.com/office/drawing/2014/main" id="{0EFF2730-AEF8-805F-D9E5-09F58C3F30F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616528" y="5308339"/>
            <a:ext cx="658352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Описание пункта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7EED1DFB-A3D3-A1DC-6764-2833248FE72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616528" y="11208064"/>
            <a:ext cx="658352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Описание пункта</a:t>
            </a:r>
          </a:p>
        </p:txBody>
      </p:sp>
      <p:sp>
        <p:nvSpPr>
          <p:cNvPr id="48" name="Текст 14">
            <a:extLst>
              <a:ext uri="{FF2B5EF4-FFF2-40B4-BE49-F238E27FC236}">
                <a16:creationId xmlns:a16="http://schemas.microsoft.com/office/drawing/2014/main" id="{FA1F6BA7-3EA6-1865-14DB-33D63546B55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616527" y="10535518"/>
            <a:ext cx="65835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Пункт 3</a:t>
            </a:r>
          </a:p>
        </p:txBody>
      </p:sp>
      <p:sp>
        <p:nvSpPr>
          <p:cNvPr id="49" name="Текст 14">
            <a:extLst>
              <a:ext uri="{FF2B5EF4-FFF2-40B4-BE49-F238E27FC236}">
                <a16:creationId xmlns:a16="http://schemas.microsoft.com/office/drawing/2014/main" id="{9FE53395-6F50-66AF-735D-482153E8BF7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616527" y="7620868"/>
            <a:ext cx="65835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Пункт 2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F6EB037E-C0C2-5D89-FCC9-54D74A4B6CB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616528" y="8293414"/>
            <a:ext cx="658352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Описание пункта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83EB62F-37B5-7FA7-A255-A444458D30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62750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роадмеп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 44" descr=" ">
            <a:extLst>
              <a:ext uri="{FF2B5EF4-FFF2-40B4-BE49-F238E27FC236}">
                <a16:creationId xmlns:a16="http://schemas.microsoft.com/office/drawing/2014/main" id="{7C6963F6-4A50-C03C-BAEB-75D3C0CA48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0" name="Текст 7">
            <a:extLst>
              <a:ext uri="{FF2B5EF4-FFF2-40B4-BE49-F238E27FC236}">
                <a16:creationId xmlns:a16="http://schemas.microsoft.com/office/drawing/2014/main" id="{8BC05923-EDFE-D763-9EBB-2733B9CEBE3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04E39E7A-8B9D-9B0E-02D3-00A4B4F4A0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127110" y="3141446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89DB426A-8F6A-A56D-BF08-B0F98F1DAC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27110" y="3675480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50A95349-9A76-B200-73A2-2E136E28ED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25612" y="3141446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F517765C-9854-9CFF-F4EC-D2B11B129A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25612" y="3675480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0BC59A20-620B-6D01-0796-49C18D3C1AB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724115" y="3141446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197E9D46-A1DD-0C8D-2E2A-0564F5D1B3F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6724115" y="3675480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67" name="Текст 55">
            <a:extLst>
              <a:ext uri="{FF2B5EF4-FFF2-40B4-BE49-F238E27FC236}">
                <a16:creationId xmlns:a16="http://schemas.microsoft.com/office/drawing/2014/main" id="{221DD5E6-AFCF-7C69-AD64-E47295DD99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76361" y="10070632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68" name="Текст 55">
            <a:extLst>
              <a:ext uri="{FF2B5EF4-FFF2-40B4-BE49-F238E27FC236}">
                <a16:creationId xmlns:a16="http://schemas.microsoft.com/office/drawing/2014/main" id="{082E5C8C-B1C1-8FB8-B8A2-EA1D8F00D51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776361" y="10604666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75" name="Текст 55">
            <a:extLst>
              <a:ext uri="{FF2B5EF4-FFF2-40B4-BE49-F238E27FC236}">
                <a16:creationId xmlns:a16="http://schemas.microsoft.com/office/drawing/2014/main" id="{927D24E2-D646-509A-B777-745F8F9B445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074863" y="10070632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76" name="Текст 55">
            <a:extLst>
              <a:ext uri="{FF2B5EF4-FFF2-40B4-BE49-F238E27FC236}">
                <a16:creationId xmlns:a16="http://schemas.microsoft.com/office/drawing/2014/main" id="{289D0AAC-393B-A4B8-67DB-34B5D9FABD5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074863" y="10604666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77" name="Текст 55">
            <a:extLst>
              <a:ext uri="{FF2B5EF4-FFF2-40B4-BE49-F238E27FC236}">
                <a16:creationId xmlns:a16="http://schemas.microsoft.com/office/drawing/2014/main" id="{92472E2D-15BF-CBDA-0FE2-5DDBC76E964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0373363" y="10070632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78" name="Текст 55">
            <a:extLst>
              <a:ext uri="{FF2B5EF4-FFF2-40B4-BE49-F238E27FC236}">
                <a16:creationId xmlns:a16="http://schemas.microsoft.com/office/drawing/2014/main" id="{50047776-2C09-83B2-D959-ADEE3F8ED01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0373363" y="10604666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B22E1C7-D079-BDC1-0725-A10520A8FE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67879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роадмеп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1F9D318-CEFB-5612-BA75-042D25D6B60B}"/>
              </a:ext>
            </a:extLst>
          </p:cNvPr>
          <p:cNvSpPr/>
          <p:nvPr userDrawn="1"/>
        </p:nvSpPr>
        <p:spPr>
          <a:xfrm flipV="1">
            <a:off x="0" y="5588000"/>
            <a:ext cx="24387048" cy="81280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Текст 7">
            <a:extLst>
              <a:ext uri="{FF2B5EF4-FFF2-40B4-BE49-F238E27FC236}">
                <a16:creationId xmlns:a16="http://schemas.microsoft.com/office/drawing/2014/main" id="{99939A9D-2E06-76E2-9344-5613898165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9208651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4BD494FF-B080-B029-618C-B3941D8BD9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2396749" y="1219200"/>
            <a:ext cx="9725739" cy="25205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</a:t>
            </a:r>
            <a:br>
              <a:rPr lang="ru-RU" dirty="0"/>
            </a:br>
            <a:r>
              <a:rPr lang="ru-RU" dirty="0"/>
              <a:t>или проверить  чей-то готовый вывод альтернативным путем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AC801BA2-5585-D54F-2B83-323361777A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396749" y="4296100"/>
            <a:ext cx="9725739" cy="3445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000"/>
              </a:lnSpc>
            </a:pPr>
            <a:r>
              <a:rPr lang="ru-RU" dirty="0"/>
              <a:t>Ссылка на источник 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F8ABBF4F-82A7-2069-47B4-881D259DB2D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127110" y="9303105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F8C1AB91-55D5-C695-FB93-48444123B1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27110" y="9837139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46" name="Текст 55">
            <a:extLst>
              <a:ext uri="{FF2B5EF4-FFF2-40B4-BE49-F238E27FC236}">
                <a16:creationId xmlns:a16="http://schemas.microsoft.com/office/drawing/2014/main" id="{6279FFFE-56F3-E7F0-F371-2ADBF362F58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716925" y="9303105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3C18E860-D645-317C-FED1-F68335FF6F1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16925" y="9837139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5925E86E-3C73-A1CC-64BC-FD62561559B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3306740" y="9303105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588D83E5-5166-7233-632B-FB307F59ED2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3306740" y="9837139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379F1F63-D206-9BFF-70AF-848239D9EF2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896554" y="9303105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A0880D89-FA6F-D8CB-B3EF-1CE5894C66A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896554" y="9837139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pic>
        <p:nvPicPr>
          <p:cNvPr id="52" name="Image 17" descr=" ">
            <a:extLst>
              <a:ext uri="{FF2B5EF4-FFF2-40B4-BE49-F238E27FC236}">
                <a16:creationId xmlns:a16="http://schemas.microsoft.com/office/drawing/2014/main" id="{D18EAEB8-74DB-3BB2-6953-672A2C1604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3823406-F27E-4A98-87C4-82EE8D11EA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98715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хемы на перекрестии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0D242553-8494-E788-1EA0-FEB5B0E0F9B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93950" y="2688491"/>
            <a:ext cx="10516914" cy="4398105"/>
          </a:xfrm>
          <a:prstGeom prst="roundRect">
            <a:avLst>
              <a:gd name="adj" fmla="val 9182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9A7801D1-DC8D-DFB1-518B-2E2FC4C9F70A}"/>
              </a:ext>
            </a:extLst>
          </p:cNvPr>
          <p:cNvCxnSpPr>
            <a:cxnSpLocks/>
          </p:cNvCxnSpPr>
          <p:nvPr userDrawn="1"/>
        </p:nvCxnSpPr>
        <p:spPr>
          <a:xfrm>
            <a:off x="1219352" y="7569200"/>
            <a:ext cx="10516914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8DA4455D-5FF7-66FB-9BF3-5B311EBC1E19}"/>
              </a:ext>
            </a:extLst>
          </p:cNvPr>
          <p:cNvCxnSpPr>
            <a:cxnSpLocks/>
          </p:cNvCxnSpPr>
          <p:nvPr userDrawn="1"/>
        </p:nvCxnSpPr>
        <p:spPr>
          <a:xfrm>
            <a:off x="12193588" y="8051800"/>
            <a:ext cx="0" cy="4459288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2EA8F629-0E91-AD7A-AE75-3F15F367E870}"/>
              </a:ext>
            </a:extLst>
          </p:cNvPr>
          <p:cNvCxnSpPr>
            <a:cxnSpLocks/>
          </p:cNvCxnSpPr>
          <p:nvPr userDrawn="1"/>
        </p:nvCxnSpPr>
        <p:spPr>
          <a:xfrm>
            <a:off x="12650781" y="7569200"/>
            <a:ext cx="10516914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E039206A-A9A0-A075-6C34-E339D5464E2D}"/>
              </a:ext>
            </a:extLst>
          </p:cNvPr>
          <p:cNvCxnSpPr>
            <a:cxnSpLocks/>
          </p:cNvCxnSpPr>
          <p:nvPr userDrawn="1"/>
        </p:nvCxnSpPr>
        <p:spPr>
          <a:xfrm>
            <a:off x="12193588" y="2688491"/>
            <a:ext cx="0" cy="4459288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0" name="Текст 7">
            <a:extLst>
              <a:ext uri="{FF2B5EF4-FFF2-40B4-BE49-F238E27FC236}">
                <a16:creationId xmlns:a16="http://schemas.microsoft.com/office/drawing/2014/main" id="{B2769C97-467C-2B89-7D02-D0690418C4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23" name="Рисунок 21">
            <a:extLst>
              <a:ext uri="{FF2B5EF4-FFF2-40B4-BE49-F238E27FC236}">
                <a16:creationId xmlns:a16="http://schemas.microsoft.com/office/drawing/2014/main" id="{B09D8A1E-FD11-8B79-328E-1D90D9011F1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93950" y="8098695"/>
            <a:ext cx="10516914" cy="4398105"/>
          </a:xfrm>
          <a:prstGeom prst="roundRect">
            <a:avLst>
              <a:gd name="adj" fmla="val 9182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4" name="Рисунок 21">
            <a:extLst>
              <a:ext uri="{FF2B5EF4-FFF2-40B4-BE49-F238E27FC236}">
                <a16:creationId xmlns:a16="http://schemas.microsoft.com/office/drawing/2014/main" id="{35254E78-4150-D142-AF9A-F689CD9015E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650781" y="2688491"/>
            <a:ext cx="10516914" cy="4398105"/>
          </a:xfrm>
          <a:prstGeom prst="roundRect">
            <a:avLst>
              <a:gd name="adj" fmla="val 9182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5" name="Рисунок 21">
            <a:extLst>
              <a:ext uri="{FF2B5EF4-FFF2-40B4-BE49-F238E27FC236}">
                <a16:creationId xmlns:a16="http://schemas.microsoft.com/office/drawing/2014/main" id="{1678F33C-B7F5-5D61-80D6-E064973965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650781" y="8098695"/>
            <a:ext cx="10516914" cy="4398105"/>
          </a:xfrm>
          <a:prstGeom prst="roundRect">
            <a:avLst>
              <a:gd name="adj" fmla="val 9182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B9666571-9003-9498-D0C1-55B57E4648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2CB9FF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2CB9FF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50086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аблиц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аблица 10">
            <a:extLst>
              <a:ext uri="{FF2B5EF4-FFF2-40B4-BE49-F238E27FC236}">
                <a16:creationId xmlns:a16="http://schemas.microsoft.com/office/drawing/2014/main" id="{9F4D12C6-8693-9BE7-8D91-6AF3DDDCE226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219200" y="3771899"/>
            <a:ext cx="21948496" cy="87391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  <p:pic>
        <p:nvPicPr>
          <p:cNvPr id="5" name="Image 44" descr=" ">
            <a:extLst>
              <a:ext uri="{FF2B5EF4-FFF2-40B4-BE49-F238E27FC236}">
                <a16:creationId xmlns:a16="http://schemas.microsoft.com/office/drawing/2014/main" id="{5136B03B-0166-AF97-2241-DBDCFD16DC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7" name="Текст 14">
            <a:extLst>
              <a:ext uri="{FF2B5EF4-FFF2-40B4-BE49-F238E27FC236}">
                <a16:creationId xmlns:a16="http://schemas.microsoft.com/office/drawing/2014/main" id="{9E2AAEB7-4EAE-8501-1785-2B971F8776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588302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2" name="Текст 7">
            <a:extLst>
              <a:ext uri="{FF2B5EF4-FFF2-40B4-BE49-F238E27FC236}">
                <a16:creationId xmlns:a16="http://schemas.microsoft.com/office/drawing/2014/main" id="{86F9261B-EDE5-8C67-D9C7-5FAF7F21E9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B6BE907-9FF1-C844-0B1C-B2B8A42552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90275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аблица с плашко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1498CE30-9583-56A7-9132-A327852D56EB}"/>
              </a:ext>
            </a:extLst>
          </p:cNvPr>
          <p:cNvSpPr/>
          <p:nvPr userDrawn="1"/>
        </p:nvSpPr>
        <p:spPr>
          <a:xfrm>
            <a:off x="13781348" y="0"/>
            <a:ext cx="10605826" cy="13716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1" name="Таблица 10">
            <a:extLst>
              <a:ext uri="{FF2B5EF4-FFF2-40B4-BE49-F238E27FC236}">
                <a16:creationId xmlns:a16="http://schemas.microsoft.com/office/drawing/2014/main" id="{9F4D12C6-8693-9BE7-8D91-6AF3DDDCE226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219200" y="3771899"/>
            <a:ext cx="10974387" cy="87391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  <p:pic>
        <p:nvPicPr>
          <p:cNvPr id="5" name="Image 44" descr=" ">
            <a:extLst>
              <a:ext uri="{FF2B5EF4-FFF2-40B4-BE49-F238E27FC236}">
                <a16:creationId xmlns:a16="http://schemas.microsoft.com/office/drawing/2014/main" id="{5136B03B-0166-AF97-2241-DBDCFD16DC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F589FD74-8D4F-354C-0829-DB1ACF42511D}"/>
              </a:ext>
            </a:extLst>
          </p:cNvPr>
          <p:cNvSpPr/>
          <p:nvPr userDrawn="1"/>
        </p:nvSpPr>
        <p:spPr>
          <a:xfrm>
            <a:off x="1219352" y="817780"/>
            <a:ext cx="9081635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l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Заголовок</a:t>
            </a:r>
            <a:b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</a:br>
            <a: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на две строки</a:t>
            </a:r>
            <a:endParaRPr kumimoji="0" lang="en-US" sz="8000" b="1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Semibold" panose="020B0503030202060203" pitchFamily="34" charset="0"/>
              <a:ea typeface="+mn-ea"/>
              <a:cs typeface="+mn-cs"/>
            </a:endParaRPr>
          </a:p>
        </p:txBody>
      </p:sp>
      <p:sp>
        <p:nvSpPr>
          <p:cNvPr id="8" name="Текст 55">
            <a:extLst>
              <a:ext uri="{FF2B5EF4-FFF2-40B4-BE49-F238E27FC236}">
                <a16:creationId xmlns:a16="http://schemas.microsoft.com/office/drawing/2014/main" id="{AD96F554-5ADB-2CDD-FF5E-CAD2A0951B1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349964" y="3771899"/>
            <a:ext cx="8824362" cy="20076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</a:t>
            </a:r>
            <a:br>
              <a:rPr lang="ru-RU" dirty="0"/>
            </a:br>
            <a:r>
              <a:rPr lang="ru-RU" dirty="0"/>
              <a:t>или проверить чей-то готовый вывод 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7D7C3E54-B44D-7A91-C9F7-17C7F7EE0C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349964" y="8039099"/>
            <a:ext cx="8824362" cy="35464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Важно понимать, что бывает наоборот: имея расплывчатую задачу, нелокализованную проблему,  вы сначала построите модель текущего процесса, чтобы получить представление «изнутри», как улучшить процесс или где теория не соответствует практике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B4E9E25-A8A1-6A59-26F6-4A0041A74B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414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аблица линиями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7">
            <a:extLst>
              <a:ext uri="{FF2B5EF4-FFF2-40B4-BE49-F238E27FC236}">
                <a16:creationId xmlns:a16="http://schemas.microsoft.com/office/drawing/2014/main" id="{99939A9D-2E06-76E2-9344-5613898165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9208651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AC801BA2-5585-D54F-2B83-323361777A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19353" y="517741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pic>
        <p:nvPicPr>
          <p:cNvPr id="52" name="Image 17" descr=" ">
            <a:extLst>
              <a:ext uri="{FF2B5EF4-FFF2-40B4-BE49-F238E27FC236}">
                <a16:creationId xmlns:a16="http://schemas.microsoft.com/office/drawing/2014/main" id="{D18EAEB8-74DB-3BB2-6953-672A2C1604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cxnSp>
        <p:nvCxnSpPr>
          <p:cNvPr id="61" name="Прямая соединительная линия 60">
            <a:extLst>
              <a:ext uri="{FF2B5EF4-FFF2-40B4-BE49-F238E27FC236}">
                <a16:creationId xmlns:a16="http://schemas.microsoft.com/office/drawing/2014/main" id="{8F73394B-28B8-B13D-5E7A-C364B1E6A60A}"/>
              </a:ext>
            </a:extLst>
          </p:cNvPr>
          <p:cNvCxnSpPr/>
          <p:nvPr userDrawn="1"/>
        </p:nvCxnSpPr>
        <p:spPr>
          <a:xfrm>
            <a:off x="1212850" y="12125742"/>
            <a:ext cx="2202682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>
            <a:extLst>
              <a:ext uri="{FF2B5EF4-FFF2-40B4-BE49-F238E27FC236}">
                <a16:creationId xmlns:a16="http://schemas.microsoft.com/office/drawing/2014/main" id="{5E7F0C12-BB16-0BD8-99DE-B8613148C9DC}"/>
              </a:ext>
            </a:extLst>
          </p:cNvPr>
          <p:cNvCxnSpPr/>
          <p:nvPr userDrawn="1"/>
        </p:nvCxnSpPr>
        <p:spPr>
          <a:xfrm>
            <a:off x="1212850" y="10662702"/>
            <a:ext cx="2202682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>
            <a:extLst>
              <a:ext uri="{FF2B5EF4-FFF2-40B4-BE49-F238E27FC236}">
                <a16:creationId xmlns:a16="http://schemas.microsoft.com/office/drawing/2014/main" id="{3F9AFB2E-4149-1B97-4FB1-AC628F8372F7}"/>
              </a:ext>
            </a:extLst>
          </p:cNvPr>
          <p:cNvCxnSpPr/>
          <p:nvPr userDrawn="1"/>
        </p:nvCxnSpPr>
        <p:spPr>
          <a:xfrm>
            <a:off x="1212850" y="9199662"/>
            <a:ext cx="2202682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>
            <a:extLst>
              <a:ext uri="{FF2B5EF4-FFF2-40B4-BE49-F238E27FC236}">
                <a16:creationId xmlns:a16="http://schemas.microsoft.com/office/drawing/2014/main" id="{A1D9888B-6EDB-3C54-CC68-A0B5C81BB91B}"/>
              </a:ext>
            </a:extLst>
          </p:cNvPr>
          <p:cNvCxnSpPr/>
          <p:nvPr userDrawn="1"/>
        </p:nvCxnSpPr>
        <p:spPr>
          <a:xfrm>
            <a:off x="1212850" y="7736622"/>
            <a:ext cx="2202682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>
            <a:extLst>
              <a:ext uri="{FF2B5EF4-FFF2-40B4-BE49-F238E27FC236}">
                <a16:creationId xmlns:a16="http://schemas.microsoft.com/office/drawing/2014/main" id="{51E0409F-1F0E-0238-CF43-CD3896984C58}"/>
              </a:ext>
            </a:extLst>
          </p:cNvPr>
          <p:cNvCxnSpPr/>
          <p:nvPr userDrawn="1"/>
        </p:nvCxnSpPr>
        <p:spPr>
          <a:xfrm>
            <a:off x="1212850" y="6273582"/>
            <a:ext cx="2202682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>
            <a:extLst>
              <a:ext uri="{FF2B5EF4-FFF2-40B4-BE49-F238E27FC236}">
                <a16:creationId xmlns:a16="http://schemas.microsoft.com/office/drawing/2014/main" id="{CBB3DC8D-AB53-BC6F-20FD-CB66A6B2A88E}"/>
              </a:ext>
            </a:extLst>
          </p:cNvPr>
          <p:cNvCxnSpPr/>
          <p:nvPr userDrawn="1"/>
        </p:nvCxnSpPr>
        <p:spPr>
          <a:xfrm>
            <a:off x="1212850" y="4810542"/>
            <a:ext cx="2202682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Текст 55">
            <a:extLst>
              <a:ext uri="{FF2B5EF4-FFF2-40B4-BE49-F238E27FC236}">
                <a16:creationId xmlns:a16="http://schemas.microsoft.com/office/drawing/2014/main" id="{CAAD7F97-28E1-D40C-20C8-77B860639FA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219353" y="664045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68" name="Текст 55">
            <a:extLst>
              <a:ext uri="{FF2B5EF4-FFF2-40B4-BE49-F238E27FC236}">
                <a16:creationId xmlns:a16="http://schemas.microsoft.com/office/drawing/2014/main" id="{A7EA5E78-A928-D563-D297-71E25616AAE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219353" y="810349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69" name="Текст 55">
            <a:extLst>
              <a:ext uri="{FF2B5EF4-FFF2-40B4-BE49-F238E27FC236}">
                <a16:creationId xmlns:a16="http://schemas.microsoft.com/office/drawing/2014/main" id="{32654277-758A-498E-19ED-76383591684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219353" y="956653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0" name="Текст 55">
            <a:extLst>
              <a:ext uri="{FF2B5EF4-FFF2-40B4-BE49-F238E27FC236}">
                <a16:creationId xmlns:a16="http://schemas.microsoft.com/office/drawing/2014/main" id="{28CD4927-2C30-0121-7191-43A629B2084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219353" y="1102957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1" name="Текст 55">
            <a:extLst>
              <a:ext uri="{FF2B5EF4-FFF2-40B4-BE49-F238E27FC236}">
                <a16:creationId xmlns:a16="http://schemas.microsoft.com/office/drawing/2014/main" id="{A4A732DD-062A-EEBB-7FE8-0FB21026C82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795349" y="517741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2" name="Текст 55">
            <a:extLst>
              <a:ext uri="{FF2B5EF4-FFF2-40B4-BE49-F238E27FC236}">
                <a16:creationId xmlns:a16="http://schemas.microsoft.com/office/drawing/2014/main" id="{B4C173D9-7328-F343-6006-CB12F498E3E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795349" y="664045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3" name="Текст 55">
            <a:extLst>
              <a:ext uri="{FF2B5EF4-FFF2-40B4-BE49-F238E27FC236}">
                <a16:creationId xmlns:a16="http://schemas.microsoft.com/office/drawing/2014/main" id="{FE01325B-02A3-A444-1830-159717E1AD7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795349" y="810349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4" name="Текст 55">
            <a:extLst>
              <a:ext uri="{FF2B5EF4-FFF2-40B4-BE49-F238E27FC236}">
                <a16:creationId xmlns:a16="http://schemas.microsoft.com/office/drawing/2014/main" id="{620DB4B4-050B-AA1C-0476-F722E11F7A3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795349" y="956653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5" name="Текст 55">
            <a:extLst>
              <a:ext uri="{FF2B5EF4-FFF2-40B4-BE49-F238E27FC236}">
                <a16:creationId xmlns:a16="http://schemas.microsoft.com/office/drawing/2014/main" id="{91A3A899-B387-7F1C-A661-F602AFBBEB6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795349" y="1102957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6" name="Текст 55">
            <a:extLst>
              <a:ext uri="{FF2B5EF4-FFF2-40B4-BE49-F238E27FC236}">
                <a16:creationId xmlns:a16="http://schemas.microsoft.com/office/drawing/2014/main" id="{4C70CA63-3DEB-ECE4-07BD-C3CCEC92EC6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2371346" y="517741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7" name="Текст 55">
            <a:extLst>
              <a:ext uri="{FF2B5EF4-FFF2-40B4-BE49-F238E27FC236}">
                <a16:creationId xmlns:a16="http://schemas.microsoft.com/office/drawing/2014/main" id="{EFE03C2A-7F6C-5D7D-4E0C-B55029F5C56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2371346" y="664045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8" name="Текст 55">
            <a:extLst>
              <a:ext uri="{FF2B5EF4-FFF2-40B4-BE49-F238E27FC236}">
                <a16:creationId xmlns:a16="http://schemas.microsoft.com/office/drawing/2014/main" id="{2946D6EC-1AB9-5406-D100-C7A918942F2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2371346" y="810349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9" name="Текст 55">
            <a:extLst>
              <a:ext uri="{FF2B5EF4-FFF2-40B4-BE49-F238E27FC236}">
                <a16:creationId xmlns:a16="http://schemas.microsoft.com/office/drawing/2014/main" id="{9CBF20FB-17A8-68B2-B65B-89BFA81271F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2371346" y="956653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0" name="Текст 55">
            <a:extLst>
              <a:ext uri="{FF2B5EF4-FFF2-40B4-BE49-F238E27FC236}">
                <a16:creationId xmlns:a16="http://schemas.microsoft.com/office/drawing/2014/main" id="{C8A6F977-2880-BC22-5E21-384BDA0EB27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2371346" y="1102957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1" name="Текст 55">
            <a:extLst>
              <a:ext uri="{FF2B5EF4-FFF2-40B4-BE49-F238E27FC236}">
                <a16:creationId xmlns:a16="http://schemas.microsoft.com/office/drawing/2014/main" id="{8DEE18DD-AB8C-AD84-1BB1-75B43C3F456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7947343" y="517741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2" name="Текст 55">
            <a:extLst>
              <a:ext uri="{FF2B5EF4-FFF2-40B4-BE49-F238E27FC236}">
                <a16:creationId xmlns:a16="http://schemas.microsoft.com/office/drawing/2014/main" id="{6CBD1689-DFFD-586F-97BE-A5AE00473B4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947343" y="664045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3" name="Текст 55">
            <a:extLst>
              <a:ext uri="{FF2B5EF4-FFF2-40B4-BE49-F238E27FC236}">
                <a16:creationId xmlns:a16="http://schemas.microsoft.com/office/drawing/2014/main" id="{F85E2FEF-4530-519D-62A8-3E38467127D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7947343" y="810349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4" name="Текст 55">
            <a:extLst>
              <a:ext uri="{FF2B5EF4-FFF2-40B4-BE49-F238E27FC236}">
                <a16:creationId xmlns:a16="http://schemas.microsoft.com/office/drawing/2014/main" id="{D74AC71E-6062-4E0D-2F1D-A19CCF4F510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7947343" y="956653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5" name="Текст 55">
            <a:extLst>
              <a:ext uri="{FF2B5EF4-FFF2-40B4-BE49-F238E27FC236}">
                <a16:creationId xmlns:a16="http://schemas.microsoft.com/office/drawing/2014/main" id="{2D27BFCC-1953-00F9-EC1C-F0C9F9AE75F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7947343" y="1102957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9" name="Текст 88">
            <a:extLst>
              <a:ext uri="{FF2B5EF4-FFF2-40B4-BE49-F238E27FC236}">
                <a16:creationId xmlns:a16="http://schemas.microsoft.com/office/drawing/2014/main" id="{E3CF79BD-D08F-003F-6C76-6EFFAC7BC28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19353" y="4008836"/>
            <a:ext cx="4745030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 smtClean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ПРИЗНАК 1</a:t>
            </a:r>
          </a:p>
        </p:txBody>
      </p:sp>
      <p:sp>
        <p:nvSpPr>
          <p:cNvPr id="90" name="Текст 88">
            <a:extLst>
              <a:ext uri="{FF2B5EF4-FFF2-40B4-BE49-F238E27FC236}">
                <a16:creationId xmlns:a16="http://schemas.microsoft.com/office/drawing/2014/main" id="{E3149895-B7D4-653E-9FDB-48FFB0528268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795349" y="4008836"/>
            <a:ext cx="4745030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 smtClean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ПРИЗНАК 2</a:t>
            </a:r>
          </a:p>
        </p:txBody>
      </p:sp>
      <p:sp>
        <p:nvSpPr>
          <p:cNvPr id="91" name="Текст 88">
            <a:extLst>
              <a:ext uri="{FF2B5EF4-FFF2-40B4-BE49-F238E27FC236}">
                <a16:creationId xmlns:a16="http://schemas.microsoft.com/office/drawing/2014/main" id="{C13B7AAA-B05C-940C-7347-E5C6E6476BDE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2371346" y="4008836"/>
            <a:ext cx="4745030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 smtClean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ПРИЗНАК 3</a:t>
            </a:r>
          </a:p>
        </p:txBody>
      </p:sp>
      <p:sp>
        <p:nvSpPr>
          <p:cNvPr id="92" name="Текст 88">
            <a:extLst>
              <a:ext uri="{FF2B5EF4-FFF2-40B4-BE49-F238E27FC236}">
                <a16:creationId xmlns:a16="http://schemas.microsoft.com/office/drawing/2014/main" id="{84582982-093F-975A-F59D-3D2009C9D28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7947343" y="4008836"/>
            <a:ext cx="4745030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 smtClean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ПРИЗНАК 4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85BF249-39C2-8815-67F2-27EE848EAB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88080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код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7">
            <a:extLst>
              <a:ext uri="{FF2B5EF4-FFF2-40B4-BE49-F238E27FC236}">
                <a16:creationId xmlns:a16="http://schemas.microsoft.com/office/drawing/2014/main" id="{99939A9D-2E06-76E2-9344-5613898165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9208651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Минутка кода</a:t>
            </a:r>
          </a:p>
        </p:txBody>
      </p:sp>
      <p:pic>
        <p:nvPicPr>
          <p:cNvPr id="52" name="Image 17" descr=" ">
            <a:extLst>
              <a:ext uri="{FF2B5EF4-FFF2-40B4-BE49-F238E27FC236}">
                <a16:creationId xmlns:a16="http://schemas.microsoft.com/office/drawing/2014/main" id="{D18EAEB8-74DB-3BB2-6953-672A2C1604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45174731-CA54-BF19-50E6-906F69DF55CF}"/>
              </a:ext>
            </a:extLst>
          </p:cNvPr>
          <p:cNvGrpSpPr/>
          <p:nvPr userDrawn="1"/>
        </p:nvGrpSpPr>
        <p:grpSpPr>
          <a:xfrm>
            <a:off x="1219352" y="3759200"/>
            <a:ext cx="21948343" cy="8737600"/>
            <a:chOff x="1219352" y="3759200"/>
            <a:chExt cx="21948343" cy="8737600"/>
          </a:xfrm>
        </p:grpSpPr>
        <p:sp>
          <p:nvSpPr>
            <p:cNvPr id="3" name="Прямоугольник с двумя скругленными противолежащими углами 2">
              <a:extLst>
                <a:ext uri="{FF2B5EF4-FFF2-40B4-BE49-F238E27FC236}">
                  <a16:creationId xmlns:a16="http://schemas.microsoft.com/office/drawing/2014/main" id="{CFEFC578-38B7-093C-F8E5-F0621F401117}"/>
                </a:ext>
              </a:extLst>
            </p:cNvPr>
            <p:cNvSpPr/>
            <p:nvPr/>
          </p:nvSpPr>
          <p:spPr>
            <a:xfrm>
              <a:off x="1219352" y="3759200"/>
              <a:ext cx="21948343" cy="8737600"/>
            </a:xfrm>
            <a:prstGeom prst="round2DiagRect">
              <a:avLst>
                <a:gd name="adj1" fmla="val 3676"/>
                <a:gd name="adj2" fmla="val 0"/>
              </a:avLst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Shape 3">
              <a:extLst>
                <a:ext uri="{FF2B5EF4-FFF2-40B4-BE49-F238E27FC236}">
                  <a16:creationId xmlns:a16="http://schemas.microsoft.com/office/drawing/2014/main" id="{1579546A-04AF-BD59-F391-B1E1B1B8B4AD}"/>
                </a:ext>
              </a:extLst>
            </p:cNvPr>
            <p:cNvSpPr/>
            <p:nvPr/>
          </p:nvSpPr>
          <p:spPr>
            <a:xfrm>
              <a:off x="1574997" y="4076700"/>
              <a:ext cx="203225" cy="203200"/>
            </a:xfrm>
            <a:prstGeom prst="ellipse">
              <a:avLst/>
            </a:prstGeom>
            <a:solidFill>
              <a:srgbClr val="FAFAFA">
                <a:alpha val="100000"/>
              </a:srgbClr>
            </a:solidFill>
            <a:ln/>
          </p:spPr>
        </p:sp>
        <p:sp>
          <p:nvSpPr>
            <p:cNvPr id="5" name="Shape 4">
              <a:extLst>
                <a:ext uri="{FF2B5EF4-FFF2-40B4-BE49-F238E27FC236}">
                  <a16:creationId xmlns:a16="http://schemas.microsoft.com/office/drawing/2014/main" id="{4CC15782-ECB8-DA9D-DA76-822CDCF9C588}"/>
                </a:ext>
              </a:extLst>
            </p:cNvPr>
            <p:cNvSpPr/>
            <p:nvPr/>
          </p:nvSpPr>
          <p:spPr>
            <a:xfrm>
              <a:off x="1930641" y="4076700"/>
              <a:ext cx="203225" cy="203200"/>
            </a:xfrm>
            <a:prstGeom prst="ellipse">
              <a:avLst/>
            </a:prstGeom>
            <a:solidFill>
              <a:srgbClr val="FAFAFA">
                <a:alpha val="100000"/>
              </a:srgbClr>
            </a:solidFill>
            <a:ln/>
          </p:spPr>
        </p:sp>
        <p:sp>
          <p:nvSpPr>
            <p:cNvPr id="6" name="Shape 5">
              <a:extLst>
                <a:ext uri="{FF2B5EF4-FFF2-40B4-BE49-F238E27FC236}">
                  <a16:creationId xmlns:a16="http://schemas.microsoft.com/office/drawing/2014/main" id="{A6FF3A2C-85F3-2A1E-66C0-59F718D4D20D}"/>
                </a:ext>
              </a:extLst>
            </p:cNvPr>
            <p:cNvSpPr/>
            <p:nvPr/>
          </p:nvSpPr>
          <p:spPr>
            <a:xfrm>
              <a:off x="2286286" y="4076700"/>
              <a:ext cx="203225" cy="203200"/>
            </a:xfrm>
            <a:prstGeom prst="ellipse">
              <a:avLst/>
            </a:prstGeom>
            <a:solidFill>
              <a:srgbClr val="FAFAFA">
                <a:alpha val="100000"/>
              </a:srgbClr>
            </a:solidFill>
            <a:ln/>
          </p:spPr>
        </p:sp>
        <p:cxnSp>
          <p:nvCxnSpPr>
            <p:cNvPr id="7" name="Прямая соединительная линия 6">
              <a:extLst>
                <a:ext uri="{FF2B5EF4-FFF2-40B4-BE49-F238E27FC236}">
                  <a16:creationId xmlns:a16="http://schemas.microsoft.com/office/drawing/2014/main" id="{98069BA1-C4CB-5B50-C6CD-9D320631722C}"/>
                </a:ext>
              </a:extLst>
            </p:cNvPr>
            <p:cNvCxnSpPr>
              <a:cxnSpLocks/>
            </p:cNvCxnSpPr>
            <p:nvPr/>
          </p:nvCxnSpPr>
          <p:spPr>
            <a:xfrm>
              <a:off x="1219352" y="4570632"/>
              <a:ext cx="21948343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Текст 14">
            <a:extLst>
              <a:ext uri="{FF2B5EF4-FFF2-40B4-BE49-F238E27FC236}">
                <a16:creationId xmlns:a16="http://schemas.microsoft.com/office/drawing/2014/main" id="{802FB575-ADA4-D2DC-F233-DBA51DA2E7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0" name="Номер слайда 2">
            <a:extLst>
              <a:ext uri="{FF2B5EF4-FFF2-40B4-BE49-F238E27FC236}">
                <a16:creationId xmlns:a16="http://schemas.microsoft.com/office/drawing/2014/main" id="{A37BC936-8D6E-E9D6-3003-624D52E0B1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72204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код на всю страницу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Image 17" descr=" ">
            <a:extLst>
              <a:ext uri="{FF2B5EF4-FFF2-40B4-BE49-F238E27FC236}">
                <a16:creationId xmlns:a16="http://schemas.microsoft.com/office/drawing/2014/main" id="{D18EAEB8-74DB-3BB2-6953-672A2C1604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" name="Прямоугольник с двумя скругленными противолежащими углами 2">
            <a:extLst>
              <a:ext uri="{FF2B5EF4-FFF2-40B4-BE49-F238E27FC236}">
                <a16:creationId xmlns:a16="http://schemas.microsoft.com/office/drawing/2014/main" id="{CFEFC578-38B7-093C-F8E5-F0621F401117}"/>
              </a:ext>
            </a:extLst>
          </p:cNvPr>
          <p:cNvSpPr/>
          <p:nvPr/>
        </p:nvSpPr>
        <p:spPr>
          <a:xfrm>
            <a:off x="1219352" y="1850886"/>
            <a:ext cx="21948343" cy="10660201"/>
          </a:xfrm>
          <a:prstGeom prst="round2DiagRect">
            <a:avLst>
              <a:gd name="adj1" fmla="val 3013"/>
              <a:gd name="adj2" fmla="val 0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1579546A-04AF-BD59-F391-B1E1B1B8B4AD}"/>
              </a:ext>
            </a:extLst>
          </p:cNvPr>
          <p:cNvSpPr/>
          <p:nvPr/>
        </p:nvSpPr>
        <p:spPr>
          <a:xfrm>
            <a:off x="1574997" y="2168387"/>
            <a:ext cx="203225" cy="203200"/>
          </a:xfrm>
          <a:prstGeom prst="ellipse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4CC15782-ECB8-DA9D-DA76-822CDCF9C588}"/>
              </a:ext>
            </a:extLst>
          </p:cNvPr>
          <p:cNvSpPr/>
          <p:nvPr/>
        </p:nvSpPr>
        <p:spPr>
          <a:xfrm>
            <a:off x="1930641" y="2168387"/>
            <a:ext cx="203225" cy="203200"/>
          </a:xfrm>
          <a:prstGeom prst="ellipse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A6FF3A2C-85F3-2A1E-66C0-59F718D4D20D}"/>
              </a:ext>
            </a:extLst>
          </p:cNvPr>
          <p:cNvSpPr/>
          <p:nvPr/>
        </p:nvSpPr>
        <p:spPr>
          <a:xfrm>
            <a:off x="2286286" y="2168387"/>
            <a:ext cx="203225" cy="203200"/>
          </a:xfrm>
          <a:prstGeom prst="ellipse">
            <a:avLst/>
          </a:prstGeom>
          <a:solidFill>
            <a:srgbClr val="FAFAFA">
              <a:alpha val="100000"/>
            </a:srgbClr>
          </a:solidFill>
          <a:ln/>
        </p:spPr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98069BA1-C4CB-5B50-C6CD-9D320631722C}"/>
              </a:ext>
            </a:extLst>
          </p:cNvPr>
          <p:cNvCxnSpPr>
            <a:cxnSpLocks/>
          </p:cNvCxnSpPr>
          <p:nvPr/>
        </p:nvCxnSpPr>
        <p:spPr>
          <a:xfrm>
            <a:off x="1219352" y="2662319"/>
            <a:ext cx="21948343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D22959ED-E1C7-0A13-4143-EB2CB55B64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4051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код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C4F20AB8-4211-9BA5-B47E-A3829CCEA3F0}"/>
              </a:ext>
            </a:extLst>
          </p:cNvPr>
          <p:cNvGrpSpPr/>
          <p:nvPr userDrawn="1"/>
        </p:nvGrpSpPr>
        <p:grpSpPr>
          <a:xfrm>
            <a:off x="9385890" y="2981626"/>
            <a:ext cx="13788435" cy="8524574"/>
            <a:chOff x="9385890" y="2981626"/>
            <a:chExt cx="13788435" cy="8524574"/>
          </a:xfrm>
        </p:grpSpPr>
        <p:sp>
          <p:nvSpPr>
            <p:cNvPr id="3" name="Прямоугольник с двумя скругленными противолежащими углами 2">
              <a:extLst>
                <a:ext uri="{FF2B5EF4-FFF2-40B4-BE49-F238E27FC236}">
                  <a16:creationId xmlns:a16="http://schemas.microsoft.com/office/drawing/2014/main" id="{990733CA-C9D9-F696-0C4A-89B2E96C6AFB}"/>
                </a:ext>
              </a:extLst>
            </p:cNvPr>
            <p:cNvSpPr/>
            <p:nvPr/>
          </p:nvSpPr>
          <p:spPr>
            <a:xfrm>
              <a:off x="9385890" y="2981626"/>
              <a:ext cx="13788435" cy="8524574"/>
            </a:xfrm>
            <a:prstGeom prst="round2DiagRect">
              <a:avLst>
                <a:gd name="adj1" fmla="val 3768"/>
                <a:gd name="adj2" fmla="val 0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52ADC7BB-3FD1-4CD1-9C58-AFFA0A4F1EF1}"/>
                </a:ext>
              </a:extLst>
            </p:cNvPr>
            <p:cNvSpPr/>
            <p:nvPr/>
          </p:nvSpPr>
          <p:spPr>
            <a:xfrm>
              <a:off x="9741535" y="3299126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56B2B002-18AE-B0BC-02E8-B89EEF7BAFB0}"/>
                </a:ext>
              </a:extLst>
            </p:cNvPr>
            <p:cNvSpPr/>
            <p:nvPr/>
          </p:nvSpPr>
          <p:spPr>
            <a:xfrm>
              <a:off x="10097179" y="3299126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1354B431-A83B-5B45-E477-E4F75F45FC14}"/>
                </a:ext>
              </a:extLst>
            </p:cNvPr>
            <p:cNvSpPr/>
            <p:nvPr/>
          </p:nvSpPr>
          <p:spPr>
            <a:xfrm>
              <a:off x="10452824" y="3299126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cxnSp>
          <p:nvCxnSpPr>
            <p:cNvPr id="8" name="Прямая соединительная линия 7">
              <a:extLst>
                <a:ext uri="{FF2B5EF4-FFF2-40B4-BE49-F238E27FC236}">
                  <a16:creationId xmlns:a16="http://schemas.microsoft.com/office/drawing/2014/main" id="{B9760D07-BBDE-B2C2-CFCA-FF75C1912E4B}"/>
                </a:ext>
              </a:extLst>
            </p:cNvPr>
            <p:cNvCxnSpPr>
              <a:cxnSpLocks/>
            </p:cNvCxnSpPr>
            <p:nvPr/>
          </p:nvCxnSpPr>
          <p:spPr>
            <a:xfrm>
              <a:off x="9385890" y="3793058"/>
              <a:ext cx="13788435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Текст 14">
            <a:extLst>
              <a:ext uri="{FF2B5EF4-FFF2-40B4-BE49-F238E27FC236}">
                <a16:creationId xmlns:a16="http://schemas.microsoft.com/office/drawing/2014/main" id="{B8DBD79D-E0C7-5BD3-6C62-CCD5C70776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4823776"/>
            <a:ext cx="7467449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0" name="Текст 7">
            <a:extLst>
              <a:ext uri="{FF2B5EF4-FFF2-40B4-BE49-F238E27FC236}">
                <a16:creationId xmlns:a16="http://schemas.microsoft.com/office/drawing/2014/main" id="{A6AA7F9A-04ED-DF10-B8D0-A53015CFE8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3053254"/>
            <a:ext cx="7467449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Минутка кода</a:t>
            </a:r>
          </a:p>
        </p:txBody>
      </p:sp>
      <p:sp>
        <p:nvSpPr>
          <p:cNvPr id="12" name="Номер слайда 2">
            <a:extLst>
              <a:ext uri="{FF2B5EF4-FFF2-40B4-BE49-F238E27FC236}">
                <a16:creationId xmlns:a16="http://schemas.microsoft.com/office/drawing/2014/main" id="{44121E35-7CFD-E7B0-D5C8-EE5915C6F0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07573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код_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DAEF54D6-C4D4-F7EC-F6F5-0F5A6536EB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5" name="Прямоугольник с двумя скругленными противолежащими углами 4">
            <a:extLst>
              <a:ext uri="{FF2B5EF4-FFF2-40B4-BE49-F238E27FC236}">
                <a16:creationId xmlns:a16="http://schemas.microsoft.com/office/drawing/2014/main" id="{67E7FA8A-7C1D-9D1C-C8E3-E48344335758}"/>
              </a:ext>
            </a:extLst>
          </p:cNvPr>
          <p:cNvSpPr/>
          <p:nvPr/>
        </p:nvSpPr>
        <p:spPr>
          <a:xfrm>
            <a:off x="12014200" y="4139603"/>
            <a:ext cx="11160125" cy="8371485"/>
          </a:xfrm>
          <a:prstGeom prst="round2DiagRect">
            <a:avLst>
              <a:gd name="adj1" fmla="val 3837"/>
              <a:gd name="adj2" fmla="val 0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E7900AE2-6D7F-3A8B-CB35-9E4B528AABB6}"/>
              </a:ext>
            </a:extLst>
          </p:cNvPr>
          <p:cNvSpPr/>
          <p:nvPr/>
        </p:nvSpPr>
        <p:spPr>
          <a:xfrm>
            <a:off x="12369845" y="4457103"/>
            <a:ext cx="203225" cy="20320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4397A9A4-A9A1-D757-20B6-9D3A08D6091C}"/>
              </a:ext>
            </a:extLst>
          </p:cNvPr>
          <p:cNvSpPr/>
          <p:nvPr/>
        </p:nvSpPr>
        <p:spPr>
          <a:xfrm>
            <a:off x="12725489" y="4457103"/>
            <a:ext cx="203225" cy="20320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EA7EE9EB-B198-F9BE-68E9-D1AC30FB75D5}"/>
              </a:ext>
            </a:extLst>
          </p:cNvPr>
          <p:cNvSpPr/>
          <p:nvPr/>
        </p:nvSpPr>
        <p:spPr>
          <a:xfrm>
            <a:off x="13081134" y="4457103"/>
            <a:ext cx="203225" cy="203200"/>
          </a:xfrm>
          <a:prstGeom prst="ellipse">
            <a:avLst/>
          </a:prstGeom>
          <a:solidFill>
            <a:schemeClr val="bg1"/>
          </a:solidFill>
          <a:ln/>
        </p:spPr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E3E87C1-A9EF-6CEC-82E4-E1ABA1CE22E0}"/>
              </a:ext>
            </a:extLst>
          </p:cNvPr>
          <p:cNvCxnSpPr>
            <a:cxnSpLocks/>
          </p:cNvCxnSpPr>
          <p:nvPr/>
        </p:nvCxnSpPr>
        <p:spPr>
          <a:xfrm>
            <a:off x="12014200" y="4951035"/>
            <a:ext cx="11160125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hape 0">
            <a:extLst>
              <a:ext uri="{FF2B5EF4-FFF2-40B4-BE49-F238E27FC236}">
                <a16:creationId xmlns:a16="http://schemas.microsoft.com/office/drawing/2014/main" id="{3B903C9F-FB44-7C7B-C487-4DE1D8D69083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1" name="Текст 7">
            <a:extLst>
              <a:ext uri="{FF2B5EF4-FFF2-40B4-BE49-F238E27FC236}">
                <a16:creationId xmlns:a16="http://schemas.microsoft.com/office/drawing/2014/main" id="{881E9D9C-B6DD-D838-6EE4-D7303C89E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8CEAD1D2-656F-828B-6206-6C77A8CB18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92848" y="4139603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939BDB43-0876-D6E2-2015-32A3B73D9F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92848" y="4749203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B350CE25-128E-CFCA-F2C2-1A2A8AF65E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92848" y="7169415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EB27B958-1B23-B530-051A-EA5B3181B4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92848" y="7779015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9C53A9A6-35A5-6663-FFBF-70EBFD2957C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92848" y="10199227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E63511CA-F580-9C1D-688A-E392FCC8732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792848" y="10808827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6DE87401-FF9D-5865-6AAC-64D89C3450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5731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код_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249206B7-47E3-EB33-ADCF-B1C0A8F209EE}"/>
              </a:ext>
            </a:extLst>
          </p:cNvPr>
          <p:cNvSpPr/>
          <p:nvPr userDrawn="1"/>
        </p:nvSpPr>
        <p:spPr>
          <a:xfrm>
            <a:off x="0" y="0"/>
            <a:ext cx="10605600" cy="13716000"/>
          </a:xfrm>
          <a:prstGeom prst="rect">
            <a:avLst/>
          </a:prstGeom>
          <a:solidFill>
            <a:schemeClr val="tx1"/>
          </a:solidFill>
          <a:ln/>
        </p:spPr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01B6381B-3E83-34C3-B635-64CEE67A4933}"/>
              </a:ext>
            </a:extLst>
          </p:cNvPr>
          <p:cNvGrpSpPr/>
          <p:nvPr userDrawn="1"/>
        </p:nvGrpSpPr>
        <p:grpSpPr>
          <a:xfrm>
            <a:off x="12014200" y="2102563"/>
            <a:ext cx="11160125" cy="3695884"/>
            <a:chOff x="12014200" y="2102563"/>
            <a:chExt cx="11160125" cy="3695884"/>
          </a:xfrm>
        </p:grpSpPr>
        <p:sp>
          <p:nvSpPr>
            <p:cNvPr id="5" name="Прямоугольник с двумя скругленными противолежащими углами 4">
              <a:extLst>
                <a:ext uri="{FF2B5EF4-FFF2-40B4-BE49-F238E27FC236}">
                  <a16:creationId xmlns:a16="http://schemas.microsoft.com/office/drawing/2014/main" id="{5E50FF9B-45E5-9CB6-40E4-A999C62D2C90}"/>
                </a:ext>
              </a:extLst>
            </p:cNvPr>
            <p:cNvSpPr/>
            <p:nvPr/>
          </p:nvSpPr>
          <p:spPr>
            <a:xfrm>
              <a:off x="12014200" y="2102563"/>
              <a:ext cx="11160125" cy="3695884"/>
            </a:xfrm>
            <a:prstGeom prst="round2DiagRect">
              <a:avLst>
                <a:gd name="adj1" fmla="val 8692"/>
                <a:gd name="adj2" fmla="val 0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Shape 3">
              <a:extLst>
                <a:ext uri="{FF2B5EF4-FFF2-40B4-BE49-F238E27FC236}">
                  <a16:creationId xmlns:a16="http://schemas.microsoft.com/office/drawing/2014/main" id="{78D14C1C-37C7-6C41-A36A-7ABCBD7800F8}"/>
                </a:ext>
              </a:extLst>
            </p:cNvPr>
            <p:cNvSpPr/>
            <p:nvPr/>
          </p:nvSpPr>
          <p:spPr>
            <a:xfrm>
              <a:off x="12369845" y="2420062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7" name="Shape 4">
              <a:extLst>
                <a:ext uri="{FF2B5EF4-FFF2-40B4-BE49-F238E27FC236}">
                  <a16:creationId xmlns:a16="http://schemas.microsoft.com/office/drawing/2014/main" id="{E76F4DEC-933B-C077-E4A3-22B7ECDE3C10}"/>
                </a:ext>
              </a:extLst>
            </p:cNvPr>
            <p:cNvSpPr/>
            <p:nvPr/>
          </p:nvSpPr>
          <p:spPr>
            <a:xfrm>
              <a:off x="12725489" y="2420062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8" name="Shape 5">
              <a:extLst>
                <a:ext uri="{FF2B5EF4-FFF2-40B4-BE49-F238E27FC236}">
                  <a16:creationId xmlns:a16="http://schemas.microsoft.com/office/drawing/2014/main" id="{BC029ADB-623A-8435-8EB7-B2BB228808C0}"/>
                </a:ext>
              </a:extLst>
            </p:cNvPr>
            <p:cNvSpPr/>
            <p:nvPr/>
          </p:nvSpPr>
          <p:spPr>
            <a:xfrm>
              <a:off x="13081134" y="2420062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cxnSp>
          <p:nvCxnSpPr>
            <p:cNvPr id="9" name="Прямая соединительная линия 8">
              <a:extLst>
                <a:ext uri="{FF2B5EF4-FFF2-40B4-BE49-F238E27FC236}">
                  <a16:creationId xmlns:a16="http://schemas.microsoft.com/office/drawing/2014/main" id="{C9A5CE41-0028-C3DB-6974-F94E50FDFCCB}"/>
                </a:ext>
              </a:extLst>
            </p:cNvPr>
            <p:cNvCxnSpPr>
              <a:cxnSpLocks/>
            </p:cNvCxnSpPr>
            <p:nvPr/>
          </p:nvCxnSpPr>
          <p:spPr>
            <a:xfrm>
              <a:off x="12014200" y="2913994"/>
              <a:ext cx="11160125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Текст 7">
            <a:extLst>
              <a:ext uri="{FF2B5EF4-FFF2-40B4-BE49-F238E27FC236}">
                <a16:creationId xmlns:a16="http://schemas.microsoft.com/office/drawing/2014/main" id="{00FC25E2-77D9-B5E9-1B91-6CA8F70AE5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022D9126-F744-8936-C9FA-44B5B3C75E0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92848" y="4139603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AA752E31-D4DA-49AB-CD7F-27A7F785B03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92848" y="4749203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1A82788F-AD80-E54B-CFE9-E5096B4B1EC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92848" y="7169415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7641EED3-5800-0916-2A13-30E723F41E1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92848" y="7779015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247820E1-C48E-55A4-477D-32B67CA31A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92848" y="10199227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77A46C16-5C6C-3B94-2EC0-7B5715137E2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792848" y="10808827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8" name="Рисунок 17">
            <a:extLst>
              <a:ext uri="{FF2B5EF4-FFF2-40B4-BE49-F238E27FC236}">
                <a16:creationId xmlns:a16="http://schemas.microsoft.com/office/drawing/2014/main" id="{B964585A-FB4E-6FA1-8E7B-2DFEC4B8538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2014200" y="6662738"/>
            <a:ext cx="11160125" cy="5848350"/>
          </a:xfrm>
          <a:prstGeom prst="roundRect">
            <a:avLst>
              <a:gd name="adj" fmla="val 7286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9" name="Номер слайда 2">
            <a:extLst>
              <a:ext uri="{FF2B5EF4-FFF2-40B4-BE49-F238E27FC236}">
                <a16:creationId xmlns:a16="http://schemas.microsoft.com/office/drawing/2014/main" id="{272A605B-C9F3-6697-016D-0FA8BFCF23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78068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команда_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Shape 26">
            <a:extLst>
              <a:ext uri="{FF2B5EF4-FFF2-40B4-BE49-F238E27FC236}">
                <a16:creationId xmlns:a16="http://schemas.microsoft.com/office/drawing/2014/main" id="{183D64BA-08FE-47C3-B0E8-A2B0F5C469BF}"/>
              </a:ext>
            </a:extLst>
          </p:cNvPr>
          <p:cNvSpPr/>
          <p:nvPr userDrawn="1"/>
        </p:nvSpPr>
        <p:spPr>
          <a:xfrm>
            <a:off x="1219352" y="4445000"/>
            <a:ext cx="5194949" cy="8051800"/>
          </a:xfrm>
          <a:prstGeom prst="roundRect">
            <a:avLst>
              <a:gd name="adj" fmla="val 5402"/>
            </a:avLst>
          </a:prstGeom>
          <a:solidFill>
            <a:srgbClr val="DEF1FF"/>
          </a:solidFill>
          <a:ln w="2540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Рисунок 24">
            <a:extLst>
              <a:ext uri="{FF2B5EF4-FFF2-40B4-BE49-F238E27FC236}">
                <a16:creationId xmlns:a16="http://schemas.microsoft.com/office/drawing/2014/main" id="{9266F093-6293-7206-8307-BEE7D8FFFAF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27416" y="2898625"/>
            <a:ext cx="3186030" cy="3186030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tx2"/>
            </a:solidFill>
          </a:ln>
        </p:spPr>
        <p:txBody>
          <a:bodyPr/>
          <a:lstStyle/>
          <a:p>
            <a:endParaRPr lang="ru-RU" dirty="0"/>
          </a:p>
        </p:txBody>
      </p:sp>
      <p:sp>
        <p:nvSpPr>
          <p:cNvPr id="8" name="Shape 26">
            <a:extLst>
              <a:ext uri="{FF2B5EF4-FFF2-40B4-BE49-F238E27FC236}">
                <a16:creationId xmlns:a16="http://schemas.microsoft.com/office/drawing/2014/main" id="{E3A09CA7-9176-7ED5-7510-EF3BA517014F}"/>
              </a:ext>
            </a:extLst>
          </p:cNvPr>
          <p:cNvSpPr/>
          <p:nvPr userDrawn="1"/>
        </p:nvSpPr>
        <p:spPr>
          <a:xfrm>
            <a:off x="6805645" y="4445000"/>
            <a:ext cx="5194949" cy="8051800"/>
          </a:xfrm>
          <a:prstGeom prst="roundRect">
            <a:avLst>
              <a:gd name="adj" fmla="val 5402"/>
            </a:avLst>
          </a:prstGeom>
          <a:solidFill>
            <a:srgbClr val="DEF1FF"/>
          </a:solidFill>
          <a:ln w="2540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Рисунок 24">
            <a:extLst>
              <a:ext uri="{FF2B5EF4-FFF2-40B4-BE49-F238E27FC236}">
                <a16:creationId xmlns:a16="http://schemas.microsoft.com/office/drawing/2014/main" id="{1805F28A-21D8-4091-1A8F-44F8A5628AC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13709" y="2898625"/>
            <a:ext cx="3186030" cy="3186030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tx2"/>
            </a:solidFill>
          </a:ln>
        </p:spPr>
        <p:txBody>
          <a:bodyPr/>
          <a:lstStyle/>
          <a:p>
            <a:endParaRPr lang="ru-RU" dirty="0"/>
          </a:p>
        </p:txBody>
      </p:sp>
      <p:sp>
        <p:nvSpPr>
          <p:cNvPr id="13" name="Shape 26">
            <a:extLst>
              <a:ext uri="{FF2B5EF4-FFF2-40B4-BE49-F238E27FC236}">
                <a16:creationId xmlns:a16="http://schemas.microsoft.com/office/drawing/2014/main" id="{B7609D9C-D033-466D-8AB0-61F75F39272F}"/>
              </a:ext>
            </a:extLst>
          </p:cNvPr>
          <p:cNvSpPr/>
          <p:nvPr userDrawn="1"/>
        </p:nvSpPr>
        <p:spPr>
          <a:xfrm>
            <a:off x="12391938" y="4445000"/>
            <a:ext cx="5194949" cy="8051800"/>
          </a:xfrm>
          <a:prstGeom prst="roundRect">
            <a:avLst>
              <a:gd name="adj" fmla="val 5402"/>
            </a:avLst>
          </a:prstGeom>
          <a:solidFill>
            <a:srgbClr val="DEF1FF"/>
          </a:solidFill>
          <a:ln w="2540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Рисунок 24">
            <a:extLst>
              <a:ext uri="{FF2B5EF4-FFF2-40B4-BE49-F238E27FC236}">
                <a16:creationId xmlns:a16="http://schemas.microsoft.com/office/drawing/2014/main" id="{AE27DE0A-5C4D-116C-CB83-BB27C032DC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00001" y="2898625"/>
            <a:ext cx="3186030" cy="3186030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tx2"/>
            </a:solidFill>
          </a:ln>
        </p:spPr>
        <p:txBody>
          <a:bodyPr/>
          <a:lstStyle/>
          <a:p>
            <a:endParaRPr lang="ru-RU" dirty="0"/>
          </a:p>
        </p:txBody>
      </p:sp>
      <p:sp>
        <p:nvSpPr>
          <p:cNvPr id="18" name="Shape 26">
            <a:extLst>
              <a:ext uri="{FF2B5EF4-FFF2-40B4-BE49-F238E27FC236}">
                <a16:creationId xmlns:a16="http://schemas.microsoft.com/office/drawing/2014/main" id="{33DF3666-9E3C-36D5-1C3E-F170AAAAE6E7}"/>
              </a:ext>
            </a:extLst>
          </p:cNvPr>
          <p:cNvSpPr/>
          <p:nvPr userDrawn="1"/>
        </p:nvSpPr>
        <p:spPr>
          <a:xfrm>
            <a:off x="17978230" y="4445000"/>
            <a:ext cx="5194949" cy="8051800"/>
          </a:xfrm>
          <a:prstGeom prst="roundRect">
            <a:avLst>
              <a:gd name="adj" fmla="val 5402"/>
            </a:avLst>
          </a:prstGeom>
          <a:solidFill>
            <a:srgbClr val="DEF1FF"/>
          </a:solidFill>
          <a:ln w="2540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Рисунок 24">
            <a:extLst>
              <a:ext uri="{FF2B5EF4-FFF2-40B4-BE49-F238E27FC236}">
                <a16:creationId xmlns:a16="http://schemas.microsoft.com/office/drawing/2014/main" id="{32166E3D-F0BF-8279-B1F0-CB747CE344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486293" y="2898625"/>
            <a:ext cx="3186030" cy="3186030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tx2"/>
            </a:solidFill>
          </a:ln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ru-RU" dirty="0"/>
          </a:p>
        </p:txBody>
      </p:sp>
      <p:sp>
        <p:nvSpPr>
          <p:cNvPr id="23" name="Текст 7">
            <a:extLst>
              <a:ext uri="{FF2B5EF4-FFF2-40B4-BE49-F238E27FC236}">
                <a16:creationId xmlns:a16="http://schemas.microsoft.com/office/drawing/2014/main" id="{E205A360-AB4D-164D-E3EB-CDE5DF87C2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Команда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9D5580D7-7721-B8E4-59ED-7AE674A6019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8486294" y="7713969"/>
            <a:ext cx="3947666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713DE1FF-2690-3E10-70C7-D940E34EF9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8486294" y="8353018"/>
            <a:ext cx="3947666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9860B100-0228-FF34-94F6-6F103249FE5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727416" y="7713969"/>
            <a:ext cx="3947666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4F2880B9-F222-399A-C340-E768441BD3E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727416" y="8353018"/>
            <a:ext cx="3947666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0AF3167B-1F61-7866-D87D-9D4A6F97D3A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13709" y="7713969"/>
            <a:ext cx="3947666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64FFF8F9-75DD-C4DB-60DE-D5E3CF0631E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313709" y="8353018"/>
            <a:ext cx="3947666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E682F16B-DD55-6224-4E43-39BCEE86606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900002" y="7713969"/>
            <a:ext cx="3947666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8EF51423-7168-BC7B-9A0E-EE24263961A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900002" y="8353018"/>
            <a:ext cx="3947666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FA9ECBE6-2A61-95FD-EB8A-027C2FECDD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8486294" y="9353575"/>
            <a:ext cx="3947666" cy="25176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342900" indent="-342900">
              <a:buFont typeface="Arial" panose="020B0604020202020204" pitchFamily="34" charset="0"/>
              <a:buChar char="•"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1485991">
              <a:spcAft>
                <a:spcPts val="6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747EA3D1-1C14-23BA-33FA-AC66AD6C0CD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900002" y="9353575"/>
            <a:ext cx="3947666" cy="25176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342900" indent="-342900">
              <a:buFont typeface="Arial" panose="020B0604020202020204" pitchFamily="34" charset="0"/>
              <a:buChar char="•"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1485991">
              <a:spcAft>
                <a:spcPts val="6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1CBD69E0-8FC1-F07B-19DF-60C1B01359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3709" y="9353575"/>
            <a:ext cx="3947666" cy="25176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342900" indent="-342900">
              <a:buFont typeface="Arial" panose="020B0604020202020204" pitchFamily="34" charset="0"/>
              <a:buChar char="•"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1485991">
              <a:spcAft>
                <a:spcPts val="6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833A6316-D080-1DFD-AE68-BE417EAA98B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727416" y="9353575"/>
            <a:ext cx="3947666" cy="25176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342900" indent="-342900">
              <a:buFont typeface="Arial" panose="020B0604020202020204" pitchFamily="34" charset="0"/>
              <a:buChar char="•"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1485991">
              <a:spcAft>
                <a:spcPts val="6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8F6BFDA7-1A60-662A-B067-C6692A8FE7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92552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команда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Рисунок 24">
            <a:extLst>
              <a:ext uri="{FF2B5EF4-FFF2-40B4-BE49-F238E27FC236}">
                <a16:creationId xmlns:a16="http://schemas.microsoft.com/office/drawing/2014/main" id="{07FA06DC-C478-FEF8-90CB-628DEAAC357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205226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0B227BCA-5864-6052-E997-0695D86D99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51194" y="4648200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5C5C9C68-E87B-6190-6DC5-138AF3B2F60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963895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7" name="Рисунок 24">
            <a:extLst>
              <a:ext uri="{FF2B5EF4-FFF2-40B4-BE49-F238E27FC236}">
                <a16:creationId xmlns:a16="http://schemas.microsoft.com/office/drawing/2014/main" id="{F0AF0037-ABE0-49F9-19AB-E967A11F99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05226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6E0C5B10-C0EE-65F4-DE19-BECD9A60434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951194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6E5A1B67-0676-8327-B7B4-D78B6D808DD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63895" y="1152288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6" name="Рисунок 24">
            <a:extLst>
              <a:ext uri="{FF2B5EF4-FFF2-40B4-BE49-F238E27FC236}">
                <a16:creationId xmlns:a16="http://schemas.microsoft.com/office/drawing/2014/main" id="{94DC2CC1-AC88-5A9C-BDD2-D0D3257DA67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9789073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5" name="Текст 55">
            <a:extLst>
              <a:ext uri="{FF2B5EF4-FFF2-40B4-BE49-F238E27FC236}">
                <a16:creationId xmlns:a16="http://schemas.microsoft.com/office/drawing/2014/main" id="{9CDCA46E-3B30-0BD4-5953-2D5DD05713A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535040" y="4655125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6C1A7EDE-CCE1-433F-7B87-34D3479EE31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9547742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0" name="Рисунок 24">
            <a:extLst>
              <a:ext uri="{FF2B5EF4-FFF2-40B4-BE49-F238E27FC236}">
                <a16:creationId xmlns:a16="http://schemas.microsoft.com/office/drawing/2014/main" id="{1531423D-21E1-5E34-87E9-D380554868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9789073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9C659216-88D0-2CB7-D969-59D170C809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535040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D2668CC7-01AF-BFCF-9BD4-6C07AB4488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9547742" y="115244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9" name="Рисунок 24">
            <a:extLst>
              <a:ext uri="{FF2B5EF4-FFF2-40B4-BE49-F238E27FC236}">
                <a16:creationId xmlns:a16="http://schemas.microsoft.com/office/drawing/2014/main" id="{2EFD22C4-C33E-2328-1110-27A1D3665EE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997149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8" name="Текст 55">
            <a:extLst>
              <a:ext uri="{FF2B5EF4-FFF2-40B4-BE49-F238E27FC236}">
                <a16:creationId xmlns:a16="http://schemas.microsoft.com/office/drawing/2014/main" id="{7BF43892-C371-9182-BD6B-D2E6156CDA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743116" y="4655125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7C79990F-6FF5-6469-66C0-29A1A06C18B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755818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1" name="Рисунок 24">
            <a:extLst>
              <a:ext uri="{FF2B5EF4-FFF2-40B4-BE49-F238E27FC236}">
                <a16:creationId xmlns:a16="http://schemas.microsoft.com/office/drawing/2014/main" id="{9EECB7A4-3528-371B-F474-A11D5503CEF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3997149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74A61040-593F-54D4-27BE-E4F078310DA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743116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18F4F742-22AB-E9B9-F0F2-8AAA91AC97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3755818" y="115244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pic>
        <p:nvPicPr>
          <p:cNvPr id="32" name="Image 7" descr=" ">
            <a:extLst>
              <a:ext uri="{FF2B5EF4-FFF2-40B4-BE49-F238E27FC236}">
                <a16:creationId xmlns:a16="http://schemas.microsoft.com/office/drawing/2014/main" id="{F7207F0D-340F-12A4-2838-2366F624C8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876300"/>
            <a:ext cx="965321" cy="635000"/>
          </a:xfrm>
          <a:prstGeom prst="rect">
            <a:avLst/>
          </a:prstGeom>
        </p:spPr>
      </p:pic>
      <p:sp>
        <p:nvSpPr>
          <p:cNvPr id="59" name="Текст 7">
            <a:extLst>
              <a:ext uri="{FF2B5EF4-FFF2-40B4-BE49-F238E27FC236}">
                <a16:creationId xmlns:a16="http://schemas.microsoft.com/office/drawing/2014/main" id="{14016E4F-6AA2-316F-A383-2DAFD638D1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7878680"/>
            <a:ext cx="6140452" cy="205184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7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8000"/>
              </a:lnSpc>
              <a:spcBef>
                <a:spcPct val="0"/>
              </a:spcBef>
            </a:pPr>
            <a:r>
              <a:rPr lang="ru-RU" dirty="0"/>
              <a:t>Небольшой заголовок</a:t>
            </a:r>
          </a:p>
        </p:txBody>
      </p:sp>
      <p:sp>
        <p:nvSpPr>
          <p:cNvPr id="60" name="Текст 55">
            <a:extLst>
              <a:ext uri="{FF2B5EF4-FFF2-40B4-BE49-F238E27FC236}">
                <a16:creationId xmlns:a16="http://schemas.microsoft.com/office/drawing/2014/main" id="{FFA4B742-13A7-99AB-CDE4-C5048496C6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352" y="10218822"/>
            <a:ext cx="6140452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</a:t>
            </a:r>
            <a:br>
              <a:rPr lang="ru-RU" dirty="0"/>
            </a:br>
            <a:r>
              <a:rPr lang="ru-RU" dirty="0"/>
              <a:t>получить конкретный ответ </a:t>
            </a:r>
            <a:br>
              <a:rPr lang="ru-RU" dirty="0"/>
            </a:br>
            <a:r>
              <a:rPr lang="ru-RU" dirty="0"/>
              <a:t>или проверить чей-то готовый вывод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A9B3479-AD7E-3664-8DCC-3C57510BDC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93521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команда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Рисунок 24">
            <a:extLst>
              <a:ext uri="{FF2B5EF4-FFF2-40B4-BE49-F238E27FC236}">
                <a16:creationId xmlns:a16="http://schemas.microsoft.com/office/drawing/2014/main" id="{07FA06DC-C478-FEF8-90CB-628DEAAC357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716198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0B227BCA-5864-6052-E997-0695D86D99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462166" y="4648200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5C5C9C68-E87B-6190-6DC5-138AF3B2F60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474867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7" name="Рисунок 24">
            <a:extLst>
              <a:ext uri="{FF2B5EF4-FFF2-40B4-BE49-F238E27FC236}">
                <a16:creationId xmlns:a16="http://schemas.microsoft.com/office/drawing/2014/main" id="{F0AF0037-ABE0-49F9-19AB-E967A11F99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16198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6E0C5B10-C0EE-65F4-DE19-BECD9A60434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62166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6E5A1B67-0676-8327-B7B4-D78B6D808DD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474867" y="1152288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6" name="Рисунок 24">
            <a:extLst>
              <a:ext uri="{FF2B5EF4-FFF2-40B4-BE49-F238E27FC236}">
                <a16:creationId xmlns:a16="http://schemas.microsoft.com/office/drawing/2014/main" id="{94DC2CC1-AC88-5A9C-BDD2-D0D3257DA67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9789073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5" name="Текст 55">
            <a:extLst>
              <a:ext uri="{FF2B5EF4-FFF2-40B4-BE49-F238E27FC236}">
                <a16:creationId xmlns:a16="http://schemas.microsoft.com/office/drawing/2014/main" id="{9CDCA46E-3B30-0BD4-5953-2D5DD05713A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535040" y="4655125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6C1A7EDE-CCE1-433F-7B87-34D3479EE31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9547742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0" name="Рисунок 24">
            <a:extLst>
              <a:ext uri="{FF2B5EF4-FFF2-40B4-BE49-F238E27FC236}">
                <a16:creationId xmlns:a16="http://schemas.microsoft.com/office/drawing/2014/main" id="{1531423D-21E1-5E34-87E9-D380554868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9789073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9C659216-88D0-2CB7-D969-59D170C809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535040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D2668CC7-01AF-BFCF-9BD4-6C07AB4488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9547742" y="115244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9" name="Рисунок 24">
            <a:extLst>
              <a:ext uri="{FF2B5EF4-FFF2-40B4-BE49-F238E27FC236}">
                <a16:creationId xmlns:a16="http://schemas.microsoft.com/office/drawing/2014/main" id="{2EFD22C4-C33E-2328-1110-27A1D3665EE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752065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8" name="Текст 55">
            <a:extLst>
              <a:ext uri="{FF2B5EF4-FFF2-40B4-BE49-F238E27FC236}">
                <a16:creationId xmlns:a16="http://schemas.microsoft.com/office/drawing/2014/main" id="{7BF43892-C371-9182-BD6B-D2E6156CDA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498032" y="4655125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7C79990F-6FF5-6469-66C0-29A1A06C18B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510734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1" name="Рисунок 24">
            <a:extLst>
              <a:ext uri="{FF2B5EF4-FFF2-40B4-BE49-F238E27FC236}">
                <a16:creationId xmlns:a16="http://schemas.microsoft.com/office/drawing/2014/main" id="{9EECB7A4-3528-371B-F474-A11D5503CEF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752065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74A61040-593F-54D4-27BE-E4F078310DA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498032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18F4F742-22AB-E9B9-F0F2-8AAA91AC97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4510734" y="115244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pic>
        <p:nvPicPr>
          <p:cNvPr id="32" name="Image 7" descr=" ">
            <a:extLst>
              <a:ext uri="{FF2B5EF4-FFF2-40B4-BE49-F238E27FC236}">
                <a16:creationId xmlns:a16="http://schemas.microsoft.com/office/drawing/2014/main" id="{F7207F0D-340F-12A4-2838-2366F624C8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876300"/>
            <a:ext cx="965321" cy="635000"/>
          </a:xfrm>
          <a:prstGeom prst="rect">
            <a:avLst/>
          </a:prstGeom>
        </p:spPr>
      </p:pic>
      <p:sp>
        <p:nvSpPr>
          <p:cNvPr id="2" name="Рисунок 24">
            <a:extLst>
              <a:ext uri="{FF2B5EF4-FFF2-40B4-BE49-F238E27FC236}">
                <a16:creationId xmlns:a16="http://schemas.microsoft.com/office/drawing/2014/main" id="{37AD2AFD-88E7-D611-3913-0F84ABB38E7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666488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3" name="Текст 55">
            <a:extLst>
              <a:ext uri="{FF2B5EF4-FFF2-40B4-BE49-F238E27FC236}">
                <a16:creationId xmlns:a16="http://schemas.microsoft.com/office/drawing/2014/main" id="{8B13C8AF-7586-B2E2-7A34-2878A7A9AB3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12456" y="4648200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4" name="Текст 55">
            <a:extLst>
              <a:ext uri="{FF2B5EF4-FFF2-40B4-BE49-F238E27FC236}">
                <a16:creationId xmlns:a16="http://schemas.microsoft.com/office/drawing/2014/main" id="{96F78D43-B135-8249-5C4B-A6CABEEF1AC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5157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Рисунок 24">
            <a:extLst>
              <a:ext uri="{FF2B5EF4-FFF2-40B4-BE49-F238E27FC236}">
                <a16:creationId xmlns:a16="http://schemas.microsoft.com/office/drawing/2014/main" id="{6C80A511-DC45-5DCF-B9B9-031AECEC7A11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666488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6" name="Текст 55">
            <a:extLst>
              <a:ext uri="{FF2B5EF4-FFF2-40B4-BE49-F238E27FC236}">
                <a16:creationId xmlns:a16="http://schemas.microsoft.com/office/drawing/2014/main" id="{BDA73948-551E-7CC1-8466-7A2A9CC02B8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12456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7" name="Текст 55">
            <a:extLst>
              <a:ext uri="{FF2B5EF4-FFF2-40B4-BE49-F238E27FC236}">
                <a16:creationId xmlns:a16="http://schemas.microsoft.com/office/drawing/2014/main" id="{7308C4DB-797C-6AAA-9EE8-62D8285B51E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425157" y="1152288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7816D8BF-15E6-235C-D5CF-180550A6C4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-2729353" y="7682504"/>
            <a:ext cx="86675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КОМАНДА</a:t>
            </a:r>
          </a:p>
        </p:txBody>
      </p:sp>
      <p:sp>
        <p:nvSpPr>
          <p:cNvPr id="10" name="Номер слайда 2">
            <a:extLst>
              <a:ext uri="{FF2B5EF4-FFF2-40B4-BE49-F238E27FC236}">
                <a16:creationId xmlns:a16="http://schemas.microsoft.com/office/drawing/2014/main" id="{5D588FB6-36F3-6621-0A6D-14F19A1A55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17478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писок литературы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7AEF6155-D339-CDFB-2BAD-93CC730B9DDE}"/>
              </a:ext>
            </a:extLst>
          </p:cNvPr>
          <p:cNvSpPr/>
          <p:nvPr userDrawn="1"/>
        </p:nvSpPr>
        <p:spPr>
          <a:xfrm>
            <a:off x="0" y="0"/>
            <a:ext cx="10605600" cy="13716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6" name="Текст 7">
            <a:extLst>
              <a:ext uri="{FF2B5EF4-FFF2-40B4-BE49-F238E27FC236}">
                <a16:creationId xmlns:a16="http://schemas.microsoft.com/office/drawing/2014/main" id="{686A4666-49F7-83A6-D119-8927217D67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1817251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Список</a:t>
            </a:r>
            <a:br>
              <a:rPr lang="ru-RU" dirty="0"/>
            </a:br>
            <a:r>
              <a:rPr lang="ru-RU" dirty="0"/>
              <a:t>литературы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C1EEF921-4248-BDC1-3E11-AFB85BFF30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800411" y="2231410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Статья про ансамбли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91B8FF39-5C92-3D0D-71A6-EC573D0EB0E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800411" y="4755112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Статья про ансамбли</a:t>
            </a: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A59AA340-AED1-04A5-1481-C023B10DBC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800411" y="7264964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Статья про ансамбли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90EA1D3B-1886-D0F5-9F72-5A2C744ACAE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800411" y="9774817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Статья про ансамбли</a:t>
            </a:r>
          </a:p>
        </p:txBody>
      </p:sp>
      <p:sp>
        <p:nvSpPr>
          <p:cNvPr id="24" name="Номер слайда 2">
            <a:extLst>
              <a:ext uri="{FF2B5EF4-FFF2-40B4-BE49-F238E27FC236}">
                <a16:creationId xmlns:a16="http://schemas.microsoft.com/office/drawing/2014/main" id="{82D2497A-742E-4CAF-20AE-BCF27C3A76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  <p:sp>
        <p:nvSpPr>
          <p:cNvPr id="3" name="Текст 55">
            <a:extLst>
              <a:ext uri="{FF2B5EF4-FFF2-40B4-BE49-F238E27FC236}">
                <a16:creationId xmlns:a16="http://schemas.microsoft.com/office/drawing/2014/main" id="{78C6205A-F00F-3209-F25B-4CC51A15D4B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800411" y="2902587"/>
            <a:ext cx="9367285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" name="Текст 55">
            <a:extLst>
              <a:ext uri="{FF2B5EF4-FFF2-40B4-BE49-F238E27FC236}">
                <a16:creationId xmlns:a16="http://schemas.microsoft.com/office/drawing/2014/main" id="{F10DB5C1-28F0-B252-B55B-C7016BCA982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800411" y="5426289"/>
            <a:ext cx="9367285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6" name="Текст 55">
            <a:extLst>
              <a:ext uri="{FF2B5EF4-FFF2-40B4-BE49-F238E27FC236}">
                <a16:creationId xmlns:a16="http://schemas.microsoft.com/office/drawing/2014/main" id="{19796346-E457-D99C-285B-D8002F095DA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800411" y="7936141"/>
            <a:ext cx="9367285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7" name="Текст 55">
            <a:extLst>
              <a:ext uri="{FF2B5EF4-FFF2-40B4-BE49-F238E27FC236}">
                <a16:creationId xmlns:a16="http://schemas.microsoft.com/office/drawing/2014/main" id="{C68D3BC7-FEC3-15AD-B52C-F4DE297243E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3800411" y="10445994"/>
            <a:ext cx="9367285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</p:spTree>
    <p:extLst>
      <p:ext uri="{BB962C8B-B14F-4D97-AF65-F5344CB8AC3E}">
        <p14:creationId xmlns:p14="http://schemas.microsoft.com/office/powerpoint/2010/main" val="4197442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писок литературы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1" descr=" ">
            <a:extLst>
              <a:ext uri="{FF2B5EF4-FFF2-40B4-BE49-F238E27FC236}">
                <a16:creationId xmlns:a16="http://schemas.microsoft.com/office/drawing/2014/main" id="{81D64198-C4AB-7F7F-DE7F-AD83E118B1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0605826" cy="13716000"/>
          </a:xfrm>
          <a:prstGeom prst="rect">
            <a:avLst/>
          </a:prstGeom>
        </p:spPr>
      </p:pic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6" name="Текст 7">
            <a:extLst>
              <a:ext uri="{FF2B5EF4-FFF2-40B4-BE49-F238E27FC236}">
                <a16:creationId xmlns:a16="http://schemas.microsoft.com/office/drawing/2014/main" id="{686A4666-49F7-83A6-D119-8927217D67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2356936"/>
            <a:ext cx="732849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Литература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3544C411-FB9A-CCDD-2D25-660F9F08157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082622" y="2294632"/>
            <a:ext cx="10085073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9D406A85-4F09-5D56-ECE6-A1E6989097C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082622" y="3953934"/>
            <a:ext cx="10085073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B642DB10-C254-F4AE-5A47-0DF97952E1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082622" y="5613236"/>
            <a:ext cx="10085073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5" name="Текст 55">
            <a:extLst>
              <a:ext uri="{FF2B5EF4-FFF2-40B4-BE49-F238E27FC236}">
                <a16:creationId xmlns:a16="http://schemas.microsoft.com/office/drawing/2014/main" id="{F18217D3-3F69-CC50-68C4-9A6F7FE9D13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082622" y="7272538"/>
            <a:ext cx="10085073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E235104D-BEB1-4B90-8A9D-690DA4C558F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082622" y="8931840"/>
            <a:ext cx="10085073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7" name="Текст 55">
            <a:extLst>
              <a:ext uri="{FF2B5EF4-FFF2-40B4-BE49-F238E27FC236}">
                <a16:creationId xmlns:a16="http://schemas.microsoft.com/office/drawing/2014/main" id="{D270FF58-0DC4-254F-8FE7-E59535026A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082622" y="10591141"/>
            <a:ext cx="10085073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D407B7A-B798-2872-F59F-F48DF1478B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22268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</p15:sldGuideLst>
    </p:ext>
  </p:extLst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R-код_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4AFB5662-6BA2-958C-A346-6088C3EEDDB1}"/>
              </a:ext>
            </a:extLst>
          </p:cNvPr>
          <p:cNvGrpSpPr/>
          <p:nvPr userDrawn="1"/>
        </p:nvGrpSpPr>
        <p:grpSpPr>
          <a:xfrm>
            <a:off x="13940056" y="2914650"/>
            <a:ext cx="7887686" cy="7886700"/>
            <a:chOff x="13946343" y="2921000"/>
            <a:chExt cx="7887686" cy="7886700"/>
          </a:xfrm>
        </p:grpSpPr>
        <p:pic>
          <p:nvPicPr>
            <p:cNvPr id="6" name="Image 8" descr=" ">
              <a:extLst>
                <a:ext uri="{FF2B5EF4-FFF2-40B4-BE49-F238E27FC236}">
                  <a16:creationId xmlns:a16="http://schemas.microsoft.com/office/drawing/2014/main" id="{79F5D3F3-CF8A-957C-AEA0-B07CC66786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3946343" y="2921000"/>
              <a:ext cx="1282860" cy="1282700"/>
            </a:xfrm>
            <a:prstGeom prst="rect">
              <a:avLst/>
            </a:prstGeom>
          </p:spPr>
        </p:pic>
        <p:pic>
          <p:nvPicPr>
            <p:cNvPr id="7" name="Image 9" descr=" ">
              <a:extLst>
                <a:ext uri="{FF2B5EF4-FFF2-40B4-BE49-F238E27FC236}">
                  <a16:creationId xmlns:a16="http://schemas.microsoft.com/office/drawing/2014/main" id="{21B3B8A3-1332-710B-11E5-888DDB101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551169" y="9525000"/>
              <a:ext cx="1282860" cy="1282700"/>
            </a:xfrm>
            <a:prstGeom prst="rect">
              <a:avLst/>
            </a:prstGeom>
          </p:spPr>
        </p:pic>
        <p:pic>
          <p:nvPicPr>
            <p:cNvPr id="8" name="Image 10" descr=" ">
              <a:extLst>
                <a:ext uri="{FF2B5EF4-FFF2-40B4-BE49-F238E27FC236}">
                  <a16:creationId xmlns:a16="http://schemas.microsoft.com/office/drawing/2014/main" id="{37ECDDE3-0BDB-A81E-09FD-95FF78E8D43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551169" y="2921000"/>
              <a:ext cx="1282860" cy="1282700"/>
            </a:xfrm>
            <a:prstGeom prst="rect">
              <a:avLst/>
            </a:prstGeom>
          </p:spPr>
        </p:pic>
        <p:pic>
          <p:nvPicPr>
            <p:cNvPr id="9" name="Image 11" descr=" ">
              <a:extLst>
                <a:ext uri="{FF2B5EF4-FFF2-40B4-BE49-F238E27FC236}">
                  <a16:creationId xmlns:a16="http://schemas.microsoft.com/office/drawing/2014/main" id="{4CE61514-9F09-311C-420D-6CBE6E2A5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3946343" y="9525000"/>
              <a:ext cx="1282860" cy="1282700"/>
            </a:xfrm>
            <a:prstGeom prst="rect">
              <a:avLst/>
            </a:prstGeom>
          </p:spPr>
        </p:pic>
      </p:grpSp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907ED166-E1CE-4314-083A-291773CF28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847806" y="3821906"/>
            <a:ext cx="6072187" cy="6072188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5" name="Текст 7">
            <a:extLst>
              <a:ext uri="{FF2B5EF4-FFF2-40B4-BE49-F238E27FC236}">
                <a16:creationId xmlns:a16="http://schemas.microsoft.com/office/drawing/2014/main" id="{07FAA2DE-99C3-C436-0879-88B529901C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9434" y="672465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Минутка</a:t>
            </a:r>
            <a:br>
              <a:rPr lang="ru-RU" dirty="0"/>
            </a:br>
            <a:r>
              <a:rPr lang="ru-RU" dirty="0"/>
              <a:t>обратной связи</a:t>
            </a:r>
          </a:p>
        </p:txBody>
      </p:sp>
    </p:spTree>
    <p:extLst>
      <p:ext uri="{BB962C8B-B14F-4D97-AF65-F5344CB8AC3E}">
        <p14:creationId xmlns:p14="http://schemas.microsoft.com/office/powerpoint/2010/main" val="1385057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R-код_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907ED166-E1CE-4314-083A-291773CF28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847806" y="3821906"/>
            <a:ext cx="6072187" cy="6072188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5" name="Текст 7">
            <a:extLst>
              <a:ext uri="{FF2B5EF4-FFF2-40B4-BE49-F238E27FC236}">
                <a16:creationId xmlns:a16="http://schemas.microsoft.com/office/drawing/2014/main" id="{07FAA2DE-99C3-C436-0879-88B529901C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9434" y="672465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Минутка</a:t>
            </a:r>
            <a:br>
              <a:rPr lang="ru-RU" dirty="0"/>
            </a:br>
            <a:r>
              <a:rPr lang="ru-RU" dirty="0"/>
              <a:t>обратной связи</a:t>
            </a:r>
          </a:p>
        </p:txBody>
      </p:sp>
      <p:sp>
        <p:nvSpPr>
          <p:cNvPr id="2" name="Скругленный прямоугольник 8">
            <a:extLst>
              <a:ext uri="{FF2B5EF4-FFF2-40B4-BE49-F238E27FC236}">
                <a16:creationId xmlns:a16="http://schemas.microsoft.com/office/drawing/2014/main" id="{589056DF-4832-9ED5-D0DC-279FCD3482AC}"/>
              </a:ext>
            </a:extLst>
          </p:cNvPr>
          <p:cNvSpPr/>
          <p:nvPr userDrawn="1"/>
        </p:nvSpPr>
        <p:spPr>
          <a:xfrm>
            <a:off x="1206651" y="1206500"/>
            <a:ext cx="6755663" cy="6755663"/>
          </a:xfrm>
          <a:custGeom>
            <a:avLst/>
            <a:gdLst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699543 w 6699543"/>
              <a:gd name="connsiteY4" fmla="*/ 6325775 h 6699543"/>
              <a:gd name="connsiteX5" fmla="*/ 6325775 w 6699543"/>
              <a:gd name="connsiteY5" fmla="*/ 6699543 h 6699543"/>
              <a:gd name="connsiteX6" fmla="*/ 373768 w 6699543"/>
              <a:gd name="connsiteY6" fmla="*/ 6699543 h 6699543"/>
              <a:gd name="connsiteX7" fmla="*/ 0 w 6699543"/>
              <a:gd name="connsiteY7" fmla="*/ 6325775 h 6699543"/>
              <a:gd name="connsiteX8" fmla="*/ 0 w 6699543"/>
              <a:gd name="connsiteY8" fmla="*/ 373768 h 6699543"/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325775 w 6699543"/>
              <a:gd name="connsiteY4" fmla="*/ 6699543 h 6699543"/>
              <a:gd name="connsiteX5" fmla="*/ 373768 w 6699543"/>
              <a:gd name="connsiteY5" fmla="*/ 6699543 h 6699543"/>
              <a:gd name="connsiteX6" fmla="*/ 0 w 6699543"/>
              <a:gd name="connsiteY6" fmla="*/ 6325775 h 6699543"/>
              <a:gd name="connsiteX7" fmla="*/ 0 w 6699543"/>
              <a:gd name="connsiteY7" fmla="*/ 373768 h 6699543"/>
              <a:gd name="connsiteX0" fmla="*/ 6325775 w 6699543"/>
              <a:gd name="connsiteY0" fmla="*/ 6699543 h 6790983"/>
              <a:gd name="connsiteX1" fmla="*/ 373768 w 6699543"/>
              <a:gd name="connsiteY1" fmla="*/ 6699543 h 6790983"/>
              <a:gd name="connsiteX2" fmla="*/ 0 w 6699543"/>
              <a:gd name="connsiteY2" fmla="*/ 6325775 h 6790983"/>
              <a:gd name="connsiteX3" fmla="*/ 0 w 6699543"/>
              <a:gd name="connsiteY3" fmla="*/ 373768 h 6790983"/>
              <a:gd name="connsiteX4" fmla="*/ 373768 w 6699543"/>
              <a:gd name="connsiteY4" fmla="*/ 0 h 6790983"/>
              <a:gd name="connsiteX5" fmla="*/ 6325775 w 6699543"/>
              <a:gd name="connsiteY5" fmla="*/ 0 h 6790983"/>
              <a:gd name="connsiteX6" fmla="*/ 6699543 w 6699543"/>
              <a:gd name="connsiteY6" fmla="*/ 373768 h 6790983"/>
              <a:gd name="connsiteX7" fmla="*/ 6417215 w 6699543"/>
              <a:gd name="connsiteY7" fmla="*/ 6790983 h 6790983"/>
              <a:gd name="connsiteX0" fmla="*/ 6325775 w 6699543"/>
              <a:gd name="connsiteY0" fmla="*/ 6699543 h 6699543"/>
              <a:gd name="connsiteX1" fmla="*/ 373768 w 6699543"/>
              <a:gd name="connsiteY1" fmla="*/ 6699543 h 6699543"/>
              <a:gd name="connsiteX2" fmla="*/ 0 w 6699543"/>
              <a:gd name="connsiteY2" fmla="*/ 6325775 h 6699543"/>
              <a:gd name="connsiteX3" fmla="*/ 0 w 6699543"/>
              <a:gd name="connsiteY3" fmla="*/ 373768 h 6699543"/>
              <a:gd name="connsiteX4" fmla="*/ 373768 w 6699543"/>
              <a:gd name="connsiteY4" fmla="*/ 0 h 6699543"/>
              <a:gd name="connsiteX5" fmla="*/ 6325775 w 6699543"/>
              <a:gd name="connsiteY5" fmla="*/ 0 h 6699543"/>
              <a:gd name="connsiteX6" fmla="*/ 6699543 w 6699543"/>
              <a:gd name="connsiteY6" fmla="*/ 373768 h 6699543"/>
              <a:gd name="connsiteX0" fmla="*/ 6325775 w 6325775"/>
              <a:gd name="connsiteY0" fmla="*/ 6699543 h 6699543"/>
              <a:gd name="connsiteX1" fmla="*/ 373768 w 6325775"/>
              <a:gd name="connsiteY1" fmla="*/ 6699543 h 6699543"/>
              <a:gd name="connsiteX2" fmla="*/ 0 w 6325775"/>
              <a:gd name="connsiteY2" fmla="*/ 6325775 h 6699543"/>
              <a:gd name="connsiteX3" fmla="*/ 0 w 6325775"/>
              <a:gd name="connsiteY3" fmla="*/ 373768 h 6699543"/>
              <a:gd name="connsiteX4" fmla="*/ 373768 w 6325775"/>
              <a:gd name="connsiteY4" fmla="*/ 0 h 6699543"/>
              <a:gd name="connsiteX5" fmla="*/ 6325775 w 6325775"/>
              <a:gd name="connsiteY5" fmla="*/ 0 h 6699543"/>
              <a:gd name="connsiteX0" fmla="*/ 373768 w 6325775"/>
              <a:gd name="connsiteY0" fmla="*/ 6699543 h 6699543"/>
              <a:gd name="connsiteX1" fmla="*/ 0 w 6325775"/>
              <a:gd name="connsiteY1" fmla="*/ 6325775 h 6699543"/>
              <a:gd name="connsiteX2" fmla="*/ 0 w 6325775"/>
              <a:gd name="connsiteY2" fmla="*/ 373768 h 6699543"/>
              <a:gd name="connsiteX3" fmla="*/ 373768 w 6325775"/>
              <a:gd name="connsiteY3" fmla="*/ 0 h 6699543"/>
              <a:gd name="connsiteX4" fmla="*/ 6325775 w 6325775"/>
              <a:gd name="connsiteY4" fmla="*/ 0 h 6699543"/>
              <a:gd name="connsiteX0" fmla="*/ 0 w 6325775"/>
              <a:gd name="connsiteY0" fmla="*/ 6325775 h 6325775"/>
              <a:gd name="connsiteX1" fmla="*/ 0 w 6325775"/>
              <a:gd name="connsiteY1" fmla="*/ 373768 h 6325775"/>
              <a:gd name="connsiteX2" fmla="*/ 373768 w 6325775"/>
              <a:gd name="connsiteY2" fmla="*/ 0 h 6325775"/>
              <a:gd name="connsiteX3" fmla="*/ 6325775 w 6325775"/>
              <a:gd name="connsiteY3" fmla="*/ 0 h 632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25775" h="6325775">
                <a:moveTo>
                  <a:pt x="0" y="6325775"/>
                </a:moveTo>
                <a:lnTo>
                  <a:pt x="0" y="373768"/>
                </a:lnTo>
                <a:cubicBezTo>
                  <a:pt x="0" y="167342"/>
                  <a:pt x="167342" y="0"/>
                  <a:pt x="373768" y="0"/>
                </a:cubicBezTo>
                <a:lnTo>
                  <a:pt x="6325775" y="0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Прямоугольник 9">
            <a:extLst>
              <a:ext uri="{FF2B5EF4-FFF2-40B4-BE49-F238E27FC236}">
                <a16:creationId xmlns:a16="http://schemas.microsoft.com/office/drawing/2014/main" id="{5556023E-FADD-12A9-082D-5D9FE25D597F}"/>
              </a:ext>
            </a:extLst>
          </p:cNvPr>
          <p:cNvSpPr/>
          <p:nvPr userDrawn="1"/>
        </p:nvSpPr>
        <p:spPr>
          <a:xfrm>
            <a:off x="16424733" y="5753836"/>
            <a:ext cx="6755664" cy="6755664"/>
          </a:xfrm>
          <a:custGeom>
            <a:avLst/>
            <a:gdLst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0 w 6755664"/>
              <a:gd name="connsiteY4" fmla="*/ 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91440 w 6755664"/>
              <a:gd name="connsiteY4" fmla="*/ 9144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0" fmla="*/ 6755664 w 6755664"/>
              <a:gd name="connsiteY0" fmla="*/ 0 h 6755664"/>
              <a:gd name="connsiteX1" fmla="*/ 6755664 w 6755664"/>
              <a:gd name="connsiteY1" fmla="*/ 6755664 h 6755664"/>
              <a:gd name="connsiteX2" fmla="*/ 0 w 6755664"/>
              <a:gd name="connsiteY2" fmla="*/ 6755664 h 675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55664" h="6755664">
                <a:moveTo>
                  <a:pt x="6755664" y="0"/>
                </a:moveTo>
                <a:lnTo>
                  <a:pt x="6755664" y="6755664"/>
                </a:lnTo>
                <a:lnTo>
                  <a:pt x="0" y="6755664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50158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крывающий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EB588E6D-0783-B92E-0ADC-7F45A08360CB}"/>
              </a:ext>
            </a:extLst>
          </p:cNvPr>
          <p:cNvCxnSpPr>
            <a:cxnSpLocks/>
          </p:cNvCxnSpPr>
          <p:nvPr userDrawn="1"/>
        </p:nvCxnSpPr>
        <p:spPr>
          <a:xfrm>
            <a:off x="1212850" y="3094224"/>
            <a:ext cx="8819275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9C5002C-8729-8D13-2C58-0FA71DF39B51}"/>
              </a:ext>
            </a:extLst>
          </p:cNvPr>
          <p:cNvCxnSpPr>
            <a:cxnSpLocks/>
          </p:cNvCxnSpPr>
          <p:nvPr userDrawn="1"/>
        </p:nvCxnSpPr>
        <p:spPr>
          <a:xfrm>
            <a:off x="10611821" y="3746500"/>
            <a:ext cx="0" cy="8764588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A5A13F21-7172-10C0-7CDD-AA93153C38D5}"/>
              </a:ext>
            </a:extLst>
          </p:cNvPr>
          <p:cNvCxnSpPr>
            <a:cxnSpLocks/>
          </p:cNvCxnSpPr>
          <p:nvPr userDrawn="1"/>
        </p:nvCxnSpPr>
        <p:spPr>
          <a:xfrm>
            <a:off x="10611821" y="1219200"/>
            <a:ext cx="0" cy="13208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4" descr=" ">
            <a:extLst>
              <a:ext uri="{FF2B5EF4-FFF2-40B4-BE49-F238E27FC236}">
                <a16:creationId xmlns:a16="http://schemas.microsoft.com/office/drawing/2014/main" id="{2653F152-4122-DC51-E804-EEA9626795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219200"/>
            <a:ext cx="6960470" cy="1222970"/>
          </a:xfrm>
          <a:prstGeom prst="rect">
            <a:avLst/>
          </a:prstGeom>
        </p:spPr>
      </p:pic>
      <p:sp>
        <p:nvSpPr>
          <p:cNvPr id="10" name="Текст 34">
            <a:extLst>
              <a:ext uri="{FF2B5EF4-FFF2-40B4-BE49-F238E27FC236}">
                <a16:creationId xmlns:a16="http://schemas.microsoft.com/office/drawing/2014/main" id="{2D064D82-A5DF-E42F-D572-6AC0F18161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3" y="3688655"/>
            <a:ext cx="8819276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11" name="Текст 36">
            <a:extLst>
              <a:ext uri="{FF2B5EF4-FFF2-40B4-BE49-F238E27FC236}">
                <a16:creationId xmlns:a16="http://schemas.microsoft.com/office/drawing/2014/main" id="{DD1DDB08-61AD-EEAA-F4E4-B8EA0B7B7A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9352" y="12207829"/>
            <a:ext cx="5344409" cy="3718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</p:spTree>
    <p:extLst>
      <p:ext uri="{BB962C8B-B14F-4D97-AF65-F5344CB8AC3E}">
        <p14:creationId xmlns:p14="http://schemas.microsoft.com/office/powerpoint/2010/main" val="36521128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крывающий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EB588E6D-0783-B92E-0ADC-7F45A08360CB}"/>
              </a:ext>
            </a:extLst>
          </p:cNvPr>
          <p:cNvCxnSpPr>
            <a:cxnSpLocks/>
          </p:cNvCxnSpPr>
          <p:nvPr userDrawn="1"/>
        </p:nvCxnSpPr>
        <p:spPr>
          <a:xfrm>
            <a:off x="1212850" y="3094224"/>
            <a:ext cx="8819275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9C5002C-8729-8D13-2C58-0FA71DF39B51}"/>
              </a:ext>
            </a:extLst>
          </p:cNvPr>
          <p:cNvCxnSpPr>
            <a:cxnSpLocks/>
          </p:cNvCxnSpPr>
          <p:nvPr userDrawn="1"/>
        </p:nvCxnSpPr>
        <p:spPr>
          <a:xfrm>
            <a:off x="10611821" y="3746500"/>
            <a:ext cx="0" cy="8764588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A5A13F21-7172-10C0-7CDD-AA93153C38D5}"/>
              </a:ext>
            </a:extLst>
          </p:cNvPr>
          <p:cNvCxnSpPr>
            <a:cxnSpLocks/>
          </p:cNvCxnSpPr>
          <p:nvPr userDrawn="1"/>
        </p:nvCxnSpPr>
        <p:spPr>
          <a:xfrm>
            <a:off x="10611821" y="1219200"/>
            <a:ext cx="0" cy="13208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4" descr=" ">
            <a:extLst>
              <a:ext uri="{FF2B5EF4-FFF2-40B4-BE49-F238E27FC236}">
                <a16:creationId xmlns:a16="http://schemas.microsoft.com/office/drawing/2014/main" id="{2653F152-4122-DC51-E804-EEA9626795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219200"/>
            <a:ext cx="6960470" cy="1222970"/>
          </a:xfrm>
          <a:prstGeom prst="rect">
            <a:avLst/>
          </a:prstGeom>
        </p:spPr>
      </p:pic>
      <p:sp>
        <p:nvSpPr>
          <p:cNvPr id="10" name="Текст 34">
            <a:extLst>
              <a:ext uri="{FF2B5EF4-FFF2-40B4-BE49-F238E27FC236}">
                <a16:creationId xmlns:a16="http://schemas.microsoft.com/office/drawing/2014/main" id="{2D064D82-A5DF-E42F-D572-6AC0F18161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3" y="3688655"/>
            <a:ext cx="8819276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11" name="Текст 36">
            <a:extLst>
              <a:ext uri="{FF2B5EF4-FFF2-40B4-BE49-F238E27FC236}">
                <a16:creationId xmlns:a16="http://schemas.microsoft.com/office/drawing/2014/main" id="{DD1DDB08-61AD-EEAA-F4E4-B8EA0B7B7A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9352" y="12207829"/>
            <a:ext cx="5344409" cy="3718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1564F771-26A7-3597-5251-0D25DA1A993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1835834" y="1219200"/>
            <a:ext cx="11320824" cy="11309555"/>
          </a:xfrm>
          <a:prstGeom prst="round2DiagRect">
            <a:avLst>
              <a:gd name="adj1" fmla="val 6473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03011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закрывающий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EB588E6D-0783-B92E-0ADC-7F45A08360CB}"/>
              </a:ext>
            </a:extLst>
          </p:cNvPr>
          <p:cNvCxnSpPr>
            <a:cxnSpLocks/>
          </p:cNvCxnSpPr>
          <p:nvPr userDrawn="1"/>
        </p:nvCxnSpPr>
        <p:spPr>
          <a:xfrm>
            <a:off x="1212850" y="3094224"/>
            <a:ext cx="8819275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9C5002C-8729-8D13-2C58-0FA71DF39B51}"/>
              </a:ext>
            </a:extLst>
          </p:cNvPr>
          <p:cNvCxnSpPr>
            <a:cxnSpLocks/>
          </p:cNvCxnSpPr>
          <p:nvPr userDrawn="1"/>
        </p:nvCxnSpPr>
        <p:spPr>
          <a:xfrm>
            <a:off x="10611821" y="3746500"/>
            <a:ext cx="0" cy="8764588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A5A13F21-7172-10C0-7CDD-AA93153C38D5}"/>
              </a:ext>
            </a:extLst>
          </p:cNvPr>
          <p:cNvCxnSpPr>
            <a:cxnSpLocks/>
          </p:cNvCxnSpPr>
          <p:nvPr userDrawn="1"/>
        </p:nvCxnSpPr>
        <p:spPr>
          <a:xfrm>
            <a:off x="10611821" y="1219200"/>
            <a:ext cx="0" cy="13208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4" descr=" ">
            <a:extLst>
              <a:ext uri="{FF2B5EF4-FFF2-40B4-BE49-F238E27FC236}">
                <a16:creationId xmlns:a16="http://schemas.microsoft.com/office/drawing/2014/main" id="{2653F152-4122-DC51-E804-EEA9626795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219200"/>
            <a:ext cx="6960470" cy="1222970"/>
          </a:xfrm>
          <a:prstGeom prst="rect">
            <a:avLst/>
          </a:prstGeom>
        </p:spPr>
      </p:pic>
      <p:sp>
        <p:nvSpPr>
          <p:cNvPr id="10" name="Текст 34">
            <a:extLst>
              <a:ext uri="{FF2B5EF4-FFF2-40B4-BE49-F238E27FC236}">
                <a16:creationId xmlns:a16="http://schemas.microsoft.com/office/drawing/2014/main" id="{2D064D82-A5DF-E42F-D572-6AC0F18161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3" y="3688655"/>
            <a:ext cx="8819276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11" name="Текст 36">
            <a:extLst>
              <a:ext uri="{FF2B5EF4-FFF2-40B4-BE49-F238E27FC236}">
                <a16:creationId xmlns:a16="http://schemas.microsoft.com/office/drawing/2014/main" id="{DD1DDB08-61AD-EEAA-F4E4-B8EA0B7B7A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9352" y="12207829"/>
            <a:ext cx="5344409" cy="3718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</p:spTree>
    <p:extLst>
      <p:ext uri="{BB962C8B-B14F-4D97-AF65-F5344CB8AC3E}">
        <p14:creationId xmlns:p14="http://schemas.microsoft.com/office/powerpoint/2010/main" val="40974453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закрывающий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D46507F0-A8FD-59A1-2E3A-EFC4F32D8315}"/>
              </a:ext>
            </a:extLst>
          </p:cNvPr>
          <p:cNvSpPr/>
          <p:nvPr userDrawn="1"/>
        </p:nvSpPr>
        <p:spPr>
          <a:xfrm>
            <a:off x="1219352" y="817780"/>
            <a:ext cx="16624511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l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Как использовать шаблон</a:t>
            </a:r>
            <a:endParaRPr kumimoji="0" lang="en-US" sz="8000" b="1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Semibold" panose="020B0503030202060203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9EB83F-17D9-C957-ECA3-5172A461631A}"/>
              </a:ext>
            </a:extLst>
          </p:cNvPr>
          <p:cNvSpPr txBox="1"/>
          <p:nvPr userDrawn="1"/>
        </p:nvSpPr>
        <p:spPr>
          <a:xfrm>
            <a:off x="1654781" y="3798470"/>
            <a:ext cx="6438895" cy="34233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скачай и установи шрифт на устройство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6A4B90-F9B3-069B-C4AD-9BB020F446EF}"/>
              </a:ext>
            </a:extLst>
          </p:cNvPr>
          <p:cNvSpPr txBox="1"/>
          <p:nvPr userDrawn="1"/>
        </p:nvSpPr>
        <p:spPr>
          <a:xfrm>
            <a:off x="16490281" y="7194384"/>
            <a:ext cx="6140104" cy="200054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effectLst/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342900" marR="0" lvl="0" indent="-342900" algn="l" defTabSz="148810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Если удобнее работать с </a:t>
            </a:r>
            <a:r>
              <a:rPr kumimoji="0" lang="ru-RU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фигмой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– шаблон презентаций лежит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00A651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здесь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00A651"/>
              </a:solidFill>
              <a:effectLst/>
              <a:uLnTx/>
              <a:uFillTx/>
              <a:latin typeface="Graphik LC Regular" panose="020B0503030202060203" pitchFamily="34" charset="0"/>
              <a:ea typeface="+mj-ea"/>
              <a:cs typeface="+mj-cs"/>
            </a:endParaRPr>
          </a:p>
          <a:p>
            <a:pPr marL="342900" marR="0" lvl="0" indent="-342900" algn="l" defTabSz="148810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Для сохранения макета в </a:t>
            </a:r>
            <a:r>
              <a:rPr kumimoji="0" lang="ru-RU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p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df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выбираем вкладку «файл» –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&gt;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«экспорт» –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&gt;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формат </a:t>
            </a:r>
            <a:r>
              <a:rPr kumimoji="0" lang="ru-RU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p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df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 panose="020B0503030202060203" pitchFamily="34" charset="0"/>
              <a:ea typeface="+mj-ea"/>
              <a:cs typeface="+mj-cs"/>
            </a:endParaRPr>
          </a:p>
          <a:p>
            <a:pPr marL="342900" marR="0" lvl="0" indent="-342900" algn="l" defTabSz="148810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Вопросы по шаблону можно задать в тайм – </a:t>
            </a:r>
            <a:r>
              <a:rPr kumimoji="0" lang="e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p.s.filimonova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06D49680-B855-70F6-2743-CB44894EA1FD}"/>
              </a:ext>
            </a:extLst>
          </p:cNvPr>
          <p:cNvSpPr>
            <a:spLocks/>
          </p:cNvSpPr>
          <p:nvPr userDrawn="1"/>
        </p:nvSpPr>
        <p:spPr>
          <a:xfrm>
            <a:off x="1212850" y="2674946"/>
            <a:ext cx="7151159" cy="9836142"/>
          </a:xfrm>
          <a:prstGeom prst="roundRect">
            <a:avLst>
              <a:gd name="adj" fmla="val 3512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053B0A-C60A-8ABB-4D17-0927B29EA266}"/>
              </a:ext>
            </a:extLst>
          </p:cNvPr>
          <p:cNvSpPr txBox="1"/>
          <p:nvPr userDrawn="1"/>
        </p:nvSpPr>
        <p:spPr>
          <a:xfrm>
            <a:off x="1654781" y="3165309"/>
            <a:ext cx="6140104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3000" b="0" i="0" u="none" strike="noStrike" kern="1200" cap="none" spc="20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Medium" panose="020B0503030202060203" pitchFamily="34" charset="0"/>
                <a:ea typeface="+mj-ea"/>
                <a:cs typeface="+mj-cs"/>
              </a:rPr>
              <a:t>ОБЯЗАТЕЛЬНО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2F1377-6774-066D-DFF4-8E4AFD73F860}"/>
              </a:ext>
            </a:extLst>
          </p:cNvPr>
          <p:cNvSpPr txBox="1"/>
          <p:nvPr userDrawn="1"/>
        </p:nvSpPr>
        <p:spPr>
          <a:xfrm>
            <a:off x="4906356" y="6754261"/>
            <a:ext cx="2068185" cy="72930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корректный 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шрифт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729CF4-EDB3-EC62-EEB0-7F8B236FC9B7}"/>
              </a:ext>
            </a:extLst>
          </p:cNvPr>
          <p:cNvSpPr txBox="1"/>
          <p:nvPr userDrawn="1"/>
        </p:nvSpPr>
        <p:spPr>
          <a:xfrm>
            <a:off x="4906356" y="10044795"/>
            <a:ext cx="2498491" cy="72930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некорректный 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шрифт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8114DF-C02A-F6D5-4B64-8260AAADEC10}"/>
              </a:ext>
            </a:extLst>
          </p:cNvPr>
          <p:cNvSpPr txBox="1"/>
          <p:nvPr userDrawn="1"/>
        </p:nvSpPr>
        <p:spPr>
          <a:xfrm>
            <a:off x="1654781" y="11741200"/>
            <a:ext cx="6438895" cy="34233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  <a:hlinkClick r:id="rId3"/>
              </a:rPr>
              <a:t>Скачать шрифт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 panose="020B0503030202060203" pitchFamily="34" charset="0"/>
              <a:ea typeface="+mj-ea"/>
              <a:cs typeface="+mj-cs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590AC18-4802-411A-4891-92D108527E4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54780" y="7843502"/>
            <a:ext cx="2688619" cy="2930595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A7343269-E715-856C-52FF-27C3F4E579E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654780" y="4552968"/>
            <a:ext cx="2688619" cy="2930595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60D3134A-5F58-2ECC-64E9-A72836471DB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53850" y="8186567"/>
            <a:ext cx="566567" cy="56656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B579CF1-4002-5478-7503-0A9640AC243D}"/>
              </a:ext>
            </a:extLst>
          </p:cNvPr>
          <p:cNvSpPr txBox="1"/>
          <p:nvPr userDrawn="1"/>
        </p:nvSpPr>
        <p:spPr>
          <a:xfrm>
            <a:off x="16490281" y="3798470"/>
            <a:ext cx="6438895" cy="215443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на следующих слайдах подробно описано, 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как пользоваться шаблоном:</a:t>
            </a:r>
          </a:p>
          <a:p>
            <a:pPr marL="342900" marR="0" lvl="0" indent="-342900" algn="l" defTabSz="148810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логотип</a:t>
            </a:r>
          </a:p>
          <a:p>
            <a:pPr marL="342900" marR="0" lvl="0" indent="-342900" algn="l" defTabSz="148810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палитра</a:t>
            </a:r>
          </a:p>
          <a:p>
            <a:pPr marL="342900" marR="0" lvl="0" indent="-342900" algn="l" defTabSz="148810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типографика</a:t>
            </a:r>
          </a:p>
          <a:p>
            <a:pPr marL="342900" marR="0" lvl="0" indent="-342900" algn="l" defTabSz="148810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сетка</a:t>
            </a:r>
          </a:p>
        </p:txBody>
      </p:sp>
      <p:sp>
        <p:nvSpPr>
          <p:cNvPr id="20" name="Скругленный прямоугольник 19">
            <a:extLst>
              <a:ext uri="{FF2B5EF4-FFF2-40B4-BE49-F238E27FC236}">
                <a16:creationId xmlns:a16="http://schemas.microsoft.com/office/drawing/2014/main" id="{2EAF6CA4-4B50-2D9A-16FA-246A6C0A30D9}"/>
              </a:ext>
            </a:extLst>
          </p:cNvPr>
          <p:cNvSpPr>
            <a:spLocks/>
          </p:cNvSpPr>
          <p:nvPr userDrawn="1"/>
        </p:nvSpPr>
        <p:spPr>
          <a:xfrm>
            <a:off x="16048350" y="2674946"/>
            <a:ext cx="7151159" cy="3668704"/>
          </a:xfrm>
          <a:prstGeom prst="roundRect">
            <a:avLst>
              <a:gd name="adj" fmla="val 6650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86AF3B-C689-2BB5-EB7B-492933A2CA2B}"/>
              </a:ext>
            </a:extLst>
          </p:cNvPr>
          <p:cNvSpPr txBox="1"/>
          <p:nvPr userDrawn="1"/>
        </p:nvSpPr>
        <p:spPr>
          <a:xfrm>
            <a:off x="16490281" y="3165309"/>
            <a:ext cx="6140104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3000" b="0" i="0" u="none" strike="noStrike" kern="1200" cap="none" spc="20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Medium" panose="020B0503030202060203" pitchFamily="34" charset="0"/>
                <a:ea typeface="+mj-ea"/>
                <a:cs typeface="+mj-cs"/>
              </a:rPr>
              <a:t>ГАЙД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83A6BA-5686-CE92-CE49-8C0EBC00AFAF}"/>
              </a:ext>
            </a:extLst>
          </p:cNvPr>
          <p:cNvSpPr txBox="1"/>
          <p:nvPr userDrawn="1"/>
        </p:nvSpPr>
        <p:spPr>
          <a:xfrm>
            <a:off x="9059939" y="3798470"/>
            <a:ext cx="6438895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Границы рабочей зоны на слайдах выделены направляющими, контент не должен выходить 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за них</a:t>
            </a: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89EF3BC4-D2FF-E771-11FC-349FE16C53A3}"/>
              </a:ext>
            </a:extLst>
          </p:cNvPr>
          <p:cNvSpPr>
            <a:spLocks/>
          </p:cNvSpPr>
          <p:nvPr userDrawn="1"/>
        </p:nvSpPr>
        <p:spPr>
          <a:xfrm>
            <a:off x="8618008" y="2674946"/>
            <a:ext cx="7151159" cy="6078188"/>
          </a:xfrm>
          <a:prstGeom prst="roundRect">
            <a:avLst>
              <a:gd name="adj" fmla="val 4014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8F13EA-3965-20EC-1203-70A92439A414}"/>
              </a:ext>
            </a:extLst>
          </p:cNvPr>
          <p:cNvSpPr txBox="1"/>
          <p:nvPr userDrawn="1"/>
        </p:nvSpPr>
        <p:spPr>
          <a:xfrm>
            <a:off x="9059939" y="3165309"/>
            <a:ext cx="6140104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3000" b="0" i="0" u="none" strike="noStrike" kern="1200" cap="none" spc="20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Medium" panose="020B0503030202060203" pitchFamily="34" charset="0"/>
                <a:ea typeface="+mj-ea"/>
                <a:cs typeface="+mj-cs"/>
              </a:rPr>
              <a:t>НАПРАВЛЯЮЩИЕ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FEEE8D2F-9B8B-8959-A924-8197A962EBCE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059938" y="4893296"/>
            <a:ext cx="6301981" cy="3627482"/>
          </a:xfrm>
          <a:prstGeom prst="roundRect">
            <a:avLst>
              <a:gd name="adj" fmla="val 3243"/>
            </a:avLst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E67F59E-CAA8-513A-7854-4516BCAB6E6F}"/>
              </a:ext>
            </a:extLst>
          </p:cNvPr>
          <p:cNvSpPr txBox="1"/>
          <p:nvPr userDrawn="1"/>
        </p:nvSpPr>
        <p:spPr>
          <a:xfrm>
            <a:off x="9059939" y="10262332"/>
            <a:ext cx="6438895" cy="123110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Для сохранения правильных настроек 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не копируй, а дублируй слайды (или отдельные элементы на слайде) сочетанием клавиш </a:t>
            </a:r>
            <a:r>
              <a:rPr kumimoji="0" lang="e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command+D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(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или </a:t>
            </a:r>
            <a:r>
              <a:rPr kumimoji="0" lang="e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Ctrl+D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)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 panose="020B0503030202060203" pitchFamily="34" charset="0"/>
              <a:ea typeface="+mj-ea"/>
              <a:cs typeface="+mj-cs"/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043FB620-F14E-1D82-8E9D-D15BC226F788}"/>
              </a:ext>
            </a:extLst>
          </p:cNvPr>
          <p:cNvSpPr>
            <a:spLocks/>
          </p:cNvSpPr>
          <p:nvPr userDrawn="1"/>
        </p:nvSpPr>
        <p:spPr>
          <a:xfrm>
            <a:off x="8618008" y="9138808"/>
            <a:ext cx="7151159" cy="3372280"/>
          </a:xfrm>
          <a:prstGeom prst="roundRect">
            <a:avLst>
              <a:gd name="adj" fmla="val 7234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47E541-2B30-C33F-6609-B020CE57B855}"/>
              </a:ext>
            </a:extLst>
          </p:cNvPr>
          <p:cNvSpPr txBox="1"/>
          <p:nvPr userDrawn="1"/>
        </p:nvSpPr>
        <p:spPr>
          <a:xfrm>
            <a:off x="9059939" y="9629171"/>
            <a:ext cx="6140104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3000" b="0" i="0" u="none" strike="noStrike" kern="1200" cap="none" spc="20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Medium" panose="020B0503030202060203" pitchFamily="34" charset="0"/>
                <a:ea typeface="+mj-ea"/>
                <a:cs typeface="+mj-cs"/>
              </a:rPr>
              <a:t>ДУБЛИРОВАНИЕ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5A86BC0-1CC7-5807-F58C-B19807656E35}"/>
              </a:ext>
            </a:extLst>
          </p:cNvPr>
          <p:cNvSpPr txBox="1"/>
          <p:nvPr userDrawn="1"/>
        </p:nvSpPr>
        <p:spPr>
          <a:xfrm>
            <a:off x="19171182" y="4490967"/>
            <a:ext cx="3757994" cy="146193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342900" marR="0" lvl="0" indent="-342900" algn="l" defTabSz="148810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библиотека иконок</a:t>
            </a:r>
          </a:p>
          <a:p>
            <a:pPr marL="342900" marR="0" lvl="0" indent="-342900" algn="l" defTabSz="148810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библиотека иллюстраций</a:t>
            </a:r>
          </a:p>
          <a:p>
            <a:pPr marL="342900" marR="0" lvl="0" indent="-342900" algn="l" defTabSz="148810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библиотека фото</a:t>
            </a:r>
          </a:p>
          <a:p>
            <a:pPr marL="342900" marR="0" lvl="0" indent="-342900" algn="l" defTabSz="148810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библиотека 3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d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 panose="020B0503030202060203" pitchFamily="34" charset="0"/>
              <a:ea typeface="+mj-ea"/>
              <a:cs typeface="+mj-cs"/>
            </a:endParaRPr>
          </a:p>
        </p:txBody>
      </p:sp>
      <p:sp>
        <p:nvSpPr>
          <p:cNvPr id="30" name="Скругленный прямоугольник 29">
            <a:extLst>
              <a:ext uri="{FF2B5EF4-FFF2-40B4-BE49-F238E27FC236}">
                <a16:creationId xmlns:a16="http://schemas.microsoft.com/office/drawing/2014/main" id="{C266EC2C-86E1-DD7C-21E9-47F88531A01E}"/>
              </a:ext>
            </a:extLst>
          </p:cNvPr>
          <p:cNvSpPr>
            <a:spLocks/>
          </p:cNvSpPr>
          <p:nvPr userDrawn="1"/>
        </p:nvSpPr>
        <p:spPr>
          <a:xfrm>
            <a:off x="16048350" y="6704020"/>
            <a:ext cx="7151159" cy="5807067"/>
          </a:xfrm>
          <a:prstGeom prst="roundRect">
            <a:avLst>
              <a:gd name="adj" fmla="val 4201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12268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закрывающий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B7CDAE7-B475-5154-AB28-7288A20DF8EA}"/>
              </a:ext>
            </a:extLst>
          </p:cNvPr>
          <p:cNvSpPr/>
          <p:nvPr userDrawn="1"/>
        </p:nvSpPr>
        <p:spPr>
          <a:xfrm>
            <a:off x="1219352" y="817780"/>
            <a:ext cx="10395999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l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Образец слайдов</a:t>
            </a:r>
            <a:endParaRPr kumimoji="0" lang="en-US" sz="8000" b="1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Semibold" panose="020B0503030202060203" pitchFamily="34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549F12-8FD9-10E4-D082-5179030F622F}"/>
              </a:ext>
            </a:extLst>
          </p:cNvPr>
          <p:cNvSpPr txBox="1"/>
          <p:nvPr userDrawn="1"/>
        </p:nvSpPr>
        <p:spPr>
          <a:xfrm>
            <a:off x="1570987" y="3152794"/>
            <a:ext cx="6430013" cy="357623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342900" marR="0" lvl="0" indent="-34290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В презентации используются фиксированные элементы (например: логотип, сокращенный логотип, перекрестие) – их размер и положение не должны изменяться</a:t>
            </a:r>
          </a:p>
          <a:p>
            <a:pPr marL="342900" marR="0" lvl="0" indent="-34290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Подходящий шаблон для слайда выбирается через вкладку «главная» –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&gt;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«слайды»</a:t>
            </a:r>
          </a:p>
          <a:p>
            <a:pPr marL="342900" marR="0" lvl="0" indent="-34290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Для самостоятельной вёрстки можно выбрать шаблон «темный слайд с лого» или «светлый слайд с лого»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95E3B42-0B82-70B2-8A2E-0D497E291F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4009" b="51329"/>
          <a:stretch/>
        </p:blipFill>
        <p:spPr>
          <a:xfrm>
            <a:off x="8993187" y="2932714"/>
            <a:ext cx="9175389" cy="5622210"/>
          </a:xfrm>
          <a:prstGeom prst="roundRect">
            <a:avLst>
              <a:gd name="adj" fmla="val 4061"/>
            </a:avLst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E51CBB-6CF4-6909-6701-7707FB3D6EF4}"/>
              </a:ext>
            </a:extLst>
          </p:cNvPr>
          <p:cNvSpPr txBox="1"/>
          <p:nvPr userDrawn="1"/>
        </p:nvSpPr>
        <p:spPr>
          <a:xfrm>
            <a:off x="1570987" y="8169021"/>
            <a:ext cx="6430013" cy="342234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342900" marR="0" lvl="0" indent="-34290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В шаблонах слайдов могут находиться фиксированные элементы, которые 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в зависимости от контента можно менять 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по размеру или цвету, для изменения таких элементов выбираем вкладку «вид» –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&gt; 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«образец слайдов» –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&gt;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находим подходящий шаблон и нажимаем правой кнопкой «дублировать макет» –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&gt;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в созданном дубликате меняем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размер/цвет необходимых элементов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11857F2-7E4F-83FF-66AA-2D22A2CE76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894428" y="8728626"/>
            <a:ext cx="8029479" cy="3514174"/>
          </a:xfrm>
          <a:prstGeom prst="roundRect">
            <a:avLst>
              <a:gd name="adj" fmla="val 8400"/>
            </a:avLst>
          </a:prstGeom>
        </p:spPr>
      </p:pic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A542F6C1-F2E3-8187-5AF7-232D45D23CFE}"/>
              </a:ext>
            </a:extLst>
          </p:cNvPr>
          <p:cNvSpPr>
            <a:spLocks/>
          </p:cNvSpPr>
          <p:nvPr userDrawn="1"/>
        </p:nvSpPr>
        <p:spPr>
          <a:xfrm>
            <a:off x="1212850" y="2674946"/>
            <a:ext cx="7151159" cy="4791071"/>
          </a:xfrm>
          <a:prstGeom prst="roundRect">
            <a:avLst>
              <a:gd name="adj" fmla="val 4940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Скругленный прямоугольник 30">
            <a:extLst>
              <a:ext uri="{FF2B5EF4-FFF2-40B4-BE49-F238E27FC236}">
                <a16:creationId xmlns:a16="http://schemas.microsoft.com/office/drawing/2014/main" id="{FCBD142F-C326-B089-0E00-E62A2DDE63D3}"/>
              </a:ext>
            </a:extLst>
          </p:cNvPr>
          <p:cNvSpPr>
            <a:spLocks/>
          </p:cNvSpPr>
          <p:nvPr userDrawn="1"/>
        </p:nvSpPr>
        <p:spPr>
          <a:xfrm>
            <a:off x="1212850" y="7720017"/>
            <a:ext cx="7151159" cy="4791071"/>
          </a:xfrm>
          <a:prstGeom prst="roundRect">
            <a:avLst>
              <a:gd name="adj" fmla="val 4940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Скругленный прямоугольник 31">
            <a:extLst>
              <a:ext uri="{FF2B5EF4-FFF2-40B4-BE49-F238E27FC236}">
                <a16:creationId xmlns:a16="http://schemas.microsoft.com/office/drawing/2014/main" id="{8867109A-6356-F0B7-B5F6-A6E782E95593}"/>
              </a:ext>
            </a:extLst>
          </p:cNvPr>
          <p:cNvSpPr>
            <a:spLocks/>
          </p:cNvSpPr>
          <p:nvPr userDrawn="1"/>
        </p:nvSpPr>
        <p:spPr>
          <a:xfrm>
            <a:off x="8655049" y="2674946"/>
            <a:ext cx="14519275" cy="9836141"/>
          </a:xfrm>
          <a:prstGeom prst="roundRect">
            <a:avLst>
              <a:gd name="adj" fmla="val 2406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96703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закрывающий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5BB139CB-272E-778F-2A55-1389CF6F2150}"/>
              </a:ext>
            </a:extLst>
          </p:cNvPr>
          <p:cNvSpPr/>
          <p:nvPr userDrawn="1"/>
        </p:nvSpPr>
        <p:spPr>
          <a:xfrm>
            <a:off x="1219352" y="817780"/>
            <a:ext cx="6753011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l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Логотип</a:t>
            </a:r>
            <a:endParaRPr kumimoji="0" lang="en-US" sz="8000" b="1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Semibold" panose="020B0503030202060203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7ACA7C-492C-B252-77F3-C7894F5FE2C7}"/>
              </a:ext>
            </a:extLst>
          </p:cNvPr>
          <p:cNvSpPr txBox="1"/>
          <p:nvPr userDrawn="1"/>
        </p:nvSpPr>
        <p:spPr>
          <a:xfrm>
            <a:off x="1570987" y="3152794"/>
            <a:ext cx="6401376" cy="365318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342900" marR="0" lvl="0" indent="-34290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В презентациях используется полная версия логотипа на кириллице</a:t>
            </a:r>
          </a:p>
          <a:p>
            <a:pPr marL="342900" marR="0" lvl="0" indent="-34290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Логотип используется на титульном слайде, закрывающем слайде и разделителях 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(для разделов)</a:t>
            </a:r>
          </a:p>
          <a:p>
            <a:pPr marL="342900" marR="0" lvl="0" indent="-34290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Размер логотипа подобран под размер слайдов и не изменяется</a:t>
            </a:r>
          </a:p>
          <a:p>
            <a:pPr marL="342900" marR="0" lvl="0" indent="-34290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В зависимости от темы слайда выбирается темное или светлое лого</a:t>
            </a: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E29BC0F5-8D5C-2D7A-68D6-4EF3C236A30E}"/>
              </a:ext>
            </a:extLst>
          </p:cNvPr>
          <p:cNvGrpSpPr/>
          <p:nvPr userDrawn="1"/>
        </p:nvGrpSpPr>
        <p:grpSpPr>
          <a:xfrm>
            <a:off x="1684433" y="7591507"/>
            <a:ext cx="6287930" cy="1642797"/>
            <a:chOff x="1684433" y="7591507"/>
            <a:chExt cx="6287930" cy="1642797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AE6A15CF-11C3-F50F-C602-ABD6A4AA1332}"/>
                </a:ext>
              </a:extLst>
            </p:cNvPr>
            <p:cNvSpPr/>
            <p:nvPr/>
          </p:nvSpPr>
          <p:spPr>
            <a:xfrm>
              <a:off x="1684433" y="7591507"/>
              <a:ext cx="6287930" cy="164279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2" name="Image 4" descr=" ">
              <a:extLst>
                <a:ext uri="{FF2B5EF4-FFF2-40B4-BE49-F238E27FC236}">
                  <a16:creationId xmlns:a16="http://schemas.microsoft.com/office/drawing/2014/main" id="{9DDC68C9-20AE-2C06-7ECD-AE9A777C6D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327383" y="7973472"/>
              <a:ext cx="5002030" cy="878868"/>
            </a:xfrm>
            <a:prstGeom prst="rect">
              <a:avLst/>
            </a:prstGeom>
          </p:spPr>
        </p:pic>
      </p:grpSp>
      <p:pic>
        <p:nvPicPr>
          <p:cNvPr id="13" name="Image 4" descr=" ">
            <a:extLst>
              <a:ext uri="{FF2B5EF4-FFF2-40B4-BE49-F238E27FC236}">
                <a16:creationId xmlns:a16="http://schemas.microsoft.com/office/drawing/2014/main" id="{91FEEA9E-C52E-A795-8474-828172EFFF9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27383" y="10470423"/>
            <a:ext cx="5002030" cy="87886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5E27D78-3AAA-CE4A-8465-ABD1FFFF371D}"/>
              </a:ext>
            </a:extLst>
          </p:cNvPr>
          <p:cNvSpPr txBox="1"/>
          <p:nvPr userDrawn="1"/>
        </p:nvSpPr>
        <p:spPr>
          <a:xfrm>
            <a:off x="9229352" y="3152794"/>
            <a:ext cx="12199434" cy="80624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342900" marR="0" lvl="0" indent="-34290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Для партнерства и </a:t>
            </a:r>
            <a:r>
              <a:rPr kumimoji="0" lang="ru-RU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кобрендинга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используется знак умножения</a:t>
            </a:r>
          </a:p>
          <a:p>
            <a:pPr marL="342900" marR="0" lvl="0" indent="-34290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Визуальные веса логотипов должны быть одинаковыми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65581C-2B55-2958-23FE-DBA4570A555C}"/>
              </a:ext>
            </a:extLst>
          </p:cNvPr>
          <p:cNvSpPr txBox="1"/>
          <p:nvPr userDrawn="1"/>
        </p:nvSpPr>
        <p:spPr>
          <a:xfrm>
            <a:off x="9229352" y="8177155"/>
            <a:ext cx="6239248" cy="403790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342900" marR="0" lvl="0" indent="-34290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На всех контентных слайдах используется сокращенная версия логотипа</a:t>
            </a:r>
          </a:p>
          <a:p>
            <a:pPr marL="342900" marR="0" lvl="0" indent="-34290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По умолчанию размещается в верхнем 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правом углу слайда </a:t>
            </a:r>
          </a:p>
          <a:p>
            <a:pPr marL="342900" marR="0" lvl="0" indent="-34290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В зависимости от верстки и контента 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на слайде, может быть перемещена 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в верхний левый, нижний правый или нижний левый углы</a:t>
            </a:r>
          </a:p>
          <a:p>
            <a:pPr marL="342900" marR="0" lvl="0" indent="-34290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Для сложного фона (например, фотографии) используем подложку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CFDE207-32F7-8E51-3DAA-806979EAC7F7}"/>
              </a:ext>
            </a:extLst>
          </p:cNvPr>
          <p:cNvSpPr/>
          <p:nvPr userDrawn="1"/>
        </p:nvSpPr>
        <p:spPr>
          <a:xfrm>
            <a:off x="17425987" y="9085987"/>
            <a:ext cx="2483316" cy="20037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Image 44" descr=" ">
            <a:extLst>
              <a:ext uri="{FF2B5EF4-FFF2-40B4-BE49-F238E27FC236}">
                <a16:creationId xmlns:a16="http://schemas.microsoft.com/office/drawing/2014/main" id="{91CB8D11-A218-DD18-5471-4B72B301AFD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184985" y="9825635"/>
            <a:ext cx="965321" cy="635000"/>
          </a:xfrm>
          <a:prstGeom prst="rect">
            <a:avLst/>
          </a:prstGeom>
        </p:spPr>
      </p:pic>
      <p:pic>
        <p:nvPicPr>
          <p:cNvPr id="18" name="Image 44" descr=" ">
            <a:extLst>
              <a:ext uri="{FF2B5EF4-FFF2-40B4-BE49-F238E27FC236}">
                <a16:creationId xmlns:a16="http://schemas.microsoft.com/office/drawing/2014/main" id="{9B5FCFC1-9CE4-FAE2-BEEC-5A8B9424F1A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835585" y="9825635"/>
            <a:ext cx="965321" cy="63500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23C86CC-0E57-A4F5-87D2-CD40C60F4C5B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41809" y="4597234"/>
            <a:ext cx="14016787" cy="2749055"/>
          </a:xfrm>
          <a:prstGeom prst="rect">
            <a:avLst/>
          </a:prstGeom>
        </p:spPr>
      </p:pic>
      <p:sp>
        <p:nvSpPr>
          <p:cNvPr id="20" name="Скругленный прямоугольник 19">
            <a:extLst>
              <a:ext uri="{FF2B5EF4-FFF2-40B4-BE49-F238E27FC236}">
                <a16:creationId xmlns:a16="http://schemas.microsoft.com/office/drawing/2014/main" id="{D94B8DC4-A601-ABEE-B384-1635E50A27CB}"/>
              </a:ext>
            </a:extLst>
          </p:cNvPr>
          <p:cNvSpPr>
            <a:spLocks/>
          </p:cNvSpPr>
          <p:nvPr userDrawn="1"/>
        </p:nvSpPr>
        <p:spPr>
          <a:xfrm>
            <a:off x="1212850" y="2674946"/>
            <a:ext cx="7151159" cy="9836142"/>
          </a:xfrm>
          <a:prstGeom prst="roundRect">
            <a:avLst>
              <a:gd name="adj" fmla="val 3512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CB7E3430-9D2F-CCE2-EA11-9D28ADF44168}"/>
              </a:ext>
            </a:extLst>
          </p:cNvPr>
          <p:cNvSpPr>
            <a:spLocks/>
          </p:cNvSpPr>
          <p:nvPr userDrawn="1"/>
        </p:nvSpPr>
        <p:spPr>
          <a:xfrm>
            <a:off x="8618008" y="2674945"/>
            <a:ext cx="14556318" cy="4772609"/>
          </a:xfrm>
          <a:prstGeom prst="roundRect">
            <a:avLst>
              <a:gd name="adj" fmla="val 4886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Скругленный прямоугольник 21">
            <a:extLst>
              <a:ext uri="{FF2B5EF4-FFF2-40B4-BE49-F238E27FC236}">
                <a16:creationId xmlns:a16="http://schemas.microsoft.com/office/drawing/2014/main" id="{7FD68CA4-8057-2430-C068-2A010A2510DF}"/>
              </a:ext>
            </a:extLst>
          </p:cNvPr>
          <p:cNvSpPr>
            <a:spLocks/>
          </p:cNvSpPr>
          <p:nvPr userDrawn="1"/>
        </p:nvSpPr>
        <p:spPr>
          <a:xfrm>
            <a:off x="8618008" y="7701554"/>
            <a:ext cx="14556318" cy="4772609"/>
          </a:xfrm>
          <a:prstGeom prst="roundRect">
            <a:avLst>
              <a:gd name="adj" fmla="val 4886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280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закрывающий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A2FCA844-8081-5220-9A20-027AC6CD6A90}"/>
              </a:ext>
            </a:extLst>
          </p:cNvPr>
          <p:cNvSpPr/>
          <p:nvPr userDrawn="1"/>
        </p:nvSpPr>
        <p:spPr>
          <a:xfrm>
            <a:off x="1219352" y="817780"/>
            <a:ext cx="12908128" cy="346248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l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Дополни-</a:t>
            </a:r>
            <a:b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</a:br>
            <a: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тельная</a:t>
            </a:r>
            <a:b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</a:br>
            <a: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палитра</a:t>
            </a:r>
            <a:endParaRPr kumimoji="0" lang="en-US" sz="8000" b="1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Semibold" panose="020B0503030202060203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B2E519-4ED4-5E43-3CA2-FC2308AC3615}"/>
              </a:ext>
            </a:extLst>
          </p:cNvPr>
          <p:cNvSpPr txBox="1"/>
          <p:nvPr userDrawn="1"/>
        </p:nvSpPr>
        <p:spPr>
          <a:xfrm>
            <a:off x="1219352" y="4798716"/>
            <a:ext cx="6401376" cy="557678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Количество дополнительных цветов, которые могут применяться на макете зависит от уровня яркости данного макета</a:t>
            </a:r>
          </a:p>
          <a:p>
            <a:pPr marL="342900" marR="0" lvl="0" indent="-34290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Для учебных презентаций рекомендуется использовать первый уровень яркости –  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1-2 </a:t>
            </a:r>
            <a:r>
              <a:rPr kumimoji="0" lang="ru-RU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доп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цвета</a:t>
            </a:r>
          </a:p>
          <a:p>
            <a:pPr marL="342900" marR="0" lvl="0" indent="-34290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В презентациях для выступлений рекомендуется использовать второй уровень яркости – 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2-3 </a:t>
            </a:r>
            <a:r>
              <a:rPr kumimoji="0" lang="ru-RU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доп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цвета</a:t>
            </a:r>
          </a:p>
          <a:p>
            <a:pPr marL="342900" marR="0" lvl="0" indent="-34290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 panose="020B0503030202060203" pitchFamily="34" charset="0"/>
              <a:ea typeface="+mj-ea"/>
              <a:cs typeface="+mj-cs"/>
            </a:endParaRPr>
          </a:p>
          <a:p>
            <a:pPr marL="0" marR="0" lvl="0" indent="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" sz="24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Medium" panose="020B0503030202060203" pitchFamily="34" charset="0"/>
                <a:ea typeface="+mj-ea"/>
                <a:cs typeface="+mj-cs"/>
              </a:rPr>
              <a:t>Education green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Используется как доминирующий акцентный цвет Центрального университета в коммуникациях</a:t>
            </a: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1C6ACE35-05B1-51BE-CC82-59248A09AEAB}"/>
              </a:ext>
            </a:extLst>
          </p:cNvPr>
          <p:cNvSpPr/>
          <p:nvPr userDrawn="1"/>
        </p:nvSpPr>
        <p:spPr>
          <a:xfrm>
            <a:off x="9409631" y="1219200"/>
            <a:ext cx="13794642" cy="2066576"/>
          </a:xfrm>
          <a:prstGeom prst="rect">
            <a:avLst/>
          </a:prstGeom>
          <a:noFill/>
          <a:ln/>
        </p:spPr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62E2E33E-7146-7F90-CB5D-FC8A915B51B2}"/>
              </a:ext>
            </a:extLst>
          </p:cNvPr>
          <p:cNvSpPr/>
          <p:nvPr userDrawn="1"/>
        </p:nvSpPr>
        <p:spPr>
          <a:xfrm>
            <a:off x="9409631" y="1219200"/>
            <a:ext cx="13794642" cy="1322609"/>
          </a:xfrm>
          <a:prstGeom prst="roundRect">
            <a:avLst>
              <a:gd name="adj" fmla="val 8988"/>
            </a:avLst>
          </a:prstGeom>
          <a:solidFill>
            <a:schemeClr val="accent1"/>
          </a:solidFill>
          <a:ln/>
        </p:spPr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CB792520-A15A-047C-6458-92C9C4898A51}"/>
              </a:ext>
            </a:extLst>
          </p:cNvPr>
          <p:cNvSpPr/>
          <p:nvPr userDrawn="1"/>
        </p:nvSpPr>
        <p:spPr>
          <a:xfrm>
            <a:off x="9622222" y="1431762"/>
            <a:ext cx="13369466" cy="897484"/>
          </a:xfrm>
          <a:prstGeom prst="rect">
            <a:avLst/>
          </a:prstGeom>
          <a:noFill/>
          <a:ln/>
        </p:spPr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911CABB0-4BFC-41A0-5CEE-8CB2AA0033BD}"/>
              </a:ext>
            </a:extLst>
          </p:cNvPr>
          <p:cNvSpPr/>
          <p:nvPr userDrawn="1"/>
        </p:nvSpPr>
        <p:spPr>
          <a:xfrm>
            <a:off x="9622222" y="1431762"/>
            <a:ext cx="3543144" cy="41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4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32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Education Green</a:t>
            </a:r>
            <a:endParaRPr kumimoji="0" lang="en-US" sz="223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5A394EDA-5194-BC46-E108-29165F4CA0FE}"/>
              </a:ext>
            </a:extLst>
          </p:cNvPr>
          <p:cNvSpPr/>
          <p:nvPr userDrawn="1"/>
        </p:nvSpPr>
        <p:spPr>
          <a:xfrm>
            <a:off x="9622222" y="1867352"/>
            <a:ext cx="3511650" cy="26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88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#00A651</a:t>
            </a:r>
            <a:endParaRPr kumimoji="0" lang="en-US" sz="1488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E627B8CD-5E85-D287-B628-53D5C828719A}"/>
              </a:ext>
            </a:extLst>
          </p:cNvPr>
          <p:cNvSpPr/>
          <p:nvPr userDrawn="1"/>
        </p:nvSpPr>
        <p:spPr>
          <a:xfrm>
            <a:off x="9622222" y="2117788"/>
            <a:ext cx="1282342" cy="26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88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RGB: 0 166 81 </a:t>
            </a:r>
            <a:endParaRPr kumimoji="0" lang="en-US" sz="1488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8EC221D0-D290-77DA-B7A8-67EA7ABA86E2}"/>
              </a:ext>
            </a:extLst>
          </p:cNvPr>
          <p:cNvSpPr/>
          <p:nvPr userDrawn="1"/>
        </p:nvSpPr>
        <p:spPr>
          <a:xfrm>
            <a:off x="9409634" y="2659899"/>
            <a:ext cx="1135954" cy="625877"/>
          </a:xfrm>
          <a:prstGeom prst="roundRect">
            <a:avLst>
              <a:gd name="adj" fmla="val 18993"/>
            </a:avLst>
          </a:prstGeom>
          <a:solidFill>
            <a:srgbClr val="EDFFF5">
              <a:alpha val="100000"/>
            </a:srgbClr>
          </a:solidFill>
          <a:ln/>
        </p:spPr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568A12EB-EA23-6BFF-E261-030425AB4679}"/>
              </a:ext>
            </a:extLst>
          </p:cNvPr>
          <p:cNvSpPr/>
          <p:nvPr userDrawn="1"/>
        </p:nvSpPr>
        <p:spPr>
          <a:xfrm>
            <a:off x="9574981" y="2769638"/>
            <a:ext cx="715598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50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#EDFFF5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813EDA94-95FB-BC06-0898-5BFCBD30099D}"/>
              </a:ext>
            </a:extLst>
          </p:cNvPr>
          <p:cNvSpPr/>
          <p:nvPr userDrawn="1"/>
        </p:nvSpPr>
        <p:spPr>
          <a:xfrm>
            <a:off x="10675504" y="2659899"/>
            <a:ext cx="1135954" cy="625877"/>
          </a:xfrm>
          <a:prstGeom prst="roundRect">
            <a:avLst>
              <a:gd name="adj" fmla="val 18993"/>
            </a:avLst>
          </a:prstGeom>
          <a:solidFill>
            <a:srgbClr val="D6FFEA">
              <a:alpha val="100000"/>
            </a:srgbClr>
          </a:solidFill>
          <a:ln/>
        </p:spPr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37851351-E3E6-5128-3D1A-D712F2138547}"/>
              </a:ext>
            </a:extLst>
          </p:cNvPr>
          <p:cNvSpPr/>
          <p:nvPr userDrawn="1"/>
        </p:nvSpPr>
        <p:spPr>
          <a:xfrm>
            <a:off x="10840851" y="2769638"/>
            <a:ext cx="753703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100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#D6FFEA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DB06E639-0412-941E-5659-5B7425B48C08}"/>
              </a:ext>
            </a:extLst>
          </p:cNvPr>
          <p:cNvSpPr/>
          <p:nvPr userDrawn="1"/>
        </p:nvSpPr>
        <p:spPr>
          <a:xfrm>
            <a:off x="11941371" y="2659899"/>
            <a:ext cx="1135954" cy="625877"/>
          </a:xfrm>
          <a:prstGeom prst="roundRect">
            <a:avLst>
              <a:gd name="adj" fmla="val 18993"/>
            </a:avLst>
          </a:prstGeom>
          <a:solidFill>
            <a:srgbClr val="AFFFD5">
              <a:alpha val="100000"/>
            </a:srgbClr>
          </a:solidFill>
          <a:ln/>
        </p:spPr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ED207F41-2302-D878-59FA-9E15DC79FC77}"/>
              </a:ext>
            </a:extLst>
          </p:cNvPr>
          <p:cNvSpPr/>
          <p:nvPr userDrawn="1"/>
        </p:nvSpPr>
        <p:spPr>
          <a:xfrm>
            <a:off x="12106718" y="2769638"/>
            <a:ext cx="741001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#AFFFD5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2B30AB19-B32C-5B11-9EFF-A400A2EF15E3}"/>
              </a:ext>
            </a:extLst>
          </p:cNvPr>
          <p:cNvSpPr/>
          <p:nvPr userDrawn="1"/>
        </p:nvSpPr>
        <p:spPr>
          <a:xfrm>
            <a:off x="13207238" y="2659899"/>
            <a:ext cx="1135954" cy="625877"/>
          </a:xfrm>
          <a:prstGeom prst="roundRect">
            <a:avLst>
              <a:gd name="adj" fmla="val 18993"/>
            </a:avLst>
          </a:prstGeom>
          <a:solidFill>
            <a:srgbClr val="71FFB6">
              <a:alpha val="100000"/>
            </a:srgbClr>
          </a:solidFill>
          <a:ln/>
        </p:spPr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E2EC344B-053D-9F2E-6A54-CD50EDF7394E}"/>
              </a:ext>
            </a:extLst>
          </p:cNvPr>
          <p:cNvSpPr/>
          <p:nvPr userDrawn="1"/>
        </p:nvSpPr>
        <p:spPr>
          <a:xfrm>
            <a:off x="13372585" y="2769638"/>
            <a:ext cx="677493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#71FFB6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Shape 20">
            <a:extLst>
              <a:ext uri="{FF2B5EF4-FFF2-40B4-BE49-F238E27FC236}">
                <a16:creationId xmlns:a16="http://schemas.microsoft.com/office/drawing/2014/main" id="{26F017E2-773E-0F78-B800-CA3323A6EFB1}"/>
              </a:ext>
            </a:extLst>
          </p:cNvPr>
          <p:cNvSpPr/>
          <p:nvPr userDrawn="1"/>
        </p:nvSpPr>
        <p:spPr>
          <a:xfrm>
            <a:off x="14473110" y="2659899"/>
            <a:ext cx="1135954" cy="625877"/>
          </a:xfrm>
          <a:prstGeom prst="roundRect">
            <a:avLst>
              <a:gd name="adj" fmla="val 18993"/>
            </a:avLst>
          </a:prstGeom>
          <a:solidFill>
            <a:srgbClr val="2DFB90">
              <a:alpha val="100000"/>
            </a:srgbClr>
          </a:solidFill>
          <a:ln/>
        </p:spPr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36D83019-BD32-348C-BC41-215213C039F8}"/>
              </a:ext>
            </a:extLst>
          </p:cNvPr>
          <p:cNvSpPr/>
          <p:nvPr userDrawn="1"/>
        </p:nvSpPr>
        <p:spPr>
          <a:xfrm>
            <a:off x="14638457" y="2769638"/>
            <a:ext cx="766404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#2DFB90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Shape 22">
            <a:extLst>
              <a:ext uri="{FF2B5EF4-FFF2-40B4-BE49-F238E27FC236}">
                <a16:creationId xmlns:a16="http://schemas.microsoft.com/office/drawing/2014/main" id="{0F4687D5-63C7-D698-5277-8188A134793F}"/>
              </a:ext>
            </a:extLst>
          </p:cNvPr>
          <p:cNvSpPr/>
          <p:nvPr userDrawn="1"/>
        </p:nvSpPr>
        <p:spPr>
          <a:xfrm>
            <a:off x="15738980" y="2659899"/>
            <a:ext cx="1135954" cy="625877"/>
          </a:xfrm>
          <a:prstGeom prst="roundRect">
            <a:avLst>
              <a:gd name="adj" fmla="val 18993"/>
            </a:avLst>
          </a:prstGeom>
          <a:solidFill>
            <a:srgbClr val="02E570">
              <a:alpha val="100000"/>
            </a:srgbClr>
          </a:solidFill>
          <a:ln/>
        </p:spPr>
      </p:sp>
      <p:sp>
        <p:nvSpPr>
          <p:cNvPr id="59" name="Text 23">
            <a:extLst>
              <a:ext uri="{FF2B5EF4-FFF2-40B4-BE49-F238E27FC236}">
                <a16:creationId xmlns:a16="http://schemas.microsoft.com/office/drawing/2014/main" id="{2FE20223-0DD0-F06A-B7DB-35CDE818C8C3}"/>
              </a:ext>
            </a:extLst>
          </p:cNvPr>
          <p:cNvSpPr/>
          <p:nvPr userDrawn="1"/>
        </p:nvSpPr>
        <p:spPr>
          <a:xfrm>
            <a:off x="15904327" y="2769638"/>
            <a:ext cx="728300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500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#02E570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Shape 24">
            <a:extLst>
              <a:ext uri="{FF2B5EF4-FFF2-40B4-BE49-F238E27FC236}">
                <a16:creationId xmlns:a16="http://schemas.microsoft.com/office/drawing/2014/main" id="{4DF5CC3A-2537-99A5-8003-7A62748F48F7}"/>
              </a:ext>
            </a:extLst>
          </p:cNvPr>
          <p:cNvSpPr/>
          <p:nvPr userDrawn="1"/>
        </p:nvSpPr>
        <p:spPr>
          <a:xfrm>
            <a:off x="17004847" y="2659899"/>
            <a:ext cx="1135953" cy="625877"/>
          </a:xfrm>
          <a:prstGeom prst="roundRect">
            <a:avLst>
              <a:gd name="adj" fmla="val 18993"/>
            </a:avLst>
          </a:prstGeom>
          <a:solidFill>
            <a:srgbClr val="00BF59">
              <a:alpha val="100000"/>
            </a:srgbClr>
          </a:solidFill>
          <a:ln/>
        </p:spPr>
      </p:sp>
      <p:sp>
        <p:nvSpPr>
          <p:cNvPr id="61" name="Text 25">
            <a:extLst>
              <a:ext uri="{FF2B5EF4-FFF2-40B4-BE49-F238E27FC236}">
                <a16:creationId xmlns:a16="http://schemas.microsoft.com/office/drawing/2014/main" id="{1D385043-38A2-5257-83BC-0C7128372631}"/>
              </a:ext>
            </a:extLst>
          </p:cNvPr>
          <p:cNvSpPr/>
          <p:nvPr userDrawn="1"/>
        </p:nvSpPr>
        <p:spPr>
          <a:xfrm>
            <a:off x="17170194" y="2769638"/>
            <a:ext cx="766404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600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#00BF59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Shape 26">
            <a:extLst>
              <a:ext uri="{FF2B5EF4-FFF2-40B4-BE49-F238E27FC236}">
                <a16:creationId xmlns:a16="http://schemas.microsoft.com/office/drawing/2014/main" id="{C1646B41-7722-0832-E961-423D16573758}"/>
              </a:ext>
            </a:extLst>
          </p:cNvPr>
          <p:cNvSpPr/>
          <p:nvPr userDrawn="1"/>
        </p:nvSpPr>
        <p:spPr>
          <a:xfrm>
            <a:off x="18270716" y="2659899"/>
            <a:ext cx="1135953" cy="625877"/>
          </a:xfrm>
          <a:prstGeom prst="roundRect">
            <a:avLst>
              <a:gd name="adj" fmla="val 18993"/>
            </a:avLst>
          </a:prstGeom>
          <a:solidFill>
            <a:srgbClr val="00A651">
              <a:alpha val="100000"/>
            </a:srgbClr>
          </a:solidFill>
          <a:ln/>
        </p:spPr>
      </p:sp>
      <p:sp>
        <p:nvSpPr>
          <p:cNvPr id="63" name="Text 27">
            <a:extLst>
              <a:ext uri="{FF2B5EF4-FFF2-40B4-BE49-F238E27FC236}">
                <a16:creationId xmlns:a16="http://schemas.microsoft.com/office/drawing/2014/main" id="{C4D09BF0-08CC-581D-155E-21815E6441BE}"/>
              </a:ext>
            </a:extLst>
          </p:cNvPr>
          <p:cNvSpPr/>
          <p:nvPr userDrawn="1"/>
        </p:nvSpPr>
        <p:spPr>
          <a:xfrm>
            <a:off x="18436063" y="2769638"/>
            <a:ext cx="766404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700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#00A651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Shape 28">
            <a:extLst>
              <a:ext uri="{FF2B5EF4-FFF2-40B4-BE49-F238E27FC236}">
                <a16:creationId xmlns:a16="http://schemas.microsoft.com/office/drawing/2014/main" id="{0FEA7230-00E3-5316-B066-8DA47546A24F}"/>
              </a:ext>
            </a:extLst>
          </p:cNvPr>
          <p:cNvSpPr/>
          <p:nvPr userDrawn="1"/>
        </p:nvSpPr>
        <p:spPr>
          <a:xfrm>
            <a:off x="19536584" y="2659899"/>
            <a:ext cx="1135953" cy="625877"/>
          </a:xfrm>
          <a:prstGeom prst="roundRect">
            <a:avLst>
              <a:gd name="adj" fmla="val 18993"/>
            </a:avLst>
          </a:prstGeom>
          <a:solidFill>
            <a:srgbClr val="06753D">
              <a:alpha val="100000"/>
            </a:srgbClr>
          </a:solidFill>
          <a:ln/>
        </p:spPr>
      </p:sp>
      <p:sp>
        <p:nvSpPr>
          <p:cNvPr id="65" name="Text 29">
            <a:extLst>
              <a:ext uri="{FF2B5EF4-FFF2-40B4-BE49-F238E27FC236}">
                <a16:creationId xmlns:a16="http://schemas.microsoft.com/office/drawing/2014/main" id="{EC147CCE-0405-FD5A-6BFD-E403746590E1}"/>
              </a:ext>
            </a:extLst>
          </p:cNvPr>
          <p:cNvSpPr/>
          <p:nvPr userDrawn="1"/>
        </p:nvSpPr>
        <p:spPr>
          <a:xfrm>
            <a:off x="19701931" y="2769638"/>
            <a:ext cx="753703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800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#06753D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Shape 30">
            <a:extLst>
              <a:ext uri="{FF2B5EF4-FFF2-40B4-BE49-F238E27FC236}">
                <a16:creationId xmlns:a16="http://schemas.microsoft.com/office/drawing/2014/main" id="{0036A4BA-2EBD-C1DC-3DFA-F7DAEE0A727F}"/>
              </a:ext>
            </a:extLst>
          </p:cNvPr>
          <p:cNvSpPr/>
          <p:nvPr userDrawn="1"/>
        </p:nvSpPr>
        <p:spPr>
          <a:xfrm>
            <a:off x="20802453" y="2659899"/>
            <a:ext cx="1135953" cy="625877"/>
          </a:xfrm>
          <a:prstGeom prst="roundRect">
            <a:avLst>
              <a:gd name="adj" fmla="val 18993"/>
            </a:avLst>
          </a:prstGeom>
          <a:solidFill>
            <a:srgbClr val="085F34">
              <a:alpha val="100000"/>
            </a:srgbClr>
          </a:solidFill>
          <a:ln/>
        </p:spPr>
      </p:sp>
      <p:sp>
        <p:nvSpPr>
          <p:cNvPr id="67" name="Text 31">
            <a:extLst>
              <a:ext uri="{FF2B5EF4-FFF2-40B4-BE49-F238E27FC236}">
                <a16:creationId xmlns:a16="http://schemas.microsoft.com/office/drawing/2014/main" id="{41A4C62E-50F9-E768-2576-3BBDB06F48B9}"/>
              </a:ext>
            </a:extLst>
          </p:cNvPr>
          <p:cNvSpPr/>
          <p:nvPr userDrawn="1"/>
        </p:nvSpPr>
        <p:spPr>
          <a:xfrm>
            <a:off x="20967800" y="2769638"/>
            <a:ext cx="740123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900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#085F34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Shape 32">
            <a:extLst>
              <a:ext uri="{FF2B5EF4-FFF2-40B4-BE49-F238E27FC236}">
                <a16:creationId xmlns:a16="http://schemas.microsoft.com/office/drawing/2014/main" id="{487332EE-3EC5-D1F1-6240-34B5F776F88F}"/>
              </a:ext>
            </a:extLst>
          </p:cNvPr>
          <p:cNvSpPr/>
          <p:nvPr userDrawn="1"/>
        </p:nvSpPr>
        <p:spPr>
          <a:xfrm>
            <a:off x="22068323" y="2659899"/>
            <a:ext cx="1135953" cy="625877"/>
          </a:xfrm>
          <a:prstGeom prst="roundRect">
            <a:avLst>
              <a:gd name="adj" fmla="val 18993"/>
            </a:avLst>
          </a:prstGeom>
          <a:solidFill>
            <a:srgbClr val="00361B">
              <a:alpha val="100000"/>
            </a:srgbClr>
          </a:solidFill>
          <a:ln/>
        </p:spPr>
      </p:sp>
      <p:sp>
        <p:nvSpPr>
          <p:cNvPr id="69" name="Text 33">
            <a:extLst>
              <a:ext uri="{FF2B5EF4-FFF2-40B4-BE49-F238E27FC236}">
                <a16:creationId xmlns:a16="http://schemas.microsoft.com/office/drawing/2014/main" id="{E2D82DF3-1625-0D4A-0430-0F4641CBC385}"/>
              </a:ext>
            </a:extLst>
          </p:cNvPr>
          <p:cNvSpPr/>
          <p:nvPr userDrawn="1"/>
        </p:nvSpPr>
        <p:spPr>
          <a:xfrm>
            <a:off x="22233670" y="2769638"/>
            <a:ext cx="741001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950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#00361B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Shape 34">
            <a:extLst>
              <a:ext uri="{FF2B5EF4-FFF2-40B4-BE49-F238E27FC236}">
                <a16:creationId xmlns:a16="http://schemas.microsoft.com/office/drawing/2014/main" id="{8744AEC2-A32A-34C5-BCBA-0BD76182FBE1}"/>
              </a:ext>
            </a:extLst>
          </p:cNvPr>
          <p:cNvSpPr/>
          <p:nvPr userDrawn="1"/>
        </p:nvSpPr>
        <p:spPr>
          <a:xfrm>
            <a:off x="9409631" y="3521956"/>
            <a:ext cx="6779216" cy="2066576"/>
          </a:xfrm>
          <a:prstGeom prst="roundRect">
            <a:avLst>
              <a:gd name="adj" fmla="val 5752"/>
            </a:avLst>
          </a:prstGeom>
          <a:noFill/>
          <a:ln/>
        </p:spPr>
      </p:sp>
      <p:sp>
        <p:nvSpPr>
          <p:cNvPr id="71" name="Shape 35">
            <a:extLst>
              <a:ext uri="{FF2B5EF4-FFF2-40B4-BE49-F238E27FC236}">
                <a16:creationId xmlns:a16="http://schemas.microsoft.com/office/drawing/2014/main" id="{52B307B9-2D1E-66B1-205D-C5728F7F2125}"/>
              </a:ext>
            </a:extLst>
          </p:cNvPr>
          <p:cNvSpPr/>
          <p:nvPr userDrawn="1"/>
        </p:nvSpPr>
        <p:spPr>
          <a:xfrm>
            <a:off x="9409631" y="3521956"/>
            <a:ext cx="6779216" cy="1322609"/>
          </a:xfrm>
          <a:prstGeom prst="roundRect">
            <a:avLst>
              <a:gd name="adj" fmla="val 8988"/>
            </a:avLst>
          </a:prstGeom>
          <a:solidFill>
            <a:schemeClr val="accent2"/>
          </a:solidFill>
          <a:ln/>
        </p:spPr>
      </p:sp>
      <p:sp>
        <p:nvSpPr>
          <p:cNvPr id="72" name="Text 37">
            <a:extLst>
              <a:ext uri="{FF2B5EF4-FFF2-40B4-BE49-F238E27FC236}">
                <a16:creationId xmlns:a16="http://schemas.microsoft.com/office/drawing/2014/main" id="{796849AF-1000-1CB1-5104-2509BFC2233E}"/>
              </a:ext>
            </a:extLst>
          </p:cNvPr>
          <p:cNvSpPr/>
          <p:nvPr userDrawn="1"/>
        </p:nvSpPr>
        <p:spPr>
          <a:xfrm>
            <a:off x="9645841" y="3734518"/>
            <a:ext cx="1656779" cy="41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4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32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Expert Blue</a:t>
            </a:r>
            <a:endParaRPr kumimoji="0" lang="en-US" sz="223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Text 39">
            <a:extLst>
              <a:ext uri="{FF2B5EF4-FFF2-40B4-BE49-F238E27FC236}">
                <a16:creationId xmlns:a16="http://schemas.microsoft.com/office/drawing/2014/main" id="{F95BF64A-5403-0C88-2F4D-A90CC8262DF8}"/>
              </a:ext>
            </a:extLst>
          </p:cNvPr>
          <p:cNvSpPr/>
          <p:nvPr userDrawn="1"/>
        </p:nvSpPr>
        <p:spPr>
          <a:xfrm>
            <a:off x="9645841" y="4170108"/>
            <a:ext cx="812383" cy="26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88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#775AFF</a:t>
            </a:r>
            <a:endParaRPr kumimoji="0" lang="en-US" sz="1488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Text 40">
            <a:extLst>
              <a:ext uri="{FF2B5EF4-FFF2-40B4-BE49-F238E27FC236}">
                <a16:creationId xmlns:a16="http://schemas.microsoft.com/office/drawing/2014/main" id="{FF232B2C-C355-2095-9D56-540419DE581C}"/>
              </a:ext>
            </a:extLst>
          </p:cNvPr>
          <p:cNvSpPr/>
          <p:nvPr userDrawn="1"/>
        </p:nvSpPr>
        <p:spPr>
          <a:xfrm>
            <a:off x="9645841" y="4420544"/>
            <a:ext cx="1485567" cy="26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88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RGB: 119 90 255 </a:t>
            </a:r>
            <a:endParaRPr kumimoji="0" lang="en-US" sz="1488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Shape 42">
            <a:extLst>
              <a:ext uri="{FF2B5EF4-FFF2-40B4-BE49-F238E27FC236}">
                <a16:creationId xmlns:a16="http://schemas.microsoft.com/office/drawing/2014/main" id="{AD34E63F-78AA-58B3-09BC-9E9614A1D664}"/>
              </a:ext>
            </a:extLst>
          </p:cNvPr>
          <p:cNvSpPr/>
          <p:nvPr userDrawn="1"/>
        </p:nvSpPr>
        <p:spPr>
          <a:xfrm>
            <a:off x="9409631" y="4962654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D5D4FF">
              <a:alpha val="100000"/>
            </a:srgbClr>
          </a:solidFill>
          <a:ln/>
        </p:spPr>
      </p:sp>
      <p:sp>
        <p:nvSpPr>
          <p:cNvPr id="76" name="Text 43">
            <a:extLst>
              <a:ext uri="{FF2B5EF4-FFF2-40B4-BE49-F238E27FC236}">
                <a16:creationId xmlns:a16="http://schemas.microsoft.com/office/drawing/2014/main" id="{C5B3865B-53D5-81F7-0FAC-5769ECF8143D}"/>
              </a:ext>
            </a:extLst>
          </p:cNvPr>
          <p:cNvSpPr/>
          <p:nvPr userDrawn="1"/>
        </p:nvSpPr>
        <p:spPr>
          <a:xfrm>
            <a:off x="9574978" y="5072393"/>
            <a:ext cx="753703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#D5D4FF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Shape 44">
            <a:extLst>
              <a:ext uri="{FF2B5EF4-FFF2-40B4-BE49-F238E27FC236}">
                <a16:creationId xmlns:a16="http://schemas.microsoft.com/office/drawing/2014/main" id="{4262FD38-2A4A-4E10-0992-75CD0274966B}"/>
              </a:ext>
            </a:extLst>
          </p:cNvPr>
          <p:cNvSpPr/>
          <p:nvPr userDrawn="1"/>
        </p:nvSpPr>
        <p:spPr>
          <a:xfrm>
            <a:off x="11133962" y="4962654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B8B1FF">
              <a:alpha val="100000"/>
            </a:srgbClr>
          </a:solidFill>
          <a:ln/>
        </p:spPr>
      </p:sp>
      <p:sp>
        <p:nvSpPr>
          <p:cNvPr id="78" name="Text 45">
            <a:extLst>
              <a:ext uri="{FF2B5EF4-FFF2-40B4-BE49-F238E27FC236}">
                <a16:creationId xmlns:a16="http://schemas.microsoft.com/office/drawing/2014/main" id="{AEE322C9-9093-AB9E-CFA6-A38AC778EB69}"/>
              </a:ext>
            </a:extLst>
          </p:cNvPr>
          <p:cNvSpPr/>
          <p:nvPr userDrawn="1"/>
        </p:nvSpPr>
        <p:spPr>
          <a:xfrm>
            <a:off x="11299309" y="5072393"/>
            <a:ext cx="702897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#B8B1FF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Shape 46">
            <a:extLst>
              <a:ext uri="{FF2B5EF4-FFF2-40B4-BE49-F238E27FC236}">
                <a16:creationId xmlns:a16="http://schemas.microsoft.com/office/drawing/2014/main" id="{52DF7059-74A1-A8FA-4002-947A78E35170}"/>
              </a:ext>
            </a:extLst>
          </p:cNvPr>
          <p:cNvSpPr/>
          <p:nvPr userDrawn="1"/>
        </p:nvSpPr>
        <p:spPr>
          <a:xfrm>
            <a:off x="12858292" y="4962654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9485FF">
              <a:alpha val="100000"/>
            </a:srgbClr>
          </a:solidFill>
          <a:ln/>
        </p:spPr>
      </p:sp>
      <p:sp>
        <p:nvSpPr>
          <p:cNvPr id="80" name="Text 47">
            <a:extLst>
              <a:ext uri="{FF2B5EF4-FFF2-40B4-BE49-F238E27FC236}">
                <a16:creationId xmlns:a16="http://schemas.microsoft.com/office/drawing/2014/main" id="{1A368C1D-2A69-7733-8815-8027E943BDFC}"/>
              </a:ext>
            </a:extLst>
          </p:cNvPr>
          <p:cNvSpPr/>
          <p:nvPr userDrawn="1"/>
        </p:nvSpPr>
        <p:spPr>
          <a:xfrm>
            <a:off x="13023639" y="5072393"/>
            <a:ext cx="728300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#9485FF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Shape 48">
            <a:extLst>
              <a:ext uri="{FF2B5EF4-FFF2-40B4-BE49-F238E27FC236}">
                <a16:creationId xmlns:a16="http://schemas.microsoft.com/office/drawing/2014/main" id="{2671EC0E-1822-3F83-BB90-E046984F5D7D}"/>
              </a:ext>
            </a:extLst>
          </p:cNvPr>
          <p:cNvSpPr/>
          <p:nvPr userDrawn="1"/>
        </p:nvSpPr>
        <p:spPr>
          <a:xfrm>
            <a:off x="14582623" y="4962654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775AFF">
              <a:alpha val="100000"/>
            </a:srgbClr>
          </a:solidFill>
          <a:ln/>
        </p:spPr>
      </p:sp>
      <p:sp>
        <p:nvSpPr>
          <p:cNvPr id="82" name="Text 49">
            <a:extLst>
              <a:ext uri="{FF2B5EF4-FFF2-40B4-BE49-F238E27FC236}">
                <a16:creationId xmlns:a16="http://schemas.microsoft.com/office/drawing/2014/main" id="{100B083B-1CB3-C1CA-355A-C4F89492FEB2}"/>
              </a:ext>
            </a:extLst>
          </p:cNvPr>
          <p:cNvSpPr/>
          <p:nvPr userDrawn="1"/>
        </p:nvSpPr>
        <p:spPr>
          <a:xfrm>
            <a:off x="14747970" y="5072393"/>
            <a:ext cx="702897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500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#775AFF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Shape 50">
            <a:extLst>
              <a:ext uri="{FF2B5EF4-FFF2-40B4-BE49-F238E27FC236}">
                <a16:creationId xmlns:a16="http://schemas.microsoft.com/office/drawing/2014/main" id="{7D8BB204-2193-4094-219D-0B0B60F30BF2}"/>
              </a:ext>
            </a:extLst>
          </p:cNvPr>
          <p:cNvSpPr/>
          <p:nvPr userDrawn="1"/>
        </p:nvSpPr>
        <p:spPr>
          <a:xfrm>
            <a:off x="16425057" y="3521956"/>
            <a:ext cx="6779216" cy="2066576"/>
          </a:xfrm>
          <a:prstGeom prst="roundRect">
            <a:avLst>
              <a:gd name="adj" fmla="val 5752"/>
            </a:avLst>
          </a:prstGeom>
          <a:noFill/>
          <a:ln/>
        </p:spPr>
      </p:sp>
      <p:sp>
        <p:nvSpPr>
          <p:cNvPr id="84" name="Shape 51">
            <a:extLst>
              <a:ext uri="{FF2B5EF4-FFF2-40B4-BE49-F238E27FC236}">
                <a16:creationId xmlns:a16="http://schemas.microsoft.com/office/drawing/2014/main" id="{5542EDB8-FA26-AE34-DDDA-9101F7FB8BFF}"/>
              </a:ext>
            </a:extLst>
          </p:cNvPr>
          <p:cNvSpPr/>
          <p:nvPr userDrawn="1"/>
        </p:nvSpPr>
        <p:spPr>
          <a:xfrm>
            <a:off x="16425057" y="3521956"/>
            <a:ext cx="6779216" cy="1322609"/>
          </a:xfrm>
          <a:prstGeom prst="roundRect">
            <a:avLst>
              <a:gd name="adj" fmla="val 8988"/>
            </a:avLst>
          </a:prstGeom>
          <a:solidFill>
            <a:schemeClr val="accent3"/>
          </a:solidFill>
          <a:ln/>
        </p:spPr>
      </p:sp>
      <p:sp>
        <p:nvSpPr>
          <p:cNvPr id="85" name="Text 53">
            <a:extLst>
              <a:ext uri="{FF2B5EF4-FFF2-40B4-BE49-F238E27FC236}">
                <a16:creationId xmlns:a16="http://schemas.microsoft.com/office/drawing/2014/main" id="{1EC60B58-E39D-5BB0-B74B-19AC12EE1BAA}"/>
              </a:ext>
            </a:extLst>
          </p:cNvPr>
          <p:cNvSpPr/>
          <p:nvPr userDrawn="1"/>
        </p:nvSpPr>
        <p:spPr>
          <a:xfrm>
            <a:off x="16661266" y="3758136"/>
            <a:ext cx="2063230" cy="41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4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32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Expert Orange</a:t>
            </a:r>
            <a:endParaRPr kumimoji="0" lang="en-US" sz="223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" name="Text 55">
            <a:extLst>
              <a:ext uri="{FF2B5EF4-FFF2-40B4-BE49-F238E27FC236}">
                <a16:creationId xmlns:a16="http://schemas.microsoft.com/office/drawing/2014/main" id="{FD7B6A8C-EE73-36D4-D1A3-6603774F2B34}"/>
              </a:ext>
            </a:extLst>
          </p:cNvPr>
          <p:cNvSpPr/>
          <p:nvPr userDrawn="1"/>
        </p:nvSpPr>
        <p:spPr>
          <a:xfrm>
            <a:off x="16661266" y="4193727"/>
            <a:ext cx="850488" cy="26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88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#FF662C</a:t>
            </a:r>
            <a:endParaRPr kumimoji="0" lang="en-US" sz="1488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Text 56">
            <a:extLst>
              <a:ext uri="{FF2B5EF4-FFF2-40B4-BE49-F238E27FC236}">
                <a16:creationId xmlns:a16="http://schemas.microsoft.com/office/drawing/2014/main" id="{FD81BEF4-3D94-70F5-FAC0-FCB2DFA8249D}"/>
              </a:ext>
            </a:extLst>
          </p:cNvPr>
          <p:cNvSpPr/>
          <p:nvPr userDrawn="1"/>
        </p:nvSpPr>
        <p:spPr>
          <a:xfrm>
            <a:off x="16661266" y="4444163"/>
            <a:ext cx="1523672" cy="26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88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RGB: 255 102 44 </a:t>
            </a:r>
            <a:endParaRPr kumimoji="0" lang="en-US" sz="1488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8" name="Shape 58">
            <a:extLst>
              <a:ext uri="{FF2B5EF4-FFF2-40B4-BE49-F238E27FC236}">
                <a16:creationId xmlns:a16="http://schemas.microsoft.com/office/drawing/2014/main" id="{8C2D8398-9E6C-7EE1-7B96-98E9B4FD15DD}"/>
              </a:ext>
            </a:extLst>
          </p:cNvPr>
          <p:cNvSpPr/>
          <p:nvPr userDrawn="1"/>
        </p:nvSpPr>
        <p:spPr>
          <a:xfrm>
            <a:off x="16425057" y="4962655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FFE5D4">
              <a:alpha val="100000"/>
            </a:srgbClr>
          </a:solidFill>
          <a:ln/>
        </p:spPr>
      </p:sp>
      <p:sp>
        <p:nvSpPr>
          <p:cNvPr id="89" name="Text 59">
            <a:extLst>
              <a:ext uri="{FF2B5EF4-FFF2-40B4-BE49-F238E27FC236}">
                <a16:creationId xmlns:a16="http://schemas.microsoft.com/office/drawing/2014/main" id="{E2934F71-D106-9920-AF03-73962A4D8C6A}"/>
              </a:ext>
            </a:extLst>
          </p:cNvPr>
          <p:cNvSpPr/>
          <p:nvPr userDrawn="1"/>
        </p:nvSpPr>
        <p:spPr>
          <a:xfrm>
            <a:off x="16590404" y="5072394"/>
            <a:ext cx="728300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100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#FFE5D4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" name="Shape 60">
            <a:extLst>
              <a:ext uri="{FF2B5EF4-FFF2-40B4-BE49-F238E27FC236}">
                <a16:creationId xmlns:a16="http://schemas.microsoft.com/office/drawing/2014/main" id="{31236FFF-9762-2E10-9572-8265DFDF5E23}"/>
              </a:ext>
            </a:extLst>
          </p:cNvPr>
          <p:cNvSpPr/>
          <p:nvPr userDrawn="1"/>
        </p:nvSpPr>
        <p:spPr>
          <a:xfrm>
            <a:off x="18149387" y="4962655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FFC8A8">
              <a:alpha val="100000"/>
            </a:srgbClr>
          </a:solidFill>
          <a:ln/>
        </p:spPr>
      </p:sp>
      <p:sp>
        <p:nvSpPr>
          <p:cNvPr id="91" name="Text 61">
            <a:extLst>
              <a:ext uri="{FF2B5EF4-FFF2-40B4-BE49-F238E27FC236}">
                <a16:creationId xmlns:a16="http://schemas.microsoft.com/office/drawing/2014/main" id="{9D9AACF2-57BB-ED83-D92A-966D7F1C0683}"/>
              </a:ext>
            </a:extLst>
          </p:cNvPr>
          <p:cNvSpPr/>
          <p:nvPr userDrawn="1"/>
        </p:nvSpPr>
        <p:spPr>
          <a:xfrm>
            <a:off x="18314734" y="5072394"/>
            <a:ext cx="753703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#FFC8A8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" name="Shape 62">
            <a:extLst>
              <a:ext uri="{FF2B5EF4-FFF2-40B4-BE49-F238E27FC236}">
                <a16:creationId xmlns:a16="http://schemas.microsoft.com/office/drawing/2014/main" id="{694071BD-7F8A-C4C8-A88B-F7639CA60D3E}"/>
              </a:ext>
            </a:extLst>
          </p:cNvPr>
          <p:cNvSpPr/>
          <p:nvPr userDrawn="1"/>
        </p:nvSpPr>
        <p:spPr>
          <a:xfrm>
            <a:off x="19873718" y="4962655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FFA171">
              <a:alpha val="100000"/>
            </a:srgbClr>
          </a:solidFill>
          <a:ln/>
        </p:spPr>
      </p:sp>
      <p:sp>
        <p:nvSpPr>
          <p:cNvPr id="93" name="Text 63">
            <a:extLst>
              <a:ext uri="{FF2B5EF4-FFF2-40B4-BE49-F238E27FC236}">
                <a16:creationId xmlns:a16="http://schemas.microsoft.com/office/drawing/2014/main" id="{7E814AF6-948B-4345-8B6B-7FCDF0945E96}"/>
              </a:ext>
            </a:extLst>
          </p:cNvPr>
          <p:cNvSpPr/>
          <p:nvPr userDrawn="1"/>
        </p:nvSpPr>
        <p:spPr>
          <a:xfrm>
            <a:off x="20039065" y="5072394"/>
            <a:ext cx="652090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#FFA171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" name="Shape 64">
            <a:extLst>
              <a:ext uri="{FF2B5EF4-FFF2-40B4-BE49-F238E27FC236}">
                <a16:creationId xmlns:a16="http://schemas.microsoft.com/office/drawing/2014/main" id="{34AB0EBC-ECA3-4FB5-A27B-64743604E491}"/>
              </a:ext>
            </a:extLst>
          </p:cNvPr>
          <p:cNvSpPr/>
          <p:nvPr userDrawn="1"/>
        </p:nvSpPr>
        <p:spPr>
          <a:xfrm>
            <a:off x="21598048" y="4962655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FF662C">
              <a:alpha val="100000"/>
            </a:srgbClr>
          </a:solidFill>
          <a:ln/>
        </p:spPr>
      </p:sp>
      <p:sp>
        <p:nvSpPr>
          <p:cNvPr id="95" name="Text 65">
            <a:extLst>
              <a:ext uri="{FF2B5EF4-FFF2-40B4-BE49-F238E27FC236}">
                <a16:creationId xmlns:a16="http://schemas.microsoft.com/office/drawing/2014/main" id="{5E176CB0-4AC0-ECFD-7467-A7E80EB5A64B}"/>
              </a:ext>
            </a:extLst>
          </p:cNvPr>
          <p:cNvSpPr/>
          <p:nvPr userDrawn="1"/>
        </p:nvSpPr>
        <p:spPr>
          <a:xfrm>
            <a:off x="21763395" y="5072394"/>
            <a:ext cx="741001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#FF662C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" name="Shape 66">
            <a:extLst>
              <a:ext uri="{FF2B5EF4-FFF2-40B4-BE49-F238E27FC236}">
                <a16:creationId xmlns:a16="http://schemas.microsoft.com/office/drawing/2014/main" id="{257745AA-F3D5-234C-4F73-44371A73A766}"/>
              </a:ext>
            </a:extLst>
          </p:cNvPr>
          <p:cNvSpPr/>
          <p:nvPr userDrawn="1"/>
        </p:nvSpPr>
        <p:spPr>
          <a:xfrm>
            <a:off x="9409631" y="5824712"/>
            <a:ext cx="6779216" cy="2066576"/>
          </a:xfrm>
          <a:prstGeom prst="roundRect">
            <a:avLst>
              <a:gd name="adj" fmla="val 5752"/>
            </a:avLst>
          </a:prstGeom>
          <a:noFill/>
          <a:ln/>
        </p:spPr>
      </p:sp>
      <p:sp>
        <p:nvSpPr>
          <p:cNvPr id="97" name="Shape 67">
            <a:extLst>
              <a:ext uri="{FF2B5EF4-FFF2-40B4-BE49-F238E27FC236}">
                <a16:creationId xmlns:a16="http://schemas.microsoft.com/office/drawing/2014/main" id="{DD19F792-21FD-FEDF-FADE-DB9976FDCCB6}"/>
              </a:ext>
            </a:extLst>
          </p:cNvPr>
          <p:cNvSpPr/>
          <p:nvPr userDrawn="1"/>
        </p:nvSpPr>
        <p:spPr>
          <a:xfrm>
            <a:off x="9409631" y="5824712"/>
            <a:ext cx="6779216" cy="1322609"/>
          </a:xfrm>
          <a:prstGeom prst="roundRect">
            <a:avLst>
              <a:gd name="adj" fmla="val 8988"/>
            </a:avLst>
          </a:prstGeom>
          <a:solidFill>
            <a:schemeClr val="accent4"/>
          </a:solidFill>
          <a:ln/>
        </p:spPr>
      </p:sp>
      <p:sp>
        <p:nvSpPr>
          <p:cNvPr id="98" name="Text 69">
            <a:extLst>
              <a:ext uri="{FF2B5EF4-FFF2-40B4-BE49-F238E27FC236}">
                <a16:creationId xmlns:a16="http://schemas.microsoft.com/office/drawing/2014/main" id="{1227152E-C747-D932-E7F2-31540D4C3743}"/>
              </a:ext>
            </a:extLst>
          </p:cNvPr>
          <p:cNvSpPr/>
          <p:nvPr userDrawn="1"/>
        </p:nvSpPr>
        <p:spPr>
          <a:xfrm>
            <a:off x="9645841" y="6037274"/>
            <a:ext cx="2241052" cy="41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4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3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Optimistic Lime</a:t>
            </a:r>
            <a:endParaRPr kumimoji="0" lang="en-US" sz="223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" name="Text 71">
            <a:extLst>
              <a:ext uri="{FF2B5EF4-FFF2-40B4-BE49-F238E27FC236}">
                <a16:creationId xmlns:a16="http://schemas.microsoft.com/office/drawing/2014/main" id="{A500065B-D34D-7E83-C555-821E6B82B7A6}"/>
              </a:ext>
            </a:extLst>
          </p:cNvPr>
          <p:cNvSpPr/>
          <p:nvPr userDrawn="1"/>
        </p:nvSpPr>
        <p:spPr>
          <a:xfrm>
            <a:off x="9645841" y="6472864"/>
            <a:ext cx="825084" cy="26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88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#E3FF7C</a:t>
            </a:r>
            <a:endParaRPr kumimoji="0" lang="en-US" sz="1488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" name="Text 72">
            <a:extLst>
              <a:ext uri="{FF2B5EF4-FFF2-40B4-BE49-F238E27FC236}">
                <a16:creationId xmlns:a16="http://schemas.microsoft.com/office/drawing/2014/main" id="{63E3FF30-ED22-FAB7-CD9B-BF261388E0F4}"/>
              </a:ext>
            </a:extLst>
          </p:cNvPr>
          <p:cNvSpPr/>
          <p:nvPr userDrawn="1"/>
        </p:nvSpPr>
        <p:spPr>
          <a:xfrm>
            <a:off x="9645841" y="6723301"/>
            <a:ext cx="1574478" cy="26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88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RGB: 227 255 124 </a:t>
            </a:r>
            <a:endParaRPr kumimoji="0" lang="en-US" sz="1488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" name="Shape 74">
            <a:extLst>
              <a:ext uri="{FF2B5EF4-FFF2-40B4-BE49-F238E27FC236}">
                <a16:creationId xmlns:a16="http://schemas.microsoft.com/office/drawing/2014/main" id="{0013C1EC-04F6-C07E-8FE8-F3C5C2A49DF0}"/>
              </a:ext>
            </a:extLst>
          </p:cNvPr>
          <p:cNvSpPr/>
          <p:nvPr userDrawn="1"/>
        </p:nvSpPr>
        <p:spPr>
          <a:xfrm>
            <a:off x="9409631" y="7265411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F4FFC8">
              <a:alpha val="100000"/>
            </a:srgbClr>
          </a:solidFill>
          <a:ln/>
        </p:spPr>
      </p:sp>
      <p:sp>
        <p:nvSpPr>
          <p:cNvPr id="102" name="Text 75">
            <a:extLst>
              <a:ext uri="{FF2B5EF4-FFF2-40B4-BE49-F238E27FC236}">
                <a16:creationId xmlns:a16="http://schemas.microsoft.com/office/drawing/2014/main" id="{6FA2713A-A29B-D192-6FC6-BA72B03190C5}"/>
              </a:ext>
            </a:extLst>
          </p:cNvPr>
          <p:cNvSpPr/>
          <p:nvPr userDrawn="1"/>
        </p:nvSpPr>
        <p:spPr>
          <a:xfrm>
            <a:off x="9574978" y="7375150"/>
            <a:ext cx="741001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100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#F4FFC8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" name="Shape 76">
            <a:extLst>
              <a:ext uri="{FF2B5EF4-FFF2-40B4-BE49-F238E27FC236}">
                <a16:creationId xmlns:a16="http://schemas.microsoft.com/office/drawing/2014/main" id="{346FC109-AD75-EB85-E50E-5B82E938F11B}"/>
              </a:ext>
            </a:extLst>
          </p:cNvPr>
          <p:cNvSpPr/>
          <p:nvPr userDrawn="1"/>
        </p:nvSpPr>
        <p:spPr>
          <a:xfrm>
            <a:off x="11133962" y="7265411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E3FF7C">
              <a:alpha val="100000"/>
            </a:srgbClr>
          </a:solidFill>
          <a:ln/>
        </p:spPr>
      </p:sp>
      <p:sp>
        <p:nvSpPr>
          <p:cNvPr id="104" name="Text 77">
            <a:extLst>
              <a:ext uri="{FF2B5EF4-FFF2-40B4-BE49-F238E27FC236}">
                <a16:creationId xmlns:a16="http://schemas.microsoft.com/office/drawing/2014/main" id="{1909D647-A8B9-D4E7-EEC3-0F65A380C9DC}"/>
              </a:ext>
            </a:extLst>
          </p:cNvPr>
          <p:cNvSpPr/>
          <p:nvPr userDrawn="1"/>
        </p:nvSpPr>
        <p:spPr>
          <a:xfrm>
            <a:off x="11299309" y="7375150"/>
            <a:ext cx="728300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#E3FF7C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" name="Shape 78">
            <a:extLst>
              <a:ext uri="{FF2B5EF4-FFF2-40B4-BE49-F238E27FC236}">
                <a16:creationId xmlns:a16="http://schemas.microsoft.com/office/drawing/2014/main" id="{8C75D80F-79FC-6D6C-5CEB-69A66599C8F7}"/>
              </a:ext>
            </a:extLst>
          </p:cNvPr>
          <p:cNvSpPr/>
          <p:nvPr userDrawn="1"/>
        </p:nvSpPr>
        <p:spPr>
          <a:xfrm>
            <a:off x="12858292" y="7265411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D5FB5B">
              <a:alpha val="100000"/>
            </a:srgbClr>
          </a:solidFill>
          <a:ln/>
        </p:spPr>
      </p:sp>
      <p:sp>
        <p:nvSpPr>
          <p:cNvPr id="106" name="Text 79">
            <a:extLst>
              <a:ext uri="{FF2B5EF4-FFF2-40B4-BE49-F238E27FC236}">
                <a16:creationId xmlns:a16="http://schemas.microsoft.com/office/drawing/2014/main" id="{4D0AACFB-DDD7-49E8-DFD0-90D29262904C}"/>
              </a:ext>
            </a:extLst>
          </p:cNvPr>
          <p:cNvSpPr/>
          <p:nvPr userDrawn="1"/>
        </p:nvSpPr>
        <p:spPr>
          <a:xfrm>
            <a:off x="13023639" y="7375150"/>
            <a:ext cx="753703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#D5FB5B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7" name="Shape 80">
            <a:extLst>
              <a:ext uri="{FF2B5EF4-FFF2-40B4-BE49-F238E27FC236}">
                <a16:creationId xmlns:a16="http://schemas.microsoft.com/office/drawing/2014/main" id="{78DA3D47-7C2E-1926-4BEA-2E222FE944B0}"/>
              </a:ext>
            </a:extLst>
          </p:cNvPr>
          <p:cNvSpPr/>
          <p:nvPr userDrawn="1"/>
        </p:nvSpPr>
        <p:spPr>
          <a:xfrm>
            <a:off x="14582623" y="7265411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C1F229">
              <a:alpha val="100000"/>
            </a:srgbClr>
          </a:solidFill>
          <a:ln/>
        </p:spPr>
      </p:sp>
      <p:sp>
        <p:nvSpPr>
          <p:cNvPr id="108" name="Text 81">
            <a:extLst>
              <a:ext uri="{FF2B5EF4-FFF2-40B4-BE49-F238E27FC236}">
                <a16:creationId xmlns:a16="http://schemas.microsoft.com/office/drawing/2014/main" id="{DE7BA38E-5AEB-4A8C-B24F-CA060372FA95}"/>
              </a:ext>
            </a:extLst>
          </p:cNvPr>
          <p:cNvSpPr/>
          <p:nvPr userDrawn="1"/>
        </p:nvSpPr>
        <p:spPr>
          <a:xfrm>
            <a:off x="14747970" y="7375150"/>
            <a:ext cx="702897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#C1F229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9" name="Shape 82">
            <a:extLst>
              <a:ext uri="{FF2B5EF4-FFF2-40B4-BE49-F238E27FC236}">
                <a16:creationId xmlns:a16="http://schemas.microsoft.com/office/drawing/2014/main" id="{B22E1B73-6894-2735-557F-1F0DE5B2CE05}"/>
              </a:ext>
            </a:extLst>
          </p:cNvPr>
          <p:cNvSpPr/>
          <p:nvPr userDrawn="1"/>
        </p:nvSpPr>
        <p:spPr>
          <a:xfrm>
            <a:off x="16425057" y="5824712"/>
            <a:ext cx="6779216" cy="2066576"/>
          </a:xfrm>
          <a:prstGeom prst="roundRect">
            <a:avLst>
              <a:gd name="adj" fmla="val 5752"/>
            </a:avLst>
          </a:prstGeom>
          <a:noFill/>
          <a:ln/>
        </p:spPr>
      </p:sp>
      <p:sp>
        <p:nvSpPr>
          <p:cNvPr id="110" name="Shape 83">
            <a:extLst>
              <a:ext uri="{FF2B5EF4-FFF2-40B4-BE49-F238E27FC236}">
                <a16:creationId xmlns:a16="http://schemas.microsoft.com/office/drawing/2014/main" id="{08BEDC8D-0286-7827-7F31-19DED1028F5E}"/>
              </a:ext>
            </a:extLst>
          </p:cNvPr>
          <p:cNvSpPr/>
          <p:nvPr userDrawn="1"/>
        </p:nvSpPr>
        <p:spPr>
          <a:xfrm>
            <a:off x="16425057" y="5824712"/>
            <a:ext cx="6779216" cy="1322609"/>
          </a:xfrm>
          <a:prstGeom prst="roundRect">
            <a:avLst>
              <a:gd name="adj" fmla="val 8988"/>
            </a:avLst>
          </a:prstGeom>
          <a:solidFill>
            <a:srgbClr val="FFDD2D">
              <a:alpha val="100000"/>
            </a:srgbClr>
          </a:solidFill>
          <a:ln/>
        </p:spPr>
      </p:sp>
      <p:sp>
        <p:nvSpPr>
          <p:cNvPr id="111" name="Text 85">
            <a:extLst>
              <a:ext uri="{FF2B5EF4-FFF2-40B4-BE49-F238E27FC236}">
                <a16:creationId xmlns:a16="http://schemas.microsoft.com/office/drawing/2014/main" id="{39D649CE-FF4D-F860-9BCA-BF28B66ECCC0}"/>
              </a:ext>
            </a:extLst>
          </p:cNvPr>
          <p:cNvSpPr/>
          <p:nvPr userDrawn="1"/>
        </p:nvSpPr>
        <p:spPr>
          <a:xfrm>
            <a:off x="16661266" y="6037274"/>
            <a:ext cx="2672906" cy="41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4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3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Optimistic T-Yellow</a:t>
            </a:r>
            <a:endParaRPr kumimoji="0" lang="en-US" sz="223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2" name="Text 87">
            <a:extLst>
              <a:ext uri="{FF2B5EF4-FFF2-40B4-BE49-F238E27FC236}">
                <a16:creationId xmlns:a16="http://schemas.microsoft.com/office/drawing/2014/main" id="{17360886-9C70-6157-E8C1-5D9A1F988B31}"/>
              </a:ext>
            </a:extLst>
          </p:cNvPr>
          <p:cNvSpPr/>
          <p:nvPr userDrawn="1"/>
        </p:nvSpPr>
        <p:spPr>
          <a:xfrm>
            <a:off x="16661266" y="6472864"/>
            <a:ext cx="875891" cy="26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88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#FFDD2D</a:t>
            </a:r>
            <a:endParaRPr kumimoji="0" lang="en-US" sz="1488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3" name="Text 88">
            <a:extLst>
              <a:ext uri="{FF2B5EF4-FFF2-40B4-BE49-F238E27FC236}">
                <a16:creationId xmlns:a16="http://schemas.microsoft.com/office/drawing/2014/main" id="{9B070E1A-4B30-F50D-CE65-2F96161CFA6D}"/>
              </a:ext>
            </a:extLst>
          </p:cNvPr>
          <p:cNvSpPr/>
          <p:nvPr userDrawn="1"/>
        </p:nvSpPr>
        <p:spPr>
          <a:xfrm>
            <a:off x="16661266" y="6723301"/>
            <a:ext cx="1485567" cy="26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88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RGB: 255 221 45 </a:t>
            </a:r>
            <a:endParaRPr kumimoji="0" lang="en-US" sz="1488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4" name="Shape 90">
            <a:extLst>
              <a:ext uri="{FF2B5EF4-FFF2-40B4-BE49-F238E27FC236}">
                <a16:creationId xmlns:a16="http://schemas.microsoft.com/office/drawing/2014/main" id="{C7644EFC-ADD1-8C88-EA6D-D8688441DC09}"/>
              </a:ext>
            </a:extLst>
          </p:cNvPr>
          <p:cNvSpPr/>
          <p:nvPr userDrawn="1"/>
        </p:nvSpPr>
        <p:spPr>
          <a:xfrm>
            <a:off x="16425057" y="7265411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FFFAC2">
              <a:alpha val="100000"/>
            </a:srgbClr>
          </a:solidFill>
          <a:ln/>
        </p:spPr>
      </p:sp>
      <p:sp>
        <p:nvSpPr>
          <p:cNvPr id="115" name="Text 91">
            <a:extLst>
              <a:ext uri="{FF2B5EF4-FFF2-40B4-BE49-F238E27FC236}">
                <a16:creationId xmlns:a16="http://schemas.microsoft.com/office/drawing/2014/main" id="{6F45AF93-B74C-5803-7F37-3C2D1F85A0BE}"/>
              </a:ext>
            </a:extLst>
          </p:cNvPr>
          <p:cNvSpPr/>
          <p:nvPr userDrawn="1"/>
        </p:nvSpPr>
        <p:spPr>
          <a:xfrm>
            <a:off x="16590404" y="7375150"/>
            <a:ext cx="728300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100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#FFFAC2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6" name="Shape 92">
            <a:extLst>
              <a:ext uri="{FF2B5EF4-FFF2-40B4-BE49-F238E27FC236}">
                <a16:creationId xmlns:a16="http://schemas.microsoft.com/office/drawing/2014/main" id="{2B0F9D81-1E86-A1E2-7C56-ECAEFCDECD48}"/>
              </a:ext>
            </a:extLst>
          </p:cNvPr>
          <p:cNvSpPr/>
          <p:nvPr userDrawn="1"/>
        </p:nvSpPr>
        <p:spPr>
          <a:xfrm>
            <a:off x="18149387" y="7265411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FFF189">
              <a:alpha val="100000"/>
            </a:srgbClr>
          </a:solidFill>
          <a:ln/>
        </p:spPr>
      </p:sp>
      <p:sp>
        <p:nvSpPr>
          <p:cNvPr id="117" name="Text 93">
            <a:extLst>
              <a:ext uri="{FF2B5EF4-FFF2-40B4-BE49-F238E27FC236}">
                <a16:creationId xmlns:a16="http://schemas.microsoft.com/office/drawing/2014/main" id="{40C660B4-03C2-B865-58C9-C94325874761}"/>
              </a:ext>
            </a:extLst>
          </p:cNvPr>
          <p:cNvSpPr/>
          <p:nvPr userDrawn="1"/>
        </p:nvSpPr>
        <p:spPr>
          <a:xfrm>
            <a:off x="18314734" y="7375150"/>
            <a:ext cx="677493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#FFF189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8" name="Shape 94">
            <a:extLst>
              <a:ext uri="{FF2B5EF4-FFF2-40B4-BE49-F238E27FC236}">
                <a16:creationId xmlns:a16="http://schemas.microsoft.com/office/drawing/2014/main" id="{D9CDD04A-C755-1BAD-82CF-75FB36161D2F}"/>
              </a:ext>
            </a:extLst>
          </p:cNvPr>
          <p:cNvSpPr/>
          <p:nvPr userDrawn="1"/>
        </p:nvSpPr>
        <p:spPr>
          <a:xfrm>
            <a:off x="19873718" y="7265411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FFDD2D">
              <a:alpha val="100000"/>
            </a:srgbClr>
          </a:solidFill>
          <a:ln/>
        </p:spPr>
      </p:sp>
      <p:sp>
        <p:nvSpPr>
          <p:cNvPr id="119" name="Text 95">
            <a:extLst>
              <a:ext uri="{FF2B5EF4-FFF2-40B4-BE49-F238E27FC236}">
                <a16:creationId xmlns:a16="http://schemas.microsoft.com/office/drawing/2014/main" id="{9870B57F-C380-996B-117A-F7F57212C701}"/>
              </a:ext>
            </a:extLst>
          </p:cNvPr>
          <p:cNvSpPr/>
          <p:nvPr userDrawn="1"/>
        </p:nvSpPr>
        <p:spPr>
          <a:xfrm>
            <a:off x="20039065" y="7375150"/>
            <a:ext cx="766404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#FFDD2D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0" name="Shape 96">
            <a:extLst>
              <a:ext uri="{FF2B5EF4-FFF2-40B4-BE49-F238E27FC236}">
                <a16:creationId xmlns:a16="http://schemas.microsoft.com/office/drawing/2014/main" id="{8CFF7C92-EF8B-4EF6-3A63-151EE0F3F543}"/>
              </a:ext>
            </a:extLst>
          </p:cNvPr>
          <p:cNvSpPr/>
          <p:nvPr userDrawn="1"/>
        </p:nvSpPr>
        <p:spPr>
          <a:xfrm>
            <a:off x="21598048" y="7265411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FDCD12">
              <a:alpha val="100000"/>
            </a:srgbClr>
          </a:solidFill>
          <a:ln/>
        </p:spPr>
      </p:sp>
      <p:sp>
        <p:nvSpPr>
          <p:cNvPr id="121" name="Text 97">
            <a:extLst>
              <a:ext uri="{FF2B5EF4-FFF2-40B4-BE49-F238E27FC236}">
                <a16:creationId xmlns:a16="http://schemas.microsoft.com/office/drawing/2014/main" id="{AB4E5D1D-210D-8B05-8BBD-8B95EEC4E718}"/>
              </a:ext>
            </a:extLst>
          </p:cNvPr>
          <p:cNvSpPr/>
          <p:nvPr userDrawn="1"/>
        </p:nvSpPr>
        <p:spPr>
          <a:xfrm>
            <a:off x="21763395" y="7375150"/>
            <a:ext cx="741001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#FDCD12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" name="Shape 98">
            <a:extLst>
              <a:ext uri="{FF2B5EF4-FFF2-40B4-BE49-F238E27FC236}">
                <a16:creationId xmlns:a16="http://schemas.microsoft.com/office/drawing/2014/main" id="{959AE423-D1F0-8AFB-FB87-AB3656C911FA}"/>
              </a:ext>
            </a:extLst>
          </p:cNvPr>
          <p:cNvSpPr/>
          <p:nvPr userDrawn="1"/>
        </p:nvSpPr>
        <p:spPr>
          <a:xfrm>
            <a:off x="9409631" y="8127468"/>
            <a:ext cx="6779216" cy="2066576"/>
          </a:xfrm>
          <a:prstGeom prst="roundRect">
            <a:avLst>
              <a:gd name="adj" fmla="val 5752"/>
            </a:avLst>
          </a:prstGeom>
          <a:noFill/>
          <a:ln/>
        </p:spPr>
      </p:sp>
      <p:sp>
        <p:nvSpPr>
          <p:cNvPr id="123" name="Shape 99">
            <a:extLst>
              <a:ext uri="{FF2B5EF4-FFF2-40B4-BE49-F238E27FC236}">
                <a16:creationId xmlns:a16="http://schemas.microsoft.com/office/drawing/2014/main" id="{0CF82998-5132-096F-7777-4817E13E890C}"/>
              </a:ext>
            </a:extLst>
          </p:cNvPr>
          <p:cNvSpPr/>
          <p:nvPr userDrawn="1"/>
        </p:nvSpPr>
        <p:spPr>
          <a:xfrm>
            <a:off x="9409631" y="8127468"/>
            <a:ext cx="6779216" cy="1322609"/>
          </a:xfrm>
          <a:prstGeom prst="roundRect">
            <a:avLst>
              <a:gd name="adj" fmla="val 8988"/>
            </a:avLst>
          </a:prstGeom>
          <a:solidFill>
            <a:schemeClr val="accent6"/>
          </a:solidFill>
          <a:ln/>
        </p:spPr>
      </p:sp>
      <p:sp>
        <p:nvSpPr>
          <p:cNvPr id="124" name="Text 101">
            <a:extLst>
              <a:ext uri="{FF2B5EF4-FFF2-40B4-BE49-F238E27FC236}">
                <a16:creationId xmlns:a16="http://schemas.microsoft.com/office/drawing/2014/main" id="{064E8EF6-0989-9F21-F1F4-160A493404F5}"/>
              </a:ext>
            </a:extLst>
          </p:cNvPr>
          <p:cNvSpPr/>
          <p:nvPr userDrawn="1"/>
        </p:nvSpPr>
        <p:spPr>
          <a:xfrm>
            <a:off x="9645841" y="8340030"/>
            <a:ext cx="1390046" cy="41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4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3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Sure Blue</a:t>
            </a:r>
            <a:endParaRPr kumimoji="0" lang="en-US" sz="223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5" name="Text 103">
            <a:extLst>
              <a:ext uri="{FF2B5EF4-FFF2-40B4-BE49-F238E27FC236}">
                <a16:creationId xmlns:a16="http://schemas.microsoft.com/office/drawing/2014/main" id="{3D66D891-8D67-9B13-D29D-4C870BC69401}"/>
              </a:ext>
            </a:extLst>
          </p:cNvPr>
          <p:cNvSpPr/>
          <p:nvPr userDrawn="1"/>
        </p:nvSpPr>
        <p:spPr>
          <a:xfrm>
            <a:off x="9645841" y="8775621"/>
            <a:ext cx="850488" cy="26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88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#2CB9FF</a:t>
            </a:r>
            <a:endParaRPr kumimoji="0" lang="en-US" sz="1488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6" name="Text 104">
            <a:extLst>
              <a:ext uri="{FF2B5EF4-FFF2-40B4-BE49-F238E27FC236}">
                <a16:creationId xmlns:a16="http://schemas.microsoft.com/office/drawing/2014/main" id="{462A9726-BC3F-BD6B-963B-305200C11422}"/>
              </a:ext>
            </a:extLst>
          </p:cNvPr>
          <p:cNvSpPr/>
          <p:nvPr userDrawn="1"/>
        </p:nvSpPr>
        <p:spPr>
          <a:xfrm>
            <a:off x="9645841" y="9026057"/>
            <a:ext cx="1510970" cy="26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88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RGB: 44 185 255 </a:t>
            </a:r>
            <a:endParaRPr kumimoji="0" lang="en-US" sz="1488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7" name="Shape 106">
            <a:extLst>
              <a:ext uri="{FF2B5EF4-FFF2-40B4-BE49-F238E27FC236}">
                <a16:creationId xmlns:a16="http://schemas.microsoft.com/office/drawing/2014/main" id="{43B6D203-0286-1926-9270-48279F8FF8E9}"/>
              </a:ext>
            </a:extLst>
          </p:cNvPr>
          <p:cNvSpPr/>
          <p:nvPr userDrawn="1"/>
        </p:nvSpPr>
        <p:spPr>
          <a:xfrm>
            <a:off x="9409631" y="9568167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DEF1FF">
              <a:alpha val="100000"/>
            </a:srgbClr>
          </a:solidFill>
          <a:ln/>
        </p:spPr>
      </p:sp>
      <p:sp>
        <p:nvSpPr>
          <p:cNvPr id="128" name="Text 107">
            <a:extLst>
              <a:ext uri="{FF2B5EF4-FFF2-40B4-BE49-F238E27FC236}">
                <a16:creationId xmlns:a16="http://schemas.microsoft.com/office/drawing/2014/main" id="{473AA59D-8F2F-25FD-BC5D-801EC32FB60B}"/>
              </a:ext>
            </a:extLst>
          </p:cNvPr>
          <p:cNvSpPr/>
          <p:nvPr userDrawn="1"/>
        </p:nvSpPr>
        <p:spPr>
          <a:xfrm>
            <a:off x="9574978" y="9677906"/>
            <a:ext cx="690195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100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#DEF1FF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9" name="Shape 108">
            <a:extLst>
              <a:ext uri="{FF2B5EF4-FFF2-40B4-BE49-F238E27FC236}">
                <a16:creationId xmlns:a16="http://schemas.microsoft.com/office/drawing/2014/main" id="{2D87D5C0-6A38-88D2-2F5C-2B89580AFB35}"/>
              </a:ext>
            </a:extLst>
          </p:cNvPr>
          <p:cNvSpPr/>
          <p:nvPr userDrawn="1"/>
        </p:nvSpPr>
        <p:spPr>
          <a:xfrm>
            <a:off x="11133962" y="9568167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B6E4FF">
              <a:alpha val="100000"/>
            </a:srgbClr>
          </a:solidFill>
          <a:ln/>
        </p:spPr>
      </p:sp>
      <p:sp>
        <p:nvSpPr>
          <p:cNvPr id="130" name="Text 109">
            <a:extLst>
              <a:ext uri="{FF2B5EF4-FFF2-40B4-BE49-F238E27FC236}">
                <a16:creationId xmlns:a16="http://schemas.microsoft.com/office/drawing/2014/main" id="{15F8EB6C-1C72-843F-D12E-AF28071A1179}"/>
              </a:ext>
            </a:extLst>
          </p:cNvPr>
          <p:cNvSpPr/>
          <p:nvPr userDrawn="1"/>
        </p:nvSpPr>
        <p:spPr>
          <a:xfrm>
            <a:off x="11299309" y="9677906"/>
            <a:ext cx="728300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#B6E4FF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1" name="Shape 110">
            <a:extLst>
              <a:ext uri="{FF2B5EF4-FFF2-40B4-BE49-F238E27FC236}">
                <a16:creationId xmlns:a16="http://schemas.microsoft.com/office/drawing/2014/main" id="{3E3C4813-BDE9-7183-9F42-124709AC03BB}"/>
              </a:ext>
            </a:extLst>
          </p:cNvPr>
          <p:cNvSpPr/>
          <p:nvPr userDrawn="1"/>
        </p:nvSpPr>
        <p:spPr>
          <a:xfrm>
            <a:off x="12858292" y="9568167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75D0FF">
              <a:alpha val="100000"/>
            </a:srgbClr>
          </a:solidFill>
          <a:ln/>
        </p:spPr>
      </p:sp>
      <p:sp>
        <p:nvSpPr>
          <p:cNvPr id="132" name="Text 111">
            <a:extLst>
              <a:ext uri="{FF2B5EF4-FFF2-40B4-BE49-F238E27FC236}">
                <a16:creationId xmlns:a16="http://schemas.microsoft.com/office/drawing/2014/main" id="{418C76B9-D420-C9D1-0712-D81F5FF155B6}"/>
              </a:ext>
            </a:extLst>
          </p:cNvPr>
          <p:cNvSpPr/>
          <p:nvPr userDrawn="1"/>
        </p:nvSpPr>
        <p:spPr>
          <a:xfrm>
            <a:off x="13023639" y="9677906"/>
            <a:ext cx="741001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#75D0FF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" name="Shape 112">
            <a:extLst>
              <a:ext uri="{FF2B5EF4-FFF2-40B4-BE49-F238E27FC236}">
                <a16:creationId xmlns:a16="http://schemas.microsoft.com/office/drawing/2014/main" id="{41713454-9DC5-B22E-D563-F1CA0E5C1CA4}"/>
              </a:ext>
            </a:extLst>
          </p:cNvPr>
          <p:cNvSpPr/>
          <p:nvPr userDrawn="1"/>
        </p:nvSpPr>
        <p:spPr>
          <a:xfrm>
            <a:off x="14582623" y="9568167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2CB9FF">
              <a:alpha val="100000"/>
            </a:srgbClr>
          </a:solidFill>
          <a:ln/>
        </p:spPr>
      </p:sp>
      <p:sp>
        <p:nvSpPr>
          <p:cNvPr id="134" name="Text 113">
            <a:extLst>
              <a:ext uri="{FF2B5EF4-FFF2-40B4-BE49-F238E27FC236}">
                <a16:creationId xmlns:a16="http://schemas.microsoft.com/office/drawing/2014/main" id="{A4157D4D-BC3D-9698-908B-BA1BCEEC9072}"/>
              </a:ext>
            </a:extLst>
          </p:cNvPr>
          <p:cNvSpPr/>
          <p:nvPr userDrawn="1"/>
        </p:nvSpPr>
        <p:spPr>
          <a:xfrm>
            <a:off x="14747970" y="9677906"/>
            <a:ext cx="741001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#2CB9FF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5" name="Shape 114">
            <a:extLst>
              <a:ext uri="{FF2B5EF4-FFF2-40B4-BE49-F238E27FC236}">
                <a16:creationId xmlns:a16="http://schemas.microsoft.com/office/drawing/2014/main" id="{213E04C1-C03B-B74B-4AEA-D5324053B334}"/>
              </a:ext>
            </a:extLst>
          </p:cNvPr>
          <p:cNvSpPr/>
          <p:nvPr userDrawn="1"/>
        </p:nvSpPr>
        <p:spPr>
          <a:xfrm>
            <a:off x="16425057" y="8127468"/>
            <a:ext cx="6779216" cy="2066576"/>
          </a:xfrm>
          <a:prstGeom prst="roundRect">
            <a:avLst>
              <a:gd name="adj" fmla="val 5752"/>
            </a:avLst>
          </a:prstGeom>
          <a:noFill/>
          <a:ln/>
        </p:spPr>
      </p:sp>
      <p:sp>
        <p:nvSpPr>
          <p:cNvPr id="136" name="Shape 115">
            <a:extLst>
              <a:ext uri="{FF2B5EF4-FFF2-40B4-BE49-F238E27FC236}">
                <a16:creationId xmlns:a16="http://schemas.microsoft.com/office/drawing/2014/main" id="{A2A1355F-296D-A623-7C53-D77BC5D866F2}"/>
              </a:ext>
            </a:extLst>
          </p:cNvPr>
          <p:cNvSpPr/>
          <p:nvPr userDrawn="1"/>
        </p:nvSpPr>
        <p:spPr>
          <a:xfrm>
            <a:off x="16425057" y="8127468"/>
            <a:ext cx="6779216" cy="1322609"/>
          </a:xfrm>
          <a:prstGeom prst="roundRect">
            <a:avLst>
              <a:gd name="adj" fmla="val 8988"/>
            </a:avLst>
          </a:prstGeom>
          <a:solidFill>
            <a:schemeClr val="accent5"/>
          </a:solidFill>
          <a:ln/>
        </p:spPr>
      </p:sp>
      <p:sp>
        <p:nvSpPr>
          <p:cNvPr id="137" name="Text 117">
            <a:extLst>
              <a:ext uri="{FF2B5EF4-FFF2-40B4-BE49-F238E27FC236}">
                <a16:creationId xmlns:a16="http://schemas.microsoft.com/office/drawing/2014/main" id="{85A883CA-5A48-BF7B-AAFA-1DB206A2F317}"/>
              </a:ext>
            </a:extLst>
          </p:cNvPr>
          <p:cNvSpPr/>
          <p:nvPr userDrawn="1"/>
        </p:nvSpPr>
        <p:spPr>
          <a:xfrm>
            <a:off x="16661266" y="8340030"/>
            <a:ext cx="1364643" cy="41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4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3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Sure Pink</a:t>
            </a:r>
            <a:endParaRPr kumimoji="0" lang="en-US" sz="223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8" name="Text 119">
            <a:extLst>
              <a:ext uri="{FF2B5EF4-FFF2-40B4-BE49-F238E27FC236}">
                <a16:creationId xmlns:a16="http://schemas.microsoft.com/office/drawing/2014/main" id="{ED8D0567-7598-A0E9-0882-0C0D6C594E39}"/>
              </a:ext>
            </a:extLst>
          </p:cNvPr>
          <p:cNvSpPr/>
          <p:nvPr userDrawn="1"/>
        </p:nvSpPr>
        <p:spPr>
          <a:xfrm>
            <a:off x="16661266" y="8775621"/>
            <a:ext cx="837786" cy="26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88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#FE68B9</a:t>
            </a:r>
            <a:endParaRPr kumimoji="0" lang="en-US" sz="1488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9" name="Text 120">
            <a:extLst>
              <a:ext uri="{FF2B5EF4-FFF2-40B4-BE49-F238E27FC236}">
                <a16:creationId xmlns:a16="http://schemas.microsoft.com/office/drawing/2014/main" id="{F2CD4B62-9620-BAE8-B9D8-9212FFDC5B56}"/>
              </a:ext>
            </a:extLst>
          </p:cNvPr>
          <p:cNvSpPr/>
          <p:nvPr userDrawn="1"/>
        </p:nvSpPr>
        <p:spPr>
          <a:xfrm>
            <a:off x="16661266" y="9026057"/>
            <a:ext cx="1599881" cy="26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88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RGB: 254 104 185 </a:t>
            </a:r>
            <a:endParaRPr kumimoji="0" lang="en-US" sz="1488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0" name="Shape 122">
            <a:extLst>
              <a:ext uri="{FF2B5EF4-FFF2-40B4-BE49-F238E27FC236}">
                <a16:creationId xmlns:a16="http://schemas.microsoft.com/office/drawing/2014/main" id="{A1B4C5CB-DB86-E62C-EFFA-2AD827783FA0}"/>
              </a:ext>
            </a:extLst>
          </p:cNvPr>
          <p:cNvSpPr/>
          <p:nvPr userDrawn="1"/>
        </p:nvSpPr>
        <p:spPr>
          <a:xfrm>
            <a:off x="16425057" y="9568167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FEE5F4">
              <a:alpha val="100000"/>
            </a:srgbClr>
          </a:solidFill>
          <a:ln/>
        </p:spPr>
      </p:sp>
      <p:sp>
        <p:nvSpPr>
          <p:cNvPr id="141" name="Text 123">
            <a:extLst>
              <a:ext uri="{FF2B5EF4-FFF2-40B4-BE49-F238E27FC236}">
                <a16:creationId xmlns:a16="http://schemas.microsoft.com/office/drawing/2014/main" id="{8A62644D-DF4E-3F94-8894-FA87CDDBF33E}"/>
              </a:ext>
            </a:extLst>
          </p:cNvPr>
          <p:cNvSpPr/>
          <p:nvPr userDrawn="1"/>
        </p:nvSpPr>
        <p:spPr>
          <a:xfrm>
            <a:off x="16590404" y="9677906"/>
            <a:ext cx="715598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100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#FEE5F4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2" name="Shape 124">
            <a:extLst>
              <a:ext uri="{FF2B5EF4-FFF2-40B4-BE49-F238E27FC236}">
                <a16:creationId xmlns:a16="http://schemas.microsoft.com/office/drawing/2014/main" id="{843B99F3-234E-187F-B092-3BC8BA9BCEB4}"/>
              </a:ext>
            </a:extLst>
          </p:cNvPr>
          <p:cNvSpPr/>
          <p:nvPr userDrawn="1"/>
        </p:nvSpPr>
        <p:spPr>
          <a:xfrm>
            <a:off x="18149387" y="9568167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FECCE9">
              <a:alpha val="100000"/>
            </a:srgbClr>
          </a:solidFill>
          <a:ln/>
        </p:spPr>
      </p:sp>
      <p:sp>
        <p:nvSpPr>
          <p:cNvPr id="143" name="Text 125">
            <a:extLst>
              <a:ext uri="{FF2B5EF4-FFF2-40B4-BE49-F238E27FC236}">
                <a16:creationId xmlns:a16="http://schemas.microsoft.com/office/drawing/2014/main" id="{AF795A68-5318-AD83-BF31-4A93B945D2E5}"/>
              </a:ext>
            </a:extLst>
          </p:cNvPr>
          <p:cNvSpPr/>
          <p:nvPr userDrawn="1"/>
        </p:nvSpPr>
        <p:spPr>
          <a:xfrm>
            <a:off x="18314734" y="9677906"/>
            <a:ext cx="766404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#FECCE9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4" name="Shape 126">
            <a:extLst>
              <a:ext uri="{FF2B5EF4-FFF2-40B4-BE49-F238E27FC236}">
                <a16:creationId xmlns:a16="http://schemas.microsoft.com/office/drawing/2014/main" id="{A4C83A8C-68FE-A201-D4D1-054C3CD87DBE}"/>
              </a:ext>
            </a:extLst>
          </p:cNvPr>
          <p:cNvSpPr/>
          <p:nvPr userDrawn="1"/>
        </p:nvSpPr>
        <p:spPr>
          <a:xfrm>
            <a:off x="19873718" y="9568167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FFA3D7">
              <a:alpha val="100000"/>
            </a:srgbClr>
          </a:solidFill>
          <a:ln/>
        </p:spPr>
      </p:sp>
      <p:sp>
        <p:nvSpPr>
          <p:cNvPr id="145" name="Text 127">
            <a:extLst>
              <a:ext uri="{FF2B5EF4-FFF2-40B4-BE49-F238E27FC236}">
                <a16:creationId xmlns:a16="http://schemas.microsoft.com/office/drawing/2014/main" id="{1AD5A45D-D95F-4540-DD51-FB7F2031249B}"/>
              </a:ext>
            </a:extLst>
          </p:cNvPr>
          <p:cNvSpPr/>
          <p:nvPr userDrawn="1"/>
        </p:nvSpPr>
        <p:spPr>
          <a:xfrm>
            <a:off x="20039065" y="9677906"/>
            <a:ext cx="728300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#FFA3D7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6" name="Shape 128">
            <a:extLst>
              <a:ext uri="{FF2B5EF4-FFF2-40B4-BE49-F238E27FC236}">
                <a16:creationId xmlns:a16="http://schemas.microsoft.com/office/drawing/2014/main" id="{AE317090-7049-6217-7AAB-E34DEC94F0C0}"/>
              </a:ext>
            </a:extLst>
          </p:cNvPr>
          <p:cNvSpPr/>
          <p:nvPr userDrawn="1"/>
        </p:nvSpPr>
        <p:spPr>
          <a:xfrm>
            <a:off x="21598048" y="9568167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FE68B9">
              <a:alpha val="100000"/>
            </a:srgbClr>
          </a:solidFill>
          <a:ln/>
        </p:spPr>
      </p:sp>
      <p:sp>
        <p:nvSpPr>
          <p:cNvPr id="147" name="Text 129">
            <a:extLst>
              <a:ext uri="{FF2B5EF4-FFF2-40B4-BE49-F238E27FC236}">
                <a16:creationId xmlns:a16="http://schemas.microsoft.com/office/drawing/2014/main" id="{41716D5B-1B22-3770-44B3-60D534DDBFE0}"/>
              </a:ext>
            </a:extLst>
          </p:cNvPr>
          <p:cNvSpPr/>
          <p:nvPr userDrawn="1"/>
        </p:nvSpPr>
        <p:spPr>
          <a:xfrm>
            <a:off x="21763395" y="9677906"/>
            <a:ext cx="741001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#FE68B9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8" name="Shape 130">
            <a:extLst>
              <a:ext uri="{FF2B5EF4-FFF2-40B4-BE49-F238E27FC236}">
                <a16:creationId xmlns:a16="http://schemas.microsoft.com/office/drawing/2014/main" id="{A60B739A-2C78-0BFA-3242-508E63BF4ABF}"/>
              </a:ext>
            </a:extLst>
          </p:cNvPr>
          <p:cNvSpPr/>
          <p:nvPr userDrawn="1"/>
        </p:nvSpPr>
        <p:spPr>
          <a:xfrm>
            <a:off x="9409631" y="10430225"/>
            <a:ext cx="6779216" cy="2066576"/>
          </a:xfrm>
          <a:prstGeom prst="roundRect">
            <a:avLst>
              <a:gd name="adj" fmla="val 5752"/>
            </a:avLst>
          </a:prstGeom>
          <a:noFill/>
          <a:ln/>
        </p:spPr>
      </p:sp>
      <p:sp>
        <p:nvSpPr>
          <p:cNvPr id="149" name="Shape 131">
            <a:extLst>
              <a:ext uri="{FF2B5EF4-FFF2-40B4-BE49-F238E27FC236}">
                <a16:creationId xmlns:a16="http://schemas.microsoft.com/office/drawing/2014/main" id="{F35E837E-CEA0-9F0C-78EC-18BA530BEA7E}"/>
              </a:ext>
            </a:extLst>
          </p:cNvPr>
          <p:cNvSpPr/>
          <p:nvPr userDrawn="1"/>
        </p:nvSpPr>
        <p:spPr>
          <a:xfrm>
            <a:off x="9409631" y="10430225"/>
            <a:ext cx="6779216" cy="1322609"/>
          </a:xfrm>
          <a:prstGeom prst="roundRect">
            <a:avLst>
              <a:gd name="adj" fmla="val 8988"/>
            </a:avLst>
          </a:prstGeom>
          <a:solidFill>
            <a:srgbClr val="71C3CB">
              <a:alpha val="100000"/>
            </a:srgbClr>
          </a:solidFill>
          <a:ln/>
        </p:spPr>
      </p:sp>
      <p:sp>
        <p:nvSpPr>
          <p:cNvPr id="150" name="Text 133">
            <a:extLst>
              <a:ext uri="{FF2B5EF4-FFF2-40B4-BE49-F238E27FC236}">
                <a16:creationId xmlns:a16="http://schemas.microsoft.com/office/drawing/2014/main" id="{3AD20FF3-71FC-E689-08B1-05087E3D629D}"/>
              </a:ext>
            </a:extLst>
          </p:cNvPr>
          <p:cNvSpPr/>
          <p:nvPr userDrawn="1"/>
        </p:nvSpPr>
        <p:spPr>
          <a:xfrm>
            <a:off x="9645841" y="10642787"/>
            <a:ext cx="1377344" cy="41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4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3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Care Tiny</a:t>
            </a:r>
            <a:endParaRPr kumimoji="0" lang="en-US" sz="223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1" name="Text 135">
            <a:extLst>
              <a:ext uri="{FF2B5EF4-FFF2-40B4-BE49-F238E27FC236}">
                <a16:creationId xmlns:a16="http://schemas.microsoft.com/office/drawing/2014/main" id="{1E097178-29D4-CD52-3D22-FD31EAC6BDAD}"/>
              </a:ext>
            </a:extLst>
          </p:cNvPr>
          <p:cNvSpPr/>
          <p:nvPr userDrawn="1"/>
        </p:nvSpPr>
        <p:spPr>
          <a:xfrm>
            <a:off x="9645841" y="11078377"/>
            <a:ext cx="850488" cy="26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88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#71C3CB</a:t>
            </a:r>
            <a:endParaRPr kumimoji="0" lang="en-US" sz="1488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2" name="Text 136">
            <a:extLst>
              <a:ext uri="{FF2B5EF4-FFF2-40B4-BE49-F238E27FC236}">
                <a16:creationId xmlns:a16="http://schemas.microsoft.com/office/drawing/2014/main" id="{0ED335B1-5BFD-8541-FE04-316286627C9D}"/>
              </a:ext>
            </a:extLst>
          </p:cNvPr>
          <p:cNvSpPr/>
          <p:nvPr userDrawn="1"/>
        </p:nvSpPr>
        <p:spPr>
          <a:xfrm>
            <a:off x="9645841" y="11328813"/>
            <a:ext cx="1485567" cy="26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88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RGB: 119 90 255 </a:t>
            </a:r>
            <a:endParaRPr kumimoji="0" lang="en-US" sz="1488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3" name="Shape 138">
            <a:extLst>
              <a:ext uri="{FF2B5EF4-FFF2-40B4-BE49-F238E27FC236}">
                <a16:creationId xmlns:a16="http://schemas.microsoft.com/office/drawing/2014/main" id="{914C1DF2-F101-4754-293C-9C9E0397B477}"/>
              </a:ext>
            </a:extLst>
          </p:cNvPr>
          <p:cNvSpPr/>
          <p:nvPr userDrawn="1"/>
        </p:nvSpPr>
        <p:spPr>
          <a:xfrm>
            <a:off x="9409631" y="11870923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DBF1F2">
              <a:alpha val="100000"/>
            </a:srgbClr>
          </a:solidFill>
          <a:ln/>
        </p:spPr>
      </p:sp>
      <p:sp>
        <p:nvSpPr>
          <p:cNvPr id="154" name="Text 139">
            <a:extLst>
              <a:ext uri="{FF2B5EF4-FFF2-40B4-BE49-F238E27FC236}">
                <a16:creationId xmlns:a16="http://schemas.microsoft.com/office/drawing/2014/main" id="{06EE32B1-55FA-6C3B-D8E5-1603671578C5}"/>
              </a:ext>
            </a:extLst>
          </p:cNvPr>
          <p:cNvSpPr/>
          <p:nvPr userDrawn="1"/>
        </p:nvSpPr>
        <p:spPr>
          <a:xfrm>
            <a:off x="9574978" y="11980662"/>
            <a:ext cx="702897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100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#DBF1F2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5" name="Shape 140">
            <a:extLst>
              <a:ext uri="{FF2B5EF4-FFF2-40B4-BE49-F238E27FC236}">
                <a16:creationId xmlns:a16="http://schemas.microsoft.com/office/drawing/2014/main" id="{75EA7F55-8D9A-34A4-8806-BE7A9EF3BB10}"/>
              </a:ext>
            </a:extLst>
          </p:cNvPr>
          <p:cNvSpPr/>
          <p:nvPr userDrawn="1"/>
        </p:nvSpPr>
        <p:spPr>
          <a:xfrm>
            <a:off x="11133962" y="11870923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BBE3E6">
              <a:alpha val="100000"/>
            </a:srgbClr>
          </a:solidFill>
          <a:ln/>
        </p:spPr>
      </p:sp>
      <p:sp>
        <p:nvSpPr>
          <p:cNvPr id="156" name="Text 141">
            <a:extLst>
              <a:ext uri="{FF2B5EF4-FFF2-40B4-BE49-F238E27FC236}">
                <a16:creationId xmlns:a16="http://schemas.microsoft.com/office/drawing/2014/main" id="{F5D5056A-0FEE-D1ED-5EA4-CB47187E5D3E}"/>
              </a:ext>
            </a:extLst>
          </p:cNvPr>
          <p:cNvSpPr/>
          <p:nvPr userDrawn="1"/>
        </p:nvSpPr>
        <p:spPr>
          <a:xfrm>
            <a:off x="11299309" y="11980662"/>
            <a:ext cx="741001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#BBE3E6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7" name="Shape 142">
            <a:extLst>
              <a:ext uri="{FF2B5EF4-FFF2-40B4-BE49-F238E27FC236}">
                <a16:creationId xmlns:a16="http://schemas.microsoft.com/office/drawing/2014/main" id="{0633FFC5-6109-459C-A1B5-B72F0AAF30DD}"/>
              </a:ext>
            </a:extLst>
          </p:cNvPr>
          <p:cNvSpPr/>
          <p:nvPr userDrawn="1"/>
        </p:nvSpPr>
        <p:spPr>
          <a:xfrm>
            <a:off x="12858292" y="11870923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71C3CB">
              <a:alpha val="100000"/>
            </a:srgbClr>
          </a:solidFill>
          <a:ln/>
        </p:spPr>
      </p:sp>
      <p:sp>
        <p:nvSpPr>
          <p:cNvPr id="158" name="Text 143">
            <a:extLst>
              <a:ext uri="{FF2B5EF4-FFF2-40B4-BE49-F238E27FC236}">
                <a16:creationId xmlns:a16="http://schemas.microsoft.com/office/drawing/2014/main" id="{42C6A148-548E-38D6-65E6-7C7E7EE92881}"/>
              </a:ext>
            </a:extLst>
          </p:cNvPr>
          <p:cNvSpPr/>
          <p:nvPr userDrawn="1"/>
        </p:nvSpPr>
        <p:spPr>
          <a:xfrm>
            <a:off x="13023639" y="11980662"/>
            <a:ext cx="741001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#71C3CB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9" name="Shape 144">
            <a:extLst>
              <a:ext uri="{FF2B5EF4-FFF2-40B4-BE49-F238E27FC236}">
                <a16:creationId xmlns:a16="http://schemas.microsoft.com/office/drawing/2014/main" id="{6B210F70-502B-8AC9-8FDC-23707DAD9F05}"/>
              </a:ext>
            </a:extLst>
          </p:cNvPr>
          <p:cNvSpPr/>
          <p:nvPr userDrawn="1"/>
        </p:nvSpPr>
        <p:spPr>
          <a:xfrm>
            <a:off x="14582623" y="11870923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55B1BB">
              <a:alpha val="100000"/>
            </a:srgbClr>
          </a:solidFill>
          <a:ln/>
        </p:spPr>
      </p:sp>
      <p:sp>
        <p:nvSpPr>
          <p:cNvPr id="160" name="Text 145">
            <a:extLst>
              <a:ext uri="{FF2B5EF4-FFF2-40B4-BE49-F238E27FC236}">
                <a16:creationId xmlns:a16="http://schemas.microsoft.com/office/drawing/2014/main" id="{7D9F9F3F-F1E2-09E3-4F31-084A8ACFA9EA}"/>
              </a:ext>
            </a:extLst>
          </p:cNvPr>
          <p:cNvSpPr/>
          <p:nvPr userDrawn="1"/>
        </p:nvSpPr>
        <p:spPr>
          <a:xfrm>
            <a:off x="14747970" y="11980662"/>
            <a:ext cx="715598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#55B1BB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1" name="Shape 146">
            <a:extLst>
              <a:ext uri="{FF2B5EF4-FFF2-40B4-BE49-F238E27FC236}">
                <a16:creationId xmlns:a16="http://schemas.microsoft.com/office/drawing/2014/main" id="{D532AA31-B648-C93A-A751-B6C949BAEA91}"/>
              </a:ext>
            </a:extLst>
          </p:cNvPr>
          <p:cNvSpPr/>
          <p:nvPr userDrawn="1"/>
        </p:nvSpPr>
        <p:spPr>
          <a:xfrm>
            <a:off x="16425057" y="10430225"/>
            <a:ext cx="6779216" cy="2066576"/>
          </a:xfrm>
          <a:prstGeom prst="roundRect">
            <a:avLst>
              <a:gd name="adj" fmla="val 5752"/>
            </a:avLst>
          </a:prstGeom>
          <a:noFill/>
          <a:ln/>
        </p:spPr>
      </p:sp>
      <p:sp>
        <p:nvSpPr>
          <p:cNvPr id="162" name="Shape 147">
            <a:extLst>
              <a:ext uri="{FF2B5EF4-FFF2-40B4-BE49-F238E27FC236}">
                <a16:creationId xmlns:a16="http://schemas.microsoft.com/office/drawing/2014/main" id="{71D9E350-1824-B212-1825-AF671A0E61D9}"/>
              </a:ext>
            </a:extLst>
          </p:cNvPr>
          <p:cNvSpPr/>
          <p:nvPr userDrawn="1"/>
        </p:nvSpPr>
        <p:spPr>
          <a:xfrm>
            <a:off x="16425057" y="10430225"/>
            <a:ext cx="6779216" cy="1322609"/>
          </a:xfrm>
          <a:prstGeom prst="roundRect">
            <a:avLst>
              <a:gd name="adj" fmla="val 8988"/>
            </a:avLst>
          </a:prstGeom>
          <a:solidFill>
            <a:srgbClr val="D9B8FE">
              <a:alpha val="100000"/>
            </a:srgbClr>
          </a:solidFill>
          <a:ln/>
        </p:spPr>
      </p:sp>
      <p:sp>
        <p:nvSpPr>
          <p:cNvPr id="163" name="Text 149">
            <a:extLst>
              <a:ext uri="{FF2B5EF4-FFF2-40B4-BE49-F238E27FC236}">
                <a16:creationId xmlns:a16="http://schemas.microsoft.com/office/drawing/2014/main" id="{CCE1BCCE-0484-40D6-617E-92C8D01E1AAF}"/>
              </a:ext>
            </a:extLst>
          </p:cNvPr>
          <p:cNvSpPr/>
          <p:nvPr userDrawn="1"/>
        </p:nvSpPr>
        <p:spPr>
          <a:xfrm>
            <a:off x="16661266" y="10642787"/>
            <a:ext cx="1593271" cy="41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4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3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Care Violet</a:t>
            </a:r>
            <a:endParaRPr kumimoji="0" lang="en-US" sz="223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4" name="Text 151">
            <a:extLst>
              <a:ext uri="{FF2B5EF4-FFF2-40B4-BE49-F238E27FC236}">
                <a16:creationId xmlns:a16="http://schemas.microsoft.com/office/drawing/2014/main" id="{FE68400E-C08B-4F0F-C167-A580D0C51588}"/>
              </a:ext>
            </a:extLst>
          </p:cNvPr>
          <p:cNvSpPr/>
          <p:nvPr userDrawn="1"/>
        </p:nvSpPr>
        <p:spPr>
          <a:xfrm>
            <a:off x="16661266" y="11078377"/>
            <a:ext cx="850488" cy="26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88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#D9B8FE</a:t>
            </a:r>
            <a:endParaRPr kumimoji="0" lang="en-US" sz="1488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5" name="Text 152">
            <a:extLst>
              <a:ext uri="{FF2B5EF4-FFF2-40B4-BE49-F238E27FC236}">
                <a16:creationId xmlns:a16="http://schemas.microsoft.com/office/drawing/2014/main" id="{B82E4BB5-4ECE-D1A1-7027-72B066366B50}"/>
              </a:ext>
            </a:extLst>
          </p:cNvPr>
          <p:cNvSpPr/>
          <p:nvPr userDrawn="1"/>
        </p:nvSpPr>
        <p:spPr>
          <a:xfrm>
            <a:off x="16661266" y="11328813"/>
            <a:ext cx="1561777" cy="26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88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RGB: 217 184 254</a:t>
            </a:r>
            <a:endParaRPr kumimoji="0" lang="en-US" sz="1488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6" name="Shape 154">
            <a:extLst>
              <a:ext uri="{FF2B5EF4-FFF2-40B4-BE49-F238E27FC236}">
                <a16:creationId xmlns:a16="http://schemas.microsoft.com/office/drawing/2014/main" id="{DC911CA6-A3EE-0CE9-C5BA-B6C42A2E2293}"/>
              </a:ext>
            </a:extLst>
          </p:cNvPr>
          <p:cNvSpPr/>
          <p:nvPr userDrawn="1"/>
        </p:nvSpPr>
        <p:spPr>
          <a:xfrm>
            <a:off x="16425057" y="11870923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F3E8FF">
              <a:alpha val="100000"/>
            </a:srgbClr>
          </a:solidFill>
          <a:ln/>
        </p:spPr>
      </p:sp>
      <p:sp>
        <p:nvSpPr>
          <p:cNvPr id="167" name="Text 155">
            <a:extLst>
              <a:ext uri="{FF2B5EF4-FFF2-40B4-BE49-F238E27FC236}">
                <a16:creationId xmlns:a16="http://schemas.microsoft.com/office/drawing/2014/main" id="{2DD0D843-5F8B-D36F-C876-CA865F2F6C67}"/>
              </a:ext>
            </a:extLst>
          </p:cNvPr>
          <p:cNvSpPr/>
          <p:nvPr userDrawn="1"/>
        </p:nvSpPr>
        <p:spPr>
          <a:xfrm>
            <a:off x="16590404" y="11980662"/>
            <a:ext cx="715598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100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#F3E8FF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8" name="Shape 156">
            <a:extLst>
              <a:ext uri="{FF2B5EF4-FFF2-40B4-BE49-F238E27FC236}">
                <a16:creationId xmlns:a16="http://schemas.microsoft.com/office/drawing/2014/main" id="{0ADF1F7C-9848-82EC-7005-1AE8D63CD8DD}"/>
              </a:ext>
            </a:extLst>
          </p:cNvPr>
          <p:cNvSpPr/>
          <p:nvPr userDrawn="1"/>
        </p:nvSpPr>
        <p:spPr>
          <a:xfrm>
            <a:off x="18149387" y="11870923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E8D5FF">
              <a:alpha val="100000"/>
            </a:srgbClr>
          </a:solidFill>
          <a:ln/>
        </p:spPr>
      </p:sp>
      <p:sp>
        <p:nvSpPr>
          <p:cNvPr id="169" name="Text 157">
            <a:extLst>
              <a:ext uri="{FF2B5EF4-FFF2-40B4-BE49-F238E27FC236}">
                <a16:creationId xmlns:a16="http://schemas.microsoft.com/office/drawing/2014/main" id="{E1EBA44A-97A9-472D-CC1B-DB370DE8C782}"/>
              </a:ext>
            </a:extLst>
          </p:cNvPr>
          <p:cNvSpPr/>
          <p:nvPr userDrawn="1"/>
        </p:nvSpPr>
        <p:spPr>
          <a:xfrm>
            <a:off x="18314734" y="11980662"/>
            <a:ext cx="728300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#E8D5FF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0" name="Shape 158">
            <a:extLst>
              <a:ext uri="{FF2B5EF4-FFF2-40B4-BE49-F238E27FC236}">
                <a16:creationId xmlns:a16="http://schemas.microsoft.com/office/drawing/2014/main" id="{6E5ACFF1-C143-EB60-6904-032B5E063143}"/>
              </a:ext>
            </a:extLst>
          </p:cNvPr>
          <p:cNvSpPr/>
          <p:nvPr userDrawn="1"/>
        </p:nvSpPr>
        <p:spPr>
          <a:xfrm>
            <a:off x="19873718" y="11870923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D9B8FE">
              <a:alpha val="100000"/>
            </a:srgbClr>
          </a:solidFill>
          <a:ln/>
        </p:spPr>
      </p:sp>
      <p:sp>
        <p:nvSpPr>
          <p:cNvPr id="171" name="Text 159">
            <a:extLst>
              <a:ext uri="{FF2B5EF4-FFF2-40B4-BE49-F238E27FC236}">
                <a16:creationId xmlns:a16="http://schemas.microsoft.com/office/drawing/2014/main" id="{405F90EF-F18E-BAE5-45B8-51D5118A8FD9}"/>
              </a:ext>
            </a:extLst>
          </p:cNvPr>
          <p:cNvSpPr/>
          <p:nvPr userDrawn="1"/>
        </p:nvSpPr>
        <p:spPr>
          <a:xfrm>
            <a:off x="20039065" y="11980662"/>
            <a:ext cx="753703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#D9B8FE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2" name="Shape 160">
            <a:extLst>
              <a:ext uri="{FF2B5EF4-FFF2-40B4-BE49-F238E27FC236}">
                <a16:creationId xmlns:a16="http://schemas.microsoft.com/office/drawing/2014/main" id="{E59D1701-D63B-2D9B-F71A-0978B8BBC4BD}"/>
              </a:ext>
            </a:extLst>
          </p:cNvPr>
          <p:cNvSpPr/>
          <p:nvPr userDrawn="1"/>
        </p:nvSpPr>
        <p:spPr>
          <a:xfrm>
            <a:off x="21598048" y="11870923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BE84FC">
              <a:alpha val="100000"/>
            </a:srgbClr>
          </a:solidFill>
          <a:ln/>
        </p:spPr>
      </p:sp>
      <p:sp>
        <p:nvSpPr>
          <p:cNvPr id="173" name="Text 161">
            <a:extLst>
              <a:ext uri="{FF2B5EF4-FFF2-40B4-BE49-F238E27FC236}">
                <a16:creationId xmlns:a16="http://schemas.microsoft.com/office/drawing/2014/main" id="{7EFF6A79-062A-8896-1EB1-602AC5202960}"/>
              </a:ext>
            </a:extLst>
          </p:cNvPr>
          <p:cNvSpPr/>
          <p:nvPr userDrawn="1"/>
        </p:nvSpPr>
        <p:spPr>
          <a:xfrm>
            <a:off x="21763395" y="11980662"/>
            <a:ext cx="753703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400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2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#BE84FC</a:t>
            </a:r>
            <a:endParaRPr kumimoji="0" lang="en-US" sz="1302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67235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закрывающий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DC32FCC-FFA9-1201-2AAF-22649BBC1FEF}"/>
              </a:ext>
            </a:extLst>
          </p:cNvPr>
          <p:cNvSpPr/>
          <p:nvPr userDrawn="1"/>
        </p:nvSpPr>
        <p:spPr>
          <a:xfrm>
            <a:off x="1219352" y="817780"/>
            <a:ext cx="1272524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l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Иконки</a:t>
            </a:r>
            <a:endParaRPr kumimoji="0" lang="en-US" sz="8000" b="1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Semibold" panose="020B0503030202060203" pitchFamily="34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2B107F-4F37-A678-BCA0-8194A61487F4}"/>
              </a:ext>
            </a:extLst>
          </p:cNvPr>
          <p:cNvSpPr txBox="1"/>
          <p:nvPr userDrawn="1"/>
        </p:nvSpPr>
        <p:spPr>
          <a:xfrm>
            <a:off x="1219352" y="2332607"/>
            <a:ext cx="8074439" cy="12679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342900" marR="0" lvl="0" indent="-34290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Иконки используются в круге – размер 2,5 см</a:t>
            </a:r>
          </a:p>
          <a:p>
            <a:pPr marL="342900" marR="0" lvl="0" indent="-34290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Для больших карточек может использоваться размер 3 см</a:t>
            </a:r>
          </a:p>
          <a:p>
            <a:pPr marL="342900" marR="0" lvl="0" indent="-34290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Толщина линии – 2 </a:t>
            </a:r>
            <a:r>
              <a:rPr kumimoji="0" lang="ru-RU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пт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 panose="020B0503030202060203" pitchFamily="34" charset="0"/>
              <a:ea typeface="+mj-ea"/>
              <a:cs typeface="+mj-cs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EE11623E-1582-7DA9-DCD7-AFE7A689A499}"/>
              </a:ext>
            </a:extLst>
          </p:cNvPr>
          <p:cNvGrpSpPr/>
          <p:nvPr userDrawn="1"/>
        </p:nvGrpSpPr>
        <p:grpSpPr>
          <a:xfrm>
            <a:off x="6453760" y="4557941"/>
            <a:ext cx="900000" cy="900000"/>
            <a:chOff x="7810351" y="6891770"/>
            <a:chExt cx="1440000" cy="1440000"/>
          </a:xfrm>
        </p:grpSpPr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00624EAC-D5FC-A53C-B5C4-4E86D15F41B7}"/>
                </a:ext>
              </a:extLst>
            </p:cNvPr>
            <p:cNvSpPr/>
            <p:nvPr/>
          </p:nvSpPr>
          <p:spPr>
            <a:xfrm>
              <a:off x="7810351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C2AE46D0-1A77-30A9-1D7C-B633BA54AB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061325" y="7305340"/>
              <a:ext cx="938052" cy="612861"/>
            </a:xfrm>
            <a:prstGeom prst="rect">
              <a:avLst/>
            </a:prstGeom>
          </p:spPr>
        </p:pic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1512695C-F97D-7D48-4C31-430F6A1FD775}"/>
              </a:ext>
            </a:extLst>
          </p:cNvPr>
          <p:cNvGrpSpPr/>
          <p:nvPr userDrawn="1"/>
        </p:nvGrpSpPr>
        <p:grpSpPr>
          <a:xfrm>
            <a:off x="6453760" y="5963958"/>
            <a:ext cx="900000" cy="900000"/>
            <a:chOff x="7828984" y="8625567"/>
            <a:chExt cx="1440000" cy="1440000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9799D145-7D46-8765-3F9B-023396CB05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115354" y="8819016"/>
              <a:ext cx="867260" cy="1053102"/>
            </a:xfrm>
            <a:prstGeom prst="rect">
              <a:avLst/>
            </a:prstGeom>
          </p:spPr>
        </p:pic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1CAE97E5-35CE-05DD-1381-13DA3ECF6D87}"/>
                </a:ext>
              </a:extLst>
            </p:cNvPr>
            <p:cNvSpPr/>
            <p:nvPr/>
          </p:nvSpPr>
          <p:spPr>
            <a:xfrm>
              <a:off x="7828984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906E86DD-E5C0-C65E-3A60-E1B4DE35CC5F}"/>
              </a:ext>
            </a:extLst>
          </p:cNvPr>
          <p:cNvGrpSpPr/>
          <p:nvPr userDrawn="1"/>
        </p:nvGrpSpPr>
        <p:grpSpPr>
          <a:xfrm>
            <a:off x="6453760" y="7369975"/>
            <a:ext cx="900000" cy="900000"/>
            <a:chOff x="10133872" y="6891770"/>
            <a:chExt cx="1440000" cy="1440000"/>
          </a:xfrm>
        </p:grpSpPr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988244FB-62FB-BFAC-7938-96292543D9C1}"/>
                </a:ext>
              </a:extLst>
            </p:cNvPr>
            <p:cNvSpPr/>
            <p:nvPr/>
          </p:nvSpPr>
          <p:spPr>
            <a:xfrm>
              <a:off x="10133872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1D1D424C-091D-0CBC-2AFF-DCCE7081F73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420338" y="7203738"/>
              <a:ext cx="867069" cy="816065"/>
            </a:xfrm>
            <a:prstGeom prst="rect">
              <a:avLst/>
            </a:prstGeom>
          </p:spPr>
        </p:pic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EA84E6A7-6B74-B9D3-BB49-86E1F2AFE54E}"/>
              </a:ext>
            </a:extLst>
          </p:cNvPr>
          <p:cNvGrpSpPr/>
          <p:nvPr userDrawn="1"/>
        </p:nvGrpSpPr>
        <p:grpSpPr>
          <a:xfrm>
            <a:off x="6453760" y="8775992"/>
            <a:ext cx="900000" cy="900000"/>
            <a:chOff x="9729345" y="8625567"/>
            <a:chExt cx="1440000" cy="1440000"/>
          </a:xfrm>
        </p:grpSpPr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37D57351-98A2-AE6E-8B0E-42BD441D5D4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922067" y="8973371"/>
              <a:ext cx="1054557" cy="744392"/>
            </a:xfrm>
            <a:prstGeom prst="rect">
              <a:avLst/>
            </a:prstGeom>
          </p:spPr>
        </p:pic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7CE4971A-8BEA-3FC9-E846-FC37449FDB60}"/>
                </a:ext>
              </a:extLst>
            </p:cNvPr>
            <p:cNvSpPr/>
            <p:nvPr/>
          </p:nvSpPr>
          <p:spPr>
            <a:xfrm>
              <a:off x="9729345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65BE94BB-A54E-1E13-9EAB-C7D7605ACD98}"/>
              </a:ext>
            </a:extLst>
          </p:cNvPr>
          <p:cNvGrpSpPr/>
          <p:nvPr userDrawn="1"/>
        </p:nvGrpSpPr>
        <p:grpSpPr>
          <a:xfrm>
            <a:off x="6453760" y="10182009"/>
            <a:ext cx="900000" cy="900000"/>
            <a:chOff x="9527999" y="5789636"/>
            <a:chExt cx="818181" cy="818181"/>
          </a:xfrm>
        </p:grpSpPr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1DC4D6F0-6278-997C-87BF-6BEBD5DD64B8}"/>
                </a:ext>
              </a:extLst>
            </p:cNvPr>
            <p:cNvSpPr/>
            <p:nvPr/>
          </p:nvSpPr>
          <p:spPr>
            <a:xfrm>
              <a:off x="9527999" y="5789636"/>
              <a:ext cx="818181" cy="818181"/>
            </a:xfrm>
            <a:custGeom>
              <a:avLst/>
              <a:gdLst>
                <a:gd name="connsiteX0" fmla="*/ 818182 w 818181"/>
                <a:gd name="connsiteY0" fmla="*/ 409091 h 818181"/>
                <a:gd name="connsiteX1" fmla="*/ 409091 w 818181"/>
                <a:gd name="connsiteY1" fmla="*/ 818182 h 818181"/>
                <a:gd name="connsiteX2" fmla="*/ 0 w 818181"/>
                <a:gd name="connsiteY2" fmla="*/ 409091 h 818181"/>
                <a:gd name="connsiteX3" fmla="*/ 409091 w 818181"/>
                <a:gd name="connsiteY3" fmla="*/ 0 h 818181"/>
                <a:gd name="connsiteX4" fmla="*/ 818182 w 818181"/>
                <a:gd name="connsiteY4" fmla="*/ 409091 h 81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8181" h="818181">
                  <a:moveTo>
                    <a:pt x="818182" y="409091"/>
                  </a:moveTo>
                  <a:cubicBezTo>
                    <a:pt x="818182" y="635026"/>
                    <a:pt x="635026" y="818182"/>
                    <a:pt x="409091" y="818182"/>
                  </a:cubicBezTo>
                  <a:cubicBezTo>
                    <a:pt x="183156" y="818182"/>
                    <a:pt x="0" y="635026"/>
                    <a:pt x="0" y="409091"/>
                  </a:cubicBezTo>
                  <a:cubicBezTo>
                    <a:pt x="0" y="183156"/>
                    <a:pt x="183156" y="0"/>
                    <a:pt x="409091" y="0"/>
                  </a:cubicBezTo>
                  <a:cubicBezTo>
                    <a:pt x="635026" y="0"/>
                    <a:pt x="818182" y="183156"/>
                    <a:pt x="818182" y="409091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0BBC5605-71DC-7446-DE15-48FAC8F7432C}"/>
                </a:ext>
              </a:extLst>
            </p:cNvPr>
            <p:cNvSpPr/>
            <p:nvPr/>
          </p:nvSpPr>
          <p:spPr>
            <a:xfrm>
              <a:off x="9916635" y="5973727"/>
              <a:ext cx="163636" cy="327272"/>
            </a:xfrm>
            <a:custGeom>
              <a:avLst/>
              <a:gdLst>
                <a:gd name="connsiteX0" fmla="*/ 0 w 163636"/>
                <a:gd name="connsiteY0" fmla="*/ 0 h 327272"/>
                <a:gd name="connsiteX1" fmla="*/ 0 w 163636"/>
                <a:gd name="connsiteY1" fmla="*/ 225000 h 327272"/>
                <a:gd name="connsiteX2" fmla="*/ 163636 w 163636"/>
                <a:gd name="connsiteY2" fmla="*/ 327273 h 327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3636" h="327272">
                  <a:moveTo>
                    <a:pt x="0" y="0"/>
                  </a:moveTo>
                  <a:lnTo>
                    <a:pt x="0" y="225000"/>
                  </a:lnTo>
                  <a:lnTo>
                    <a:pt x="163636" y="327273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84C90BB9-5F2B-834C-D8B9-EA5BC884E609}"/>
              </a:ext>
            </a:extLst>
          </p:cNvPr>
          <p:cNvGrpSpPr/>
          <p:nvPr userDrawn="1"/>
        </p:nvGrpSpPr>
        <p:grpSpPr>
          <a:xfrm>
            <a:off x="6453760" y="11588024"/>
            <a:ext cx="900000" cy="900000"/>
            <a:chOff x="12138591" y="8625567"/>
            <a:chExt cx="1440000" cy="1440000"/>
          </a:xfrm>
        </p:grpSpPr>
        <p:pic>
          <p:nvPicPr>
            <p:cNvPr id="22" name="Рисунок 21">
              <a:extLst>
                <a:ext uri="{FF2B5EF4-FFF2-40B4-BE49-F238E27FC236}">
                  <a16:creationId xmlns:a16="http://schemas.microsoft.com/office/drawing/2014/main" id="{55CC8A4B-9CA8-F283-8320-32E00011E7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2485354" y="8879020"/>
              <a:ext cx="746475" cy="933094"/>
            </a:xfrm>
            <a:prstGeom prst="rect">
              <a:avLst/>
            </a:prstGeom>
          </p:spPr>
        </p:pic>
        <p:sp>
          <p:nvSpPr>
            <p:cNvPr id="23" name="Овал 22">
              <a:extLst>
                <a:ext uri="{FF2B5EF4-FFF2-40B4-BE49-F238E27FC236}">
                  <a16:creationId xmlns:a16="http://schemas.microsoft.com/office/drawing/2014/main" id="{5CC6C43E-4036-AE21-7F41-FF30AE8523DB}"/>
                </a:ext>
              </a:extLst>
            </p:cNvPr>
            <p:cNvSpPr/>
            <p:nvPr/>
          </p:nvSpPr>
          <p:spPr>
            <a:xfrm>
              <a:off x="12138591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FCCC2719-6355-79D7-0853-3F30F0F1DB0B}"/>
              </a:ext>
            </a:extLst>
          </p:cNvPr>
          <p:cNvGrpSpPr/>
          <p:nvPr userDrawn="1"/>
        </p:nvGrpSpPr>
        <p:grpSpPr>
          <a:xfrm>
            <a:off x="5056227" y="10182009"/>
            <a:ext cx="900000" cy="900000"/>
            <a:chOff x="13050442" y="8871148"/>
            <a:chExt cx="946509" cy="946509"/>
          </a:xfrm>
        </p:grpSpPr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75943874-EAEE-DDCC-9F65-6A0DB5379629}"/>
                </a:ext>
              </a:extLst>
            </p:cNvPr>
            <p:cNvSpPr/>
            <p:nvPr/>
          </p:nvSpPr>
          <p:spPr>
            <a:xfrm>
              <a:off x="13050442" y="8871148"/>
              <a:ext cx="946509" cy="946509"/>
            </a:xfrm>
            <a:custGeom>
              <a:avLst/>
              <a:gdLst>
                <a:gd name="connsiteX0" fmla="*/ 946509 w 946509"/>
                <a:gd name="connsiteY0" fmla="*/ 473255 h 946509"/>
                <a:gd name="connsiteX1" fmla="*/ 473255 w 946509"/>
                <a:gd name="connsiteY1" fmla="*/ 946509 h 946509"/>
                <a:gd name="connsiteX2" fmla="*/ 0 w 946509"/>
                <a:gd name="connsiteY2" fmla="*/ 473255 h 946509"/>
                <a:gd name="connsiteX3" fmla="*/ 473255 w 946509"/>
                <a:gd name="connsiteY3" fmla="*/ 0 h 946509"/>
                <a:gd name="connsiteX4" fmla="*/ 946509 w 946509"/>
                <a:gd name="connsiteY4" fmla="*/ 473255 h 946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6509" h="946509">
                  <a:moveTo>
                    <a:pt x="946509" y="473255"/>
                  </a:moveTo>
                  <a:cubicBezTo>
                    <a:pt x="946509" y="734626"/>
                    <a:pt x="734626" y="946509"/>
                    <a:pt x="473255" y="946509"/>
                  </a:cubicBezTo>
                  <a:cubicBezTo>
                    <a:pt x="211883" y="946509"/>
                    <a:pt x="0" y="734626"/>
                    <a:pt x="0" y="473255"/>
                  </a:cubicBezTo>
                  <a:cubicBezTo>
                    <a:pt x="0" y="211883"/>
                    <a:pt x="211883" y="0"/>
                    <a:pt x="473255" y="0"/>
                  </a:cubicBezTo>
                  <a:cubicBezTo>
                    <a:pt x="734626" y="0"/>
                    <a:pt x="946509" y="211883"/>
                    <a:pt x="946509" y="473255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Полилиния 25">
              <a:extLst>
                <a:ext uri="{FF2B5EF4-FFF2-40B4-BE49-F238E27FC236}">
                  <a16:creationId xmlns:a16="http://schemas.microsoft.com/office/drawing/2014/main" id="{89FB73D2-B686-4102-4F6F-32F2A7439A1B}"/>
                </a:ext>
              </a:extLst>
            </p:cNvPr>
            <p:cNvSpPr/>
            <p:nvPr/>
          </p:nvSpPr>
          <p:spPr>
            <a:xfrm>
              <a:off x="13358057" y="9226089"/>
              <a:ext cx="47325" cy="47325"/>
            </a:xfrm>
            <a:custGeom>
              <a:avLst/>
              <a:gdLst>
                <a:gd name="connsiteX0" fmla="*/ 47325 w 47325"/>
                <a:gd name="connsiteY0" fmla="*/ 23663 h 47325"/>
                <a:gd name="connsiteX1" fmla="*/ 23663 w 47325"/>
                <a:gd name="connsiteY1" fmla="*/ 47325 h 47325"/>
                <a:gd name="connsiteX2" fmla="*/ 0 w 47325"/>
                <a:gd name="connsiteY2" fmla="*/ 23663 h 47325"/>
                <a:gd name="connsiteX3" fmla="*/ 23663 w 47325"/>
                <a:gd name="connsiteY3" fmla="*/ 0 h 47325"/>
                <a:gd name="connsiteX4" fmla="*/ 47325 w 47325"/>
                <a:gd name="connsiteY4" fmla="*/ 23663 h 4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325" h="47325">
                  <a:moveTo>
                    <a:pt x="47325" y="23663"/>
                  </a:moveTo>
                  <a:cubicBezTo>
                    <a:pt x="47325" y="36731"/>
                    <a:pt x="36731" y="47325"/>
                    <a:pt x="23663" y="47325"/>
                  </a:cubicBezTo>
                  <a:cubicBezTo>
                    <a:pt x="10594" y="47325"/>
                    <a:pt x="0" y="36731"/>
                    <a:pt x="0" y="23663"/>
                  </a:cubicBezTo>
                  <a:cubicBezTo>
                    <a:pt x="0" y="10594"/>
                    <a:pt x="10594" y="0"/>
                    <a:pt x="23663" y="0"/>
                  </a:cubicBezTo>
                  <a:cubicBezTo>
                    <a:pt x="36731" y="0"/>
                    <a:pt x="47325" y="10594"/>
                    <a:pt x="47325" y="23663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Полилиния 26">
              <a:extLst>
                <a:ext uri="{FF2B5EF4-FFF2-40B4-BE49-F238E27FC236}">
                  <a16:creationId xmlns:a16="http://schemas.microsoft.com/office/drawing/2014/main" id="{9DF9DC05-5161-3541-D055-2D7F694F39B4}"/>
                </a:ext>
              </a:extLst>
            </p:cNvPr>
            <p:cNvSpPr/>
            <p:nvPr/>
          </p:nvSpPr>
          <p:spPr>
            <a:xfrm>
              <a:off x="13642010" y="9226089"/>
              <a:ext cx="47325" cy="47325"/>
            </a:xfrm>
            <a:custGeom>
              <a:avLst/>
              <a:gdLst>
                <a:gd name="connsiteX0" fmla="*/ 47325 w 47325"/>
                <a:gd name="connsiteY0" fmla="*/ 23663 h 47325"/>
                <a:gd name="connsiteX1" fmla="*/ 23663 w 47325"/>
                <a:gd name="connsiteY1" fmla="*/ 47325 h 47325"/>
                <a:gd name="connsiteX2" fmla="*/ 0 w 47325"/>
                <a:gd name="connsiteY2" fmla="*/ 23663 h 47325"/>
                <a:gd name="connsiteX3" fmla="*/ 23663 w 47325"/>
                <a:gd name="connsiteY3" fmla="*/ 0 h 47325"/>
                <a:gd name="connsiteX4" fmla="*/ 47325 w 47325"/>
                <a:gd name="connsiteY4" fmla="*/ 23663 h 4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325" h="47325">
                  <a:moveTo>
                    <a:pt x="47325" y="23663"/>
                  </a:moveTo>
                  <a:cubicBezTo>
                    <a:pt x="47325" y="36731"/>
                    <a:pt x="36731" y="47325"/>
                    <a:pt x="23663" y="47325"/>
                  </a:cubicBezTo>
                  <a:cubicBezTo>
                    <a:pt x="10594" y="47325"/>
                    <a:pt x="0" y="36731"/>
                    <a:pt x="0" y="23663"/>
                  </a:cubicBezTo>
                  <a:cubicBezTo>
                    <a:pt x="0" y="10594"/>
                    <a:pt x="10594" y="0"/>
                    <a:pt x="23663" y="0"/>
                  </a:cubicBezTo>
                  <a:cubicBezTo>
                    <a:pt x="36731" y="0"/>
                    <a:pt x="47325" y="10594"/>
                    <a:pt x="47325" y="23663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Полилиния 27">
              <a:extLst>
                <a:ext uri="{FF2B5EF4-FFF2-40B4-BE49-F238E27FC236}">
                  <a16:creationId xmlns:a16="http://schemas.microsoft.com/office/drawing/2014/main" id="{531456AC-1ABA-3276-FFA9-2AD27E3D0973}"/>
                </a:ext>
              </a:extLst>
            </p:cNvPr>
            <p:cNvSpPr/>
            <p:nvPr/>
          </p:nvSpPr>
          <p:spPr>
            <a:xfrm>
              <a:off x="13405383" y="9443638"/>
              <a:ext cx="236627" cy="46142"/>
            </a:xfrm>
            <a:custGeom>
              <a:avLst/>
              <a:gdLst>
                <a:gd name="connsiteX0" fmla="*/ 0 w 236627"/>
                <a:gd name="connsiteY0" fmla="*/ 0 h 46142"/>
                <a:gd name="connsiteX1" fmla="*/ 236627 w 236627"/>
                <a:gd name="connsiteY1" fmla="*/ 0 h 46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6627" h="46142">
                  <a:moveTo>
                    <a:pt x="0" y="0"/>
                  </a:moveTo>
                  <a:cubicBezTo>
                    <a:pt x="47325" y="61523"/>
                    <a:pt x="189302" y="61523"/>
                    <a:pt x="236627" y="0"/>
                  </a:cubicBezTo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B4A41DCB-77D5-1F01-9ED6-A6632413254B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213086" y="4816422"/>
            <a:ext cx="586283" cy="383038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C793C111-3676-AA78-05DD-3FC1EFC37084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235208" y="6084864"/>
            <a:ext cx="542038" cy="658189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86B69189-C7C7-5EB5-C46D-E91524380E1A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235268" y="7564955"/>
            <a:ext cx="541918" cy="510041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2D1C0DEF-C455-6EF5-9141-DF2BB9FA427E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176678" y="8993370"/>
            <a:ext cx="659098" cy="465245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A222BCD0-7AAF-389F-1E77-C68FF40ED37E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272954" y="11746432"/>
            <a:ext cx="466547" cy="583184"/>
          </a:xfrm>
          <a:prstGeom prst="rect">
            <a:avLst/>
          </a:prstGeom>
        </p:spPr>
      </p:pic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28E157D5-A94C-AF2F-459F-A919984BF601}"/>
              </a:ext>
            </a:extLst>
          </p:cNvPr>
          <p:cNvGrpSpPr/>
          <p:nvPr userDrawn="1"/>
        </p:nvGrpSpPr>
        <p:grpSpPr>
          <a:xfrm>
            <a:off x="10416324" y="7369975"/>
            <a:ext cx="900000" cy="900000"/>
            <a:chOff x="17104435" y="6891770"/>
            <a:chExt cx="1440000" cy="1440000"/>
          </a:xfrm>
        </p:grpSpPr>
        <p:sp>
          <p:nvSpPr>
            <p:cNvPr id="35" name="Овал 34">
              <a:extLst>
                <a:ext uri="{FF2B5EF4-FFF2-40B4-BE49-F238E27FC236}">
                  <a16:creationId xmlns:a16="http://schemas.microsoft.com/office/drawing/2014/main" id="{28DE680F-B793-B156-5980-F8BB69D1CD16}"/>
                </a:ext>
              </a:extLst>
            </p:cNvPr>
            <p:cNvSpPr/>
            <p:nvPr/>
          </p:nvSpPr>
          <p:spPr>
            <a:xfrm>
              <a:off x="17104435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6" name="Рисунок 35">
              <a:extLst>
                <a:ext uri="{FF2B5EF4-FFF2-40B4-BE49-F238E27FC236}">
                  <a16:creationId xmlns:a16="http://schemas.microsoft.com/office/drawing/2014/main" id="{6579DF66-2553-F88A-915C-F7DAB0DECA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7486927" y="7152956"/>
              <a:ext cx="836321" cy="917629"/>
            </a:xfrm>
            <a:prstGeom prst="rect">
              <a:avLst/>
            </a:prstGeom>
          </p:spPr>
        </p:pic>
      </p:grp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F0B0E09A-55E4-B13E-AB4C-032100920B98}"/>
              </a:ext>
            </a:extLst>
          </p:cNvPr>
          <p:cNvGrpSpPr/>
          <p:nvPr userDrawn="1"/>
        </p:nvGrpSpPr>
        <p:grpSpPr>
          <a:xfrm>
            <a:off x="10416324" y="4557941"/>
            <a:ext cx="900000" cy="900000"/>
            <a:chOff x="14780914" y="6891770"/>
            <a:chExt cx="1440000" cy="1440000"/>
          </a:xfrm>
        </p:grpSpPr>
        <p:sp>
          <p:nvSpPr>
            <p:cNvPr id="38" name="Овал 37">
              <a:extLst>
                <a:ext uri="{FF2B5EF4-FFF2-40B4-BE49-F238E27FC236}">
                  <a16:creationId xmlns:a16="http://schemas.microsoft.com/office/drawing/2014/main" id="{0F5696C4-A7FB-1ACF-C5D7-FBC00898899F}"/>
                </a:ext>
              </a:extLst>
            </p:cNvPr>
            <p:cNvSpPr/>
            <p:nvPr/>
          </p:nvSpPr>
          <p:spPr>
            <a:xfrm>
              <a:off x="14780914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9" name="Рисунок 38">
              <a:extLst>
                <a:ext uri="{FF2B5EF4-FFF2-40B4-BE49-F238E27FC236}">
                  <a16:creationId xmlns:a16="http://schemas.microsoft.com/office/drawing/2014/main" id="{D4647BF6-18B6-DDA1-23DF-E8D5C7A35C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15056281" y="7138451"/>
              <a:ext cx="889267" cy="946639"/>
            </a:xfrm>
            <a:prstGeom prst="rect">
              <a:avLst/>
            </a:prstGeom>
          </p:spPr>
        </p:pic>
      </p:grp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F82A36AA-65B2-477A-8DA6-82DD4692EF72}"/>
              </a:ext>
            </a:extLst>
          </p:cNvPr>
          <p:cNvGrpSpPr/>
          <p:nvPr userDrawn="1"/>
        </p:nvGrpSpPr>
        <p:grpSpPr>
          <a:xfrm>
            <a:off x="10416324" y="5963958"/>
            <a:ext cx="900000" cy="900000"/>
            <a:chOff x="14030453" y="8625567"/>
            <a:chExt cx="1440000" cy="1440000"/>
          </a:xfrm>
        </p:grpSpPr>
        <p:pic>
          <p:nvPicPr>
            <p:cNvPr id="41" name="Рисунок 40">
              <a:extLst>
                <a:ext uri="{FF2B5EF4-FFF2-40B4-BE49-F238E27FC236}">
                  <a16:creationId xmlns:a16="http://schemas.microsoft.com/office/drawing/2014/main" id="{0CC0BE5C-DD14-D257-30F5-74D6C18662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4326052" y="8944744"/>
              <a:ext cx="848803" cy="801647"/>
            </a:xfrm>
            <a:prstGeom prst="rect">
              <a:avLst/>
            </a:prstGeom>
          </p:spPr>
        </p:pic>
        <p:sp>
          <p:nvSpPr>
            <p:cNvPr id="42" name="Овал 41">
              <a:extLst>
                <a:ext uri="{FF2B5EF4-FFF2-40B4-BE49-F238E27FC236}">
                  <a16:creationId xmlns:a16="http://schemas.microsoft.com/office/drawing/2014/main" id="{7CDB9DD1-7B0C-8F04-3742-35B55BADB436}"/>
                </a:ext>
              </a:extLst>
            </p:cNvPr>
            <p:cNvSpPr/>
            <p:nvPr/>
          </p:nvSpPr>
          <p:spPr>
            <a:xfrm>
              <a:off x="14030453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AADE869F-338C-D669-F9CF-F9671374B03C}"/>
              </a:ext>
            </a:extLst>
          </p:cNvPr>
          <p:cNvGrpSpPr/>
          <p:nvPr userDrawn="1"/>
        </p:nvGrpSpPr>
        <p:grpSpPr>
          <a:xfrm>
            <a:off x="10416324" y="8775992"/>
            <a:ext cx="900000" cy="900000"/>
            <a:chOff x="16032673" y="8625567"/>
            <a:chExt cx="1440000" cy="1440000"/>
          </a:xfrm>
        </p:grpSpPr>
        <p:pic>
          <p:nvPicPr>
            <p:cNvPr id="44" name="Рисунок 43">
              <a:extLst>
                <a:ext uri="{FF2B5EF4-FFF2-40B4-BE49-F238E27FC236}">
                  <a16:creationId xmlns:a16="http://schemas.microsoft.com/office/drawing/2014/main" id="{A63500FA-6259-55A8-45BC-6CE0CBD68F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16282750" y="9006508"/>
              <a:ext cx="939847" cy="678118"/>
            </a:xfrm>
            <a:prstGeom prst="rect">
              <a:avLst/>
            </a:prstGeom>
          </p:spPr>
        </p:pic>
        <p:sp>
          <p:nvSpPr>
            <p:cNvPr id="45" name="Овал 44">
              <a:extLst>
                <a:ext uri="{FF2B5EF4-FFF2-40B4-BE49-F238E27FC236}">
                  <a16:creationId xmlns:a16="http://schemas.microsoft.com/office/drawing/2014/main" id="{7497AE55-0401-D2B0-82F8-5F44C66DC320}"/>
                </a:ext>
              </a:extLst>
            </p:cNvPr>
            <p:cNvSpPr/>
            <p:nvPr/>
          </p:nvSpPr>
          <p:spPr>
            <a:xfrm>
              <a:off x="16032673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id="{8ABA1EEF-F181-0DA1-6EFB-933746679297}"/>
              </a:ext>
            </a:extLst>
          </p:cNvPr>
          <p:cNvGrpSpPr/>
          <p:nvPr userDrawn="1"/>
        </p:nvGrpSpPr>
        <p:grpSpPr>
          <a:xfrm>
            <a:off x="10416324" y="11588024"/>
            <a:ext cx="900000" cy="900000"/>
            <a:chOff x="14720471" y="7311893"/>
            <a:chExt cx="810000" cy="810000"/>
          </a:xfrm>
        </p:grpSpPr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C1F9177B-C0A2-5C4A-AD60-BD6FCBA7F242}"/>
                </a:ext>
              </a:extLst>
            </p:cNvPr>
            <p:cNvSpPr/>
            <p:nvPr/>
          </p:nvSpPr>
          <p:spPr>
            <a:xfrm>
              <a:off x="14720471" y="7311893"/>
              <a:ext cx="810000" cy="810000"/>
            </a:xfrm>
            <a:custGeom>
              <a:avLst/>
              <a:gdLst>
                <a:gd name="connsiteX0" fmla="*/ 810000 w 810000"/>
                <a:gd name="connsiteY0" fmla="*/ 405000 h 810000"/>
                <a:gd name="connsiteX1" fmla="*/ 405000 w 810000"/>
                <a:gd name="connsiteY1" fmla="*/ 810000 h 810000"/>
                <a:gd name="connsiteX2" fmla="*/ 0 w 810000"/>
                <a:gd name="connsiteY2" fmla="*/ 405000 h 810000"/>
                <a:gd name="connsiteX3" fmla="*/ 405000 w 810000"/>
                <a:gd name="connsiteY3" fmla="*/ 0 h 810000"/>
                <a:gd name="connsiteX4" fmla="*/ 810000 w 810000"/>
                <a:gd name="connsiteY4" fmla="*/ 405000 h 8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0000" h="810000">
                  <a:moveTo>
                    <a:pt x="810000" y="405000"/>
                  </a:moveTo>
                  <a:cubicBezTo>
                    <a:pt x="810000" y="628675"/>
                    <a:pt x="628675" y="810000"/>
                    <a:pt x="405000" y="810000"/>
                  </a:cubicBezTo>
                  <a:cubicBezTo>
                    <a:pt x="181325" y="810000"/>
                    <a:pt x="0" y="628675"/>
                    <a:pt x="0" y="405000"/>
                  </a:cubicBezTo>
                  <a:cubicBezTo>
                    <a:pt x="0" y="181325"/>
                    <a:pt x="181325" y="0"/>
                    <a:pt x="405000" y="0"/>
                  </a:cubicBezTo>
                  <a:cubicBezTo>
                    <a:pt x="628675" y="0"/>
                    <a:pt x="810000" y="181325"/>
                    <a:pt x="810000" y="405000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CD7E7B97-72C5-BC23-CC1F-6AD6FAEDC582}"/>
                </a:ext>
              </a:extLst>
            </p:cNvPr>
            <p:cNvSpPr/>
            <p:nvPr/>
          </p:nvSpPr>
          <p:spPr>
            <a:xfrm>
              <a:off x="1492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61FBC8ED-DFD4-D8BD-61BC-57FFE87D39E7}"/>
                </a:ext>
              </a:extLst>
            </p:cNvPr>
            <p:cNvSpPr/>
            <p:nvPr/>
          </p:nvSpPr>
          <p:spPr>
            <a:xfrm>
              <a:off x="1510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DF960113-7306-5F5E-E537-BB8A9CCD0A2D}"/>
                </a:ext>
              </a:extLst>
            </p:cNvPr>
            <p:cNvSpPr/>
            <p:nvPr/>
          </p:nvSpPr>
          <p:spPr>
            <a:xfrm>
              <a:off x="1528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1" name="Группа 50">
            <a:extLst>
              <a:ext uri="{FF2B5EF4-FFF2-40B4-BE49-F238E27FC236}">
                <a16:creationId xmlns:a16="http://schemas.microsoft.com/office/drawing/2014/main" id="{338CBC22-F525-2902-5BC9-5076EA367AAE}"/>
              </a:ext>
            </a:extLst>
          </p:cNvPr>
          <p:cNvGrpSpPr/>
          <p:nvPr userDrawn="1"/>
        </p:nvGrpSpPr>
        <p:grpSpPr>
          <a:xfrm>
            <a:off x="10416324" y="10182009"/>
            <a:ext cx="900000" cy="900000"/>
            <a:chOff x="14693106" y="6504339"/>
            <a:chExt cx="900000" cy="900000"/>
          </a:xfrm>
        </p:grpSpPr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360C70BE-6149-AFCE-79D8-E3050A31E946}"/>
                </a:ext>
              </a:extLst>
            </p:cNvPr>
            <p:cNvSpPr/>
            <p:nvPr userDrawn="1"/>
          </p:nvSpPr>
          <p:spPr>
            <a:xfrm>
              <a:off x="14693106" y="6504339"/>
              <a:ext cx="900000" cy="900000"/>
            </a:xfrm>
            <a:custGeom>
              <a:avLst/>
              <a:gdLst>
                <a:gd name="connsiteX0" fmla="*/ 475923 w 475922"/>
                <a:gd name="connsiteY0" fmla="*/ 237961 h 475922"/>
                <a:gd name="connsiteX1" fmla="*/ 237961 w 475922"/>
                <a:gd name="connsiteY1" fmla="*/ 475923 h 475922"/>
                <a:gd name="connsiteX2" fmla="*/ 0 w 475922"/>
                <a:gd name="connsiteY2" fmla="*/ 237961 h 475922"/>
                <a:gd name="connsiteX3" fmla="*/ 237961 w 475922"/>
                <a:gd name="connsiteY3" fmla="*/ 0 h 475922"/>
                <a:gd name="connsiteX4" fmla="*/ 475923 w 475922"/>
                <a:gd name="connsiteY4" fmla="*/ 237961 h 475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922" h="475922">
                  <a:moveTo>
                    <a:pt x="475923" y="237961"/>
                  </a:moveTo>
                  <a:cubicBezTo>
                    <a:pt x="475923" y="369384"/>
                    <a:pt x="369384" y="475923"/>
                    <a:pt x="237961" y="475923"/>
                  </a:cubicBezTo>
                  <a:cubicBezTo>
                    <a:pt x="106539" y="475923"/>
                    <a:pt x="0" y="369384"/>
                    <a:pt x="0" y="237961"/>
                  </a:cubicBezTo>
                  <a:cubicBezTo>
                    <a:pt x="0" y="106539"/>
                    <a:pt x="106539" y="0"/>
                    <a:pt x="237961" y="0"/>
                  </a:cubicBezTo>
                  <a:cubicBezTo>
                    <a:pt x="369384" y="0"/>
                    <a:pt x="475923" y="106539"/>
                    <a:pt x="475923" y="237961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3" name="Группа 52">
              <a:extLst>
                <a:ext uri="{FF2B5EF4-FFF2-40B4-BE49-F238E27FC236}">
                  <a16:creationId xmlns:a16="http://schemas.microsoft.com/office/drawing/2014/main" id="{1DF96AD2-6741-9443-EA76-06A010733F6A}"/>
                </a:ext>
              </a:extLst>
            </p:cNvPr>
            <p:cNvGrpSpPr/>
            <p:nvPr userDrawn="1"/>
          </p:nvGrpSpPr>
          <p:grpSpPr>
            <a:xfrm>
              <a:off x="14870687" y="6646481"/>
              <a:ext cx="544839" cy="615717"/>
              <a:chOff x="14857167" y="2618468"/>
              <a:chExt cx="859616" cy="971444"/>
            </a:xfrm>
          </p:grpSpPr>
          <p:sp>
            <p:nvSpPr>
              <p:cNvPr id="54" name="Полилиния 53">
                <a:extLst>
                  <a:ext uri="{FF2B5EF4-FFF2-40B4-BE49-F238E27FC236}">
                    <a16:creationId xmlns:a16="http://schemas.microsoft.com/office/drawing/2014/main" id="{DA561872-8F5D-4531-12AE-6A8C21FDCA82}"/>
                  </a:ext>
                </a:extLst>
              </p:cNvPr>
              <p:cNvSpPr/>
              <p:nvPr/>
            </p:nvSpPr>
            <p:spPr>
              <a:xfrm>
                <a:off x="14857167" y="2618468"/>
                <a:ext cx="859616" cy="813912"/>
              </a:xfrm>
              <a:custGeom>
                <a:avLst/>
                <a:gdLst>
                  <a:gd name="connsiteX0" fmla="*/ 859616 w 859616"/>
                  <a:gd name="connsiteY0" fmla="*/ 813913 h 813912"/>
                  <a:gd name="connsiteX1" fmla="*/ 0 w 859616"/>
                  <a:gd name="connsiteY1" fmla="*/ 813913 h 813912"/>
                  <a:gd name="connsiteX2" fmla="*/ 49553 w 859616"/>
                  <a:gd name="connsiteY2" fmla="*/ 731576 h 813912"/>
                  <a:gd name="connsiteX3" fmla="*/ 126414 w 859616"/>
                  <a:gd name="connsiteY3" fmla="*/ 453273 h 813912"/>
                  <a:gd name="connsiteX4" fmla="*/ 126414 w 859616"/>
                  <a:gd name="connsiteY4" fmla="*/ 315063 h 813912"/>
                  <a:gd name="connsiteX5" fmla="*/ 429808 w 859616"/>
                  <a:gd name="connsiteY5" fmla="*/ 0 h 813912"/>
                  <a:gd name="connsiteX6" fmla="*/ 733202 w 859616"/>
                  <a:gd name="connsiteY6" fmla="*/ 315063 h 813912"/>
                  <a:gd name="connsiteX7" fmla="*/ 733202 w 859616"/>
                  <a:gd name="connsiteY7" fmla="*/ 453273 h 813912"/>
                  <a:gd name="connsiteX8" fmla="*/ 810062 w 859616"/>
                  <a:gd name="connsiteY8" fmla="*/ 731576 h 813912"/>
                  <a:gd name="connsiteX9" fmla="*/ 859616 w 859616"/>
                  <a:gd name="connsiteY9" fmla="*/ 813913 h 813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59616" h="813912">
                    <a:moveTo>
                      <a:pt x="859616" y="813913"/>
                    </a:moveTo>
                    <a:lnTo>
                      <a:pt x="0" y="813913"/>
                    </a:lnTo>
                    <a:lnTo>
                      <a:pt x="49553" y="731576"/>
                    </a:lnTo>
                    <a:cubicBezTo>
                      <a:pt x="99782" y="648121"/>
                      <a:pt x="126414" y="551686"/>
                      <a:pt x="126414" y="453273"/>
                    </a:cubicBezTo>
                    <a:lnTo>
                      <a:pt x="126414" y="315063"/>
                    </a:lnTo>
                    <a:cubicBezTo>
                      <a:pt x="126414" y="141058"/>
                      <a:pt x="262248" y="0"/>
                      <a:pt x="429808" y="0"/>
                    </a:cubicBezTo>
                    <a:cubicBezTo>
                      <a:pt x="597368" y="0"/>
                      <a:pt x="733202" y="141058"/>
                      <a:pt x="733202" y="315063"/>
                    </a:cubicBezTo>
                    <a:lnTo>
                      <a:pt x="733202" y="453273"/>
                    </a:lnTo>
                    <a:cubicBezTo>
                      <a:pt x="733202" y="551686"/>
                      <a:pt x="759835" y="648121"/>
                      <a:pt x="810062" y="731576"/>
                    </a:cubicBezTo>
                    <a:lnTo>
                      <a:pt x="859616" y="813913"/>
                    </a:lnTo>
                    <a:close/>
                  </a:path>
                </a:pathLst>
              </a:custGeom>
              <a:noFill/>
              <a:ln w="254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" name="Полилиния 54">
                <a:extLst>
                  <a:ext uri="{FF2B5EF4-FFF2-40B4-BE49-F238E27FC236}">
                    <a16:creationId xmlns:a16="http://schemas.microsoft.com/office/drawing/2014/main" id="{677C0FB4-384A-54C7-CB09-ACC64837A7A1}"/>
                  </a:ext>
                </a:extLst>
              </p:cNvPr>
              <p:cNvSpPr/>
              <p:nvPr/>
            </p:nvSpPr>
            <p:spPr>
              <a:xfrm>
                <a:off x="15135279" y="3432381"/>
                <a:ext cx="303394" cy="157531"/>
              </a:xfrm>
              <a:custGeom>
                <a:avLst/>
                <a:gdLst>
                  <a:gd name="connsiteX0" fmla="*/ 303394 w 303394"/>
                  <a:gd name="connsiteY0" fmla="*/ 0 h 157531"/>
                  <a:gd name="connsiteX1" fmla="*/ 151593 w 303394"/>
                  <a:gd name="connsiteY1" fmla="*/ 157532 h 157531"/>
                  <a:gd name="connsiteX2" fmla="*/ 0 w 303394"/>
                  <a:gd name="connsiteY2" fmla="*/ 0 h 157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03394" h="157531">
                    <a:moveTo>
                      <a:pt x="303394" y="0"/>
                    </a:moveTo>
                    <a:cubicBezTo>
                      <a:pt x="303394" y="86942"/>
                      <a:pt x="235373" y="157532"/>
                      <a:pt x="151593" y="157532"/>
                    </a:cubicBezTo>
                    <a:cubicBezTo>
                      <a:pt x="67813" y="157532"/>
                      <a:pt x="0" y="86942"/>
                      <a:pt x="0" y="0"/>
                    </a:cubicBezTo>
                  </a:path>
                </a:pathLst>
              </a:custGeom>
              <a:noFill/>
              <a:ln w="254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AD15E6D3-690C-8D43-9012-26FE56C95647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257849" y="7533216"/>
            <a:ext cx="522701" cy="573518"/>
          </a:xfrm>
          <a:prstGeom prst="rect">
            <a:avLst/>
          </a:prstGeom>
        </p:spPr>
      </p:pic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C59743DE-E9B3-B903-53FD-814177C782B2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190895" y="4712117"/>
            <a:ext cx="555792" cy="591649"/>
          </a:xfrm>
          <a:prstGeom prst="rect">
            <a:avLst/>
          </a:prstGeom>
        </p:spPr>
      </p:pic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C2417B80-1DAA-70C2-4FE8-B5F65A4B2C27}"/>
              </a:ext>
            </a:extLst>
          </p:cNvPr>
          <p:cNvPicPr>
            <a:picLocks noChangeAspect="1"/>
          </p:cNvPicPr>
          <p:nvPr userDrawn="1"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203540" y="6163444"/>
            <a:ext cx="530502" cy="501029"/>
          </a:xfrm>
          <a:prstGeom prst="rect">
            <a:avLst/>
          </a:prstGeom>
        </p:spPr>
      </p:pic>
      <p:pic>
        <p:nvPicPr>
          <p:cNvPr id="59" name="Рисунок 58">
            <a:extLst>
              <a:ext uri="{FF2B5EF4-FFF2-40B4-BE49-F238E27FC236}">
                <a16:creationId xmlns:a16="http://schemas.microsoft.com/office/drawing/2014/main" id="{1831956D-3939-B0C2-EE55-55C2576C0B9A}"/>
              </a:ext>
            </a:extLst>
          </p:cNvPr>
          <p:cNvPicPr>
            <a:picLocks noChangeAspect="1"/>
          </p:cNvPicPr>
          <p:nvPr userDrawn="1"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175089" y="9014080"/>
            <a:ext cx="587404" cy="423824"/>
          </a:xfrm>
          <a:prstGeom prst="rect">
            <a:avLst/>
          </a:prstGeom>
        </p:spPr>
      </p:pic>
      <p:grpSp>
        <p:nvGrpSpPr>
          <p:cNvPr id="60" name="Группа 59">
            <a:extLst>
              <a:ext uri="{FF2B5EF4-FFF2-40B4-BE49-F238E27FC236}">
                <a16:creationId xmlns:a16="http://schemas.microsoft.com/office/drawing/2014/main" id="{FE3374C6-3662-746F-A4B7-AEA827B2B58A}"/>
              </a:ext>
            </a:extLst>
          </p:cNvPr>
          <p:cNvGrpSpPr/>
          <p:nvPr userDrawn="1"/>
        </p:nvGrpSpPr>
        <p:grpSpPr>
          <a:xfrm>
            <a:off x="9243791" y="12013024"/>
            <a:ext cx="450000" cy="50000"/>
            <a:chOff x="14922971" y="7694393"/>
            <a:chExt cx="405000" cy="45000"/>
          </a:xfrm>
        </p:grpSpPr>
        <p:sp>
          <p:nvSpPr>
            <p:cNvPr id="61" name="Полилиния 60">
              <a:extLst>
                <a:ext uri="{FF2B5EF4-FFF2-40B4-BE49-F238E27FC236}">
                  <a16:creationId xmlns:a16="http://schemas.microsoft.com/office/drawing/2014/main" id="{50215B43-A76F-7B7E-CA09-915D992B3C39}"/>
                </a:ext>
              </a:extLst>
            </p:cNvPr>
            <p:cNvSpPr/>
            <p:nvPr/>
          </p:nvSpPr>
          <p:spPr>
            <a:xfrm>
              <a:off x="1492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Полилиния 61">
              <a:extLst>
                <a:ext uri="{FF2B5EF4-FFF2-40B4-BE49-F238E27FC236}">
                  <a16:creationId xmlns:a16="http://schemas.microsoft.com/office/drawing/2014/main" id="{887C640F-3305-7D79-AE66-7D2B545BD508}"/>
                </a:ext>
              </a:extLst>
            </p:cNvPr>
            <p:cNvSpPr/>
            <p:nvPr/>
          </p:nvSpPr>
          <p:spPr>
            <a:xfrm>
              <a:off x="1510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Полилиния 62">
              <a:extLst>
                <a:ext uri="{FF2B5EF4-FFF2-40B4-BE49-F238E27FC236}">
                  <a16:creationId xmlns:a16="http://schemas.microsoft.com/office/drawing/2014/main" id="{4188A412-1740-0F93-2C20-D631337DBC52}"/>
                </a:ext>
              </a:extLst>
            </p:cNvPr>
            <p:cNvSpPr/>
            <p:nvPr/>
          </p:nvSpPr>
          <p:spPr>
            <a:xfrm>
              <a:off x="1528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4" name="Группа 63">
            <a:extLst>
              <a:ext uri="{FF2B5EF4-FFF2-40B4-BE49-F238E27FC236}">
                <a16:creationId xmlns:a16="http://schemas.microsoft.com/office/drawing/2014/main" id="{66C026D5-9A42-0EC3-BED3-FA784BF9A947}"/>
              </a:ext>
            </a:extLst>
          </p:cNvPr>
          <p:cNvGrpSpPr/>
          <p:nvPr userDrawn="1"/>
        </p:nvGrpSpPr>
        <p:grpSpPr>
          <a:xfrm>
            <a:off x="9196372" y="10324151"/>
            <a:ext cx="544839" cy="615717"/>
            <a:chOff x="14857167" y="2618468"/>
            <a:chExt cx="859616" cy="971444"/>
          </a:xfrm>
        </p:grpSpPr>
        <p:sp>
          <p:nvSpPr>
            <p:cNvPr id="65" name="Полилиния 64">
              <a:extLst>
                <a:ext uri="{FF2B5EF4-FFF2-40B4-BE49-F238E27FC236}">
                  <a16:creationId xmlns:a16="http://schemas.microsoft.com/office/drawing/2014/main" id="{DE6FEA24-3DA9-255D-7643-4A71AA46A1C6}"/>
                </a:ext>
              </a:extLst>
            </p:cNvPr>
            <p:cNvSpPr/>
            <p:nvPr/>
          </p:nvSpPr>
          <p:spPr>
            <a:xfrm>
              <a:off x="14857167" y="2618468"/>
              <a:ext cx="859616" cy="813912"/>
            </a:xfrm>
            <a:custGeom>
              <a:avLst/>
              <a:gdLst>
                <a:gd name="connsiteX0" fmla="*/ 859616 w 859616"/>
                <a:gd name="connsiteY0" fmla="*/ 813913 h 813912"/>
                <a:gd name="connsiteX1" fmla="*/ 0 w 859616"/>
                <a:gd name="connsiteY1" fmla="*/ 813913 h 813912"/>
                <a:gd name="connsiteX2" fmla="*/ 49553 w 859616"/>
                <a:gd name="connsiteY2" fmla="*/ 731576 h 813912"/>
                <a:gd name="connsiteX3" fmla="*/ 126414 w 859616"/>
                <a:gd name="connsiteY3" fmla="*/ 453273 h 813912"/>
                <a:gd name="connsiteX4" fmla="*/ 126414 w 859616"/>
                <a:gd name="connsiteY4" fmla="*/ 315063 h 813912"/>
                <a:gd name="connsiteX5" fmla="*/ 429808 w 859616"/>
                <a:gd name="connsiteY5" fmla="*/ 0 h 813912"/>
                <a:gd name="connsiteX6" fmla="*/ 733202 w 859616"/>
                <a:gd name="connsiteY6" fmla="*/ 315063 h 813912"/>
                <a:gd name="connsiteX7" fmla="*/ 733202 w 859616"/>
                <a:gd name="connsiteY7" fmla="*/ 453273 h 813912"/>
                <a:gd name="connsiteX8" fmla="*/ 810062 w 859616"/>
                <a:gd name="connsiteY8" fmla="*/ 731576 h 813912"/>
                <a:gd name="connsiteX9" fmla="*/ 859616 w 859616"/>
                <a:gd name="connsiteY9" fmla="*/ 813913 h 813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59616" h="813912">
                  <a:moveTo>
                    <a:pt x="859616" y="813913"/>
                  </a:moveTo>
                  <a:lnTo>
                    <a:pt x="0" y="813913"/>
                  </a:lnTo>
                  <a:lnTo>
                    <a:pt x="49553" y="731576"/>
                  </a:lnTo>
                  <a:cubicBezTo>
                    <a:pt x="99782" y="648121"/>
                    <a:pt x="126414" y="551686"/>
                    <a:pt x="126414" y="453273"/>
                  </a:cubicBezTo>
                  <a:lnTo>
                    <a:pt x="126414" y="315063"/>
                  </a:lnTo>
                  <a:cubicBezTo>
                    <a:pt x="126414" y="141058"/>
                    <a:pt x="262248" y="0"/>
                    <a:pt x="429808" y="0"/>
                  </a:cubicBezTo>
                  <a:cubicBezTo>
                    <a:pt x="597368" y="0"/>
                    <a:pt x="733202" y="141058"/>
                    <a:pt x="733202" y="315063"/>
                  </a:cubicBezTo>
                  <a:lnTo>
                    <a:pt x="733202" y="453273"/>
                  </a:lnTo>
                  <a:cubicBezTo>
                    <a:pt x="733202" y="551686"/>
                    <a:pt x="759835" y="648121"/>
                    <a:pt x="810062" y="731576"/>
                  </a:cubicBezTo>
                  <a:lnTo>
                    <a:pt x="859616" y="813913"/>
                  </a:ln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Полилиния 65">
              <a:extLst>
                <a:ext uri="{FF2B5EF4-FFF2-40B4-BE49-F238E27FC236}">
                  <a16:creationId xmlns:a16="http://schemas.microsoft.com/office/drawing/2014/main" id="{0B44088A-AC9A-A23A-72E9-11D7D6F8646A}"/>
                </a:ext>
              </a:extLst>
            </p:cNvPr>
            <p:cNvSpPr/>
            <p:nvPr/>
          </p:nvSpPr>
          <p:spPr>
            <a:xfrm>
              <a:off x="15135279" y="3432381"/>
              <a:ext cx="303394" cy="157531"/>
            </a:xfrm>
            <a:custGeom>
              <a:avLst/>
              <a:gdLst>
                <a:gd name="connsiteX0" fmla="*/ 303394 w 303394"/>
                <a:gd name="connsiteY0" fmla="*/ 0 h 157531"/>
                <a:gd name="connsiteX1" fmla="*/ 151593 w 303394"/>
                <a:gd name="connsiteY1" fmla="*/ 157532 h 157531"/>
                <a:gd name="connsiteX2" fmla="*/ 0 w 303394"/>
                <a:gd name="connsiteY2" fmla="*/ 0 h 157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3394" h="157531">
                  <a:moveTo>
                    <a:pt x="303394" y="0"/>
                  </a:moveTo>
                  <a:cubicBezTo>
                    <a:pt x="303394" y="86942"/>
                    <a:pt x="235373" y="157532"/>
                    <a:pt x="151593" y="157532"/>
                  </a:cubicBezTo>
                  <a:cubicBezTo>
                    <a:pt x="67813" y="157532"/>
                    <a:pt x="0" y="86942"/>
                    <a:pt x="0" y="0"/>
                  </a:cubicBezTo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7" name="Группа 66">
            <a:extLst>
              <a:ext uri="{FF2B5EF4-FFF2-40B4-BE49-F238E27FC236}">
                <a16:creationId xmlns:a16="http://schemas.microsoft.com/office/drawing/2014/main" id="{8EBB2C5B-FDC3-3B75-8BF3-E3052E77A6A6}"/>
              </a:ext>
            </a:extLst>
          </p:cNvPr>
          <p:cNvGrpSpPr/>
          <p:nvPr userDrawn="1"/>
        </p:nvGrpSpPr>
        <p:grpSpPr>
          <a:xfrm>
            <a:off x="2491196" y="4557941"/>
            <a:ext cx="900000" cy="900000"/>
            <a:chOff x="2237196" y="2392685"/>
            <a:chExt cx="900000" cy="900000"/>
          </a:xfrm>
        </p:grpSpPr>
        <p:sp>
          <p:nvSpPr>
            <p:cNvPr id="68" name="Овал 67">
              <a:extLst>
                <a:ext uri="{FF2B5EF4-FFF2-40B4-BE49-F238E27FC236}">
                  <a16:creationId xmlns:a16="http://schemas.microsoft.com/office/drawing/2014/main" id="{4E1B69BB-E538-0751-8CDF-521DAE4DCBC7}"/>
                </a:ext>
              </a:extLst>
            </p:cNvPr>
            <p:cNvSpPr/>
            <p:nvPr/>
          </p:nvSpPr>
          <p:spPr>
            <a:xfrm>
              <a:off x="2237196" y="2392685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69" name="Рисунок 68">
              <a:extLst>
                <a:ext uri="{FF2B5EF4-FFF2-40B4-BE49-F238E27FC236}">
                  <a16:creationId xmlns:a16="http://schemas.microsoft.com/office/drawing/2014/main" id="{DE630A3B-56AC-2FEE-F60A-710F28AC6C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2355987" y="2599798"/>
              <a:ext cx="662419" cy="485774"/>
            </a:xfrm>
            <a:prstGeom prst="rect">
              <a:avLst/>
            </a:prstGeom>
          </p:spPr>
        </p:pic>
      </p:grpSp>
      <p:grpSp>
        <p:nvGrpSpPr>
          <p:cNvPr id="70" name="Группа 69">
            <a:extLst>
              <a:ext uri="{FF2B5EF4-FFF2-40B4-BE49-F238E27FC236}">
                <a16:creationId xmlns:a16="http://schemas.microsoft.com/office/drawing/2014/main" id="{156AE014-B5B3-4071-1FE0-1E8BD871578B}"/>
              </a:ext>
            </a:extLst>
          </p:cNvPr>
          <p:cNvGrpSpPr/>
          <p:nvPr userDrawn="1"/>
        </p:nvGrpSpPr>
        <p:grpSpPr>
          <a:xfrm>
            <a:off x="2491196" y="5963958"/>
            <a:ext cx="900000" cy="900000"/>
            <a:chOff x="2771013" y="3798702"/>
            <a:chExt cx="900000" cy="900000"/>
          </a:xfrm>
        </p:grpSpPr>
        <p:pic>
          <p:nvPicPr>
            <p:cNvPr id="71" name="Рисунок 70">
              <a:extLst>
                <a:ext uri="{FF2B5EF4-FFF2-40B4-BE49-F238E27FC236}">
                  <a16:creationId xmlns:a16="http://schemas.microsoft.com/office/drawing/2014/main" id="{318ECD5C-369C-1380-D044-148FB0C979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3020556" y="3952467"/>
              <a:ext cx="400914" cy="623644"/>
            </a:xfrm>
            <a:prstGeom prst="rect">
              <a:avLst/>
            </a:prstGeom>
          </p:spPr>
        </p:pic>
        <p:sp>
          <p:nvSpPr>
            <p:cNvPr id="72" name="Овал 71">
              <a:extLst>
                <a:ext uri="{FF2B5EF4-FFF2-40B4-BE49-F238E27FC236}">
                  <a16:creationId xmlns:a16="http://schemas.microsoft.com/office/drawing/2014/main" id="{26C51DFB-3DC3-3711-B4E9-5BD4B7B2F15C}"/>
                </a:ext>
              </a:extLst>
            </p:cNvPr>
            <p:cNvSpPr/>
            <p:nvPr/>
          </p:nvSpPr>
          <p:spPr>
            <a:xfrm>
              <a:off x="2771013" y="3798702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3" name="Группа 72">
            <a:extLst>
              <a:ext uri="{FF2B5EF4-FFF2-40B4-BE49-F238E27FC236}">
                <a16:creationId xmlns:a16="http://schemas.microsoft.com/office/drawing/2014/main" id="{600BC511-3319-2FB8-4267-63013AB7D7CE}"/>
              </a:ext>
            </a:extLst>
          </p:cNvPr>
          <p:cNvGrpSpPr/>
          <p:nvPr userDrawn="1"/>
        </p:nvGrpSpPr>
        <p:grpSpPr>
          <a:xfrm>
            <a:off x="2491196" y="7369975"/>
            <a:ext cx="900000" cy="900000"/>
            <a:chOff x="2771013" y="5204719"/>
            <a:chExt cx="900000" cy="900000"/>
          </a:xfrm>
        </p:grpSpPr>
        <p:sp>
          <p:nvSpPr>
            <p:cNvPr id="74" name="Овал 73">
              <a:extLst>
                <a:ext uri="{FF2B5EF4-FFF2-40B4-BE49-F238E27FC236}">
                  <a16:creationId xmlns:a16="http://schemas.microsoft.com/office/drawing/2014/main" id="{70EA65C0-5922-D232-EC77-01E3035C61D9}"/>
                </a:ext>
              </a:extLst>
            </p:cNvPr>
            <p:cNvSpPr/>
            <p:nvPr/>
          </p:nvSpPr>
          <p:spPr>
            <a:xfrm>
              <a:off x="2771013" y="5204719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75" name="Рисунок 74">
              <a:extLst>
                <a:ext uri="{FF2B5EF4-FFF2-40B4-BE49-F238E27FC236}">
                  <a16:creationId xmlns:a16="http://schemas.microsoft.com/office/drawing/2014/main" id="{BB843AA5-00C4-8B9A-1A7E-CE39BCBEF0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3081778" y="5339266"/>
              <a:ext cx="436705" cy="641689"/>
            </a:xfrm>
            <a:prstGeom prst="rect">
              <a:avLst/>
            </a:prstGeom>
          </p:spPr>
        </p:pic>
      </p:grpSp>
      <p:grpSp>
        <p:nvGrpSpPr>
          <p:cNvPr id="76" name="Группа 75">
            <a:extLst>
              <a:ext uri="{FF2B5EF4-FFF2-40B4-BE49-F238E27FC236}">
                <a16:creationId xmlns:a16="http://schemas.microsoft.com/office/drawing/2014/main" id="{1752CC45-2D16-26A7-072D-EA14A2878F04}"/>
              </a:ext>
            </a:extLst>
          </p:cNvPr>
          <p:cNvGrpSpPr/>
          <p:nvPr userDrawn="1"/>
        </p:nvGrpSpPr>
        <p:grpSpPr>
          <a:xfrm>
            <a:off x="2491196" y="8775992"/>
            <a:ext cx="900000" cy="900000"/>
            <a:chOff x="2771013" y="6610736"/>
            <a:chExt cx="900000" cy="900000"/>
          </a:xfrm>
        </p:grpSpPr>
        <p:pic>
          <p:nvPicPr>
            <p:cNvPr id="77" name="Рисунок 76">
              <a:extLst>
                <a:ext uri="{FF2B5EF4-FFF2-40B4-BE49-F238E27FC236}">
                  <a16:creationId xmlns:a16="http://schemas.microsoft.com/office/drawing/2014/main" id="{70E9075E-0B68-F82C-53C2-1DB9386CC8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2892880" y="6737525"/>
              <a:ext cx="656266" cy="615249"/>
            </a:xfrm>
            <a:prstGeom prst="rect">
              <a:avLst/>
            </a:prstGeom>
          </p:spPr>
        </p:pic>
        <p:sp>
          <p:nvSpPr>
            <p:cNvPr id="78" name="Овал 77">
              <a:extLst>
                <a:ext uri="{FF2B5EF4-FFF2-40B4-BE49-F238E27FC236}">
                  <a16:creationId xmlns:a16="http://schemas.microsoft.com/office/drawing/2014/main" id="{811EE2B6-D658-F0F1-46DD-EEB63DCBF32D}"/>
                </a:ext>
              </a:extLst>
            </p:cNvPr>
            <p:cNvSpPr/>
            <p:nvPr/>
          </p:nvSpPr>
          <p:spPr>
            <a:xfrm>
              <a:off x="2771013" y="6610736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9" name="Группа 78">
            <a:extLst>
              <a:ext uri="{FF2B5EF4-FFF2-40B4-BE49-F238E27FC236}">
                <a16:creationId xmlns:a16="http://schemas.microsoft.com/office/drawing/2014/main" id="{D0DF8E09-6FA0-2165-98ED-C5406CCD8E82}"/>
              </a:ext>
            </a:extLst>
          </p:cNvPr>
          <p:cNvGrpSpPr/>
          <p:nvPr userDrawn="1"/>
        </p:nvGrpSpPr>
        <p:grpSpPr>
          <a:xfrm>
            <a:off x="2491196" y="10182009"/>
            <a:ext cx="900000" cy="900000"/>
            <a:chOff x="2771013" y="8016753"/>
            <a:chExt cx="900000" cy="900000"/>
          </a:xfrm>
        </p:grpSpPr>
        <p:sp>
          <p:nvSpPr>
            <p:cNvPr id="80" name="Овал 79">
              <a:extLst>
                <a:ext uri="{FF2B5EF4-FFF2-40B4-BE49-F238E27FC236}">
                  <a16:creationId xmlns:a16="http://schemas.microsoft.com/office/drawing/2014/main" id="{C6786371-E03B-7D55-FE1C-E945AF694FD4}"/>
                </a:ext>
              </a:extLst>
            </p:cNvPr>
            <p:cNvSpPr/>
            <p:nvPr/>
          </p:nvSpPr>
          <p:spPr>
            <a:xfrm>
              <a:off x="2771013" y="8016753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81" name="Рисунок 80">
              <a:extLst>
                <a:ext uri="{FF2B5EF4-FFF2-40B4-BE49-F238E27FC236}">
                  <a16:creationId xmlns:a16="http://schemas.microsoft.com/office/drawing/2014/main" id="{2EE51893-8766-E2DA-1C29-7CD6074355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2953795" y="8241992"/>
              <a:ext cx="534437" cy="470305"/>
            </a:xfrm>
            <a:prstGeom prst="rect">
              <a:avLst/>
            </a:prstGeom>
          </p:spPr>
        </p:pic>
      </p:grpSp>
      <p:grpSp>
        <p:nvGrpSpPr>
          <p:cNvPr id="82" name="Группа 81">
            <a:extLst>
              <a:ext uri="{FF2B5EF4-FFF2-40B4-BE49-F238E27FC236}">
                <a16:creationId xmlns:a16="http://schemas.microsoft.com/office/drawing/2014/main" id="{307A3A2A-D656-8E7E-A8DB-A3D64E507AC8}"/>
              </a:ext>
            </a:extLst>
          </p:cNvPr>
          <p:cNvGrpSpPr/>
          <p:nvPr userDrawn="1"/>
        </p:nvGrpSpPr>
        <p:grpSpPr>
          <a:xfrm>
            <a:off x="2491196" y="11588024"/>
            <a:ext cx="900000" cy="900000"/>
            <a:chOff x="2771013" y="9422768"/>
            <a:chExt cx="900000" cy="900000"/>
          </a:xfrm>
        </p:grpSpPr>
        <p:pic>
          <p:nvPicPr>
            <p:cNvPr id="83" name="Рисунок 82">
              <a:extLst>
                <a:ext uri="{FF2B5EF4-FFF2-40B4-BE49-F238E27FC236}">
                  <a16:creationId xmlns:a16="http://schemas.microsoft.com/office/drawing/2014/main" id="{53EDE976-F05E-19C1-4092-E2050054A3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2888212" y="9626054"/>
              <a:ext cx="665603" cy="576856"/>
            </a:xfrm>
            <a:prstGeom prst="rect">
              <a:avLst/>
            </a:prstGeom>
          </p:spPr>
        </p:pic>
        <p:sp>
          <p:nvSpPr>
            <p:cNvPr id="84" name="Овал 83">
              <a:extLst>
                <a:ext uri="{FF2B5EF4-FFF2-40B4-BE49-F238E27FC236}">
                  <a16:creationId xmlns:a16="http://schemas.microsoft.com/office/drawing/2014/main" id="{9BB030BD-6E4C-87E0-648C-12FF53F21914}"/>
                </a:ext>
              </a:extLst>
            </p:cNvPr>
            <p:cNvSpPr/>
            <p:nvPr/>
          </p:nvSpPr>
          <p:spPr>
            <a:xfrm>
              <a:off x="2771013" y="9422768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85" name="Рисунок 84">
            <a:extLst>
              <a:ext uri="{FF2B5EF4-FFF2-40B4-BE49-F238E27FC236}">
                <a16:creationId xmlns:a16="http://schemas.microsoft.com/office/drawing/2014/main" id="{0396ED1D-CE51-2A69-8587-E512F8C879DC}"/>
              </a:ext>
            </a:extLst>
          </p:cNvPr>
          <p:cNvPicPr>
            <a:picLocks noChangeAspect="1"/>
          </p:cNvPicPr>
          <p:nvPr userDrawn="1"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217032" y="4765054"/>
            <a:ext cx="662419" cy="485774"/>
          </a:xfrm>
          <a:prstGeom prst="rect">
            <a:avLst/>
          </a:prstGeom>
        </p:spPr>
      </p:pic>
      <p:pic>
        <p:nvPicPr>
          <p:cNvPr id="86" name="Рисунок 85">
            <a:extLst>
              <a:ext uri="{FF2B5EF4-FFF2-40B4-BE49-F238E27FC236}">
                <a16:creationId xmlns:a16="http://schemas.microsoft.com/office/drawing/2014/main" id="{4DE84F8E-856A-6BB5-D8E8-BE286BAF5E6D}"/>
              </a:ext>
            </a:extLst>
          </p:cNvPr>
          <p:cNvPicPr>
            <a:picLocks noChangeAspect="1"/>
          </p:cNvPicPr>
          <p:nvPr userDrawn="1"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347784" y="6117723"/>
            <a:ext cx="400914" cy="623644"/>
          </a:xfrm>
          <a:prstGeom prst="rect">
            <a:avLst/>
          </a:prstGeom>
        </p:spPr>
      </p:pic>
      <p:pic>
        <p:nvPicPr>
          <p:cNvPr id="87" name="Рисунок 86">
            <a:extLst>
              <a:ext uri="{FF2B5EF4-FFF2-40B4-BE49-F238E27FC236}">
                <a16:creationId xmlns:a16="http://schemas.microsoft.com/office/drawing/2014/main" id="{B40CAFC1-FCF5-18C2-BB71-5948ADF96666}"/>
              </a:ext>
            </a:extLst>
          </p:cNvPr>
          <p:cNvPicPr>
            <a:picLocks noChangeAspect="1"/>
          </p:cNvPicPr>
          <p:nvPr userDrawn="1"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409006" y="7504522"/>
            <a:ext cx="436705" cy="641689"/>
          </a:xfrm>
          <a:prstGeom prst="rect">
            <a:avLst/>
          </a:prstGeom>
        </p:spPr>
      </p:pic>
      <p:pic>
        <p:nvPicPr>
          <p:cNvPr id="88" name="Рисунок 87">
            <a:extLst>
              <a:ext uri="{FF2B5EF4-FFF2-40B4-BE49-F238E27FC236}">
                <a16:creationId xmlns:a16="http://schemas.microsoft.com/office/drawing/2014/main" id="{D15842C0-3E62-2A03-AB37-00EDA9DCCD0C}"/>
              </a:ext>
            </a:extLst>
          </p:cNvPr>
          <p:cNvPicPr>
            <a:picLocks noChangeAspect="1"/>
          </p:cNvPicPr>
          <p:nvPr userDrawn="1"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220108" y="8902781"/>
            <a:ext cx="656266" cy="615249"/>
          </a:xfrm>
          <a:prstGeom prst="rect">
            <a:avLst/>
          </a:prstGeom>
        </p:spPr>
      </p:pic>
      <p:pic>
        <p:nvPicPr>
          <p:cNvPr id="89" name="Рисунок 88">
            <a:extLst>
              <a:ext uri="{FF2B5EF4-FFF2-40B4-BE49-F238E27FC236}">
                <a16:creationId xmlns:a16="http://schemas.microsoft.com/office/drawing/2014/main" id="{969C243E-499D-96A4-7540-6D9EF1F5AE99}"/>
              </a:ext>
            </a:extLst>
          </p:cNvPr>
          <p:cNvPicPr>
            <a:picLocks noChangeAspect="1"/>
          </p:cNvPicPr>
          <p:nvPr userDrawn="1"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281023" y="10407248"/>
            <a:ext cx="534437" cy="470305"/>
          </a:xfrm>
          <a:prstGeom prst="rect">
            <a:avLst/>
          </a:prstGeom>
        </p:spPr>
      </p:pic>
      <p:pic>
        <p:nvPicPr>
          <p:cNvPr id="90" name="Рисунок 89">
            <a:extLst>
              <a:ext uri="{FF2B5EF4-FFF2-40B4-BE49-F238E27FC236}">
                <a16:creationId xmlns:a16="http://schemas.microsoft.com/office/drawing/2014/main" id="{9B459ED4-9E5F-7C6A-25DA-E6DC95327419}"/>
              </a:ext>
            </a:extLst>
          </p:cNvPr>
          <p:cNvPicPr>
            <a:picLocks noChangeAspect="1"/>
          </p:cNvPicPr>
          <p:nvPr userDrawn="1"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215440" y="11791310"/>
            <a:ext cx="665603" cy="576856"/>
          </a:xfrm>
          <a:prstGeom prst="rect">
            <a:avLst/>
          </a:prstGeom>
        </p:spPr>
      </p:pic>
      <p:grpSp>
        <p:nvGrpSpPr>
          <p:cNvPr id="91" name="Группа 90">
            <a:extLst>
              <a:ext uri="{FF2B5EF4-FFF2-40B4-BE49-F238E27FC236}">
                <a16:creationId xmlns:a16="http://schemas.microsoft.com/office/drawing/2014/main" id="{8E7CF205-373F-A6C4-3FA1-18DB708CB89A}"/>
              </a:ext>
            </a:extLst>
          </p:cNvPr>
          <p:cNvGrpSpPr/>
          <p:nvPr userDrawn="1"/>
        </p:nvGrpSpPr>
        <p:grpSpPr>
          <a:xfrm>
            <a:off x="12981355" y="4557941"/>
            <a:ext cx="900000" cy="900000"/>
            <a:chOff x="12727355" y="2392685"/>
            <a:chExt cx="900000" cy="900000"/>
          </a:xfrm>
        </p:grpSpPr>
        <p:sp>
          <p:nvSpPr>
            <p:cNvPr id="92" name="Полилиния 91">
              <a:extLst>
                <a:ext uri="{FF2B5EF4-FFF2-40B4-BE49-F238E27FC236}">
                  <a16:creationId xmlns:a16="http://schemas.microsoft.com/office/drawing/2014/main" id="{90E32522-7B31-D8D0-32E5-94F5809C7719}"/>
                </a:ext>
              </a:extLst>
            </p:cNvPr>
            <p:cNvSpPr/>
            <p:nvPr/>
          </p:nvSpPr>
          <p:spPr>
            <a:xfrm>
              <a:off x="12727355" y="2392685"/>
              <a:ext cx="900000" cy="900000"/>
            </a:xfrm>
            <a:custGeom>
              <a:avLst/>
              <a:gdLst>
                <a:gd name="connsiteX0" fmla="*/ 645743 w 645742"/>
                <a:gd name="connsiteY0" fmla="*/ 322871 h 645742"/>
                <a:gd name="connsiteX1" fmla="*/ 322871 w 645742"/>
                <a:gd name="connsiteY1" fmla="*/ 645743 h 645742"/>
                <a:gd name="connsiteX2" fmla="*/ 0 w 645742"/>
                <a:gd name="connsiteY2" fmla="*/ 322871 h 645742"/>
                <a:gd name="connsiteX3" fmla="*/ 322871 w 645742"/>
                <a:gd name="connsiteY3" fmla="*/ 0 h 645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5742" h="645742">
                  <a:moveTo>
                    <a:pt x="645743" y="322871"/>
                  </a:moveTo>
                  <a:cubicBezTo>
                    <a:pt x="645743" y="501096"/>
                    <a:pt x="501096" y="645743"/>
                    <a:pt x="322871" y="645743"/>
                  </a:cubicBezTo>
                  <a:cubicBezTo>
                    <a:pt x="144646" y="645743"/>
                    <a:pt x="0" y="501096"/>
                    <a:pt x="0" y="322871"/>
                  </a:cubicBezTo>
                  <a:cubicBezTo>
                    <a:pt x="0" y="144646"/>
                    <a:pt x="144646" y="0"/>
                    <a:pt x="322871" y="0"/>
                  </a:cubicBezTo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3" name="Полилиния 92">
              <a:extLst>
                <a:ext uri="{FF2B5EF4-FFF2-40B4-BE49-F238E27FC236}">
                  <a16:creationId xmlns:a16="http://schemas.microsoft.com/office/drawing/2014/main" id="{F5C70A84-A935-FF8E-C4A3-53E061966D38}"/>
                </a:ext>
              </a:extLst>
            </p:cNvPr>
            <p:cNvSpPr/>
            <p:nvPr/>
          </p:nvSpPr>
          <p:spPr>
            <a:xfrm>
              <a:off x="13296327" y="2408597"/>
              <a:ext cx="316309" cy="319554"/>
            </a:xfrm>
            <a:custGeom>
              <a:avLst/>
              <a:gdLst>
                <a:gd name="connsiteX0" fmla="*/ 0 w 226949"/>
                <a:gd name="connsiteY0" fmla="*/ 0 h 229277"/>
                <a:gd name="connsiteX1" fmla="*/ 226950 w 226949"/>
                <a:gd name="connsiteY1" fmla="*/ 229277 h 22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6949" h="229277">
                  <a:moveTo>
                    <a:pt x="0" y="0"/>
                  </a:moveTo>
                  <a:cubicBezTo>
                    <a:pt x="110713" y="30306"/>
                    <a:pt x="197744" y="118114"/>
                    <a:pt x="226950" y="229277"/>
                  </a:cubicBezTo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4" name="Группа 93">
            <a:extLst>
              <a:ext uri="{FF2B5EF4-FFF2-40B4-BE49-F238E27FC236}">
                <a16:creationId xmlns:a16="http://schemas.microsoft.com/office/drawing/2014/main" id="{634BE71F-DFB2-0BF7-41E2-491A29CD6006}"/>
              </a:ext>
            </a:extLst>
          </p:cNvPr>
          <p:cNvGrpSpPr/>
          <p:nvPr userDrawn="1"/>
        </p:nvGrpSpPr>
        <p:grpSpPr>
          <a:xfrm>
            <a:off x="14378888" y="4557941"/>
            <a:ext cx="900000" cy="900000"/>
            <a:chOff x="14693106" y="4815321"/>
            <a:chExt cx="900000" cy="900000"/>
          </a:xfrm>
        </p:grpSpPr>
        <p:sp>
          <p:nvSpPr>
            <p:cNvPr id="95" name="Полилиния 94">
              <a:extLst>
                <a:ext uri="{FF2B5EF4-FFF2-40B4-BE49-F238E27FC236}">
                  <a16:creationId xmlns:a16="http://schemas.microsoft.com/office/drawing/2014/main" id="{DF81037F-616A-3411-6926-F8085FF4F696}"/>
                </a:ext>
              </a:extLst>
            </p:cNvPr>
            <p:cNvSpPr/>
            <p:nvPr/>
          </p:nvSpPr>
          <p:spPr>
            <a:xfrm>
              <a:off x="14693106" y="4815321"/>
              <a:ext cx="900000" cy="900000"/>
            </a:xfrm>
            <a:custGeom>
              <a:avLst/>
              <a:gdLst>
                <a:gd name="connsiteX0" fmla="*/ 475923 w 475922"/>
                <a:gd name="connsiteY0" fmla="*/ 237961 h 475922"/>
                <a:gd name="connsiteX1" fmla="*/ 237961 w 475922"/>
                <a:gd name="connsiteY1" fmla="*/ 475923 h 475922"/>
                <a:gd name="connsiteX2" fmla="*/ 0 w 475922"/>
                <a:gd name="connsiteY2" fmla="*/ 237961 h 475922"/>
                <a:gd name="connsiteX3" fmla="*/ 237961 w 475922"/>
                <a:gd name="connsiteY3" fmla="*/ 0 h 475922"/>
                <a:gd name="connsiteX4" fmla="*/ 475923 w 475922"/>
                <a:gd name="connsiteY4" fmla="*/ 237961 h 475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922" h="475922">
                  <a:moveTo>
                    <a:pt x="475923" y="237961"/>
                  </a:moveTo>
                  <a:cubicBezTo>
                    <a:pt x="475923" y="369384"/>
                    <a:pt x="369384" y="475923"/>
                    <a:pt x="237961" y="475923"/>
                  </a:cubicBezTo>
                  <a:cubicBezTo>
                    <a:pt x="106539" y="475923"/>
                    <a:pt x="0" y="369384"/>
                    <a:pt x="0" y="237961"/>
                  </a:cubicBezTo>
                  <a:cubicBezTo>
                    <a:pt x="0" y="106539"/>
                    <a:pt x="106539" y="0"/>
                    <a:pt x="237961" y="0"/>
                  </a:cubicBezTo>
                  <a:cubicBezTo>
                    <a:pt x="369384" y="0"/>
                    <a:pt x="475923" y="106539"/>
                    <a:pt x="475923" y="237961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6" name="Полилиния 95">
              <a:extLst>
                <a:ext uri="{FF2B5EF4-FFF2-40B4-BE49-F238E27FC236}">
                  <a16:creationId xmlns:a16="http://schemas.microsoft.com/office/drawing/2014/main" id="{443F9CAE-C525-EAD0-B162-0937EE6C4C83}"/>
                </a:ext>
              </a:extLst>
            </p:cNvPr>
            <p:cNvSpPr/>
            <p:nvPr/>
          </p:nvSpPr>
          <p:spPr>
            <a:xfrm>
              <a:off x="14893105" y="5265321"/>
              <a:ext cx="500000" cy="50000"/>
            </a:xfrm>
            <a:custGeom>
              <a:avLst/>
              <a:gdLst>
                <a:gd name="connsiteX0" fmla="*/ 0 w 264401"/>
                <a:gd name="connsiteY0" fmla="*/ 0 h 26440"/>
                <a:gd name="connsiteX1" fmla="*/ 264402 w 264401"/>
                <a:gd name="connsiteY1" fmla="*/ 0 h 26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4401" h="26440">
                  <a:moveTo>
                    <a:pt x="0" y="0"/>
                  </a:moveTo>
                  <a:lnTo>
                    <a:pt x="264402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7" name="Группа 96">
            <a:extLst>
              <a:ext uri="{FF2B5EF4-FFF2-40B4-BE49-F238E27FC236}">
                <a16:creationId xmlns:a16="http://schemas.microsoft.com/office/drawing/2014/main" id="{CBAFB5C6-B344-9905-599C-6EFD59D42F90}"/>
              </a:ext>
            </a:extLst>
          </p:cNvPr>
          <p:cNvGrpSpPr/>
          <p:nvPr userDrawn="1"/>
        </p:nvGrpSpPr>
        <p:grpSpPr>
          <a:xfrm>
            <a:off x="14378888" y="5963958"/>
            <a:ext cx="900000" cy="900000"/>
            <a:chOff x="14124888" y="3798702"/>
            <a:chExt cx="900000" cy="900000"/>
          </a:xfrm>
        </p:grpSpPr>
        <p:pic>
          <p:nvPicPr>
            <p:cNvPr id="98" name="Рисунок 97">
              <a:extLst>
                <a:ext uri="{FF2B5EF4-FFF2-40B4-BE49-F238E27FC236}">
                  <a16:creationId xmlns:a16="http://schemas.microsoft.com/office/drawing/2014/main" id="{037501B7-334A-313F-2EED-6431E5E08FB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14264814" y="4000643"/>
              <a:ext cx="620148" cy="496119"/>
            </a:xfrm>
            <a:prstGeom prst="rect">
              <a:avLst/>
            </a:prstGeom>
          </p:spPr>
        </p:pic>
        <p:sp>
          <p:nvSpPr>
            <p:cNvPr id="99" name="Овал 98">
              <a:extLst>
                <a:ext uri="{FF2B5EF4-FFF2-40B4-BE49-F238E27FC236}">
                  <a16:creationId xmlns:a16="http://schemas.microsoft.com/office/drawing/2014/main" id="{6FE03F64-CD91-8E71-941C-A531B5BDE038}"/>
                </a:ext>
              </a:extLst>
            </p:cNvPr>
            <p:cNvSpPr/>
            <p:nvPr/>
          </p:nvSpPr>
          <p:spPr>
            <a:xfrm>
              <a:off x="14124888" y="3798702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0" name="Группа 99">
            <a:extLst>
              <a:ext uri="{FF2B5EF4-FFF2-40B4-BE49-F238E27FC236}">
                <a16:creationId xmlns:a16="http://schemas.microsoft.com/office/drawing/2014/main" id="{2BAC1A6D-C233-0B4D-7AB9-58B99D1E3098}"/>
              </a:ext>
            </a:extLst>
          </p:cNvPr>
          <p:cNvGrpSpPr/>
          <p:nvPr userDrawn="1"/>
        </p:nvGrpSpPr>
        <p:grpSpPr>
          <a:xfrm>
            <a:off x="14378888" y="7369975"/>
            <a:ext cx="900000" cy="900000"/>
            <a:chOff x="14124888" y="5204719"/>
            <a:chExt cx="900000" cy="900000"/>
          </a:xfrm>
        </p:grpSpPr>
        <p:pic>
          <p:nvPicPr>
            <p:cNvPr id="101" name="Рисунок 100">
              <a:extLst>
                <a:ext uri="{FF2B5EF4-FFF2-40B4-BE49-F238E27FC236}">
                  <a16:creationId xmlns:a16="http://schemas.microsoft.com/office/drawing/2014/main" id="{6B886FA7-E540-5522-6C9D-24793A4CA0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14280336" y="5339127"/>
              <a:ext cx="589105" cy="631184"/>
            </a:xfrm>
            <a:prstGeom prst="rect">
              <a:avLst/>
            </a:prstGeom>
          </p:spPr>
        </p:pic>
        <p:sp>
          <p:nvSpPr>
            <p:cNvPr id="102" name="Овал 101">
              <a:extLst>
                <a:ext uri="{FF2B5EF4-FFF2-40B4-BE49-F238E27FC236}">
                  <a16:creationId xmlns:a16="http://schemas.microsoft.com/office/drawing/2014/main" id="{79803268-6B7A-FE14-50DA-130EF7387272}"/>
                </a:ext>
              </a:extLst>
            </p:cNvPr>
            <p:cNvSpPr/>
            <p:nvPr/>
          </p:nvSpPr>
          <p:spPr>
            <a:xfrm>
              <a:off x="14124888" y="5204719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3" name="Группа 102">
            <a:extLst>
              <a:ext uri="{FF2B5EF4-FFF2-40B4-BE49-F238E27FC236}">
                <a16:creationId xmlns:a16="http://schemas.microsoft.com/office/drawing/2014/main" id="{44EB8524-34C5-197E-301A-D2FDAF68D364}"/>
              </a:ext>
            </a:extLst>
          </p:cNvPr>
          <p:cNvGrpSpPr/>
          <p:nvPr userDrawn="1"/>
        </p:nvGrpSpPr>
        <p:grpSpPr>
          <a:xfrm>
            <a:off x="14378888" y="8775992"/>
            <a:ext cx="900000" cy="900000"/>
            <a:chOff x="14124888" y="6610736"/>
            <a:chExt cx="900000" cy="900000"/>
          </a:xfrm>
        </p:grpSpPr>
        <p:sp>
          <p:nvSpPr>
            <p:cNvPr id="104" name="Рисунок 26">
              <a:extLst>
                <a:ext uri="{FF2B5EF4-FFF2-40B4-BE49-F238E27FC236}">
                  <a16:creationId xmlns:a16="http://schemas.microsoft.com/office/drawing/2014/main" id="{C8FB234B-1281-587C-B767-39D03BCF9312}"/>
                </a:ext>
              </a:extLst>
            </p:cNvPr>
            <p:cNvSpPr/>
            <p:nvPr/>
          </p:nvSpPr>
          <p:spPr>
            <a:xfrm>
              <a:off x="14372966" y="6805750"/>
              <a:ext cx="389157" cy="524660"/>
            </a:xfrm>
            <a:custGeom>
              <a:avLst/>
              <a:gdLst>
                <a:gd name="connsiteX0" fmla="*/ 731267 w 731267"/>
                <a:gd name="connsiteY0" fmla="*/ 0 h 985890"/>
                <a:gd name="connsiteX1" fmla="*/ 731267 w 731267"/>
                <a:gd name="connsiteY1" fmla="*/ 985890 h 985890"/>
                <a:gd name="connsiteX2" fmla="*/ 365634 w 731267"/>
                <a:gd name="connsiteY2" fmla="*/ 739408 h 985890"/>
                <a:gd name="connsiteX3" fmla="*/ 0 w 731267"/>
                <a:gd name="connsiteY3" fmla="*/ 985890 h 985890"/>
                <a:gd name="connsiteX4" fmla="*/ 0 w 731267"/>
                <a:gd name="connsiteY4" fmla="*/ 184848 h 985890"/>
                <a:gd name="connsiteX5" fmla="*/ 182817 w 731267"/>
                <a:gd name="connsiteY5" fmla="*/ 0 h 985890"/>
                <a:gd name="connsiteX6" fmla="*/ 731267 w 731267"/>
                <a:gd name="connsiteY6" fmla="*/ 0 h 985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1267" h="985890">
                  <a:moveTo>
                    <a:pt x="731267" y="0"/>
                  </a:moveTo>
                  <a:lnTo>
                    <a:pt x="731267" y="985890"/>
                  </a:lnTo>
                  <a:lnTo>
                    <a:pt x="365634" y="739408"/>
                  </a:lnTo>
                  <a:lnTo>
                    <a:pt x="0" y="985890"/>
                  </a:lnTo>
                  <a:lnTo>
                    <a:pt x="0" y="184848"/>
                  </a:lnTo>
                  <a:cubicBezTo>
                    <a:pt x="0" y="82759"/>
                    <a:pt x="81850" y="0"/>
                    <a:pt x="182817" y="0"/>
                  </a:cubicBezTo>
                  <a:lnTo>
                    <a:pt x="731267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" name="Овал 104">
              <a:extLst>
                <a:ext uri="{FF2B5EF4-FFF2-40B4-BE49-F238E27FC236}">
                  <a16:creationId xmlns:a16="http://schemas.microsoft.com/office/drawing/2014/main" id="{61EE0E80-EDB1-3CF4-B5DE-AE420D702F1F}"/>
                </a:ext>
              </a:extLst>
            </p:cNvPr>
            <p:cNvSpPr/>
            <p:nvPr/>
          </p:nvSpPr>
          <p:spPr>
            <a:xfrm>
              <a:off x="14124888" y="6610736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6" name="Группа 105">
            <a:extLst>
              <a:ext uri="{FF2B5EF4-FFF2-40B4-BE49-F238E27FC236}">
                <a16:creationId xmlns:a16="http://schemas.microsoft.com/office/drawing/2014/main" id="{2F674A25-02C4-F648-F914-03ED059B8F30}"/>
              </a:ext>
            </a:extLst>
          </p:cNvPr>
          <p:cNvGrpSpPr/>
          <p:nvPr userDrawn="1"/>
        </p:nvGrpSpPr>
        <p:grpSpPr>
          <a:xfrm>
            <a:off x="14378888" y="10182009"/>
            <a:ext cx="900000" cy="900000"/>
            <a:chOff x="14124888" y="8016753"/>
            <a:chExt cx="900000" cy="900000"/>
          </a:xfrm>
        </p:grpSpPr>
        <p:pic>
          <p:nvPicPr>
            <p:cNvPr id="107" name="Рисунок 106">
              <a:extLst>
                <a:ext uri="{FF2B5EF4-FFF2-40B4-BE49-F238E27FC236}">
                  <a16:creationId xmlns:a16="http://schemas.microsoft.com/office/drawing/2014/main" id="{A2DD94FF-B138-3813-4388-AA838377DB6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p:blipFill>
          <p:spPr>
            <a:xfrm>
              <a:off x="14299583" y="8139375"/>
              <a:ext cx="491068" cy="654757"/>
            </a:xfrm>
            <a:prstGeom prst="rect">
              <a:avLst/>
            </a:prstGeom>
          </p:spPr>
        </p:pic>
        <p:sp>
          <p:nvSpPr>
            <p:cNvPr id="108" name="Овал 107">
              <a:extLst>
                <a:ext uri="{FF2B5EF4-FFF2-40B4-BE49-F238E27FC236}">
                  <a16:creationId xmlns:a16="http://schemas.microsoft.com/office/drawing/2014/main" id="{659B0E53-7B1A-4CDD-3F61-D4D18FC712AA}"/>
                </a:ext>
              </a:extLst>
            </p:cNvPr>
            <p:cNvSpPr/>
            <p:nvPr/>
          </p:nvSpPr>
          <p:spPr>
            <a:xfrm>
              <a:off x="14124888" y="8016753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09" name="Рисунок 108">
            <a:extLst>
              <a:ext uri="{FF2B5EF4-FFF2-40B4-BE49-F238E27FC236}">
                <a16:creationId xmlns:a16="http://schemas.microsoft.com/office/drawing/2014/main" id="{F80DDA20-13EB-BBCE-2DA7-70FCB58E2AC6}"/>
              </a:ext>
            </a:extLst>
          </p:cNvPr>
          <p:cNvPicPr>
            <a:picLocks noChangeAspect="1"/>
          </p:cNvPicPr>
          <p:nvPr userDrawn="1"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3121281" y="6165899"/>
            <a:ext cx="620148" cy="496119"/>
          </a:xfrm>
          <a:prstGeom prst="rect">
            <a:avLst/>
          </a:prstGeom>
        </p:spPr>
      </p:pic>
      <p:pic>
        <p:nvPicPr>
          <p:cNvPr id="110" name="Рисунок 109">
            <a:extLst>
              <a:ext uri="{FF2B5EF4-FFF2-40B4-BE49-F238E27FC236}">
                <a16:creationId xmlns:a16="http://schemas.microsoft.com/office/drawing/2014/main" id="{09447578-A936-1B07-2AC2-7508BB7B0CC7}"/>
              </a:ext>
            </a:extLst>
          </p:cNvPr>
          <p:cNvPicPr>
            <a:picLocks noChangeAspect="1"/>
          </p:cNvPicPr>
          <p:nvPr userDrawn="1"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13136803" y="7504383"/>
            <a:ext cx="589105" cy="631184"/>
          </a:xfrm>
          <a:prstGeom prst="rect">
            <a:avLst/>
          </a:prstGeom>
        </p:spPr>
      </p:pic>
      <p:sp>
        <p:nvSpPr>
          <p:cNvPr id="111" name="Рисунок 26">
            <a:extLst>
              <a:ext uri="{FF2B5EF4-FFF2-40B4-BE49-F238E27FC236}">
                <a16:creationId xmlns:a16="http://schemas.microsoft.com/office/drawing/2014/main" id="{1B9D9FBE-6C57-64BA-1B25-942150CB672B}"/>
              </a:ext>
            </a:extLst>
          </p:cNvPr>
          <p:cNvSpPr/>
          <p:nvPr userDrawn="1"/>
        </p:nvSpPr>
        <p:spPr>
          <a:xfrm>
            <a:off x="13236777" y="8971006"/>
            <a:ext cx="389157" cy="524660"/>
          </a:xfrm>
          <a:custGeom>
            <a:avLst/>
            <a:gdLst>
              <a:gd name="connsiteX0" fmla="*/ 731267 w 731267"/>
              <a:gd name="connsiteY0" fmla="*/ 0 h 985890"/>
              <a:gd name="connsiteX1" fmla="*/ 731267 w 731267"/>
              <a:gd name="connsiteY1" fmla="*/ 985890 h 985890"/>
              <a:gd name="connsiteX2" fmla="*/ 365634 w 731267"/>
              <a:gd name="connsiteY2" fmla="*/ 739408 h 985890"/>
              <a:gd name="connsiteX3" fmla="*/ 0 w 731267"/>
              <a:gd name="connsiteY3" fmla="*/ 985890 h 985890"/>
              <a:gd name="connsiteX4" fmla="*/ 0 w 731267"/>
              <a:gd name="connsiteY4" fmla="*/ 184848 h 985890"/>
              <a:gd name="connsiteX5" fmla="*/ 182817 w 731267"/>
              <a:gd name="connsiteY5" fmla="*/ 0 h 985890"/>
              <a:gd name="connsiteX6" fmla="*/ 731267 w 731267"/>
              <a:gd name="connsiteY6" fmla="*/ 0 h 985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1267" h="985890">
                <a:moveTo>
                  <a:pt x="731267" y="0"/>
                </a:moveTo>
                <a:lnTo>
                  <a:pt x="731267" y="985890"/>
                </a:lnTo>
                <a:lnTo>
                  <a:pt x="365634" y="739408"/>
                </a:lnTo>
                <a:lnTo>
                  <a:pt x="0" y="985890"/>
                </a:lnTo>
                <a:lnTo>
                  <a:pt x="0" y="184848"/>
                </a:lnTo>
                <a:cubicBezTo>
                  <a:pt x="0" y="82759"/>
                  <a:pt x="81850" y="0"/>
                  <a:pt x="182817" y="0"/>
                </a:cubicBezTo>
                <a:lnTo>
                  <a:pt x="731267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prstDash val="solid"/>
            <a:round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2" name="Рисунок 111">
            <a:extLst>
              <a:ext uri="{FF2B5EF4-FFF2-40B4-BE49-F238E27FC236}">
                <a16:creationId xmlns:a16="http://schemas.microsoft.com/office/drawing/2014/main" id="{1DB513E2-22D2-7D36-2016-31BDA4CE73F0}"/>
              </a:ext>
            </a:extLst>
          </p:cNvPr>
          <p:cNvPicPr>
            <a:picLocks noChangeAspect="1"/>
          </p:cNvPicPr>
          <p:nvPr userDrawn="1"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13185821" y="10304631"/>
            <a:ext cx="491068" cy="654757"/>
          </a:xfrm>
          <a:prstGeom prst="rect">
            <a:avLst/>
          </a:prstGeom>
        </p:spPr>
      </p:pic>
      <p:grpSp>
        <p:nvGrpSpPr>
          <p:cNvPr id="113" name="Группа 112">
            <a:extLst>
              <a:ext uri="{FF2B5EF4-FFF2-40B4-BE49-F238E27FC236}">
                <a16:creationId xmlns:a16="http://schemas.microsoft.com/office/drawing/2014/main" id="{734998DE-CB4C-3BD4-6E8E-B789D15E768C}"/>
              </a:ext>
            </a:extLst>
          </p:cNvPr>
          <p:cNvGrpSpPr/>
          <p:nvPr userDrawn="1"/>
        </p:nvGrpSpPr>
        <p:grpSpPr>
          <a:xfrm>
            <a:off x="14378888" y="11588024"/>
            <a:ext cx="900000" cy="900000"/>
            <a:chOff x="839608" y="7340770"/>
            <a:chExt cx="918854" cy="918854"/>
          </a:xfrm>
        </p:grpSpPr>
        <p:sp>
          <p:nvSpPr>
            <p:cNvPr id="114" name="Овал 113">
              <a:extLst>
                <a:ext uri="{FF2B5EF4-FFF2-40B4-BE49-F238E27FC236}">
                  <a16:creationId xmlns:a16="http://schemas.microsoft.com/office/drawing/2014/main" id="{85C9E7BB-107D-77C2-2B88-77D5E630795A}"/>
                </a:ext>
              </a:extLst>
            </p:cNvPr>
            <p:cNvSpPr/>
            <p:nvPr/>
          </p:nvSpPr>
          <p:spPr>
            <a:xfrm>
              <a:off x="839608" y="7340770"/>
              <a:ext cx="918854" cy="91885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476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115" name="Рисунок 114">
              <a:extLst>
                <a:ext uri="{FF2B5EF4-FFF2-40B4-BE49-F238E27FC236}">
                  <a16:creationId xmlns:a16="http://schemas.microsoft.com/office/drawing/2014/main" id="{C7B954E2-63AF-6525-7445-9240D0E0F5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1052575" y="7612218"/>
              <a:ext cx="492921" cy="375957"/>
            </a:xfrm>
            <a:prstGeom prst="rect">
              <a:avLst/>
            </a:prstGeom>
          </p:spPr>
        </p:pic>
      </p:grpSp>
      <p:pic>
        <p:nvPicPr>
          <p:cNvPr id="116" name="Рисунок 115">
            <a:extLst>
              <a:ext uri="{FF2B5EF4-FFF2-40B4-BE49-F238E27FC236}">
                <a16:creationId xmlns:a16="http://schemas.microsoft.com/office/drawing/2014/main" id="{84E9D600-73AB-08D6-571B-A7443863E2DE}"/>
              </a:ext>
            </a:extLst>
          </p:cNvPr>
          <p:cNvPicPr>
            <a:picLocks noChangeAspect="1"/>
          </p:cNvPicPr>
          <p:nvPr userDrawn="1"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13192135" y="11853902"/>
            <a:ext cx="482807" cy="368243"/>
          </a:xfrm>
          <a:prstGeom prst="rect">
            <a:avLst/>
          </a:prstGeom>
        </p:spPr>
      </p:pic>
      <p:sp>
        <p:nvSpPr>
          <p:cNvPr id="117" name="TextBox 116">
            <a:extLst>
              <a:ext uri="{FF2B5EF4-FFF2-40B4-BE49-F238E27FC236}">
                <a16:creationId xmlns:a16="http://schemas.microsoft.com/office/drawing/2014/main" id="{2C63CBC6-C894-3827-2B9B-E12CE362215C}"/>
              </a:ext>
            </a:extLst>
          </p:cNvPr>
          <p:cNvSpPr txBox="1"/>
          <p:nvPr userDrawn="1"/>
        </p:nvSpPr>
        <p:spPr>
          <a:xfrm>
            <a:off x="12981355" y="2332607"/>
            <a:ext cx="10980738" cy="119096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342900" marR="0" lvl="0" indent="-34290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Если иконка используется без окружности – 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размер внутренней части не меняется</a:t>
            </a:r>
          </a:p>
          <a:p>
            <a:pPr marL="342900" marR="0" lvl="0" indent="-342900" algn="l" defTabSz="1488104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Иконки используются в темной или светлой заливке</a:t>
            </a:r>
          </a:p>
        </p:txBody>
      </p:sp>
    </p:spTree>
    <p:extLst>
      <p:ext uri="{BB962C8B-B14F-4D97-AF65-F5344CB8AC3E}">
        <p14:creationId xmlns:p14="http://schemas.microsoft.com/office/powerpoint/2010/main" val="9447372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закрывающий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148F2A-E4B8-1A5E-0E95-6850D1B3534C}"/>
              </a:ext>
            </a:extLst>
          </p:cNvPr>
          <p:cNvSpPr txBox="1"/>
          <p:nvPr userDrawn="1"/>
        </p:nvSpPr>
        <p:spPr>
          <a:xfrm>
            <a:off x="1219351" y="817780"/>
            <a:ext cx="1895286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9000"/>
              </a:lnSpc>
              <a:spcBef>
                <a:spcPct val="0"/>
              </a:spcBef>
              <a:defRPr sz="8000" b="1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Semibold" panose="020B0503030202060203" pitchFamily="34" charset="0"/>
                <a:ea typeface="+mj-ea"/>
                <a:cs typeface="+mj-cs"/>
              </a:rPr>
              <a:t>Библиотека фото</a:t>
            </a:r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5C6C7221-EF0A-0BF0-8915-8C84605D7CC8}"/>
              </a:ext>
            </a:extLst>
          </p:cNvPr>
          <p:cNvSpPr txBox="1">
            <a:spLocks/>
          </p:cNvSpPr>
          <p:nvPr userDrawn="1"/>
        </p:nvSpPr>
        <p:spPr>
          <a:xfrm>
            <a:off x="1219351" y="2651177"/>
            <a:ext cx="2807832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defTabSz="1485991">
              <a:lnSpc>
                <a:spcPts val="4600"/>
              </a:lnSpc>
              <a:defRPr sz="3600" u="sng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485991" rtl="0" eaLnBrk="1" fontAlgn="auto" latinLnBrk="0" hangingPunct="1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Яндекс диск</a:t>
            </a:r>
          </a:p>
        </p:txBody>
      </p:sp>
      <p:sp>
        <p:nvSpPr>
          <p:cNvPr id="118" name="Текст 4">
            <a:extLst>
              <a:ext uri="{FF2B5EF4-FFF2-40B4-BE49-F238E27FC236}">
                <a16:creationId xmlns:a16="http://schemas.microsoft.com/office/drawing/2014/main" id="{6627469A-0AF9-CDBC-F388-416D40BF5251}"/>
              </a:ext>
            </a:extLst>
          </p:cNvPr>
          <p:cNvSpPr txBox="1">
            <a:spLocks/>
          </p:cNvSpPr>
          <p:nvPr userDrawn="1"/>
        </p:nvSpPr>
        <p:spPr>
          <a:xfrm>
            <a:off x="1219350" y="3572380"/>
            <a:ext cx="4657193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defTabSz="1485991">
              <a:lnSpc>
                <a:spcPts val="4600"/>
              </a:lnSpc>
              <a:defRPr sz="3600" u="sng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485991" rtl="0" eaLnBrk="1" fontAlgn="auto" latinLnBrk="0" hangingPunct="1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Группа </a:t>
            </a:r>
            <a:r>
              <a:rPr kumimoji="0" lang="ru-RU" sz="3600" b="0" i="0" u="none" strike="noStrike" kern="1200" cap="none" spc="0" normalizeH="0" baseline="0" noProof="0" dirty="0" err="1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вконтакте</a:t>
            </a: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 Medium" panose="020B0503030202060203" pitchFamily="34" charset="0"/>
              <a:ea typeface="+mn-ea"/>
              <a:cs typeface="+mn-cs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2968EA15-9001-2B99-AF77-3A0EC134EF5D}"/>
              </a:ext>
            </a:extLst>
          </p:cNvPr>
          <p:cNvSpPr txBox="1"/>
          <p:nvPr userDrawn="1"/>
        </p:nvSpPr>
        <p:spPr>
          <a:xfrm>
            <a:off x="6710069" y="2732738"/>
            <a:ext cx="73615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kumimoji="0" lang="ru-RU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disk.yandex.ru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kumimoji="0" lang="ru-RU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/HHexFxfFgZna0g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A33E0042-B7D2-2342-B716-896870F08311}"/>
              </a:ext>
            </a:extLst>
          </p:cNvPr>
          <p:cNvSpPr txBox="1"/>
          <p:nvPr userDrawn="1"/>
        </p:nvSpPr>
        <p:spPr>
          <a:xfrm>
            <a:off x="6710069" y="3653941"/>
            <a:ext cx="73615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>
              <a:defRPr sz="2400">
                <a:solidFill>
                  <a:schemeClr val="accent2"/>
                </a:solidFill>
                <a:latin typeface="Graphik LCG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kumimoji="0" lang="ru-RU" sz="2400" b="0" i="0" u="none" strike="noStrike" kern="0" cap="none" spc="0" normalizeH="0" baseline="0" noProof="0" dirty="0" err="1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vk.com</a:t>
            </a: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/albums-222277101</a:t>
            </a:r>
            <a:endParaRPr kumimoji="0" lang="ru-RU" sz="2400" b="0" i="0" u="none" strike="noStrike" kern="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  <p:pic>
        <p:nvPicPr>
          <p:cNvPr id="121" name="Рисунок 120">
            <a:extLst>
              <a:ext uri="{FF2B5EF4-FFF2-40B4-BE49-F238E27FC236}">
                <a16:creationId xmlns:a16="http://schemas.microsoft.com/office/drawing/2014/main" id="{6F20CBDA-C939-91FF-ABCF-82145B58E9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28089" b="18661"/>
          <a:stretch/>
        </p:blipFill>
        <p:spPr>
          <a:xfrm>
            <a:off x="-1" y="5071931"/>
            <a:ext cx="24387175" cy="8644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4114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титульник с графико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 4" descr=" ">
            <a:extLst>
              <a:ext uri="{FF2B5EF4-FFF2-40B4-BE49-F238E27FC236}">
                <a16:creationId xmlns:a16="http://schemas.microsoft.com/office/drawing/2014/main" id="{1BE55C15-EB0A-883F-4D8D-6FBAB67D80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219200"/>
            <a:ext cx="6960470" cy="1222970"/>
          </a:xfrm>
          <a:prstGeom prst="rect">
            <a:avLst/>
          </a:prstGeom>
        </p:spPr>
      </p:pic>
      <p:sp>
        <p:nvSpPr>
          <p:cNvPr id="4" name="Текст 34">
            <a:extLst>
              <a:ext uri="{FF2B5EF4-FFF2-40B4-BE49-F238E27FC236}">
                <a16:creationId xmlns:a16="http://schemas.microsoft.com/office/drawing/2014/main" id="{7968F44E-08A0-41AC-8236-97CE976832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2" y="5211820"/>
            <a:ext cx="10974235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презентации</a:t>
            </a:r>
          </a:p>
        </p:txBody>
      </p:sp>
      <p:sp>
        <p:nvSpPr>
          <p:cNvPr id="5" name="Текст 36">
            <a:extLst>
              <a:ext uri="{FF2B5EF4-FFF2-40B4-BE49-F238E27FC236}">
                <a16:creationId xmlns:a16="http://schemas.microsoft.com/office/drawing/2014/main" id="{6EF22B45-ADF0-D9B2-E3E3-70E26D5238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19352" y="8794272"/>
            <a:ext cx="10974235" cy="74385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48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1800" smtClean="0"/>
            </a:lvl2pPr>
            <a:lvl3pPr>
              <a:defRPr lang="ru-RU" sz="1800" smtClean="0"/>
            </a:lvl3pPr>
            <a:lvl4pPr>
              <a:defRPr lang="ru-RU" sz="1800" smtClean="0"/>
            </a:lvl4pPr>
            <a:lvl5pPr>
              <a:defRPr lang="ru-RU" sz="1800"/>
            </a:lvl5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презентации</a:t>
            </a:r>
          </a:p>
        </p:txBody>
      </p:sp>
      <p:sp>
        <p:nvSpPr>
          <p:cNvPr id="7" name="Текст 36">
            <a:extLst>
              <a:ext uri="{FF2B5EF4-FFF2-40B4-BE49-F238E27FC236}">
                <a16:creationId xmlns:a16="http://schemas.microsoft.com/office/drawing/2014/main" id="{2339596C-1F2E-D375-8CCC-7E29DD9290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616069" y="12207829"/>
            <a:ext cx="3558256" cy="3718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r">
              <a:buNone/>
              <a:defRPr lang="ru-RU" sz="24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Дата</a:t>
            </a:r>
          </a:p>
        </p:txBody>
      </p:sp>
    </p:spTree>
    <p:extLst>
      <p:ext uri="{BB962C8B-B14F-4D97-AF65-F5344CB8AC3E}">
        <p14:creationId xmlns:p14="http://schemas.microsoft.com/office/powerpoint/2010/main" val="13975117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верстка слайда с левой плашкой (светлый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 userDrawn="1"/>
        </p:nvSpPr>
        <p:spPr>
          <a:xfrm>
            <a:off x="0" y="0"/>
            <a:ext cx="24387175" cy="13716000"/>
          </a:xfrm>
          <a:prstGeom prst="rect">
            <a:avLst/>
          </a:prstGeom>
          <a:solidFill>
            <a:srgbClr val="FAFAFA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8FFD452-BCF9-0489-731E-4F481C6D9B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27893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разделитель_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17" descr=" ">
            <a:extLst>
              <a:ext uri="{FF2B5EF4-FFF2-40B4-BE49-F238E27FC236}">
                <a16:creationId xmlns:a16="http://schemas.microsoft.com/office/drawing/2014/main" id="{78398245-0457-ECB2-B1F1-186FF61919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4" name="Текст 11">
            <a:extLst>
              <a:ext uri="{FF2B5EF4-FFF2-40B4-BE49-F238E27FC236}">
                <a16:creationId xmlns:a16="http://schemas.microsoft.com/office/drawing/2014/main" id="{6373765E-784B-CA47-C443-A123576518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58922" y="5703838"/>
            <a:ext cx="7069331" cy="2308324"/>
          </a:xfrm>
          <a:prstGeom prst="rect">
            <a:avLst/>
          </a:prstGeom>
          <a:solidFill>
            <a:srgbClr val="06A2F1"/>
          </a:solidFill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algn="ctr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подраздела</a:t>
            </a:r>
          </a:p>
        </p:txBody>
      </p:sp>
    </p:spTree>
    <p:extLst>
      <p:ext uri="{BB962C8B-B14F-4D97-AF65-F5344CB8AC3E}">
        <p14:creationId xmlns:p14="http://schemas.microsoft.com/office/powerpoint/2010/main" val="7941051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езис_7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7" descr=" ">
            <a:extLst>
              <a:ext uri="{FF2B5EF4-FFF2-40B4-BE49-F238E27FC236}">
                <a16:creationId xmlns:a16="http://schemas.microsoft.com/office/drawing/2014/main" id="{0781BBF5-0A34-03B4-EBB6-B6C8055362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6" name="Текст 7">
            <a:extLst>
              <a:ext uri="{FF2B5EF4-FFF2-40B4-BE49-F238E27FC236}">
                <a16:creationId xmlns:a16="http://schemas.microsoft.com/office/drawing/2014/main" id="{1B58A3EB-D93A-7F8F-8348-DCD5C61A77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02" y="3276600"/>
            <a:ext cx="16945309" cy="346248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Большой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заголовок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: </a:t>
            </a:r>
            <a:b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18" name="Текст 16">
            <a:extLst>
              <a:ext uri="{FF2B5EF4-FFF2-40B4-BE49-F238E27FC236}">
                <a16:creationId xmlns:a16="http://schemas.microsoft.com/office/drawing/2014/main" id="{36353F64-217C-43C9-E847-9A7C8D303E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13702" y="9067800"/>
            <a:ext cx="11531098" cy="149464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4000"/>
              </a:lnSpc>
              <a:spcBef>
                <a:spcPct val="0"/>
              </a:spcBef>
            </a:pP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Обычно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вы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сначала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найдете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вопрос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или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проблему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,  </a:t>
            </a:r>
            <a:br>
              <a:rPr lang="ru-RU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а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затем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решите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моделировать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процесс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,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чтобы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получить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конкретный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ответ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или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проверить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чей-то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готовый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вывод</a:t>
            </a:r>
            <a:endParaRPr lang="en-US" sz="3000" dirty="0">
              <a:solidFill>
                <a:schemeClr val="bg1"/>
              </a:solidFill>
              <a:latin typeface="Graphik LC Regular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993437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пикер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2C9A74D-E1AD-0AF1-3CB9-2EB50DB8AD03}"/>
              </a:ext>
            </a:extLst>
          </p:cNvPr>
          <p:cNvSpPr/>
          <p:nvPr userDrawn="1"/>
        </p:nvSpPr>
        <p:spPr>
          <a:xfrm>
            <a:off x="12384048" y="0"/>
            <a:ext cx="12003000" cy="13716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0" name="Рисунок 29">
            <a:extLst>
              <a:ext uri="{FF2B5EF4-FFF2-40B4-BE49-F238E27FC236}">
                <a16:creationId xmlns:a16="http://schemas.microsoft.com/office/drawing/2014/main" id="{446559C5-1DB4-3E3E-7EBA-4F3AAD6FF4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616101" y="1219200"/>
            <a:ext cx="9558223" cy="11291888"/>
          </a:xfrm>
          <a:prstGeom prst="round2DiagRect">
            <a:avLst>
              <a:gd name="adj1" fmla="val 9014"/>
              <a:gd name="adj2" fmla="val 0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4" name="Image 0" descr=" ">
            <a:extLst>
              <a:ext uri="{FF2B5EF4-FFF2-40B4-BE49-F238E27FC236}">
                <a16:creationId xmlns:a16="http://schemas.microsoft.com/office/drawing/2014/main" id="{5D527610-8CBD-89A2-AA6F-05D30D7328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3397250"/>
            <a:ext cx="9081635" cy="31750"/>
          </a:xfrm>
          <a:prstGeom prst="rect">
            <a:avLst/>
          </a:prstGeom>
        </p:spPr>
      </p:pic>
      <p:sp>
        <p:nvSpPr>
          <p:cNvPr id="31" name="Текст 7">
            <a:extLst>
              <a:ext uri="{FF2B5EF4-FFF2-40B4-BE49-F238E27FC236}">
                <a16:creationId xmlns:a16="http://schemas.microsoft.com/office/drawing/2014/main" id="{43659229-292D-8DA7-6E1F-2F70C364C6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19352" y="817780"/>
            <a:ext cx="90816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Имя Фамилия</a:t>
            </a:r>
          </a:p>
        </p:txBody>
      </p:sp>
      <p:sp>
        <p:nvSpPr>
          <p:cNvPr id="32" name="Текст 14">
            <a:extLst>
              <a:ext uri="{FF2B5EF4-FFF2-40B4-BE49-F238E27FC236}">
                <a16:creationId xmlns:a16="http://schemas.microsoft.com/office/drawing/2014/main" id="{8A39B13E-07C4-B22E-C1DF-1647BAAF88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081636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ДОЛЖНОСТЬ СПИКЕРА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7E73C37F-E536-398B-7118-D6FB1950645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84873" y="4928589"/>
            <a:ext cx="7052543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1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1C483E1C-FC44-1883-3674-1E7CE83CBB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84873" y="6428601"/>
            <a:ext cx="7052543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2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73ABAD18-3F4E-CA45-903D-5C5F4E7BD9C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4873" y="7846720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3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0A811331-A153-B932-4A47-F025A4C8C55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84873" y="9562159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4 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D5330BF6-BCF0-FF18-7EDF-3496907D05D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84873" y="11277600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5 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pic>
        <p:nvPicPr>
          <p:cNvPr id="39" name="Image 38" descr=" ">
            <a:extLst>
              <a:ext uri="{FF2B5EF4-FFF2-40B4-BE49-F238E27FC236}">
                <a16:creationId xmlns:a16="http://schemas.microsoft.com/office/drawing/2014/main" id="{FE32D95C-8C4A-A70A-3241-17241E6DDC4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694311" y="1727200"/>
            <a:ext cx="965321" cy="635000"/>
          </a:xfrm>
          <a:prstGeom prst="rect">
            <a:avLst/>
          </a:prstGeom>
        </p:spPr>
      </p:pic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B2E9BF9D-AA05-8DFE-3CD1-C02B66210B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88157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пикер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6">
            <a:extLst>
              <a:ext uri="{FF2B5EF4-FFF2-40B4-BE49-F238E27FC236}">
                <a16:creationId xmlns:a16="http://schemas.microsoft.com/office/drawing/2014/main" id="{F8C01122-0A36-C772-33A2-7040677FC51C}"/>
              </a:ext>
            </a:extLst>
          </p:cNvPr>
          <p:cNvSpPr/>
          <p:nvPr userDrawn="1"/>
        </p:nvSpPr>
        <p:spPr>
          <a:xfrm>
            <a:off x="12384048" y="0"/>
            <a:ext cx="12003000" cy="137160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40" name="Рисунок 29">
            <a:extLst>
              <a:ext uri="{FF2B5EF4-FFF2-40B4-BE49-F238E27FC236}">
                <a16:creationId xmlns:a16="http://schemas.microsoft.com/office/drawing/2014/main" id="{F1FB737F-1AA3-8D43-AFF0-CE1BD193B97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flipH="1">
            <a:off x="13616101" y="1219200"/>
            <a:ext cx="9558223" cy="11291888"/>
          </a:xfrm>
          <a:prstGeom prst="round2DiagRect">
            <a:avLst>
              <a:gd name="adj1" fmla="val 9396"/>
              <a:gd name="adj2" fmla="val 0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13" name="Image 30" descr=" ">
            <a:extLst>
              <a:ext uri="{FF2B5EF4-FFF2-40B4-BE49-F238E27FC236}">
                <a16:creationId xmlns:a16="http://schemas.microsoft.com/office/drawing/2014/main" id="{2A79775E-75D8-84B5-4D64-6153360244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694311" y="1727200"/>
            <a:ext cx="965321" cy="635000"/>
          </a:xfrm>
          <a:prstGeom prst="rect">
            <a:avLst/>
          </a:prstGeom>
        </p:spPr>
      </p:pic>
      <p:pic>
        <p:nvPicPr>
          <p:cNvPr id="14" name="Image 31" descr=" ">
            <a:extLst>
              <a:ext uri="{FF2B5EF4-FFF2-40B4-BE49-F238E27FC236}">
                <a16:creationId xmlns:a16="http://schemas.microsoft.com/office/drawing/2014/main" id="{158574B4-3EFF-AB44-5457-9B9B4948D1A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694311" y="1727200"/>
            <a:ext cx="965321" cy="635000"/>
          </a:xfrm>
          <a:prstGeom prst="rect">
            <a:avLst/>
          </a:prstGeom>
        </p:spPr>
      </p:pic>
      <p:sp>
        <p:nvSpPr>
          <p:cNvPr id="27" name="Текст 55">
            <a:extLst>
              <a:ext uri="{FF2B5EF4-FFF2-40B4-BE49-F238E27FC236}">
                <a16:creationId xmlns:a16="http://schemas.microsoft.com/office/drawing/2014/main" id="{9046158D-55C9-92DB-7527-4F301EF8950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4873" y="5473700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1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E41674CC-A8CF-9B6C-A081-575023CFB2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84873" y="7150100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2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BF343F0D-0637-B341-F460-8AF4CBF0A4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84873" y="8826500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3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C3E61AD0-944D-646F-E711-9EDED63A904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84873" y="10502900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4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42" name="Текст 7">
            <a:extLst>
              <a:ext uri="{FF2B5EF4-FFF2-40B4-BE49-F238E27FC236}">
                <a16:creationId xmlns:a16="http://schemas.microsoft.com/office/drawing/2014/main" id="{F98A7FBC-C71C-6A82-6747-BC82B78F06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19352" y="3213100"/>
            <a:ext cx="90816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Имя Фамилия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CCCDD00-53B6-7375-BBEC-41F45CFD52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45872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екстовые блоки_4 (плашка + краткие пункты с иконкам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Текст 55">
            <a:extLst>
              <a:ext uri="{FF2B5EF4-FFF2-40B4-BE49-F238E27FC236}">
                <a16:creationId xmlns:a16="http://schemas.microsoft.com/office/drawing/2014/main" id="{D0AACE7B-E6E9-9903-F979-8375DEF69A3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768521" y="1690900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76F7C4CC-564A-FF63-369B-81DD182820D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768521" y="3578668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A46EBADC-FEA0-91B1-9C82-162F6065CB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768521" y="5466436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27B64067-93E3-861D-3805-0DF43F9C712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768521" y="7354204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885F0385-174E-44EC-AD15-6A14B23415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768521" y="9241972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F5E339AD-BA37-F40E-B265-C578EC514C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768521" y="11129740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pic>
        <p:nvPicPr>
          <p:cNvPr id="3" name="Image 1" descr=" ">
            <a:extLst>
              <a:ext uri="{FF2B5EF4-FFF2-40B4-BE49-F238E27FC236}">
                <a16:creationId xmlns:a16="http://schemas.microsoft.com/office/drawing/2014/main" id="{B48CBA4E-00FD-553C-CA49-6EEACD6DAD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0605826" cy="13716000"/>
          </a:xfrm>
          <a:prstGeom prst="rect">
            <a:avLst/>
          </a:prstGeom>
        </p:spPr>
      </p:pic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5703838"/>
            <a:ext cx="853424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365C528E-FBBA-8811-563E-EFBC40294A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82216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+ 4 карточ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9C20679-E597-7A7C-C270-FE5E14AF4425}"/>
              </a:ext>
            </a:extLst>
          </p:cNvPr>
          <p:cNvSpPr/>
          <p:nvPr userDrawn="1"/>
        </p:nvSpPr>
        <p:spPr>
          <a:xfrm>
            <a:off x="8662483" y="1219200"/>
            <a:ext cx="7062083" cy="544830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2A5607C3-F6FD-2BDE-1069-9D548E05388F}"/>
              </a:ext>
            </a:extLst>
          </p:cNvPr>
          <p:cNvSpPr/>
          <p:nvPr userDrawn="1"/>
        </p:nvSpPr>
        <p:spPr>
          <a:xfrm>
            <a:off x="8662483" y="7048500"/>
            <a:ext cx="7062083" cy="544830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9" name="Shape 12">
            <a:extLst>
              <a:ext uri="{FF2B5EF4-FFF2-40B4-BE49-F238E27FC236}">
                <a16:creationId xmlns:a16="http://schemas.microsoft.com/office/drawing/2014/main" id="{D4C34BD8-A8C3-9CC8-1063-2DA721EBD2AC}"/>
              </a:ext>
            </a:extLst>
          </p:cNvPr>
          <p:cNvSpPr/>
          <p:nvPr userDrawn="1"/>
        </p:nvSpPr>
        <p:spPr>
          <a:xfrm>
            <a:off x="16105613" y="1219200"/>
            <a:ext cx="7062083" cy="544830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3" name="Shape 18">
            <a:extLst>
              <a:ext uri="{FF2B5EF4-FFF2-40B4-BE49-F238E27FC236}">
                <a16:creationId xmlns:a16="http://schemas.microsoft.com/office/drawing/2014/main" id="{5D3CD850-67D2-317B-3F13-C6709E189C5B}"/>
              </a:ext>
            </a:extLst>
          </p:cNvPr>
          <p:cNvSpPr/>
          <p:nvPr userDrawn="1"/>
        </p:nvSpPr>
        <p:spPr>
          <a:xfrm>
            <a:off x="16105613" y="7048500"/>
            <a:ext cx="7062083" cy="544830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pic>
        <p:nvPicPr>
          <p:cNvPr id="17" name="Image 1" descr=" ">
            <a:extLst>
              <a:ext uri="{FF2B5EF4-FFF2-40B4-BE49-F238E27FC236}">
                <a16:creationId xmlns:a16="http://schemas.microsoft.com/office/drawing/2014/main" id="{EF0A7645-B8F0-0B88-B96A-36A7A5C133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1899900"/>
            <a:ext cx="965321" cy="635000"/>
          </a:xfrm>
          <a:prstGeom prst="rect">
            <a:avLst/>
          </a:prstGeom>
        </p:spPr>
      </p:pic>
      <p:sp>
        <p:nvSpPr>
          <p:cNvPr id="21" name="Текст 7">
            <a:extLst>
              <a:ext uri="{FF2B5EF4-FFF2-40B4-BE49-F238E27FC236}">
                <a16:creationId xmlns:a16="http://schemas.microsoft.com/office/drawing/2014/main" id="{3E3AE24C-0842-5D9A-A855-E345B5A4F3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1676691"/>
            <a:ext cx="658352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22" name="Текст 14">
            <a:extLst>
              <a:ext uri="{FF2B5EF4-FFF2-40B4-BE49-F238E27FC236}">
                <a16:creationId xmlns:a16="http://schemas.microsoft.com/office/drawing/2014/main" id="{5F77FC78-137E-8207-8906-6FA8CEADF8F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2" y="4597400"/>
            <a:ext cx="65835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69868D57-8442-CD71-0B73-77BFCBB79F0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70546" y="27813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8F5F961C-CA29-6702-65CC-909B9AE671C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70546" y="2171700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25208EEE-BBF4-8F1C-4A33-8A8B9227CAA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543338" y="27813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727D2E8A-C143-6A10-4A26-C77D4171DFF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543338" y="2171700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0300E677-86AB-909C-5486-BA60172A820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70546" y="8607971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AD127D1B-C083-96DD-E909-C29E88E118B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170546" y="8116482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B1925066-3A64-B28A-341F-69C2FF52D5F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6543338" y="8607971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30" name="Текст 55">
            <a:extLst>
              <a:ext uri="{FF2B5EF4-FFF2-40B4-BE49-F238E27FC236}">
                <a16:creationId xmlns:a16="http://schemas.microsoft.com/office/drawing/2014/main" id="{A5C8703B-5F1B-ACA2-91B8-19EBDC06796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6543338" y="8116482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C421F43F-44C9-351A-E86A-977F357A44D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00208" y="1727200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(01)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A652F64C-4C0C-B1DC-CD5F-DC1890C6A35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6543338" y="1727200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(02)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77D180A4-F5B9-DBC6-DE77-A6B002AC8F0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6543338" y="7556435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(04)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772B52D4-D903-9780-F69A-C3736DE2E82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00208" y="7556500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(03)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20E55389-53C8-484E-33ED-B98571DF29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7937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команда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Shape 26">
            <a:extLst>
              <a:ext uri="{FF2B5EF4-FFF2-40B4-BE49-F238E27FC236}">
                <a16:creationId xmlns:a16="http://schemas.microsoft.com/office/drawing/2014/main" id="{183D64BA-08FE-47C3-B0E8-A2B0F5C469BF}"/>
              </a:ext>
            </a:extLst>
          </p:cNvPr>
          <p:cNvSpPr/>
          <p:nvPr userDrawn="1"/>
        </p:nvSpPr>
        <p:spPr>
          <a:xfrm>
            <a:off x="1219352" y="4445000"/>
            <a:ext cx="5194949" cy="8051800"/>
          </a:xfrm>
          <a:prstGeom prst="roundRect">
            <a:avLst>
              <a:gd name="adj" fmla="val 5402"/>
            </a:avLst>
          </a:prstGeom>
          <a:solidFill>
            <a:schemeClr val="accent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Рисунок 24">
            <a:extLst>
              <a:ext uri="{FF2B5EF4-FFF2-40B4-BE49-F238E27FC236}">
                <a16:creationId xmlns:a16="http://schemas.microsoft.com/office/drawing/2014/main" id="{9266F093-6293-7206-8307-BEE7D8FFFAF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27416" y="2898625"/>
            <a:ext cx="3186030" cy="3186030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tx1"/>
            </a:solidFill>
          </a:ln>
        </p:spPr>
        <p:txBody>
          <a:bodyPr/>
          <a:lstStyle/>
          <a:p>
            <a:endParaRPr lang="ru-RU" dirty="0"/>
          </a:p>
        </p:txBody>
      </p:sp>
      <p:sp>
        <p:nvSpPr>
          <p:cNvPr id="8" name="Shape 26">
            <a:extLst>
              <a:ext uri="{FF2B5EF4-FFF2-40B4-BE49-F238E27FC236}">
                <a16:creationId xmlns:a16="http://schemas.microsoft.com/office/drawing/2014/main" id="{E3A09CA7-9176-7ED5-7510-EF3BA517014F}"/>
              </a:ext>
            </a:extLst>
          </p:cNvPr>
          <p:cNvSpPr/>
          <p:nvPr userDrawn="1"/>
        </p:nvSpPr>
        <p:spPr>
          <a:xfrm>
            <a:off x="6805645" y="4445000"/>
            <a:ext cx="5194949" cy="8051800"/>
          </a:xfrm>
          <a:prstGeom prst="roundRect">
            <a:avLst>
              <a:gd name="adj" fmla="val 5402"/>
            </a:avLst>
          </a:prstGeom>
          <a:solidFill>
            <a:schemeClr val="accent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Рисунок 24">
            <a:extLst>
              <a:ext uri="{FF2B5EF4-FFF2-40B4-BE49-F238E27FC236}">
                <a16:creationId xmlns:a16="http://schemas.microsoft.com/office/drawing/2014/main" id="{1805F28A-21D8-4091-1A8F-44F8A5628AC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13709" y="2898625"/>
            <a:ext cx="3186030" cy="3186030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tx1"/>
            </a:solidFill>
          </a:ln>
        </p:spPr>
        <p:txBody>
          <a:bodyPr/>
          <a:lstStyle/>
          <a:p>
            <a:endParaRPr lang="ru-RU" dirty="0"/>
          </a:p>
        </p:txBody>
      </p:sp>
      <p:sp>
        <p:nvSpPr>
          <p:cNvPr id="13" name="Shape 26">
            <a:extLst>
              <a:ext uri="{FF2B5EF4-FFF2-40B4-BE49-F238E27FC236}">
                <a16:creationId xmlns:a16="http://schemas.microsoft.com/office/drawing/2014/main" id="{B7609D9C-D033-466D-8AB0-61F75F39272F}"/>
              </a:ext>
            </a:extLst>
          </p:cNvPr>
          <p:cNvSpPr/>
          <p:nvPr userDrawn="1"/>
        </p:nvSpPr>
        <p:spPr>
          <a:xfrm>
            <a:off x="12391938" y="4445000"/>
            <a:ext cx="5194949" cy="8051800"/>
          </a:xfrm>
          <a:prstGeom prst="roundRect">
            <a:avLst>
              <a:gd name="adj" fmla="val 5402"/>
            </a:avLst>
          </a:prstGeom>
          <a:solidFill>
            <a:schemeClr val="accent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Рисунок 24">
            <a:extLst>
              <a:ext uri="{FF2B5EF4-FFF2-40B4-BE49-F238E27FC236}">
                <a16:creationId xmlns:a16="http://schemas.microsoft.com/office/drawing/2014/main" id="{AE27DE0A-5C4D-116C-CB83-BB27C032DC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00001" y="2898625"/>
            <a:ext cx="3186030" cy="3186030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tx1"/>
            </a:solidFill>
          </a:ln>
        </p:spPr>
        <p:txBody>
          <a:bodyPr/>
          <a:lstStyle/>
          <a:p>
            <a:endParaRPr lang="ru-RU" dirty="0"/>
          </a:p>
        </p:txBody>
      </p:sp>
      <p:sp>
        <p:nvSpPr>
          <p:cNvPr id="18" name="Shape 26">
            <a:extLst>
              <a:ext uri="{FF2B5EF4-FFF2-40B4-BE49-F238E27FC236}">
                <a16:creationId xmlns:a16="http://schemas.microsoft.com/office/drawing/2014/main" id="{33DF3666-9E3C-36D5-1C3E-F170AAAAE6E7}"/>
              </a:ext>
            </a:extLst>
          </p:cNvPr>
          <p:cNvSpPr/>
          <p:nvPr userDrawn="1"/>
        </p:nvSpPr>
        <p:spPr>
          <a:xfrm>
            <a:off x="17978230" y="4445000"/>
            <a:ext cx="5194949" cy="8051800"/>
          </a:xfrm>
          <a:prstGeom prst="roundRect">
            <a:avLst>
              <a:gd name="adj" fmla="val 5402"/>
            </a:avLst>
          </a:prstGeom>
          <a:solidFill>
            <a:srgbClr val="FFDD2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Рисунок 24">
            <a:extLst>
              <a:ext uri="{FF2B5EF4-FFF2-40B4-BE49-F238E27FC236}">
                <a16:creationId xmlns:a16="http://schemas.microsoft.com/office/drawing/2014/main" id="{32166E3D-F0BF-8279-B1F0-CB747CE344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486293" y="2898625"/>
            <a:ext cx="3186030" cy="3186030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tx1"/>
            </a:solidFill>
          </a:ln>
        </p:spPr>
        <p:txBody>
          <a:bodyPr/>
          <a:lstStyle/>
          <a:p>
            <a:endParaRPr lang="ru-RU" dirty="0"/>
          </a:p>
        </p:txBody>
      </p:sp>
      <p:sp>
        <p:nvSpPr>
          <p:cNvPr id="23" name="Текст 7">
            <a:extLst>
              <a:ext uri="{FF2B5EF4-FFF2-40B4-BE49-F238E27FC236}">
                <a16:creationId xmlns:a16="http://schemas.microsoft.com/office/drawing/2014/main" id="{E205A360-AB4D-164D-E3EB-CDE5DF87C2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Команда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9D5580D7-7721-B8E4-59ED-7AE674A6019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8486294" y="7713969"/>
            <a:ext cx="3947666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713DE1FF-2690-3E10-70C7-D940E34EF9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8486294" y="8353018"/>
            <a:ext cx="3947666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9860B100-0228-FF34-94F6-6F103249FE5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727416" y="7713969"/>
            <a:ext cx="3947666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4F2880B9-F222-399A-C340-E768441BD3E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727416" y="8353018"/>
            <a:ext cx="3947666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0AF3167B-1F61-7866-D87D-9D4A6F97D3A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13709" y="7713969"/>
            <a:ext cx="3947666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64FFF8F9-75DD-C4DB-60DE-D5E3CF0631E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313709" y="8353018"/>
            <a:ext cx="3947666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E682F16B-DD55-6224-4E43-39BCEE86606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900002" y="7713969"/>
            <a:ext cx="3947666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8EF51423-7168-BC7B-9A0E-EE24263961A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900002" y="8353018"/>
            <a:ext cx="3947666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FA9ECBE6-2A61-95FD-EB8A-027C2FECDD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8486294" y="9353575"/>
            <a:ext cx="3947666" cy="25176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342900" indent="-342900">
              <a:buFont typeface="Arial" panose="020B0604020202020204" pitchFamily="34" charset="0"/>
              <a:buChar char="•"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1485991">
              <a:spcAft>
                <a:spcPts val="6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747EA3D1-1C14-23BA-33FA-AC66AD6C0CD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900002" y="9353575"/>
            <a:ext cx="3947666" cy="25176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342900" indent="-342900">
              <a:buFont typeface="Arial" panose="020B0604020202020204" pitchFamily="34" charset="0"/>
              <a:buChar char="•"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1485991">
              <a:spcAft>
                <a:spcPts val="6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1CBD69E0-8FC1-F07B-19DF-60C1B01359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3709" y="9353575"/>
            <a:ext cx="3947666" cy="25176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342900" indent="-342900">
              <a:buFont typeface="Arial" panose="020B0604020202020204" pitchFamily="34" charset="0"/>
              <a:buChar char="•"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1485991">
              <a:spcAft>
                <a:spcPts val="6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833A6316-D080-1DFD-AE68-BE417EAA98B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727416" y="9353575"/>
            <a:ext cx="3947666" cy="25176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342900" indent="-342900">
              <a:buFont typeface="Arial" panose="020B0604020202020204" pitchFamily="34" charset="0"/>
              <a:buChar char="•"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1485991">
              <a:spcAft>
                <a:spcPts val="6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8F6BFDA7-1A60-662A-B067-C6692A8FE7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53447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усто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4ADAF1A-DD98-9E5E-4850-3901940A8A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0699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верстка слайда с левой плашкой (светлый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8FFD452-BCF9-0489-731E-4F481C6D9B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13514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  <p15:guide id="3" pos="8679" userDrawn="1">
          <p15:clr>
            <a:srgbClr val="FBAE40"/>
          </p15:clr>
        </p15:guide>
      </p15:sldGuideLst>
    </p:ext>
  </p:extLst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верстка слайда с левой плашкой (темный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DAEF54D6-C4D4-F7EC-F6F5-0F5A6536EB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0E0B66C9-1990-8D32-1F6B-48B5F36947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6134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  <p15:guide id="3" pos="8679" userDrawn="1">
          <p15:clr>
            <a:srgbClr val="FBAE40"/>
          </p15:clr>
        </p15:guide>
      </p15:sldGuideLst>
    </p:ext>
  </p:extLst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кобрендинг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Группа 40">
            <a:extLst>
              <a:ext uri="{FF2B5EF4-FFF2-40B4-BE49-F238E27FC236}">
                <a16:creationId xmlns:a16="http://schemas.microsoft.com/office/drawing/2014/main" id="{0A11C578-66F1-8395-75F5-E5163BBD1B9A}"/>
              </a:ext>
            </a:extLst>
          </p:cNvPr>
          <p:cNvGrpSpPr/>
          <p:nvPr userDrawn="1"/>
        </p:nvGrpSpPr>
        <p:grpSpPr>
          <a:xfrm>
            <a:off x="1219352" y="1232295"/>
            <a:ext cx="8025950" cy="1219292"/>
            <a:chOff x="1219352" y="1232295"/>
            <a:chExt cx="8025950" cy="1219292"/>
          </a:xfrm>
        </p:grpSpPr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4D8EF3C9-D7B9-8A6C-7A1F-AD4C5ED93B71}"/>
                </a:ext>
              </a:extLst>
            </p:cNvPr>
            <p:cNvSpPr/>
            <p:nvPr/>
          </p:nvSpPr>
          <p:spPr>
            <a:xfrm>
              <a:off x="1219352" y="1232295"/>
              <a:ext cx="1265926" cy="1219292"/>
            </a:xfrm>
            <a:custGeom>
              <a:avLst/>
              <a:gdLst>
                <a:gd name="connsiteX0" fmla="*/ 1212586 w 1212585"/>
                <a:gd name="connsiteY0" fmla="*/ 507560 h 1167916"/>
                <a:gd name="connsiteX1" fmla="*/ 865855 w 1212585"/>
                <a:gd name="connsiteY1" fmla="*/ 727320 h 1167916"/>
                <a:gd name="connsiteX2" fmla="*/ 865855 w 1212585"/>
                <a:gd name="connsiteY2" fmla="*/ 1138437 h 1167916"/>
                <a:gd name="connsiteX3" fmla="*/ 816058 w 1212585"/>
                <a:gd name="connsiteY3" fmla="*/ 1167916 h 1167916"/>
                <a:gd name="connsiteX4" fmla="*/ 535235 w 1212585"/>
                <a:gd name="connsiteY4" fmla="*/ 1012728 h 1167916"/>
                <a:gd name="connsiteX5" fmla="*/ 600146 w 1212585"/>
                <a:gd name="connsiteY5" fmla="*/ 971619 h 1167916"/>
                <a:gd name="connsiteX6" fmla="*/ 798747 w 1212585"/>
                <a:gd name="connsiteY6" fmla="*/ 1081302 h 1167916"/>
                <a:gd name="connsiteX7" fmla="*/ 798747 w 1212585"/>
                <a:gd name="connsiteY7" fmla="*/ 769722 h 1167916"/>
                <a:gd name="connsiteX8" fmla="*/ 471431 w 1212585"/>
                <a:gd name="connsiteY8" fmla="*/ 977332 h 1167916"/>
                <a:gd name="connsiteX9" fmla="*/ 0 w 1212585"/>
                <a:gd name="connsiteY9" fmla="*/ 718389 h 1167916"/>
                <a:gd name="connsiteX10" fmla="*/ 0 w 1212585"/>
                <a:gd name="connsiteY10" fmla="*/ 660443 h 1167916"/>
                <a:gd name="connsiteX11" fmla="*/ 346623 w 1212585"/>
                <a:gd name="connsiteY11" fmla="*/ 440699 h 1167916"/>
                <a:gd name="connsiteX12" fmla="*/ 346623 w 1212585"/>
                <a:gd name="connsiteY12" fmla="*/ 29473 h 1167916"/>
                <a:gd name="connsiteX13" fmla="*/ 396426 w 1212585"/>
                <a:gd name="connsiteY13" fmla="*/ 0 h 1167916"/>
                <a:gd name="connsiteX14" fmla="*/ 865753 w 1212585"/>
                <a:gd name="connsiteY14" fmla="*/ 259246 h 1167916"/>
                <a:gd name="connsiteX15" fmla="*/ 865753 w 1212585"/>
                <a:gd name="connsiteY15" fmla="*/ 647610 h 1167916"/>
                <a:gd name="connsiteX16" fmla="*/ 1128472 w 1212585"/>
                <a:gd name="connsiteY16" fmla="*/ 481096 h 1167916"/>
                <a:gd name="connsiteX17" fmla="*/ 929668 w 1212585"/>
                <a:gd name="connsiteY17" fmla="*/ 371426 h 1167916"/>
                <a:gd name="connsiteX18" fmla="*/ 929668 w 1212585"/>
                <a:gd name="connsiteY18" fmla="*/ 294534 h 1167916"/>
                <a:gd name="connsiteX19" fmla="*/ 1212484 w 1212585"/>
                <a:gd name="connsiteY19" fmla="*/ 449615 h 1167916"/>
                <a:gd name="connsiteX20" fmla="*/ 1212586 w 1212585"/>
                <a:gd name="connsiteY20" fmla="*/ 502531 h 1167916"/>
                <a:gd name="connsiteX21" fmla="*/ 1212586 w 1212585"/>
                <a:gd name="connsiteY21" fmla="*/ 507560 h 1167916"/>
                <a:gd name="connsiteX22" fmla="*/ 766249 w 1212585"/>
                <a:gd name="connsiteY22" fmla="*/ 710775 h 1167916"/>
                <a:gd name="connsiteX23" fmla="*/ 381525 w 1212585"/>
                <a:gd name="connsiteY23" fmla="*/ 498338 h 1167916"/>
                <a:gd name="connsiteX24" fmla="*/ 84105 w 1212585"/>
                <a:gd name="connsiteY24" fmla="*/ 686908 h 1167916"/>
                <a:gd name="connsiteX25" fmla="*/ 396627 w 1212585"/>
                <a:gd name="connsiteY25" fmla="*/ 859338 h 1167916"/>
                <a:gd name="connsiteX26" fmla="*/ 469031 w 1212585"/>
                <a:gd name="connsiteY26" fmla="*/ 899244 h 1167916"/>
                <a:gd name="connsiteX27" fmla="*/ 766351 w 1212585"/>
                <a:gd name="connsiteY27" fmla="*/ 710775 h 1167916"/>
                <a:gd name="connsiteX28" fmla="*/ 766249 w 1212585"/>
                <a:gd name="connsiteY28" fmla="*/ 710775 h 1167916"/>
                <a:gd name="connsiteX29" fmla="*/ 798658 w 1212585"/>
                <a:gd name="connsiteY29" fmla="*/ 299045 h 1167916"/>
                <a:gd name="connsiteX30" fmla="*/ 413827 w 1212585"/>
                <a:gd name="connsiteY30" fmla="*/ 86515 h 1167916"/>
                <a:gd name="connsiteX31" fmla="*/ 413827 w 1212585"/>
                <a:gd name="connsiteY31" fmla="*/ 439295 h 1167916"/>
                <a:gd name="connsiteX32" fmla="*/ 798556 w 1212585"/>
                <a:gd name="connsiteY32" fmla="*/ 651728 h 1167916"/>
                <a:gd name="connsiteX33" fmla="*/ 798556 w 1212585"/>
                <a:gd name="connsiteY33" fmla="*/ 299045 h 1167916"/>
                <a:gd name="connsiteX34" fmla="*/ 798658 w 1212585"/>
                <a:gd name="connsiteY34" fmla="*/ 299045 h 1167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212585" h="1167916">
                  <a:moveTo>
                    <a:pt x="1212586" y="507560"/>
                  </a:moveTo>
                  <a:lnTo>
                    <a:pt x="865855" y="727320"/>
                  </a:lnTo>
                  <a:lnTo>
                    <a:pt x="865855" y="1138437"/>
                  </a:lnTo>
                  <a:lnTo>
                    <a:pt x="816058" y="1167916"/>
                  </a:lnTo>
                  <a:lnTo>
                    <a:pt x="535235" y="1012728"/>
                  </a:lnTo>
                  <a:lnTo>
                    <a:pt x="600146" y="971619"/>
                  </a:lnTo>
                  <a:lnTo>
                    <a:pt x="798747" y="1081302"/>
                  </a:lnTo>
                  <a:lnTo>
                    <a:pt x="798747" y="769722"/>
                  </a:lnTo>
                  <a:lnTo>
                    <a:pt x="471431" y="977332"/>
                  </a:lnTo>
                  <a:lnTo>
                    <a:pt x="0" y="718389"/>
                  </a:lnTo>
                  <a:lnTo>
                    <a:pt x="0" y="660443"/>
                  </a:lnTo>
                  <a:lnTo>
                    <a:pt x="346623" y="440699"/>
                  </a:lnTo>
                  <a:lnTo>
                    <a:pt x="346623" y="29473"/>
                  </a:lnTo>
                  <a:lnTo>
                    <a:pt x="396426" y="0"/>
                  </a:lnTo>
                  <a:lnTo>
                    <a:pt x="865753" y="259246"/>
                  </a:lnTo>
                  <a:lnTo>
                    <a:pt x="865753" y="647610"/>
                  </a:lnTo>
                  <a:lnTo>
                    <a:pt x="1128472" y="481096"/>
                  </a:lnTo>
                  <a:lnTo>
                    <a:pt x="929668" y="371426"/>
                  </a:lnTo>
                  <a:lnTo>
                    <a:pt x="929668" y="294534"/>
                  </a:lnTo>
                  <a:lnTo>
                    <a:pt x="1212484" y="449615"/>
                  </a:lnTo>
                  <a:lnTo>
                    <a:pt x="1212586" y="502531"/>
                  </a:lnTo>
                  <a:lnTo>
                    <a:pt x="1212586" y="507560"/>
                  </a:lnTo>
                  <a:close/>
                  <a:moveTo>
                    <a:pt x="766249" y="710775"/>
                  </a:moveTo>
                  <a:lnTo>
                    <a:pt x="381525" y="498338"/>
                  </a:lnTo>
                  <a:lnTo>
                    <a:pt x="84105" y="686908"/>
                  </a:lnTo>
                  <a:lnTo>
                    <a:pt x="396627" y="859338"/>
                  </a:lnTo>
                  <a:lnTo>
                    <a:pt x="469031" y="899244"/>
                  </a:lnTo>
                  <a:lnTo>
                    <a:pt x="766351" y="710775"/>
                  </a:lnTo>
                  <a:lnTo>
                    <a:pt x="766249" y="710775"/>
                  </a:lnTo>
                  <a:close/>
                  <a:moveTo>
                    <a:pt x="798658" y="299045"/>
                  </a:moveTo>
                  <a:lnTo>
                    <a:pt x="413827" y="86515"/>
                  </a:lnTo>
                  <a:lnTo>
                    <a:pt x="413827" y="439295"/>
                  </a:lnTo>
                  <a:lnTo>
                    <a:pt x="798556" y="651728"/>
                  </a:lnTo>
                  <a:lnTo>
                    <a:pt x="798556" y="299045"/>
                  </a:lnTo>
                  <a:lnTo>
                    <a:pt x="798658" y="299045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861ED7A8-371D-861B-1370-B1211A865FE8}"/>
                </a:ext>
              </a:extLst>
            </p:cNvPr>
            <p:cNvSpPr/>
            <p:nvPr/>
          </p:nvSpPr>
          <p:spPr>
            <a:xfrm>
              <a:off x="7574997" y="1986147"/>
              <a:ext cx="406162" cy="379248"/>
            </a:xfrm>
            <a:custGeom>
              <a:avLst/>
              <a:gdLst>
                <a:gd name="connsiteX0" fmla="*/ 144836 w 389048"/>
                <a:gd name="connsiteY0" fmla="*/ 80559 h 363268"/>
                <a:gd name="connsiteX1" fmla="*/ 0 w 389048"/>
                <a:gd name="connsiteY1" fmla="*/ 80559 h 363268"/>
                <a:gd name="connsiteX2" fmla="*/ 0 w 389048"/>
                <a:gd name="connsiteY2" fmla="*/ 0 h 363268"/>
                <a:gd name="connsiteX3" fmla="*/ 389049 w 389048"/>
                <a:gd name="connsiteY3" fmla="*/ 0 h 363268"/>
                <a:gd name="connsiteX4" fmla="*/ 389049 w 389048"/>
                <a:gd name="connsiteY4" fmla="*/ 80559 h 363268"/>
                <a:gd name="connsiteX5" fmla="*/ 244213 w 389048"/>
                <a:gd name="connsiteY5" fmla="*/ 80559 h 363268"/>
                <a:gd name="connsiteX6" fmla="*/ 244213 w 389048"/>
                <a:gd name="connsiteY6" fmla="*/ 363268 h 363268"/>
                <a:gd name="connsiteX7" fmla="*/ 144836 w 389048"/>
                <a:gd name="connsiteY7" fmla="*/ 363268 h 363268"/>
                <a:gd name="connsiteX8" fmla="*/ 144836 w 389048"/>
                <a:gd name="connsiteY8" fmla="*/ 80559 h 36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048" h="363268">
                  <a:moveTo>
                    <a:pt x="144836" y="80559"/>
                  </a:moveTo>
                  <a:lnTo>
                    <a:pt x="0" y="80559"/>
                  </a:lnTo>
                  <a:lnTo>
                    <a:pt x="0" y="0"/>
                  </a:lnTo>
                  <a:lnTo>
                    <a:pt x="389049" y="0"/>
                  </a:lnTo>
                  <a:lnTo>
                    <a:pt x="389049" y="80559"/>
                  </a:lnTo>
                  <a:lnTo>
                    <a:pt x="244213" y="80559"/>
                  </a:lnTo>
                  <a:lnTo>
                    <a:pt x="244213" y="363268"/>
                  </a:lnTo>
                  <a:lnTo>
                    <a:pt x="144836" y="363268"/>
                  </a:lnTo>
                  <a:lnTo>
                    <a:pt x="144836" y="80559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0A693F0F-0CFC-1247-0CD9-BB5828823011}"/>
                </a:ext>
              </a:extLst>
            </p:cNvPr>
            <p:cNvSpPr/>
            <p:nvPr/>
          </p:nvSpPr>
          <p:spPr>
            <a:xfrm>
              <a:off x="7166033" y="1986147"/>
              <a:ext cx="349315" cy="379248"/>
            </a:xfrm>
            <a:custGeom>
              <a:avLst/>
              <a:gdLst>
                <a:gd name="connsiteX0" fmla="*/ 0 w 334596"/>
                <a:gd name="connsiteY0" fmla="*/ 0 h 363268"/>
                <a:gd name="connsiteX1" fmla="*/ 332486 w 334596"/>
                <a:gd name="connsiteY1" fmla="*/ 0 h 363268"/>
                <a:gd name="connsiteX2" fmla="*/ 332486 w 334596"/>
                <a:gd name="connsiteY2" fmla="*/ 75821 h 363268"/>
                <a:gd name="connsiteX3" fmla="*/ 99377 w 334596"/>
                <a:gd name="connsiteY3" fmla="*/ 75821 h 363268"/>
                <a:gd name="connsiteX4" fmla="*/ 99377 w 334596"/>
                <a:gd name="connsiteY4" fmla="*/ 141101 h 363268"/>
                <a:gd name="connsiteX5" fmla="*/ 279089 w 334596"/>
                <a:gd name="connsiteY5" fmla="*/ 141101 h 363268"/>
                <a:gd name="connsiteX6" fmla="*/ 279089 w 334596"/>
                <a:gd name="connsiteY6" fmla="*/ 214274 h 363268"/>
                <a:gd name="connsiteX7" fmla="*/ 99377 w 334596"/>
                <a:gd name="connsiteY7" fmla="*/ 214274 h 363268"/>
                <a:gd name="connsiteX8" fmla="*/ 99377 w 334596"/>
                <a:gd name="connsiteY8" fmla="*/ 287460 h 363268"/>
                <a:gd name="connsiteX9" fmla="*/ 334596 w 334596"/>
                <a:gd name="connsiteY9" fmla="*/ 287460 h 363268"/>
                <a:gd name="connsiteX10" fmla="*/ 334596 w 334596"/>
                <a:gd name="connsiteY10" fmla="*/ 363268 h 363268"/>
                <a:gd name="connsiteX11" fmla="*/ 0 w 334596"/>
                <a:gd name="connsiteY11" fmla="*/ 363268 h 363268"/>
                <a:gd name="connsiteX12" fmla="*/ 0 w 334596"/>
                <a:gd name="connsiteY12" fmla="*/ 0 h 36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4596" h="363268">
                  <a:moveTo>
                    <a:pt x="0" y="0"/>
                  </a:moveTo>
                  <a:lnTo>
                    <a:pt x="332486" y="0"/>
                  </a:lnTo>
                  <a:lnTo>
                    <a:pt x="332486" y="75821"/>
                  </a:lnTo>
                  <a:lnTo>
                    <a:pt x="99377" y="75821"/>
                  </a:lnTo>
                  <a:lnTo>
                    <a:pt x="99377" y="141101"/>
                  </a:lnTo>
                  <a:lnTo>
                    <a:pt x="279089" y="141101"/>
                  </a:lnTo>
                  <a:lnTo>
                    <a:pt x="279089" y="214274"/>
                  </a:lnTo>
                  <a:lnTo>
                    <a:pt x="99377" y="214274"/>
                  </a:lnTo>
                  <a:lnTo>
                    <a:pt x="99377" y="287460"/>
                  </a:lnTo>
                  <a:lnTo>
                    <a:pt x="334596" y="287460"/>
                  </a:lnTo>
                  <a:lnTo>
                    <a:pt x="334596" y="363268"/>
                  </a:lnTo>
                  <a:lnTo>
                    <a:pt x="0" y="3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9B793DBD-E877-FE63-257F-F8C370BE065D}"/>
                </a:ext>
              </a:extLst>
            </p:cNvPr>
            <p:cNvSpPr/>
            <p:nvPr/>
          </p:nvSpPr>
          <p:spPr>
            <a:xfrm>
              <a:off x="6684487" y="1986147"/>
              <a:ext cx="406162" cy="379248"/>
            </a:xfrm>
            <a:custGeom>
              <a:avLst/>
              <a:gdLst>
                <a:gd name="connsiteX0" fmla="*/ 144836 w 389048"/>
                <a:gd name="connsiteY0" fmla="*/ 80559 h 363268"/>
                <a:gd name="connsiteX1" fmla="*/ 0 w 389048"/>
                <a:gd name="connsiteY1" fmla="*/ 80559 h 363268"/>
                <a:gd name="connsiteX2" fmla="*/ 0 w 389048"/>
                <a:gd name="connsiteY2" fmla="*/ 0 h 363268"/>
                <a:gd name="connsiteX3" fmla="*/ 389049 w 389048"/>
                <a:gd name="connsiteY3" fmla="*/ 0 h 363268"/>
                <a:gd name="connsiteX4" fmla="*/ 389049 w 389048"/>
                <a:gd name="connsiteY4" fmla="*/ 80559 h 363268"/>
                <a:gd name="connsiteX5" fmla="*/ 244212 w 389048"/>
                <a:gd name="connsiteY5" fmla="*/ 80559 h 363268"/>
                <a:gd name="connsiteX6" fmla="*/ 244212 w 389048"/>
                <a:gd name="connsiteY6" fmla="*/ 363268 h 363268"/>
                <a:gd name="connsiteX7" fmla="*/ 144836 w 389048"/>
                <a:gd name="connsiteY7" fmla="*/ 363268 h 363268"/>
                <a:gd name="connsiteX8" fmla="*/ 144836 w 389048"/>
                <a:gd name="connsiteY8" fmla="*/ 80559 h 36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048" h="363268">
                  <a:moveTo>
                    <a:pt x="144836" y="80559"/>
                  </a:moveTo>
                  <a:lnTo>
                    <a:pt x="0" y="80559"/>
                  </a:lnTo>
                  <a:lnTo>
                    <a:pt x="0" y="0"/>
                  </a:lnTo>
                  <a:lnTo>
                    <a:pt x="389049" y="0"/>
                  </a:lnTo>
                  <a:lnTo>
                    <a:pt x="389049" y="80559"/>
                  </a:lnTo>
                  <a:lnTo>
                    <a:pt x="244212" y="80559"/>
                  </a:lnTo>
                  <a:lnTo>
                    <a:pt x="244212" y="363268"/>
                  </a:lnTo>
                  <a:lnTo>
                    <a:pt x="144836" y="363268"/>
                  </a:lnTo>
                  <a:lnTo>
                    <a:pt x="144836" y="80559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07AB1D5B-1B46-C75F-566A-AC7B04482EC5}"/>
                </a:ext>
              </a:extLst>
            </p:cNvPr>
            <p:cNvSpPr/>
            <p:nvPr/>
          </p:nvSpPr>
          <p:spPr>
            <a:xfrm>
              <a:off x="6189289" y="1986147"/>
              <a:ext cx="418857" cy="379248"/>
            </a:xfrm>
            <a:custGeom>
              <a:avLst/>
              <a:gdLst>
                <a:gd name="connsiteX0" fmla="*/ 301831 w 401208"/>
                <a:gd name="connsiteY0" fmla="*/ 121617 h 363268"/>
                <a:gd name="connsiteX1" fmla="*/ 106779 w 401208"/>
                <a:gd name="connsiteY1" fmla="*/ 363268 h 363268"/>
                <a:gd name="connsiteX2" fmla="*/ 0 w 401208"/>
                <a:gd name="connsiteY2" fmla="*/ 363268 h 363268"/>
                <a:gd name="connsiteX3" fmla="*/ 0 w 401208"/>
                <a:gd name="connsiteY3" fmla="*/ 0 h 363268"/>
                <a:gd name="connsiteX4" fmla="*/ 99377 w 401208"/>
                <a:gd name="connsiteY4" fmla="*/ 0 h 363268"/>
                <a:gd name="connsiteX5" fmla="*/ 99377 w 401208"/>
                <a:gd name="connsiteY5" fmla="*/ 241651 h 363268"/>
                <a:gd name="connsiteX6" fmla="*/ 294429 w 401208"/>
                <a:gd name="connsiteY6" fmla="*/ 0 h 363268"/>
                <a:gd name="connsiteX7" fmla="*/ 401208 w 401208"/>
                <a:gd name="connsiteY7" fmla="*/ 0 h 363268"/>
                <a:gd name="connsiteX8" fmla="*/ 401208 w 401208"/>
                <a:gd name="connsiteY8" fmla="*/ 363268 h 363268"/>
                <a:gd name="connsiteX9" fmla="*/ 301831 w 401208"/>
                <a:gd name="connsiteY9" fmla="*/ 363268 h 363268"/>
                <a:gd name="connsiteX10" fmla="*/ 301831 w 401208"/>
                <a:gd name="connsiteY10" fmla="*/ 121617 h 36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1208" h="363268">
                  <a:moveTo>
                    <a:pt x="301831" y="121617"/>
                  </a:moveTo>
                  <a:lnTo>
                    <a:pt x="106779" y="363268"/>
                  </a:lnTo>
                  <a:lnTo>
                    <a:pt x="0" y="363268"/>
                  </a:lnTo>
                  <a:lnTo>
                    <a:pt x="0" y="0"/>
                  </a:lnTo>
                  <a:lnTo>
                    <a:pt x="99377" y="0"/>
                  </a:lnTo>
                  <a:lnTo>
                    <a:pt x="99377" y="241651"/>
                  </a:lnTo>
                  <a:lnTo>
                    <a:pt x="294429" y="0"/>
                  </a:lnTo>
                  <a:lnTo>
                    <a:pt x="401208" y="0"/>
                  </a:lnTo>
                  <a:lnTo>
                    <a:pt x="401208" y="363268"/>
                  </a:lnTo>
                  <a:lnTo>
                    <a:pt x="301831" y="363268"/>
                  </a:lnTo>
                  <a:lnTo>
                    <a:pt x="301831" y="121617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17579AD7-C574-17BD-4D6F-A1FCDF27712F}"/>
                </a:ext>
              </a:extLst>
            </p:cNvPr>
            <p:cNvSpPr/>
            <p:nvPr/>
          </p:nvSpPr>
          <p:spPr>
            <a:xfrm>
              <a:off x="5669287" y="1978450"/>
              <a:ext cx="437619" cy="394643"/>
            </a:xfrm>
            <a:custGeom>
              <a:avLst/>
              <a:gdLst>
                <a:gd name="connsiteX0" fmla="*/ 0 w 419180"/>
                <a:gd name="connsiteY0" fmla="*/ 189533 h 378014"/>
                <a:gd name="connsiteX1" fmla="*/ 14793 w 419180"/>
                <a:gd name="connsiteY1" fmla="*/ 100562 h 378014"/>
                <a:gd name="connsiteX2" fmla="*/ 56563 w 419180"/>
                <a:gd name="connsiteY2" fmla="*/ 41591 h 378014"/>
                <a:gd name="connsiteX3" fmla="*/ 123162 w 419180"/>
                <a:gd name="connsiteY3" fmla="*/ 9476 h 378014"/>
                <a:gd name="connsiteX4" fmla="*/ 212490 w 419180"/>
                <a:gd name="connsiteY4" fmla="*/ 0 h 378014"/>
                <a:gd name="connsiteX5" fmla="*/ 357860 w 419180"/>
                <a:gd name="connsiteY5" fmla="*/ 29492 h 378014"/>
                <a:gd name="connsiteX6" fmla="*/ 418647 w 419180"/>
                <a:gd name="connsiteY6" fmla="*/ 133209 h 378014"/>
                <a:gd name="connsiteX7" fmla="*/ 318214 w 419180"/>
                <a:gd name="connsiteY7" fmla="*/ 133209 h 378014"/>
                <a:gd name="connsiteX8" fmla="*/ 285436 w 419180"/>
                <a:gd name="connsiteY8" fmla="*/ 87400 h 378014"/>
                <a:gd name="connsiteX9" fmla="*/ 212490 w 419180"/>
                <a:gd name="connsiteY9" fmla="*/ 76340 h 378014"/>
                <a:gd name="connsiteX10" fmla="*/ 167565 w 419180"/>
                <a:gd name="connsiteY10" fmla="*/ 80027 h 378014"/>
                <a:gd name="connsiteX11" fmla="*/ 132142 w 419180"/>
                <a:gd name="connsiteY11" fmla="*/ 94241 h 378014"/>
                <a:gd name="connsiteX12" fmla="*/ 109412 w 419180"/>
                <a:gd name="connsiteY12" fmla="*/ 122149 h 378014"/>
                <a:gd name="connsiteX13" fmla="*/ 100954 w 419180"/>
                <a:gd name="connsiteY13" fmla="*/ 167946 h 378014"/>
                <a:gd name="connsiteX14" fmla="*/ 100954 w 419180"/>
                <a:gd name="connsiteY14" fmla="*/ 210068 h 378014"/>
                <a:gd name="connsiteX15" fmla="*/ 131620 w 419180"/>
                <a:gd name="connsiteY15" fmla="*/ 283254 h 378014"/>
                <a:gd name="connsiteX16" fmla="*/ 212490 w 419180"/>
                <a:gd name="connsiteY16" fmla="*/ 301674 h 378014"/>
                <a:gd name="connsiteX17" fmla="*/ 283859 w 419180"/>
                <a:gd name="connsiteY17" fmla="*/ 290627 h 378014"/>
                <a:gd name="connsiteX18" fmla="*/ 318748 w 419180"/>
                <a:gd name="connsiteY18" fmla="*/ 247972 h 378014"/>
                <a:gd name="connsiteX19" fmla="*/ 419181 w 419180"/>
                <a:gd name="connsiteY19" fmla="*/ 247972 h 378014"/>
                <a:gd name="connsiteX20" fmla="*/ 357326 w 419180"/>
                <a:gd name="connsiteY20" fmla="*/ 348003 h 378014"/>
                <a:gd name="connsiteX21" fmla="*/ 212490 w 419180"/>
                <a:gd name="connsiteY21" fmla="*/ 378014 h 378014"/>
                <a:gd name="connsiteX22" fmla="*/ 123162 w 419180"/>
                <a:gd name="connsiteY22" fmla="*/ 368538 h 378014"/>
                <a:gd name="connsiteX23" fmla="*/ 56563 w 419180"/>
                <a:gd name="connsiteY23" fmla="*/ 337475 h 378014"/>
                <a:gd name="connsiteX24" fmla="*/ 14793 w 419180"/>
                <a:gd name="connsiteY24" fmla="*/ 279035 h 378014"/>
                <a:gd name="connsiteX25" fmla="*/ 0 w 419180"/>
                <a:gd name="connsiteY25" fmla="*/ 189533 h 378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19180" h="378014">
                  <a:moveTo>
                    <a:pt x="0" y="189533"/>
                  </a:moveTo>
                  <a:cubicBezTo>
                    <a:pt x="0" y="154264"/>
                    <a:pt x="4757" y="124784"/>
                    <a:pt x="14793" y="100562"/>
                  </a:cubicBezTo>
                  <a:cubicBezTo>
                    <a:pt x="24307" y="76340"/>
                    <a:pt x="38057" y="56869"/>
                    <a:pt x="56563" y="41591"/>
                  </a:cubicBezTo>
                  <a:cubicBezTo>
                    <a:pt x="74536" y="26857"/>
                    <a:pt x="96731" y="16330"/>
                    <a:pt x="123162" y="9476"/>
                  </a:cubicBezTo>
                  <a:cubicBezTo>
                    <a:pt x="149593" y="3167"/>
                    <a:pt x="179191" y="0"/>
                    <a:pt x="212490" y="0"/>
                  </a:cubicBezTo>
                  <a:cubicBezTo>
                    <a:pt x="273289" y="0"/>
                    <a:pt x="321915" y="10008"/>
                    <a:pt x="357860" y="29492"/>
                  </a:cubicBezTo>
                  <a:cubicBezTo>
                    <a:pt x="393271" y="49496"/>
                    <a:pt x="413889" y="84245"/>
                    <a:pt x="418647" y="133209"/>
                  </a:cubicBezTo>
                  <a:lnTo>
                    <a:pt x="318214" y="133209"/>
                  </a:lnTo>
                  <a:cubicBezTo>
                    <a:pt x="314513" y="110038"/>
                    <a:pt x="303409" y="94773"/>
                    <a:pt x="285436" y="87400"/>
                  </a:cubicBezTo>
                  <a:cubicBezTo>
                    <a:pt x="267464" y="80027"/>
                    <a:pt x="243157" y="76340"/>
                    <a:pt x="212490" y="76340"/>
                  </a:cubicBezTo>
                  <a:cubicBezTo>
                    <a:pt x="196108" y="76340"/>
                    <a:pt x="181302" y="77392"/>
                    <a:pt x="167565" y="80027"/>
                  </a:cubicBezTo>
                  <a:cubicBezTo>
                    <a:pt x="153816" y="82662"/>
                    <a:pt x="142190" y="87400"/>
                    <a:pt x="132142" y="94241"/>
                  </a:cubicBezTo>
                  <a:cubicBezTo>
                    <a:pt x="122106" y="101094"/>
                    <a:pt x="114704" y="110038"/>
                    <a:pt x="109412" y="122149"/>
                  </a:cubicBezTo>
                  <a:cubicBezTo>
                    <a:pt x="103599" y="134260"/>
                    <a:pt x="100954" y="149526"/>
                    <a:pt x="100954" y="167946"/>
                  </a:cubicBezTo>
                  <a:lnTo>
                    <a:pt x="100954" y="210068"/>
                  </a:lnTo>
                  <a:cubicBezTo>
                    <a:pt x="100954" y="246401"/>
                    <a:pt x="111002" y="271143"/>
                    <a:pt x="131620" y="283254"/>
                  </a:cubicBezTo>
                  <a:cubicBezTo>
                    <a:pt x="152239" y="295365"/>
                    <a:pt x="179191" y="301674"/>
                    <a:pt x="212490" y="301674"/>
                  </a:cubicBezTo>
                  <a:cubicBezTo>
                    <a:pt x="242101" y="301674"/>
                    <a:pt x="265886" y="297987"/>
                    <a:pt x="283859" y="290627"/>
                  </a:cubicBezTo>
                  <a:cubicBezTo>
                    <a:pt x="301831" y="283774"/>
                    <a:pt x="313457" y="269559"/>
                    <a:pt x="318748" y="247972"/>
                  </a:cubicBezTo>
                  <a:lnTo>
                    <a:pt x="419181" y="247972"/>
                  </a:lnTo>
                  <a:cubicBezTo>
                    <a:pt x="413355" y="294833"/>
                    <a:pt x="392750" y="328531"/>
                    <a:pt x="357326" y="348003"/>
                  </a:cubicBezTo>
                  <a:cubicBezTo>
                    <a:pt x="321381" y="368019"/>
                    <a:pt x="273289" y="378014"/>
                    <a:pt x="212490" y="378014"/>
                  </a:cubicBezTo>
                  <a:cubicBezTo>
                    <a:pt x="179191" y="378014"/>
                    <a:pt x="149593" y="374860"/>
                    <a:pt x="123162" y="368538"/>
                  </a:cubicBezTo>
                  <a:cubicBezTo>
                    <a:pt x="96731" y="362229"/>
                    <a:pt x="74536" y="351689"/>
                    <a:pt x="56563" y="337475"/>
                  </a:cubicBezTo>
                  <a:cubicBezTo>
                    <a:pt x="38057" y="323261"/>
                    <a:pt x="24307" y="303790"/>
                    <a:pt x="14793" y="279035"/>
                  </a:cubicBezTo>
                  <a:cubicBezTo>
                    <a:pt x="4757" y="254826"/>
                    <a:pt x="0" y="224814"/>
                    <a:pt x="0" y="189533"/>
                  </a:cubicBez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E5A4B684-BA55-77AD-54D3-DE0845FAB97F}"/>
                </a:ext>
              </a:extLst>
            </p:cNvPr>
            <p:cNvSpPr/>
            <p:nvPr/>
          </p:nvSpPr>
          <p:spPr>
            <a:xfrm>
              <a:off x="5217125" y="1986147"/>
              <a:ext cx="398447" cy="379248"/>
            </a:xfrm>
            <a:custGeom>
              <a:avLst/>
              <a:gdLst>
                <a:gd name="connsiteX0" fmla="*/ 0 w 381658"/>
                <a:gd name="connsiteY0" fmla="*/ 0 h 363268"/>
                <a:gd name="connsiteX1" fmla="*/ 248982 w 381658"/>
                <a:gd name="connsiteY1" fmla="*/ 0 h 363268"/>
                <a:gd name="connsiteX2" fmla="*/ 349415 w 381658"/>
                <a:gd name="connsiteY2" fmla="*/ 33166 h 363268"/>
                <a:gd name="connsiteX3" fmla="*/ 381658 w 381658"/>
                <a:gd name="connsiteY3" fmla="*/ 124772 h 363268"/>
                <a:gd name="connsiteX4" fmla="*/ 349415 w 381658"/>
                <a:gd name="connsiteY4" fmla="*/ 217961 h 363268"/>
                <a:gd name="connsiteX5" fmla="*/ 248982 w 381658"/>
                <a:gd name="connsiteY5" fmla="*/ 251127 h 363268"/>
                <a:gd name="connsiteX6" fmla="*/ 99377 w 381658"/>
                <a:gd name="connsiteY6" fmla="*/ 251127 h 363268"/>
                <a:gd name="connsiteX7" fmla="*/ 99377 w 381658"/>
                <a:gd name="connsiteY7" fmla="*/ 363268 h 363268"/>
                <a:gd name="connsiteX8" fmla="*/ 0 w 381658"/>
                <a:gd name="connsiteY8" fmla="*/ 363268 h 363268"/>
                <a:gd name="connsiteX9" fmla="*/ 0 w 381658"/>
                <a:gd name="connsiteY9" fmla="*/ 0 h 363268"/>
                <a:gd name="connsiteX10" fmla="*/ 280692 w 381658"/>
                <a:gd name="connsiteY10" fmla="*/ 132677 h 363268"/>
                <a:gd name="connsiteX11" fmla="*/ 280692 w 381658"/>
                <a:gd name="connsiteY11" fmla="*/ 117931 h 363268"/>
                <a:gd name="connsiteX12" fmla="*/ 270122 w 381658"/>
                <a:gd name="connsiteY12" fmla="*/ 88451 h 363268"/>
                <a:gd name="connsiteX13" fmla="*/ 234698 w 381658"/>
                <a:gd name="connsiteY13" fmla="*/ 76872 h 363268"/>
                <a:gd name="connsiteX14" fmla="*/ 99377 w 381658"/>
                <a:gd name="connsiteY14" fmla="*/ 76872 h 363268"/>
                <a:gd name="connsiteX15" fmla="*/ 99377 w 381658"/>
                <a:gd name="connsiteY15" fmla="*/ 174267 h 363268"/>
                <a:gd name="connsiteX16" fmla="*/ 234698 w 381658"/>
                <a:gd name="connsiteY16" fmla="*/ 174267 h 363268"/>
                <a:gd name="connsiteX17" fmla="*/ 270122 w 381658"/>
                <a:gd name="connsiteY17" fmla="*/ 162688 h 363268"/>
                <a:gd name="connsiteX18" fmla="*/ 280692 w 381658"/>
                <a:gd name="connsiteY18" fmla="*/ 132677 h 36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81658" h="363268">
                  <a:moveTo>
                    <a:pt x="0" y="0"/>
                  </a:moveTo>
                  <a:lnTo>
                    <a:pt x="248982" y="0"/>
                  </a:lnTo>
                  <a:cubicBezTo>
                    <a:pt x="293907" y="0"/>
                    <a:pt x="327741" y="11060"/>
                    <a:pt x="349415" y="33166"/>
                  </a:cubicBezTo>
                  <a:cubicBezTo>
                    <a:pt x="371089" y="55285"/>
                    <a:pt x="381658" y="85816"/>
                    <a:pt x="381658" y="124772"/>
                  </a:cubicBezTo>
                  <a:cubicBezTo>
                    <a:pt x="381658" y="164791"/>
                    <a:pt x="371089" y="195854"/>
                    <a:pt x="349415" y="217961"/>
                  </a:cubicBezTo>
                  <a:cubicBezTo>
                    <a:pt x="327741" y="240080"/>
                    <a:pt x="293907" y="251127"/>
                    <a:pt x="248982" y="251127"/>
                  </a:cubicBezTo>
                  <a:lnTo>
                    <a:pt x="99377" y="251127"/>
                  </a:lnTo>
                  <a:lnTo>
                    <a:pt x="99377" y="363268"/>
                  </a:lnTo>
                  <a:lnTo>
                    <a:pt x="0" y="363268"/>
                  </a:lnTo>
                  <a:lnTo>
                    <a:pt x="0" y="0"/>
                  </a:lnTo>
                  <a:close/>
                  <a:moveTo>
                    <a:pt x="280692" y="132677"/>
                  </a:moveTo>
                  <a:lnTo>
                    <a:pt x="280692" y="117931"/>
                  </a:lnTo>
                  <a:cubicBezTo>
                    <a:pt x="280692" y="105820"/>
                    <a:pt x="276990" y="96344"/>
                    <a:pt x="270122" y="88451"/>
                  </a:cubicBezTo>
                  <a:cubicBezTo>
                    <a:pt x="262719" y="80559"/>
                    <a:pt x="251094" y="76872"/>
                    <a:pt x="234698" y="76872"/>
                  </a:cubicBezTo>
                  <a:lnTo>
                    <a:pt x="99377" y="76872"/>
                  </a:lnTo>
                  <a:lnTo>
                    <a:pt x="99377" y="174267"/>
                  </a:lnTo>
                  <a:lnTo>
                    <a:pt x="234698" y="174267"/>
                  </a:lnTo>
                  <a:cubicBezTo>
                    <a:pt x="251094" y="174267"/>
                    <a:pt x="262719" y="170581"/>
                    <a:pt x="270122" y="162688"/>
                  </a:cubicBezTo>
                  <a:cubicBezTo>
                    <a:pt x="276990" y="155315"/>
                    <a:pt x="280692" y="145307"/>
                    <a:pt x="280692" y="132677"/>
                  </a:cubicBez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209919A7-B129-BEBC-CD91-0622121F568E}"/>
                </a:ext>
              </a:extLst>
            </p:cNvPr>
            <p:cNvSpPr/>
            <p:nvPr/>
          </p:nvSpPr>
          <p:spPr>
            <a:xfrm>
              <a:off x="4777805" y="1986147"/>
              <a:ext cx="349328" cy="379248"/>
            </a:xfrm>
            <a:custGeom>
              <a:avLst/>
              <a:gdLst>
                <a:gd name="connsiteX0" fmla="*/ 0 w 334609"/>
                <a:gd name="connsiteY0" fmla="*/ 0 h 363268"/>
                <a:gd name="connsiteX1" fmla="*/ 332486 w 334609"/>
                <a:gd name="connsiteY1" fmla="*/ 0 h 363268"/>
                <a:gd name="connsiteX2" fmla="*/ 332486 w 334609"/>
                <a:gd name="connsiteY2" fmla="*/ 75821 h 363268"/>
                <a:gd name="connsiteX3" fmla="*/ 99377 w 334609"/>
                <a:gd name="connsiteY3" fmla="*/ 75821 h 363268"/>
                <a:gd name="connsiteX4" fmla="*/ 99377 w 334609"/>
                <a:gd name="connsiteY4" fmla="*/ 141101 h 363268"/>
                <a:gd name="connsiteX5" fmla="*/ 279102 w 334609"/>
                <a:gd name="connsiteY5" fmla="*/ 141101 h 363268"/>
                <a:gd name="connsiteX6" fmla="*/ 279102 w 334609"/>
                <a:gd name="connsiteY6" fmla="*/ 214274 h 363268"/>
                <a:gd name="connsiteX7" fmla="*/ 99377 w 334609"/>
                <a:gd name="connsiteY7" fmla="*/ 214274 h 363268"/>
                <a:gd name="connsiteX8" fmla="*/ 99377 w 334609"/>
                <a:gd name="connsiteY8" fmla="*/ 287460 h 363268"/>
                <a:gd name="connsiteX9" fmla="*/ 334610 w 334609"/>
                <a:gd name="connsiteY9" fmla="*/ 287460 h 363268"/>
                <a:gd name="connsiteX10" fmla="*/ 334610 w 334609"/>
                <a:gd name="connsiteY10" fmla="*/ 363268 h 363268"/>
                <a:gd name="connsiteX11" fmla="*/ 0 w 334609"/>
                <a:gd name="connsiteY11" fmla="*/ 363268 h 363268"/>
                <a:gd name="connsiteX12" fmla="*/ 0 w 334609"/>
                <a:gd name="connsiteY12" fmla="*/ 0 h 36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4609" h="363268">
                  <a:moveTo>
                    <a:pt x="0" y="0"/>
                  </a:moveTo>
                  <a:lnTo>
                    <a:pt x="332486" y="0"/>
                  </a:lnTo>
                  <a:lnTo>
                    <a:pt x="332486" y="75821"/>
                  </a:lnTo>
                  <a:lnTo>
                    <a:pt x="99377" y="75821"/>
                  </a:lnTo>
                  <a:lnTo>
                    <a:pt x="99377" y="141101"/>
                  </a:lnTo>
                  <a:lnTo>
                    <a:pt x="279102" y="141101"/>
                  </a:lnTo>
                  <a:lnTo>
                    <a:pt x="279102" y="214274"/>
                  </a:lnTo>
                  <a:lnTo>
                    <a:pt x="99377" y="214274"/>
                  </a:lnTo>
                  <a:lnTo>
                    <a:pt x="99377" y="287460"/>
                  </a:lnTo>
                  <a:lnTo>
                    <a:pt x="334610" y="287460"/>
                  </a:lnTo>
                  <a:lnTo>
                    <a:pt x="334610" y="363268"/>
                  </a:lnTo>
                  <a:lnTo>
                    <a:pt x="0" y="3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35F8C108-436B-0897-4108-9BE9CBCFAD7C}"/>
                </a:ext>
              </a:extLst>
            </p:cNvPr>
            <p:cNvSpPr/>
            <p:nvPr/>
          </p:nvSpPr>
          <p:spPr>
            <a:xfrm>
              <a:off x="4299684" y="1986147"/>
              <a:ext cx="389603" cy="379248"/>
            </a:xfrm>
            <a:custGeom>
              <a:avLst/>
              <a:gdLst>
                <a:gd name="connsiteX0" fmla="*/ 0 w 373187"/>
                <a:gd name="connsiteY0" fmla="*/ 0 h 363268"/>
                <a:gd name="connsiteX1" fmla="*/ 247914 w 373187"/>
                <a:gd name="connsiteY1" fmla="*/ 0 h 363268"/>
                <a:gd name="connsiteX2" fmla="*/ 332486 w 373187"/>
                <a:gd name="connsiteY2" fmla="*/ 22119 h 363268"/>
                <a:gd name="connsiteX3" fmla="*/ 362084 w 373187"/>
                <a:gd name="connsiteY3" fmla="*/ 87919 h 363268"/>
                <a:gd name="connsiteX4" fmla="*/ 349402 w 373187"/>
                <a:gd name="connsiteY4" fmla="*/ 136883 h 363268"/>
                <a:gd name="connsiteX5" fmla="*/ 302888 w 373187"/>
                <a:gd name="connsiteY5" fmla="*/ 170581 h 363268"/>
                <a:gd name="connsiteX6" fmla="*/ 356805 w 373187"/>
                <a:gd name="connsiteY6" fmla="*/ 202695 h 363268"/>
                <a:gd name="connsiteX7" fmla="*/ 373188 w 373187"/>
                <a:gd name="connsiteY7" fmla="*/ 256929 h 363268"/>
                <a:gd name="connsiteX8" fmla="*/ 343589 w 373187"/>
                <a:gd name="connsiteY8" fmla="*/ 335892 h 363268"/>
                <a:gd name="connsiteX9" fmla="*/ 253193 w 373187"/>
                <a:gd name="connsiteY9" fmla="*/ 363268 h 363268"/>
                <a:gd name="connsiteX10" fmla="*/ 0 w 373187"/>
                <a:gd name="connsiteY10" fmla="*/ 363268 h 363268"/>
                <a:gd name="connsiteX11" fmla="*/ 0 w 373187"/>
                <a:gd name="connsiteY11" fmla="*/ 0 h 363268"/>
                <a:gd name="connsiteX12" fmla="*/ 262707 w 373187"/>
                <a:gd name="connsiteY12" fmla="*/ 109506 h 363268"/>
                <a:gd name="connsiteX13" fmla="*/ 262707 w 373187"/>
                <a:gd name="connsiteY13" fmla="*/ 99511 h 363268"/>
                <a:gd name="connsiteX14" fmla="*/ 251603 w 373187"/>
                <a:gd name="connsiteY14" fmla="*/ 73705 h 363268"/>
                <a:gd name="connsiteX15" fmla="*/ 218838 w 373187"/>
                <a:gd name="connsiteY15" fmla="*/ 64761 h 363268"/>
                <a:gd name="connsiteX16" fmla="*/ 98321 w 373187"/>
                <a:gd name="connsiteY16" fmla="*/ 64761 h 363268"/>
                <a:gd name="connsiteX17" fmla="*/ 98321 w 373187"/>
                <a:gd name="connsiteY17" fmla="*/ 146359 h 363268"/>
                <a:gd name="connsiteX18" fmla="*/ 218838 w 373187"/>
                <a:gd name="connsiteY18" fmla="*/ 146359 h 363268"/>
                <a:gd name="connsiteX19" fmla="*/ 251603 w 373187"/>
                <a:gd name="connsiteY19" fmla="*/ 136883 h 363268"/>
                <a:gd name="connsiteX20" fmla="*/ 262707 w 373187"/>
                <a:gd name="connsiteY20" fmla="*/ 109506 h 363268"/>
                <a:gd name="connsiteX21" fmla="*/ 273811 w 373187"/>
                <a:gd name="connsiteY21" fmla="*/ 259032 h 363268"/>
                <a:gd name="connsiteX22" fmla="*/ 273811 w 373187"/>
                <a:gd name="connsiteY22" fmla="*/ 245337 h 363268"/>
                <a:gd name="connsiteX23" fmla="*/ 261651 w 373187"/>
                <a:gd name="connsiteY23" fmla="*/ 217441 h 363268"/>
                <a:gd name="connsiteX24" fmla="*/ 225185 w 373187"/>
                <a:gd name="connsiteY24" fmla="*/ 207965 h 363268"/>
                <a:gd name="connsiteX25" fmla="*/ 98321 w 373187"/>
                <a:gd name="connsiteY25" fmla="*/ 207965 h 363268"/>
                <a:gd name="connsiteX26" fmla="*/ 98321 w 373187"/>
                <a:gd name="connsiteY26" fmla="*/ 298519 h 363268"/>
                <a:gd name="connsiteX27" fmla="*/ 225185 w 373187"/>
                <a:gd name="connsiteY27" fmla="*/ 298519 h 363268"/>
                <a:gd name="connsiteX28" fmla="*/ 261129 w 373187"/>
                <a:gd name="connsiteY28" fmla="*/ 288511 h 363268"/>
                <a:gd name="connsiteX29" fmla="*/ 273811 w 373187"/>
                <a:gd name="connsiteY29" fmla="*/ 259032 h 36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3187" h="363268">
                  <a:moveTo>
                    <a:pt x="0" y="0"/>
                  </a:moveTo>
                  <a:lnTo>
                    <a:pt x="247914" y="0"/>
                  </a:lnTo>
                  <a:cubicBezTo>
                    <a:pt x="284381" y="0"/>
                    <a:pt x="312923" y="7373"/>
                    <a:pt x="332486" y="22119"/>
                  </a:cubicBezTo>
                  <a:cubicBezTo>
                    <a:pt x="352048" y="36853"/>
                    <a:pt x="362084" y="58972"/>
                    <a:pt x="362084" y="87919"/>
                  </a:cubicBezTo>
                  <a:cubicBezTo>
                    <a:pt x="362084" y="105820"/>
                    <a:pt x="357861" y="122149"/>
                    <a:pt x="349402" y="136883"/>
                  </a:cubicBezTo>
                  <a:cubicBezTo>
                    <a:pt x="340410" y="152148"/>
                    <a:pt x="325083" y="163208"/>
                    <a:pt x="302888" y="170581"/>
                  </a:cubicBezTo>
                  <a:cubicBezTo>
                    <a:pt x="327729" y="176902"/>
                    <a:pt x="345701" y="187430"/>
                    <a:pt x="356805" y="202695"/>
                  </a:cubicBezTo>
                  <a:cubicBezTo>
                    <a:pt x="367896" y="217961"/>
                    <a:pt x="373188" y="235861"/>
                    <a:pt x="373188" y="256929"/>
                  </a:cubicBezTo>
                  <a:cubicBezTo>
                    <a:pt x="373188" y="291146"/>
                    <a:pt x="363139" y="317471"/>
                    <a:pt x="343589" y="335892"/>
                  </a:cubicBezTo>
                  <a:cubicBezTo>
                    <a:pt x="323493" y="354324"/>
                    <a:pt x="293373" y="363268"/>
                    <a:pt x="253193" y="363268"/>
                  </a:cubicBezTo>
                  <a:lnTo>
                    <a:pt x="0" y="363268"/>
                  </a:lnTo>
                  <a:lnTo>
                    <a:pt x="0" y="0"/>
                  </a:lnTo>
                  <a:close/>
                  <a:moveTo>
                    <a:pt x="262707" y="109506"/>
                  </a:moveTo>
                  <a:lnTo>
                    <a:pt x="262707" y="99511"/>
                  </a:lnTo>
                  <a:cubicBezTo>
                    <a:pt x="262707" y="88451"/>
                    <a:pt x="259005" y="79495"/>
                    <a:pt x="251603" y="73705"/>
                  </a:cubicBezTo>
                  <a:cubicBezTo>
                    <a:pt x="243679" y="67916"/>
                    <a:pt x="233109" y="64761"/>
                    <a:pt x="218838" y="64761"/>
                  </a:cubicBezTo>
                  <a:lnTo>
                    <a:pt x="98321" y="64761"/>
                  </a:lnTo>
                  <a:lnTo>
                    <a:pt x="98321" y="146359"/>
                  </a:lnTo>
                  <a:lnTo>
                    <a:pt x="218838" y="146359"/>
                  </a:lnTo>
                  <a:cubicBezTo>
                    <a:pt x="233109" y="146359"/>
                    <a:pt x="243679" y="143204"/>
                    <a:pt x="251603" y="136883"/>
                  </a:cubicBezTo>
                  <a:cubicBezTo>
                    <a:pt x="259005" y="130574"/>
                    <a:pt x="262707" y="121617"/>
                    <a:pt x="262707" y="109506"/>
                  </a:cubicBezTo>
                  <a:close/>
                  <a:moveTo>
                    <a:pt x="273811" y="259032"/>
                  </a:moveTo>
                  <a:lnTo>
                    <a:pt x="273811" y="245337"/>
                  </a:lnTo>
                  <a:cubicBezTo>
                    <a:pt x="273811" y="233226"/>
                    <a:pt x="269575" y="224282"/>
                    <a:pt x="261651" y="217441"/>
                  </a:cubicBezTo>
                  <a:cubicBezTo>
                    <a:pt x="253193" y="211120"/>
                    <a:pt x="241033" y="207965"/>
                    <a:pt x="225185" y="207965"/>
                  </a:cubicBezTo>
                  <a:lnTo>
                    <a:pt x="98321" y="207965"/>
                  </a:lnTo>
                  <a:lnTo>
                    <a:pt x="98321" y="298519"/>
                  </a:lnTo>
                  <a:lnTo>
                    <a:pt x="225185" y="298519"/>
                  </a:lnTo>
                  <a:cubicBezTo>
                    <a:pt x="240512" y="298519"/>
                    <a:pt x="252671" y="295352"/>
                    <a:pt x="261129" y="288511"/>
                  </a:cubicBezTo>
                  <a:cubicBezTo>
                    <a:pt x="269575" y="281671"/>
                    <a:pt x="273811" y="272195"/>
                    <a:pt x="273811" y="259032"/>
                  </a:cubicBez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F7E41BD4-8DAB-1E98-E0C9-A0007AFC0BA1}"/>
                </a:ext>
              </a:extLst>
            </p:cNvPr>
            <p:cNvSpPr/>
            <p:nvPr/>
          </p:nvSpPr>
          <p:spPr>
            <a:xfrm>
              <a:off x="3774117" y="1986147"/>
              <a:ext cx="418857" cy="379248"/>
            </a:xfrm>
            <a:custGeom>
              <a:avLst/>
              <a:gdLst>
                <a:gd name="connsiteX0" fmla="*/ 301831 w 401208"/>
                <a:gd name="connsiteY0" fmla="*/ 121617 h 363268"/>
                <a:gd name="connsiteX1" fmla="*/ 106779 w 401208"/>
                <a:gd name="connsiteY1" fmla="*/ 363268 h 363268"/>
                <a:gd name="connsiteX2" fmla="*/ 0 w 401208"/>
                <a:gd name="connsiteY2" fmla="*/ 363268 h 363268"/>
                <a:gd name="connsiteX3" fmla="*/ 0 w 401208"/>
                <a:gd name="connsiteY3" fmla="*/ 0 h 363268"/>
                <a:gd name="connsiteX4" fmla="*/ 99377 w 401208"/>
                <a:gd name="connsiteY4" fmla="*/ 0 h 363268"/>
                <a:gd name="connsiteX5" fmla="*/ 99377 w 401208"/>
                <a:gd name="connsiteY5" fmla="*/ 241651 h 363268"/>
                <a:gd name="connsiteX6" fmla="*/ 294429 w 401208"/>
                <a:gd name="connsiteY6" fmla="*/ 0 h 363268"/>
                <a:gd name="connsiteX7" fmla="*/ 401208 w 401208"/>
                <a:gd name="connsiteY7" fmla="*/ 0 h 363268"/>
                <a:gd name="connsiteX8" fmla="*/ 401208 w 401208"/>
                <a:gd name="connsiteY8" fmla="*/ 363268 h 363268"/>
                <a:gd name="connsiteX9" fmla="*/ 301831 w 401208"/>
                <a:gd name="connsiteY9" fmla="*/ 363268 h 363268"/>
                <a:gd name="connsiteX10" fmla="*/ 301831 w 401208"/>
                <a:gd name="connsiteY10" fmla="*/ 121617 h 36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1208" h="363268">
                  <a:moveTo>
                    <a:pt x="301831" y="121617"/>
                  </a:moveTo>
                  <a:lnTo>
                    <a:pt x="106779" y="363268"/>
                  </a:lnTo>
                  <a:lnTo>
                    <a:pt x="0" y="363268"/>
                  </a:lnTo>
                  <a:lnTo>
                    <a:pt x="0" y="0"/>
                  </a:lnTo>
                  <a:lnTo>
                    <a:pt x="99377" y="0"/>
                  </a:lnTo>
                  <a:lnTo>
                    <a:pt x="99377" y="241651"/>
                  </a:lnTo>
                  <a:lnTo>
                    <a:pt x="294429" y="0"/>
                  </a:lnTo>
                  <a:lnTo>
                    <a:pt x="401208" y="0"/>
                  </a:lnTo>
                  <a:lnTo>
                    <a:pt x="401208" y="363268"/>
                  </a:lnTo>
                  <a:lnTo>
                    <a:pt x="301831" y="363268"/>
                  </a:lnTo>
                  <a:lnTo>
                    <a:pt x="301831" y="121617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A79B18A4-1B43-A65E-2016-1C1730C813F5}"/>
                </a:ext>
              </a:extLst>
            </p:cNvPr>
            <p:cNvSpPr/>
            <p:nvPr/>
          </p:nvSpPr>
          <p:spPr>
            <a:xfrm>
              <a:off x="3258803" y="1986147"/>
              <a:ext cx="409482" cy="379248"/>
            </a:xfrm>
            <a:custGeom>
              <a:avLst/>
              <a:gdLst>
                <a:gd name="connsiteX0" fmla="*/ 0 w 392228"/>
                <a:gd name="connsiteY0" fmla="*/ 0 h 363268"/>
                <a:gd name="connsiteX1" fmla="*/ 99377 w 392228"/>
                <a:gd name="connsiteY1" fmla="*/ 0 h 363268"/>
                <a:gd name="connsiteX2" fmla="*/ 99377 w 392228"/>
                <a:gd name="connsiteY2" fmla="*/ 136363 h 363268"/>
                <a:gd name="connsiteX3" fmla="*/ 292852 w 392228"/>
                <a:gd name="connsiteY3" fmla="*/ 136363 h 363268"/>
                <a:gd name="connsiteX4" fmla="*/ 292852 w 392228"/>
                <a:gd name="connsiteY4" fmla="*/ 0 h 363268"/>
                <a:gd name="connsiteX5" fmla="*/ 392228 w 392228"/>
                <a:gd name="connsiteY5" fmla="*/ 0 h 363268"/>
                <a:gd name="connsiteX6" fmla="*/ 392228 w 392228"/>
                <a:gd name="connsiteY6" fmla="*/ 363268 h 363268"/>
                <a:gd name="connsiteX7" fmla="*/ 292852 w 392228"/>
                <a:gd name="connsiteY7" fmla="*/ 363268 h 363268"/>
                <a:gd name="connsiteX8" fmla="*/ 292852 w 392228"/>
                <a:gd name="connsiteY8" fmla="*/ 216909 h 363268"/>
                <a:gd name="connsiteX9" fmla="*/ 99377 w 392228"/>
                <a:gd name="connsiteY9" fmla="*/ 216909 h 363268"/>
                <a:gd name="connsiteX10" fmla="*/ 99377 w 392228"/>
                <a:gd name="connsiteY10" fmla="*/ 363268 h 363268"/>
                <a:gd name="connsiteX11" fmla="*/ 0 w 392228"/>
                <a:gd name="connsiteY11" fmla="*/ 363268 h 363268"/>
                <a:gd name="connsiteX12" fmla="*/ 0 w 392228"/>
                <a:gd name="connsiteY12" fmla="*/ 0 h 36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2228" h="363268">
                  <a:moveTo>
                    <a:pt x="0" y="0"/>
                  </a:moveTo>
                  <a:lnTo>
                    <a:pt x="99377" y="0"/>
                  </a:lnTo>
                  <a:lnTo>
                    <a:pt x="99377" y="136363"/>
                  </a:lnTo>
                  <a:lnTo>
                    <a:pt x="292852" y="136363"/>
                  </a:lnTo>
                  <a:lnTo>
                    <a:pt x="292852" y="0"/>
                  </a:lnTo>
                  <a:lnTo>
                    <a:pt x="392228" y="0"/>
                  </a:lnTo>
                  <a:lnTo>
                    <a:pt x="392228" y="363268"/>
                  </a:lnTo>
                  <a:lnTo>
                    <a:pt x="292852" y="363268"/>
                  </a:lnTo>
                  <a:lnTo>
                    <a:pt x="292852" y="216909"/>
                  </a:lnTo>
                  <a:lnTo>
                    <a:pt x="99377" y="216909"/>
                  </a:lnTo>
                  <a:lnTo>
                    <a:pt x="99377" y="363268"/>
                  </a:lnTo>
                  <a:lnTo>
                    <a:pt x="0" y="3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A48824D1-BA7B-10F7-1E91-7B7A34505EFF}"/>
                </a:ext>
              </a:extLst>
            </p:cNvPr>
            <p:cNvSpPr/>
            <p:nvPr/>
          </p:nvSpPr>
          <p:spPr>
            <a:xfrm>
              <a:off x="2737751" y="1986147"/>
              <a:ext cx="454178" cy="379248"/>
            </a:xfrm>
            <a:custGeom>
              <a:avLst/>
              <a:gdLst>
                <a:gd name="connsiteX0" fmla="*/ 123162 w 435041"/>
                <a:gd name="connsiteY0" fmla="*/ 363268 h 363268"/>
                <a:gd name="connsiteX1" fmla="*/ 177614 w 435041"/>
                <a:gd name="connsiteY1" fmla="*/ 270611 h 363268"/>
                <a:gd name="connsiteX2" fmla="*/ 0 w 435041"/>
                <a:gd name="connsiteY2" fmla="*/ 0 h 363268"/>
                <a:gd name="connsiteX3" fmla="*/ 109425 w 435041"/>
                <a:gd name="connsiteY3" fmla="*/ 0 h 363268"/>
                <a:gd name="connsiteX4" fmla="*/ 229420 w 435041"/>
                <a:gd name="connsiteY4" fmla="*/ 183211 h 363268"/>
                <a:gd name="connsiteX5" fmla="*/ 337242 w 435041"/>
                <a:gd name="connsiteY5" fmla="*/ 0 h 363268"/>
                <a:gd name="connsiteX6" fmla="*/ 435042 w 435041"/>
                <a:gd name="connsiteY6" fmla="*/ 0 h 363268"/>
                <a:gd name="connsiteX7" fmla="*/ 220427 w 435041"/>
                <a:gd name="connsiteY7" fmla="*/ 363268 h 363268"/>
                <a:gd name="connsiteX8" fmla="*/ 123162 w 435041"/>
                <a:gd name="connsiteY8" fmla="*/ 363268 h 36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5041" h="363268">
                  <a:moveTo>
                    <a:pt x="123162" y="363268"/>
                  </a:moveTo>
                  <a:lnTo>
                    <a:pt x="177614" y="270611"/>
                  </a:lnTo>
                  <a:lnTo>
                    <a:pt x="0" y="0"/>
                  </a:lnTo>
                  <a:lnTo>
                    <a:pt x="109425" y="0"/>
                  </a:lnTo>
                  <a:lnTo>
                    <a:pt x="229420" y="183211"/>
                  </a:lnTo>
                  <a:lnTo>
                    <a:pt x="337242" y="0"/>
                  </a:lnTo>
                  <a:lnTo>
                    <a:pt x="435042" y="0"/>
                  </a:lnTo>
                  <a:lnTo>
                    <a:pt x="220427" y="363268"/>
                  </a:lnTo>
                  <a:lnTo>
                    <a:pt x="123162" y="363268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BE3E6F0D-4F7B-C5FE-F074-4ACB5B919561}"/>
                </a:ext>
              </a:extLst>
            </p:cNvPr>
            <p:cNvSpPr/>
            <p:nvPr/>
          </p:nvSpPr>
          <p:spPr>
            <a:xfrm>
              <a:off x="7767078" y="1292317"/>
              <a:ext cx="418856" cy="502916"/>
            </a:xfrm>
            <a:custGeom>
              <a:avLst/>
              <a:gdLst>
                <a:gd name="connsiteX0" fmla="*/ 301831 w 401207"/>
                <a:gd name="connsiteY0" fmla="*/ 240076 h 481725"/>
                <a:gd name="connsiteX1" fmla="*/ 106779 w 401207"/>
                <a:gd name="connsiteY1" fmla="*/ 481726 h 481725"/>
                <a:gd name="connsiteX2" fmla="*/ 0 w 401207"/>
                <a:gd name="connsiteY2" fmla="*/ 481726 h 481725"/>
                <a:gd name="connsiteX3" fmla="*/ 0 w 401207"/>
                <a:gd name="connsiteY3" fmla="*/ 118459 h 481725"/>
                <a:gd name="connsiteX4" fmla="*/ 99377 w 401207"/>
                <a:gd name="connsiteY4" fmla="*/ 118459 h 481725"/>
                <a:gd name="connsiteX5" fmla="*/ 99377 w 401207"/>
                <a:gd name="connsiteY5" fmla="*/ 360114 h 481725"/>
                <a:gd name="connsiteX6" fmla="*/ 294429 w 401207"/>
                <a:gd name="connsiteY6" fmla="*/ 118459 h 481725"/>
                <a:gd name="connsiteX7" fmla="*/ 401208 w 401207"/>
                <a:gd name="connsiteY7" fmla="*/ 118459 h 481725"/>
                <a:gd name="connsiteX8" fmla="*/ 401208 w 401207"/>
                <a:gd name="connsiteY8" fmla="*/ 481726 h 481725"/>
                <a:gd name="connsiteX9" fmla="*/ 301831 w 401207"/>
                <a:gd name="connsiteY9" fmla="*/ 481726 h 481725"/>
                <a:gd name="connsiteX10" fmla="*/ 301831 w 401207"/>
                <a:gd name="connsiteY10" fmla="*/ 240076 h 481725"/>
                <a:gd name="connsiteX11" fmla="*/ 78759 w 401207"/>
                <a:gd name="connsiteY11" fmla="*/ 0 h 481725"/>
                <a:gd name="connsiteX12" fmla="*/ 158051 w 401207"/>
                <a:gd name="connsiteY12" fmla="*/ 0 h 481725"/>
                <a:gd name="connsiteX13" fmla="*/ 170211 w 401207"/>
                <a:gd name="connsiteY13" fmla="*/ 30009 h 481725"/>
                <a:gd name="connsiteX14" fmla="*/ 201933 w 401207"/>
                <a:gd name="connsiteY14" fmla="*/ 38959 h 481725"/>
                <a:gd name="connsiteX15" fmla="*/ 233642 w 401207"/>
                <a:gd name="connsiteY15" fmla="*/ 30009 h 481725"/>
                <a:gd name="connsiteX16" fmla="*/ 245268 w 401207"/>
                <a:gd name="connsiteY16" fmla="*/ 0 h 481725"/>
                <a:gd name="connsiteX17" fmla="*/ 325095 w 401207"/>
                <a:gd name="connsiteY17" fmla="*/ 0 h 481725"/>
                <a:gd name="connsiteX18" fmla="*/ 293373 w 401207"/>
                <a:gd name="connsiteY18" fmla="*/ 68970 h 481725"/>
                <a:gd name="connsiteX19" fmla="*/ 201933 w 401207"/>
                <a:gd name="connsiteY19" fmla="*/ 92134 h 481725"/>
                <a:gd name="connsiteX20" fmla="*/ 110480 w 401207"/>
                <a:gd name="connsiteY20" fmla="*/ 68970 h 481725"/>
                <a:gd name="connsiteX21" fmla="*/ 78759 w 401207"/>
                <a:gd name="connsiteY21" fmla="*/ 0 h 481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01207" h="481725">
                  <a:moveTo>
                    <a:pt x="301831" y="240076"/>
                  </a:moveTo>
                  <a:lnTo>
                    <a:pt x="106779" y="481726"/>
                  </a:lnTo>
                  <a:lnTo>
                    <a:pt x="0" y="481726"/>
                  </a:lnTo>
                  <a:lnTo>
                    <a:pt x="0" y="118459"/>
                  </a:lnTo>
                  <a:lnTo>
                    <a:pt x="99377" y="118459"/>
                  </a:lnTo>
                  <a:lnTo>
                    <a:pt x="99377" y="360114"/>
                  </a:lnTo>
                  <a:lnTo>
                    <a:pt x="294429" y="118459"/>
                  </a:lnTo>
                  <a:lnTo>
                    <a:pt x="401208" y="118459"/>
                  </a:lnTo>
                  <a:lnTo>
                    <a:pt x="401208" y="481726"/>
                  </a:lnTo>
                  <a:lnTo>
                    <a:pt x="301831" y="481726"/>
                  </a:lnTo>
                  <a:lnTo>
                    <a:pt x="301831" y="240076"/>
                  </a:lnTo>
                  <a:close/>
                  <a:moveTo>
                    <a:pt x="78759" y="0"/>
                  </a:moveTo>
                  <a:lnTo>
                    <a:pt x="158051" y="0"/>
                  </a:lnTo>
                  <a:cubicBezTo>
                    <a:pt x="159107" y="14215"/>
                    <a:pt x="163342" y="24218"/>
                    <a:pt x="170211" y="30009"/>
                  </a:cubicBezTo>
                  <a:cubicBezTo>
                    <a:pt x="177080" y="35801"/>
                    <a:pt x="187662" y="38959"/>
                    <a:pt x="201933" y="38959"/>
                  </a:cubicBezTo>
                  <a:cubicBezTo>
                    <a:pt x="216204" y="38959"/>
                    <a:pt x="226774" y="35801"/>
                    <a:pt x="233642" y="30009"/>
                  </a:cubicBezTo>
                  <a:cubicBezTo>
                    <a:pt x="240511" y="24218"/>
                    <a:pt x="244747" y="14215"/>
                    <a:pt x="245268" y="0"/>
                  </a:cubicBezTo>
                  <a:lnTo>
                    <a:pt x="325095" y="0"/>
                  </a:lnTo>
                  <a:cubicBezTo>
                    <a:pt x="324040" y="30536"/>
                    <a:pt x="313457" y="53702"/>
                    <a:pt x="293373" y="68970"/>
                  </a:cubicBezTo>
                  <a:cubicBezTo>
                    <a:pt x="273289" y="84238"/>
                    <a:pt x="242635" y="92134"/>
                    <a:pt x="201933" y="92134"/>
                  </a:cubicBezTo>
                  <a:cubicBezTo>
                    <a:pt x="161231" y="92134"/>
                    <a:pt x="130565" y="84238"/>
                    <a:pt x="110480" y="68970"/>
                  </a:cubicBezTo>
                  <a:cubicBezTo>
                    <a:pt x="89863" y="53702"/>
                    <a:pt x="79293" y="30536"/>
                    <a:pt x="78759" y="0"/>
                  </a:cubicBez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1A34A5CB-F97A-A515-A005-62F4B74773DB}"/>
                </a:ext>
              </a:extLst>
            </p:cNvPr>
            <p:cNvSpPr/>
            <p:nvPr/>
          </p:nvSpPr>
          <p:spPr>
            <a:xfrm>
              <a:off x="7120274" y="1415987"/>
              <a:ext cx="540266" cy="379246"/>
            </a:xfrm>
            <a:custGeom>
              <a:avLst/>
              <a:gdLst>
                <a:gd name="connsiteX0" fmla="*/ 0 w 517501"/>
                <a:gd name="connsiteY0" fmla="*/ 0 h 363266"/>
                <a:gd name="connsiteX1" fmla="*/ 99377 w 517501"/>
                <a:gd name="connsiteY1" fmla="*/ 0 h 363266"/>
                <a:gd name="connsiteX2" fmla="*/ 99377 w 517501"/>
                <a:gd name="connsiteY2" fmla="*/ 112667 h 363266"/>
                <a:gd name="connsiteX3" fmla="*/ 248436 w 517501"/>
                <a:gd name="connsiteY3" fmla="*/ 112667 h 363266"/>
                <a:gd name="connsiteX4" fmla="*/ 348868 w 517501"/>
                <a:gd name="connsiteY4" fmla="*/ 145836 h 363266"/>
                <a:gd name="connsiteX5" fmla="*/ 381111 w 517501"/>
                <a:gd name="connsiteY5" fmla="*/ 238496 h 363266"/>
                <a:gd name="connsiteX6" fmla="*/ 348868 w 517501"/>
                <a:gd name="connsiteY6" fmla="*/ 330101 h 363266"/>
                <a:gd name="connsiteX7" fmla="*/ 248436 w 517501"/>
                <a:gd name="connsiteY7" fmla="*/ 363267 h 363266"/>
                <a:gd name="connsiteX8" fmla="*/ 0 w 517501"/>
                <a:gd name="connsiteY8" fmla="*/ 363267 h 363266"/>
                <a:gd name="connsiteX9" fmla="*/ 0 w 517501"/>
                <a:gd name="connsiteY9" fmla="*/ 0 h 363266"/>
                <a:gd name="connsiteX10" fmla="*/ 280158 w 517501"/>
                <a:gd name="connsiteY10" fmla="*/ 245867 h 363266"/>
                <a:gd name="connsiteX11" fmla="*/ 280158 w 517501"/>
                <a:gd name="connsiteY11" fmla="*/ 229546 h 363266"/>
                <a:gd name="connsiteX12" fmla="*/ 269053 w 517501"/>
                <a:gd name="connsiteY12" fmla="*/ 201116 h 363266"/>
                <a:gd name="connsiteX13" fmla="*/ 233109 w 517501"/>
                <a:gd name="connsiteY13" fmla="*/ 190587 h 363266"/>
                <a:gd name="connsiteX14" fmla="*/ 99377 w 517501"/>
                <a:gd name="connsiteY14" fmla="*/ 190587 h 363266"/>
                <a:gd name="connsiteX15" fmla="*/ 99377 w 517501"/>
                <a:gd name="connsiteY15" fmla="*/ 285356 h 363266"/>
                <a:gd name="connsiteX16" fmla="*/ 233109 w 517501"/>
                <a:gd name="connsiteY16" fmla="*/ 285356 h 363266"/>
                <a:gd name="connsiteX17" fmla="*/ 269053 w 517501"/>
                <a:gd name="connsiteY17" fmla="*/ 274296 h 363266"/>
                <a:gd name="connsiteX18" fmla="*/ 280158 w 517501"/>
                <a:gd name="connsiteY18" fmla="*/ 245867 h 363266"/>
                <a:gd name="connsiteX19" fmla="*/ 418125 w 517501"/>
                <a:gd name="connsiteY19" fmla="*/ 0 h 363266"/>
                <a:gd name="connsiteX20" fmla="*/ 517502 w 517501"/>
                <a:gd name="connsiteY20" fmla="*/ 0 h 363266"/>
                <a:gd name="connsiteX21" fmla="*/ 517502 w 517501"/>
                <a:gd name="connsiteY21" fmla="*/ 363267 h 363266"/>
                <a:gd name="connsiteX22" fmla="*/ 418125 w 517501"/>
                <a:gd name="connsiteY22" fmla="*/ 363267 h 363266"/>
                <a:gd name="connsiteX23" fmla="*/ 418125 w 517501"/>
                <a:gd name="connsiteY23" fmla="*/ 0 h 363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17501" h="363266">
                  <a:moveTo>
                    <a:pt x="0" y="0"/>
                  </a:moveTo>
                  <a:lnTo>
                    <a:pt x="99377" y="0"/>
                  </a:lnTo>
                  <a:lnTo>
                    <a:pt x="99377" y="112667"/>
                  </a:lnTo>
                  <a:lnTo>
                    <a:pt x="248436" y="112667"/>
                  </a:lnTo>
                  <a:cubicBezTo>
                    <a:pt x="293373" y="112667"/>
                    <a:pt x="327194" y="123723"/>
                    <a:pt x="348868" y="145836"/>
                  </a:cubicBezTo>
                  <a:cubicBezTo>
                    <a:pt x="370542" y="167948"/>
                    <a:pt x="381111" y="199010"/>
                    <a:pt x="381111" y="238496"/>
                  </a:cubicBezTo>
                  <a:cubicBezTo>
                    <a:pt x="381111" y="277451"/>
                    <a:pt x="370542" y="307994"/>
                    <a:pt x="348868" y="330101"/>
                  </a:cubicBezTo>
                  <a:cubicBezTo>
                    <a:pt x="327194" y="352220"/>
                    <a:pt x="293373" y="363267"/>
                    <a:pt x="248436" y="363267"/>
                  </a:cubicBezTo>
                  <a:lnTo>
                    <a:pt x="0" y="363267"/>
                  </a:lnTo>
                  <a:lnTo>
                    <a:pt x="0" y="0"/>
                  </a:lnTo>
                  <a:close/>
                  <a:moveTo>
                    <a:pt x="280158" y="245867"/>
                  </a:moveTo>
                  <a:lnTo>
                    <a:pt x="280158" y="229546"/>
                  </a:lnTo>
                  <a:cubicBezTo>
                    <a:pt x="280158" y="217963"/>
                    <a:pt x="276457" y="208487"/>
                    <a:pt x="269053" y="201116"/>
                  </a:cubicBezTo>
                  <a:cubicBezTo>
                    <a:pt x="261129" y="194272"/>
                    <a:pt x="249491" y="190587"/>
                    <a:pt x="233109" y="190587"/>
                  </a:cubicBezTo>
                  <a:lnTo>
                    <a:pt x="99377" y="190587"/>
                  </a:lnTo>
                  <a:lnTo>
                    <a:pt x="99377" y="285356"/>
                  </a:lnTo>
                  <a:lnTo>
                    <a:pt x="233109" y="285356"/>
                  </a:lnTo>
                  <a:cubicBezTo>
                    <a:pt x="249491" y="285356"/>
                    <a:pt x="261129" y="281669"/>
                    <a:pt x="269053" y="274296"/>
                  </a:cubicBezTo>
                  <a:cubicBezTo>
                    <a:pt x="276457" y="267455"/>
                    <a:pt x="280158" y="257977"/>
                    <a:pt x="280158" y="245867"/>
                  </a:cubicBezTo>
                  <a:close/>
                  <a:moveTo>
                    <a:pt x="418125" y="0"/>
                  </a:moveTo>
                  <a:lnTo>
                    <a:pt x="517502" y="0"/>
                  </a:lnTo>
                  <a:lnTo>
                    <a:pt x="517502" y="363267"/>
                  </a:lnTo>
                  <a:lnTo>
                    <a:pt x="418125" y="363267"/>
                  </a:lnTo>
                  <a:lnTo>
                    <a:pt x="418125" y="0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" name="Полилиния 23">
              <a:extLst>
                <a:ext uri="{FF2B5EF4-FFF2-40B4-BE49-F238E27FC236}">
                  <a16:creationId xmlns:a16="http://schemas.microsoft.com/office/drawing/2014/main" id="{C15598F6-5765-A83C-BC4B-C99206AD2B59}"/>
                </a:ext>
              </a:extLst>
            </p:cNvPr>
            <p:cNvSpPr/>
            <p:nvPr/>
          </p:nvSpPr>
          <p:spPr>
            <a:xfrm>
              <a:off x="6604959" y="1415987"/>
              <a:ext cx="409468" cy="379246"/>
            </a:xfrm>
            <a:custGeom>
              <a:avLst/>
              <a:gdLst>
                <a:gd name="connsiteX0" fmla="*/ 0 w 392215"/>
                <a:gd name="connsiteY0" fmla="*/ 0 h 363266"/>
                <a:gd name="connsiteX1" fmla="*/ 99377 w 392215"/>
                <a:gd name="connsiteY1" fmla="*/ 0 h 363266"/>
                <a:gd name="connsiteX2" fmla="*/ 99377 w 392215"/>
                <a:gd name="connsiteY2" fmla="*/ 136358 h 363266"/>
                <a:gd name="connsiteX3" fmla="*/ 292839 w 392215"/>
                <a:gd name="connsiteY3" fmla="*/ 136358 h 363266"/>
                <a:gd name="connsiteX4" fmla="*/ 292839 w 392215"/>
                <a:gd name="connsiteY4" fmla="*/ 0 h 363266"/>
                <a:gd name="connsiteX5" fmla="*/ 392216 w 392215"/>
                <a:gd name="connsiteY5" fmla="*/ 0 h 363266"/>
                <a:gd name="connsiteX6" fmla="*/ 392216 w 392215"/>
                <a:gd name="connsiteY6" fmla="*/ 363267 h 363266"/>
                <a:gd name="connsiteX7" fmla="*/ 292839 w 392215"/>
                <a:gd name="connsiteY7" fmla="*/ 363267 h 363266"/>
                <a:gd name="connsiteX8" fmla="*/ 292839 w 392215"/>
                <a:gd name="connsiteY8" fmla="*/ 216911 h 363266"/>
                <a:gd name="connsiteX9" fmla="*/ 99377 w 392215"/>
                <a:gd name="connsiteY9" fmla="*/ 216911 h 363266"/>
                <a:gd name="connsiteX10" fmla="*/ 99377 w 392215"/>
                <a:gd name="connsiteY10" fmla="*/ 363267 h 363266"/>
                <a:gd name="connsiteX11" fmla="*/ 0 w 392215"/>
                <a:gd name="connsiteY11" fmla="*/ 363267 h 363266"/>
                <a:gd name="connsiteX12" fmla="*/ 0 w 392215"/>
                <a:gd name="connsiteY12" fmla="*/ 0 h 363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2215" h="363266">
                  <a:moveTo>
                    <a:pt x="0" y="0"/>
                  </a:moveTo>
                  <a:lnTo>
                    <a:pt x="99377" y="0"/>
                  </a:lnTo>
                  <a:lnTo>
                    <a:pt x="99377" y="136358"/>
                  </a:lnTo>
                  <a:lnTo>
                    <a:pt x="292839" y="136358"/>
                  </a:lnTo>
                  <a:lnTo>
                    <a:pt x="292839" y="0"/>
                  </a:lnTo>
                  <a:lnTo>
                    <a:pt x="392216" y="0"/>
                  </a:lnTo>
                  <a:lnTo>
                    <a:pt x="392216" y="363267"/>
                  </a:lnTo>
                  <a:lnTo>
                    <a:pt x="292839" y="363267"/>
                  </a:lnTo>
                  <a:lnTo>
                    <a:pt x="292839" y="216911"/>
                  </a:lnTo>
                  <a:lnTo>
                    <a:pt x="99377" y="216911"/>
                  </a:lnTo>
                  <a:lnTo>
                    <a:pt x="99377" y="363267"/>
                  </a:lnTo>
                  <a:lnTo>
                    <a:pt x="0" y="3632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79416242-5E71-6EF8-345A-BA7DEF041C9D}"/>
                </a:ext>
              </a:extLst>
            </p:cNvPr>
            <p:cNvSpPr/>
            <p:nvPr/>
          </p:nvSpPr>
          <p:spPr>
            <a:xfrm>
              <a:off x="6136784" y="1415987"/>
              <a:ext cx="397889" cy="379246"/>
            </a:xfrm>
            <a:custGeom>
              <a:avLst/>
              <a:gdLst>
                <a:gd name="connsiteX0" fmla="*/ 0 w 381124"/>
                <a:gd name="connsiteY0" fmla="*/ 0 h 363266"/>
                <a:gd name="connsiteX1" fmla="*/ 99377 w 381124"/>
                <a:gd name="connsiteY1" fmla="*/ 0 h 363266"/>
                <a:gd name="connsiteX2" fmla="*/ 99377 w 381124"/>
                <a:gd name="connsiteY2" fmla="*/ 112667 h 363266"/>
                <a:gd name="connsiteX3" fmla="*/ 248448 w 381124"/>
                <a:gd name="connsiteY3" fmla="*/ 112667 h 363266"/>
                <a:gd name="connsiteX4" fmla="*/ 348880 w 381124"/>
                <a:gd name="connsiteY4" fmla="*/ 145836 h 363266"/>
                <a:gd name="connsiteX5" fmla="*/ 381124 w 381124"/>
                <a:gd name="connsiteY5" fmla="*/ 238496 h 363266"/>
                <a:gd name="connsiteX6" fmla="*/ 348880 w 381124"/>
                <a:gd name="connsiteY6" fmla="*/ 330101 h 363266"/>
                <a:gd name="connsiteX7" fmla="*/ 248448 w 381124"/>
                <a:gd name="connsiteY7" fmla="*/ 363267 h 363266"/>
                <a:gd name="connsiteX8" fmla="*/ 0 w 381124"/>
                <a:gd name="connsiteY8" fmla="*/ 363267 h 363266"/>
                <a:gd name="connsiteX9" fmla="*/ 0 w 381124"/>
                <a:gd name="connsiteY9" fmla="*/ 0 h 363266"/>
                <a:gd name="connsiteX10" fmla="*/ 280158 w 381124"/>
                <a:gd name="connsiteY10" fmla="*/ 245867 h 363266"/>
                <a:gd name="connsiteX11" fmla="*/ 280158 w 381124"/>
                <a:gd name="connsiteY11" fmla="*/ 229546 h 363266"/>
                <a:gd name="connsiteX12" fmla="*/ 269066 w 381124"/>
                <a:gd name="connsiteY12" fmla="*/ 201116 h 363266"/>
                <a:gd name="connsiteX13" fmla="*/ 233121 w 381124"/>
                <a:gd name="connsiteY13" fmla="*/ 190587 h 363266"/>
                <a:gd name="connsiteX14" fmla="*/ 99377 w 381124"/>
                <a:gd name="connsiteY14" fmla="*/ 190587 h 363266"/>
                <a:gd name="connsiteX15" fmla="*/ 99377 w 381124"/>
                <a:gd name="connsiteY15" fmla="*/ 285356 h 363266"/>
                <a:gd name="connsiteX16" fmla="*/ 233121 w 381124"/>
                <a:gd name="connsiteY16" fmla="*/ 285356 h 363266"/>
                <a:gd name="connsiteX17" fmla="*/ 269066 w 381124"/>
                <a:gd name="connsiteY17" fmla="*/ 274296 h 363266"/>
                <a:gd name="connsiteX18" fmla="*/ 280158 w 381124"/>
                <a:gd name="connsiteY18" fmla="*/ 245867 h 363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81124" h="363266">
                  <a:moveTo>
                    <a:pt x="0" y="0"/>
                  </a:moveTo>
                  <a:lnTo>
                    <a:pt x="99377" y="0"/>
                  </a:lnTo>
                  <a:lnTo>
                    <a:pt x="99377" y="112667"/>
                  </a:lnTo>
                  <a:lnTo>
                    <a:pt x="248448" y="112667"/>
                  </a:lnTo>
                  <a:cubicBezTo>
                    <a:pt x="293373" y="112667"/>
                    <a:pt x="327207" y="123723"/>
                    <a:pt x="348880" y="145836"/>
                  </a:cubicBezTo>
                  <a:cubicBezTo>
                    <a:pt x="370554" y="167948"/>
                    <a:pt x="381124" y="199010"/>
                    <a:pt x="381124" y="238496"/>
                  </a:cubicBezTo>
                  <a:cubicBezTo>
                    <a:pt x="381124" y="277451"/>
                    <a:pt x="370554" y="307994"/>
                    <a:pt x="348880" y="330101"/>
                  </a:cubicBezTo>
                  <a:cubicBezTo>
                    <a:pt x="327207" y="352220"/>
                    <a:pt x="293373" y="363267"/>
                    <a:pt x="248448" y="363267"/>
                  </a:cubicBezTo>
                  <a:lnTo>
                    <a:pt x="0" y="363267"/>
                  </a:lnTo>
                  <a:lnTo>
                    <a:pt x="0" y="0"/>
                  </a:lnTo>
                  <a:close/>
                  <a:moveTo>
                    <a:pt x="280158" y="245867"/>
                  </a:moveTo>
                  <a:lnTo>
                    <a:pt x="280158" y="229546"/>
                  </a:lnTo>
                  <a:cubicBezTo>
                    <a:pt x="280158" y="217963"/>
                    <a:pt x="276456" y="208487"/>
                    <a:pt x="269066" y="201116"/>
                  </a:cubicBezTo>
                  <a:cubicBezTo>
                    <a:pt x="261129" y="194272"/>
                    <a:pt x="249504" y="190587"/>
                    <a:pt x="233121" y="190587"/>
                  </a:cubicBezTo>
                  <a:lnTo>
                    <a:pt x="99377" y="190587"/>
                  </a:lnTo>
                  <a:lnTo>
                    <a:pt x="99377" y="285356"/>
                  </a:lnTo>
                  <a:lnTo>
                    <a:pt x="233121" y="285356"/>
                  </a:lnTo>
                  <a:cubicBezTo>
                    <a:pt x="249504" y="285356"/>
                    <a:pt x="261129" y="281669"/>
                    <a:pt x="269066" y="274296"/>
                  </a:cubicBezTo>
                  <a:cubicBezTo>
                    <a:pt x="276456" y="267455"/>
                    <a:pt x="280158" y="257977"/>
                    <a:pt x="280158" y="245867"/>
                  </a:cubicBez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9" name="Полилиния 28">
              <a:extLst>
                <a:ext uri="{FF2B5EF4-FFF2-40B4-BE49-F238E27FC236}">
                  <a16:creationId xmlns:a16="http://schemas.microsoft.com/office/drawing/2014/main" id="{DBCE4396-77A2-8732-609D-BF8539E022C4}"/>
                </a:ext>
              </a:extLst>
            </p:cNvPr>
            <p:cNvSpPr/>
            <p:nvPr/>
          </p:nvSpPr>
          <p:spPr>
            <a:xfrm>
              <a:off x="5605175" y="1415987"/>
              <a:ext cx="425470" cy="379246"/>
            </a:xfrm>
            <a:custGeom>
              <a:avLst/>
              <a:gdLst>
                <a:gd name="connsiteX0" fmla="*/ 0 w 407542"/>
                <a:gd name="connsiteY0" fmla="*/ 276399 h 363266"/>
                <a:gd name="connsiteX1" fmla="*/ 10036 w 407542"/>
                <a:gd name="connsiteY1" fmla="*/ 276399 h 363266"/>
                <a:gd name="connsiteX2" fmla="*/ 54973 w 407542"/>
                <a:gd name="connsiteY2" fmla="*/ 246394 h 363266"/>
                <a:gd name="connsiteX3" fmla="*/ 64487 w 407542"/>
                <a:gd name="connsiteY3" fmla="*/ 150574 h 363266"/>
                <a:gd name="connsiteX4" fmla="*/ 64487 w 407542"/>
                <a:gd name="connsiteY4" fmla="*/ 0 h 363266"/>
                <a:gd name="connsiteX5" fmla="*/ 407542 w 407542"/>
                <a:gd name="connsiteY5" fmla="*/ 0 h 363266"/>
                <a:gd name="connsiteX6" fmla="*/ 407542 w 407542"/>
                <a:gd name="connsiteY6" fmla="*/ 363267 h 363266"/>
                <a:gd name="connsiteX7" fmla="*/ 308166 w 407542"/>
                <a:gd name="connsiteY7" fmla="*/ 363267 h 363266"/>
                <a:gd name="connsiteX8" fmla="*/ 308166 w 407542"/>
                <a:gd name="connsiteY8" fmla="*/ 80552 h 363266"/>
                <a:gd name="connsiteX9" fmla="*/ 156983 w 407542"/>
                <a:gd name="connsiteY9" fmla="*/ 80552 h 363266"/>
                <a:gd name="connsiteX10" fmla="*/ 156983 w 407542"/>
                <a:gd name="connsiteY10" fmla="*/ 150574 h 363266"/>
                <a:gd name="connsiteX11" fmla="*/ 151704 w 407542"/>
                <a:gd name="connsiteY11" fmla="*/ 249552 h 363266"/>
                <a:gd name="connsiteX12" fmla="*/ 132142 w 407542"/>
                <a:gd name="connsiteY12" fmla="*/ 315367 h 363266"/>
                <a:gd name="connsiteX13" fmla="*/ 92496 w 407542"/>
                <a:gd name="connsiteY13" fmla="*/ 351688 h 363266"/>
                <a:gd name="connsiteX14" fmla="*/ 27486 w 407542"/>
                <a:gd name="connsiteY14" fmla="*/ 363267 h 363266"/>
                <a:gd name="connsiteX15" fmla="*/ 0 w 407542"/>
                <a:gd name="connsiteY15" fmla="*/ 363267 h 363266"/>
                <a:gd name="connsiteX16" fmla="*/ 0 w 407542"/>
                <a:gd name="connsiteY16" fmla="*/ 276399 h 363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7542" h="363266">
                  <a:moveTo>
                    <a:pt x="0" y="276399"/>
                  </a:moveTo>
                  <a:lnTo>
                    <a:pt x="10036" y="276399"/>
                  </a:lnTo>
                  <a:cubicBezTo>
                    <a:pt x="33299" y="276399"/>
                    <a:pt x="48092" y="266404"/>
                    <a:pt x="54973" y="246394"/>
                  </a:cubicBezTo>
                  <a:cubicBezTo>
                    <a:pt x="61308" y="226387"/>
                    <a:pt x="64487" y="194272"/>
                    <a:pt x="64487" y="150574"/>
                  </a:cubicBezTo>
                  <a:lnTo>
                    <a:pt x="64487" y="0"/>
                  </a:lnTo>
                  <a:lnTo>
                    <a:pt x="407542" y="0"/>
                  </a:lnTo>
                  <a:lnTo>
                    <a:pt x="407542" y="363267"/>
                  </a:lnTo>
                  <a:lnTo>
                    <a:pt x="308166" y="363267"/>
                  </a:lnTo>
                  <a:lnTo>
                    <a:pt x="308166" y="80552"/>
                  </a:lnTo>
                  <a:lnTo>
                    <a:pt x="156983" y="80552"/>
                  </a:lnTo>
                  <a:lnTo>
                    <a:pt x="156983" y="150574"/>
                  </a:lnTo>
                  <a:cubicBezTo>
                    <a:pt x="156983" y="189534"/>
                    <a:pt x="155406" y="222701"/>
                    <a:pt x="151704" y="249552"/>
                  </a:cubicBezTo>
                  <a:cubicBezTo>
                    <a:pt x="148003" y="276931"/>
                    <a:pt x="141656" y="299038"/>
                    <a:pt x="132142" y="315367"/>
                  </a:cubicBezTo>
                  <a:cubicBezTo>
                    <a:pt x="122106" y="332216"/>
                    <a:pt x="108891" y="344315"/>
                    <a:pt x="92496" y="351688"/>
                  </a:cubicBezTo>
                  <a:cubicBezTo>
                    <a:pt x="75579" y="359593"/>
                    <a:pt x="53917" y="363267"/>
                    <a:pt x="27486" y="363267"/>
                  </a:cubicBezTo>
                  <a:lnTo>
                    <a:pt x="0" y="363267"/>
                  </a:lnTo>
                  <a:lnTo>
                    <a:pt x="0" y="276399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0" name="Полилиния 29">
              <a:extLst>
                <a:ext uri="{FF2B5EF4-FFF2-40B4-BE49-F238E27FC236}">
                  <a16:creationId xmlns:a16="http://schemas.microsoft.com/office/drawing/2014/main" id="{3A8A521E-AA04-AE65-B13F-486A829CB990}"/>
                </a:ext>
              </a:extLst>
            </p:cNvPr>
            <p:cNvSpPr/>
            <p:nvPr/>
          </p:nvSpPr>
          <p:spPr>
            <a:xfrm>
              <a:off x="5096605" y="1415987"/>
              <a:ext cx="471282" cy="379246"/>
            </a:xfrm>
            <a:custGeom>
              <a:avLst/>
              <a:gdLst>
                <a:gd name="connsiteX0" fmla="*/ 157517 w 451424"/>
                <a:gd name="connsiteY0" fmla="*/ 0 h 363266"/>
                <a:gd name="connsiteX1" fmla="*/ 294429 w 451424"/>
                <a:gd name="connsiteY1" fmla="*/ 0 h 363266"/>
                <a:gd name="connsiteX2" fmla="*/ 451424 w 451424"/>
                <a:gd name="connsiteY2" fmla="*/ 363267 h 363266"/>
                <a:gd name="connsiteX3" fmla="*/ 347812 w 451424"/>
                <a:gd name="connsiteY3" fmla="*/ 363267 h 363266"/>
                <a:gd name="connsiteX4" fmla="*/ 313457 w 451424"/>
                <a:gd name="connsiteY4" fmla="*/ 282721 h 363266"/>
                <a:gd name="connsiteX5" fmla="*/ 127385 w 451424"/>
                <a:gd name="connsiteY5" fmla="*/ 282721 h 363266"/>
                <a:gd name="connsiteX6" fmla="*/ 93030 w 451424"/>
                <a:gd name="connsiteY6" fmla="*/ 363267 h 363266"/>
                <a:gd name="connsiteX7" fmla="*/ 0 w 451424"/>
                <a:gd name="connsiteY7" fmla="*/ 363267 h 363266"/>
                <a:gd name="connsiteX8" fmla="*/ 157517 w 451424"/>
                <a:gd name="connsiteY8" fmla="*/ 0 h 363266"/>
                <a:gd name="connsiteX9" fmla="*/ 158051 w 451424"/>
                <a:gd name="connsiteY9" fmla="*/ 211120 h 363266"/>
                <a:gd name="connsiteX10" fmla="*/ 282803 w 451424"/>
                <a:gd name="connsiteY10" fmla="*/ 211120 h 363266"/>
                <a:gd name="connsiteX11" fmla="*/ 220428 w 451424"/>
                <a:gd name="connsiteY11" fmla="*/ 64757 h 363266"/>
                <a:gd name="connsiteX12" fmla="*/ 158051 w 451424"/>
                <a:gd name="connsiteY12" fmla="*/ 211120 h 363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1424" h="363266">
                  <a:moveTo>
                    <a:pt x="157517" y="0"/>
                  </a:moveTo>
                  <a:lnTo>
                    <a:pt x="294429" y="0"/>
                  </a:lnTo>
                  <a:lnTo>
                    <a:pt x="451424" y="363267"/>
                  </a:lnTo>
                  <a:lnTo>
                    <a:pt x="347812" y="363267"/>
                  </a:lnTo>
                  <a:lnTo>
                    <a:pt x="313457" y="282721"/>
                  </a:lnTo>
                  <a:lnTo>
                    <a:pt x="127385" y="282721"/>
                  </a:lnTo>
                  <a:lnTo>
                    <a:pt x="93030" y="363267"/>
                  </a:lnTo>
                  <a:lnTo>
                    <a:pt x="0" y="363267"/>
                  </a:lnTo>
                  <a:lnTo>
                    <a:pt x="157517" y="0"/>
                  </a:lnTo>
                  <a:close/>
                  <a:moveTo>
                    <a:pt x="158051" y="211120"/>
                  </a:moveTo>
                  <a:lnTo>
                    <a:pt x="282803" y="211120"/>
                  </a:lnTo>
                  <a:lnTo>
                    <a:pt x="220428" y="64757"/>
                  </a:lnTo>
                  <a:lnTo>
                    <a:pt x="158051" y="211120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1" name="Полилиния 30">
              <a:extLst>
                <a:ext uri="{FF2B5EF4-FFF2-40B4-BE49-F238E27FC236}">
                  <a16:creationId xmlns:a16="http://schemas.microsoft.com/office/drawing/2014/main" id="{DC9300A3-3C38-F0F5-1A2D-9D00DCD71C7C}"/>
                </a:ext>
              </a:extLst>
            </p:cNvPr>
            <p:cNvSpPr/>
            <p:nvPr/>
          </p:nvSpPr>
          <p:spPr>
            <a:xfrm>
              <a:off x="4704280" y="1415987"/>
              <a:ext cx="398433" cy="379246"/>
            </a:xfrm>
            <a:custGeom>
              <a:avLst/>
              <a:gdLst>
                <a:gd name="connsiteX0" fmla="*/ 0 w 381645"/>
                <a:gd name="connsiteY0" fmla="*/ 0 h 363266"/>
                <a:gd name="connsiteX1" fmla="*/ 248969 w 381645"/>
                <a:gd name="connsiteY1" fmla="*/ 0 h 363266"/>
                <a:gd name="connsiteX2" fmla="*/ 349402 w 381645"/>
                <a:gd name="connsiteY2" fmla="*/ 33169 h 363266"/>
                <a:gd name="connsiteX3" fmla="*/ 381646 w 381645"/>
                <a:gd name="connsiteY3" fmla="*/ 124777 h 363266"/>
                <a:gd name="connsiteX4" fmla="*/ 349402 w 381645"/>
                <a:gd name="connsiteY4" fmla="*/ 217963 h 363266"/>
                <a:gd name="connsiteX5" fmla="*/ 248969 w 381645"/>
                <a:gd name="connsiteY5" fmla="*/ 251132 h 363266"/>
                <a:gd name="connsiteX6" fmla="*/ 99377 w 381645"/>
                <a:gd name="connsiteY6" fmla="*/ 251132 h 363266"/>
                <a:gd name="connsiteX7" fmla="*/ 99377 w 381645"/>
                <a:gd name="connsiteY7" fmla="*/ 363267 h 363266"/>
                <a:gd name="connsiteX8" fmla="*/ 0 w 381645"/>
                <a:gd name="connsiteY8" fmla="*/ 363267 h 363266"/>
                <a:gd name="connsiteX9" fmla="*/ 0 w 381645"/>
                <a:gd name="connsiteY9" fmla="*/ 0 h 363266"/>
                <a:gd name="connsiteX10" fmla="*/ 280679 w 381645"/>
                <a:gd name="connsiteY10" fmla="*/ 132673 h 363266"/>
                <a:gd name="connsiteX11" fmla="*/ 280679 w 381645"/>
                <a:gd name="connsiteY11" fmla="*/ 117932 h 363266"/>
                <a:gd name="connsiteX12" fmla="*/ 270109 w 381645"/>
                <a:gd name="connsiteY12" fmla="*/ 88449 h 363266"/>
                <a:gd name="connsiteX13" fmla="*/ 234698 w 381645"/>
                <a:gd name="connsiteY13" fmla="*/ 76866 h 363266"/>
                <a:gd name="connsiteX14" fmla="*/ 99377 w 381645"/>
                <a:gd name="connsiteY14" fmla="*/ 76866 h 363266"/>
                <a:gd name="connsiteX15" fmla="*/ 99377 w 381645"/>
                <a:gd name="connsiteY15" fmla="*/ 174266 h 363266"/>
                <a:gd name="connsiteX16" fmla="*/ 234698 w 381645"/>
                <a:gd name="connsiteY16" fmla="*/ 174266 h 363266"/>
                <a:gd name="connsiteX17" fmla="*/ 270109 w 381645"/>
                <a:gd name="connsiteY17" fmla="*/ 162683 h 363266"/>
                <a:gd name="connsiteX18" fmla="*/ 280679 w 381645"/>
                <a:gd name="connsiteY18" fmla="*/ 132673 h 363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81645" h="363266">
                  <a:moveTo>
                    <a:pt x="0" y="0"/>
                  </a:moveTo>
                  <a:lnTo>
                    <a:pt x="248969" y="0"/>
                  </a:lnTo>
                  <a:cubicBezTo>
                    <a:pt x="293894" y="0"/>
                    <a:pt x="327728" y="11056"/>
                    <a:pt x="349402" y="33169"/>
                  </a:cubicBezTo>
                  <a:cubicBezTo>
                    <a:pt x="371076" y="55280"/>
                    <a:pt x="381646" y="85816"/>
                    <a:pt x="381646" y="124777"/>
                  </a:cubicBezTo>
                  <a:cubicBezTo>
                    <a:pt x="381646" y="164789"/>
                    <a:pt x="371076" y="195852"/>
                    <a:pt x="349402" y="217963"/>
                  </a:cubicBezTo>
                  <a:cubicBezTo>
                    <a:pt x="327728" y="240076"/>
                    <a:pt x="293894" y="251132"/>
                    <a:pt x="248969" y="251132"/>
                  </a:cubicBezTo>
                  <a:lnTo>
                    <a:pt x="99377" y="251132"/>
                  </a:lnTo>
                  <a:lnTo>
                    <a:pt x="99377" y="363267"/>
                  </a:lnTo>
                  <a:lnTo>
                    <a:pt x="0" y="363267"/>
                  </a:lnTo>
                  <a:lnTo>
                    <a:pt x="0" y="0"/>
                  </a:lnTo>
                  <a:close/>
                  <a:moveTo>
                    <a:pt x="280679" y="132673"/>
                  </a:moveTo>
                  <a:lnTo>
                    <a:pt x="280679" y="117932"/>
                  </a:lnTo>
                  <a:cubicBezTo>
                    <a:pt x="280679" y="105823"/>
                    <a:pt x="276990" y="96346"/>
                    <a:pt x="270109" y="88449"/>
                  </a:cubicBezTo>
                  <a:cubicBezTo>
                    <a:pt x="262707" y="80552"/>
                    <a:pt x="251081" y="76866"/>
                    <a:pt x="234698" y="76866"/>
                  </a:cubicBezTo>
                  <a:lnTo>
                    <a:pt x="99377" y="76866"/>
                  </a:lnTo>
                  <a:lnTo>
                    <a:pt x="99377" y="174266"/>
                  </a:lnTo>
                  <a:lnTo>
                    <a:pt x="234698" y="174266"/>
                  </a:lnTo>
                  <a:cubicBezTo>
                    <a:pt x="251081" y="174266"/>
                    <a:pt x="262707" y="170581"/>
                    <a:pt x="270109" y="162683"/>
                  </a:cubicBezTo>
                  <a:cubicBezTo>
                    <a:pt x="276990" y="155313"/>
                    <a:pt x="280679" y="145308"/>
                    <a:pt x="280679" y="132673"/>
                  </a:cubicBez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3" name="Полилиния 32">
              <a:extLst>
                <a:ext uri="{FF2B5EF4-FFF2-40B4-BE49-F238E27FC236}">
                  <a16:creationId xmlns:a16="http://schemas.microsoft.com/office/drawing/2014/main" id="{28764FAE-FF39-6767-C537-5A60C6A493D4}"/>
                </a:ext>
              </a:extLst>
            </p:cNvPr>
            <p:cNvSpPr/>
            <p:nvPr/>
          </p:nvSpPr>
          <p:spPr>
            <a:xfrm>
              <a:off x="4222746" y="1415987"/>
              <a:ext cx="406162" cy="379246"/>
            </a:xfrm>
            <a:custGeom>
              <a:avLst/>
              <a:gdLst>
                <a:gd name="connsiteX0" fmla="*/ 144836 w 389048"/>
                <a:gd name="connsiteY0" fmla="*/ 80552 h 363266"/>
                <a:gd name="connsiteX1" fmla="*/ 0 w 389048"/>
                <a:gd name="connsiteY1" fmla="*/ 80552 h 363266"/>
                <a:gd name="connsiteX2" fmla="*/ 0 w 389048"/>
                <a:gd name="connsiteY2" fmla="*/ 0 h 363266"/>
                <a:gd name="connsiteX3" fmla="*/ 389048 w 389048"/>
                <a:gd name="connsiteY3" fmla="*/ 0 h 363266"/>
                <a:gd name="connsiteX4" fmla="*/ 389048 w 389048"/>
                <a:gd name="connsiteY4" fmla="*/ 80552 h 363266"/>
                <a:gd name="connsiteX5" fmla="*/ 244212 w 389048"/>
                <a:gd name="connsiteY5" fmla="*/ 80552 h 363266"/>
                <a:gd name="connsiteX6" fmla="*/ 244212 w 389048"/>
                <a:gd name="connsiteY6" fmla="*/ 363267 h 363266"/>
                <a:gd name="connsiteX7" fmla="*/ 144836 w 389048"/>
                <a:gd name="connsiteY7" fmla="*/ 363267 h 363266"/>
                <a:gd name="connsiteX8" fmla="*/ 144836 w 389048"/>
                <a:gd name="connsiteY8" fmla="*/ 80552 h 363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048" h="363266">
                  <a:moveTo>
                    <a:pt x="144836" y="80552"/>
                  </a:moveTo>
                  <a:lnTo>
                    <a:pt x="0" y="80552"/>
                  </a:lnTo>
                  <a:lnTo>
                    <a:pt x="0" y="0"/>
                  </a:lnTo>
                  <a:lnTo>
                    <a:pt x="389048" y="0"/>
                  </a:lnTo>
                  <a:lnTo>
                    <a:pt x="389048" y="80552"/>
                  </a:lnTo>
                  <a:lnTo>
                    <a:pt x="244212" y="80552"/>
                  </a:lnTo>
                  <a:lnTo>
                    <a:pt x="244212" y="363267"/>
                  </a:lnTo>
                  <a:lnTo>
                    <a:pt x="144836" y="363267"/>
                  </a:lnTo>
                  <a:lnTo>
                    <a:pt x="144836" y="80552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4" name="Полилиния 33">
              <a:extLst>
                <a:ext uri="{FF2B5EF4-FFF2-40B4-BE49-F238E27FC236}">
                  <a16:creationId xmlns:a16="http://schemas.microsoft.com/office/drawing/2014/main" id="{16E6A798-29C6-195D-8312-E22B04D46A2E}"/>
                </a:ext>
              </a:extLst>
            </p:cNvPr>
            <p:cNvSpPr/>
            <p:nvPr/>
          </p:nvSpPr>
          <p:spPr>
            <a:xfrm>
              <a:off x="3743297" y="1415987"/>
              <a:ext cx="409482" cy="379246"/>
            </a:xfrm>
            <a:custGeom>
              <a:avLst/>
              <a:gdLst>
                <a:gd name="connsiteX0" fmla="*/ 0 w 392228"/>
                <a:gd name="connsiteY0" fmla="*/ 0 h 363266"/>
                <a:gd name="connsiteX1" fmla="*/ 99377 w 392228"/>
                <a:gd name="connsiteY1" fmla="*/ 0 h 363266"/>
                <a:gd name="connsiteX2" fmla="*/ 99377 w 392228"/>
                <a:gd name="connsiteY2" fmla="*/ 136358 h 363266"/>
                <a:gd name="connsiteX3" fmla="*/ 292852 w 392228"/>
                <a:gd name="connsiteY3" fmla="*/ 136358 h 363266"/>
                <a:gd name="connsiteX4" fmla="*/ 292852 w 392228"/>
                <a:gd name="connsiteY4" fmla="*/ 0 h 363266"/>
                <a:gd name="connsiteX5" fmla="*/ 392228 w 392228"/>
                <a:gd name="connsiteY5" fmla="*/ 0 h 363266"/>
                <a:gd name="connsiteX6" fmla="*/ 392228 w 392228"/>
                <a:gd name="connsiteY6" fmla="*/ 363267 h 363266"/>
                <a:gd name="connsiteX7" fmla="*/ 292852 w 392228"/>
                <a:gd name="connsiteY7" fmla="*/ 363267 h 363266"/>
                <a:gd name="connsiteX8" fmla="*/ 292852 w 392228"/>
                <a:gd name="connsiteY8" fmla="*/ 216911 h 363266"/>
                <a:gd name="connsiteX9" fmla="*/ 99377 w 392228"/>
                <a:gd name="connsiteY9" fmla="*/ 216911 h 363266"/>
                <a:gd name="connsiteX10" fmla="*/ 99377 w 392228"/>
                <a:gd name="connsiteY10" fmla="*/ 363267 h 363266"/>
                <a:gd name="connsiteX11" fmla="*/ 0 w 392228"/>
                <a:gd name="connsiteY11" fmla="*/ 363267 h 363266"/>
                <a:gd name="connsiteX12" fmla="*/ 0 w 392228"/>
                <a:gd name="connsiteY12" fmla="*/ 0 h 363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2228" h="363266">
                  <a:moveTo>
                    <a:pt x="0" y="0"/>
                  </a:moveTo>
                  <a:lnTo>
                    <a:pt x="99377" y="0"/>
                  </a:lnTo>
                  <a:lnTo>
                    <a:pt x="99377" y="136358"/>
                  </a:lnTo>
                  <a:lnTo>
                    <a:pt x="292852" y="136358"/>
                  </a:lnTo>
                  <a:lnTo>
                    <a:pt x="292852" y="0"/>
                  </a:lnTo>
                  <a:lnTo>
                    <a:pt x="392228" y="0"/>
                  </a:lnTo>
                  <a:lnTo>
                    <a:pt x="392228" y="363267"/>
                  </a:lnTo>
                  <a:lnTo>
                    <a:pt x="292852" y="363267"/>
                  </a:lnTo>
                  <a:lnTo>
                    <a:pt x="292852" y="216911"/>
                  </a:lnTo>
                  <a:lnTo>
                    <a:pt x="99377" y="216911"/>
                  </a:lnTo>
                  <a:lnTo>
                    <a:pt x="99377" y="363267"/>
                  </a:lnTo>
                  <a:lnTo>
                    <a:pt x="0" y="3632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5" name="Полилиния 34">
              <a:extLst>
                <a:ext uri="{FF2B5EF4-FFF2-40B4-BE49-F238E27FC236}">
                  <a16:creationId xmlns:a16="http://schemas.microsoft.com/office/drawing/2014/main" id="{14E53DB1-426F-94A5-4F1A-DAC121A22EA5}"/>
                </a:ext>
              </a:extLst>
            </p:cNvPr>
            <p:cNvSpPr/>
            <p:nvPr/>
          </p:nvSpPr>
          <p:spPr>
            <a:xfrm>
              <a:off x="3309489" y="1415987"/>
              <a:ext cx="349328" cy="379246"/>
            </a:xfrm>
            <a:custGeom>
              <a:avLst/>
              <a:gdLst>
                <a:gd name="connsiteX0" fmla="*/ 0 w 334609"/>
                <a:gd name="connsiteY0" fmla="*/ 0 h 363266"/>
                <a:gd name="connsiteX1" fmla="*/ 332498 w 334609"/>
                <a:gd name="connsiteY1" fmla="*/ 0 h 363266"/>
                <a:gd name="connsiteX2" fmla="*/ 332498 w 334609"/>
                <a:gd name="connsiteY2" fmla="*/ 75813 h 363266"/>
                <a:gd name="connsiteX3" fmla="*/ 99377 w 334609"/>
                <a:gd name="connsiteY3" fmla="*/ 75813 h 363266"/>
                <a:gd name="connsiteX4" fmla="*/ 99377 w 334609"/>
                <a:gd name="connsiteY4" fmla="*/ 141098 h 363266"/>
                <a:gd name="connsiteX5" fmla="*/ 279102 w 334609"/>
                <a:gd name="connsiteY5" fmla="*/ 141098 h 363266"/>
                <a:gd name="connsiteX6" fmla="*/ 279102 w 334609"/>
                <a:gd name="connsiteY6" fmla="*/ 214278 h 363266"/>
                <a:gd name="connsiteX7" fmla="*/ 99377 w 334609"/>
                <a:gd name="connsiteY7" fmla="*/ 214278 h 363266"/>
                <a:gd name="connsiteX8" fmla="*/ 99377 w 334609"/>
                <a:gd name="connsiteY8" fmla="*/ 287459 h 363266"/>
                <a:gd name="connsiteX9" fmla="*/ 334609 w 334609"/>
                <a:gd name="connsiteY9" fmla="*/ 287459 h 363266"/>
                <a:gd name="connsiteX10" fmla="*/ 334609 w 334609"/>
                <a:gd name="connsiteY10" fmla="*/ 363267 h 363266"/>
                <a:gd name="connsiteX11" fmla="*/ 0 w 334609"/>
                <a:gd name="connsiteY11" fmla="*/ 363267 h 363266"/>
                <a:gd name="connsiteX12" fmla="*/ 0 w 334609"/>
                <a:gd name="connsiteY12" fmla="*/ 0 h 363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4609" h="363266">
                  <a:moveTo>
                    <a:pt x="0" y="0"/>
                  </a:moveTo>
                  <a:lnTo>
                    <a:pt x="332498" y="0"/>
                  </a:lnTo>
                  <a:lnTo>
                    <a:pt x="332498" y="75813"/>
                  </a:lnTo>
                  <a:lnTo>
                    <a:pt x="99377" y="75813"/>
                  </a:lnTo>
                  <a:lnTo>
                    <a:pt x="99377" y="141098"/>
                  </a:lnTo>
                  <a:lnTo>
                    <a:pt x="279102" y="141098"/>
                  </a:lnTo>
                  <a:lnTo>
                    <a:pt x="279102" y="214278"/>
                  </a:lnTo>
                  <a:lnTo>
                    <a:pt x="99377" y="214278"/>
                  </a:lnTo>
                  <a:lnTo>
                    <a:pt x="99377" y="287459"/>
                  </a:lnTo>
                  <a:lnTo>
                    <a:pt x="334609" y="287459"/>
                  </a:lnTo>
                  <a:lnTo>
                    <a:pt x="334609" y="363267"/>
                  </a:lnTo>
                  <a:lnTo>
                    <a:pt x="0" y="3632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6" name="Полилиния 35">
              <a:extLst>
                <a:ext uri="{FF2B5EF4-FFF2-40B4-BE49-F238E27FC236}">
                  <a16:creationId xmlns:a16="http://schemas.microsoft.com/office/drawing/2014/main" id="{9553C1B8-3B9C-FD3D-F70A-D0310B608D5A}"/>
                </a:ext>
              </a:extLst>
            </p:cNvPr>
            <p:cNvSpPr/>
            <p:nvPr/>
          </p:nvSpPr>
          <p:spPr>
            <a:xfrm>
              <a:off x="2776937" y="1415987"/>
              <a:ext cx="451417" cy="461695"/>
            </a:xfrm>
            <a:custGeom>
              <a:avLst/>
              <a:gdLst>
                <a:gd name="connsiteX0" fmla="*/ 339354 w 432396"/>
                <a:gd name="connsiteY0" fmla="*/ 442242 h 442241"/>
                <a:gd name="connsiteX1" fmla="*/ 339354 w 432396"/>
                <a:gd name="connsiteY1" fmla="*/ 363267 h 442241"/>
                <a:gd name="connsiteX2" fmla="*/ 0 w 432396"/>
                <a:gd name="connsiteY2" fmla="*/ 363267 h 442241"/>
                <a:gd name="connsiteX3" fmla="*/ 0 w 432396"/>
                <a:gd name="connsiteY3" fmla="*/ 0 h 442241"/>
                <a:gd name="connsiteX4" fmla="*/ 99377 w 432396"/>
                <a:gd name="connsiteY4" fmla="*/ 0 h 442241"/>
                <a:gd name="connsiteX5" fmla="*/ 99377 w 432396"/>
                <a:gd name="connsiteY5" fmla="*/ 282721 h 442241"/>
                <a:gd name="connsiteX6" fmla="*/ 283859 w 432396"/>
                <a:gd name="connsiteY6" fmla="*/ 282721 h 442241"/>
                <a:gd name="connsiteX7" fmla="*/ 283859 w 432396"/>
                <a:gd name="connsiteY7" fmla="*/ 0 h 442241"/>
                <a:gd name="connsiteX8" fmla="*/ 383236 w 432396"/>
                <a:gd name="connsiteY8" fmla="*/ 0 h 442241"/>
                <a:gd name="connsiteX9" fmla="*/ 383236 w 432396"/>
                <a:gd name="connsiteY9" fmla="*/ 282721 h 442241"/>
                <a:gd name="connsiteX10" fmla="*/ 432396 w 432396"/>
                <a:gd name="connsiteY10" fmla="*/ 282721 h 442241"/>
                <a:gd name="connsiteX11" fmla="*/ 432396 w 432396"/>
                <a:gd name="connsiteY11" fmla="*/ 442242 h 442241"/>
                <a:gd name="connsiteX12" fmla="*/ 339354 w 432396"/>
                <a:gd name="connsiteY12" fmla="*/ 442242 h 442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32396" h="442241">
                  <a:moveTo>
                    <a:pt x="339354" y="442242"/>
                  </a:moveTo>
                  <a:lnTo>
                    <a:pt x="339354" y="363267"/>
                  </a:lnTo>
                  <a:lnTo>
                    <a:pt x="0" y="363267"/>
                  </a:lnTo>
                  <a:lnTo>
                    <a:pt x="0" y="0"/>
                  </a:lnTo>
                  <a:lnTo>
                    <a:pt x="99377" y="0"/>
                  </a:lnTo>
                  <a:lnTo>
                    <a:pt x="99377" y="282721"/>
                  </a:lnTo>
                  <a:lnTo>
                    <a:pt x="283859" y="282721"/>
                  </a:lnTo>
                  <a:lnTo>
                    <a:pt x="283859" y="0"/>
                  </a:lnTo>
                  <a:lnTo>
                    <a:pt x="383236" y="0"/>
                  </a:lnTo>
                  <a:lnTo>
                    <a:pt x="383236" y="282721"/>
                  </a:lnTo>
                  <a:lnTo>
                    <a:pt x="432396" y="282721"/>
                  </a:lnTo>
                  <a:lnTo>
                    <a:pt x="432396" y="442242"/>
                  </a:lnTo>
                  <a:lnTo>
                    <a:pt x="339354" y="442242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7" name="Полилиния 36">
              <a:extLst>
                <a:ext uri="{FF2B5EF4-FFF2-40B4-BE49-F238E27FC236}">
                  <a16:creationId xmlns:a16="http://schemas.microsoft.com/office/drawing/2014/main" id="{CB08559A-1E9A-31AC-C628-9DB1DA857E00}"/>
                </a:ext>
              </a:extLst>
            </p:cNvPr>
            <p:cNvSpPr/>
            <p:nvPr/>
          </p:nvSpPr>
          <p:spPr>
            <a:xfrm>
              <a:off x="8890749" y="1646657"/>
              <a:ext cx="346430" cy="350551"/>
            </a:xfrm>
            <a:custGeom>
              <a:avLst/>
              <a:gdLst>
                <a:gd name="connsiteX0" fmla="*/ 0 w 331833"/>
                <a:gd name="connsiteY0" fmla="*/ 335781 h 335780"/>
                <a:gd name="connsiteX1" fmla="*/ 331833 w 331833"/>
                <a:gd name="connsiteY1" fmla="*/ 0 h 335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1833" h="335780">
                  <a:moveTo>
                    <a:pt x="0" y="335781"/>
                  </a:moveTo>
                  <a:lnTo>
                    <a:pt x="331833" y="0"/>
                  </a:lnTo>
                </a:path>
              </a:pathLst>
            </a:custGeom>
            <a:ln w="25641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8" name="Полилиния 37">
              <a:extLst>
                <a:ext uri="{FF2B5EF4-FFF2-40B4-BE49-F238E27FC236}">
                  <a16:creationId xmlns:a16="http://schemas.microsoft.com/office/drawing/2014/main" id="{00204D7F-3BC3-A5B7-A30C-55EA87A6A757}"/>
                </a:ext>
              </a:extLst>
            </p:cNvPr>
            <p:cNvSpPr/>
            <p:nvPr/>
          </p:nvSpPr>
          <p:spPr>
            <a:xfrm>
              <a:off x="8898872" y="1641559"/>
              <a:ext cx="346430" cy="350551"/>
            </a:xfrm>
            <a:custGeom>
              <a:avLst/>
              <a:gdLst>
                <a:gd name="connsiteX0" fmla="*/ 0 w 331833"/>
                <a:gd name="connsiteY0" fmla="*/ 0 h 335780"/>
                <a:gd name="connsiteX1" fmla="*/ 331833 w 331833"/>
                <a:gd name="connsiteY1" fmla="*/ 335781 h 335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1833" h="335780">
                  <a:moveTo>
                    <a:pt x="0" y="0"/>
                  </a:moveTo>
                  <a:lnTo>
                    <a:pt x="331833" y="335781"/>
                  </a:lnTo>
                </a:path>
              </a:pathLst>
            </a:custGeom>
            <a:ln w="25641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F05CF60B-303C-59F0-511C-5DB1A022843F}"/>
              </a:ext>
            </a:extLst>
          </p:cNvPr>
          <p:cNvCxnSpPr>
            <a:cxnSpLocks/>
          </p:cNvCxnSpPr>
          <p:nvPr userDrawn="1"/>
        </p:nvCxnSpPr>
        <p:spPr>
          <a:xfrm>
            <a:off x="1219351" y="3094224"/>
            <a:ext cx="21355804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BBE7DF51-59FE-3CD3-949C-4435C99D8747}"/>
              </a:ext>
            </a:extLst>
          </p:cNvPr>
          <p:cNvCxnSpPr>
            <a:cxnSpLocks/>
          </p:cNvCxnSpPr>
          <p:nvPr userDrawn="1"/>
        </p:nvCxnSpPr>
        <p:spPr>
          <a:xfrm>
            <a:off x="23154851" y="3746500"/>
            <a:ext cx="0" cy="8764588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6D902FED-197E-5F3F-62A9-79B50A7A420A}"/>
              </a:ext>
            </a:extLst>
          </p:cNvPr>
          <p:cNvCxnSpPr>
            <a:cxnSpLocks/>
          </p:cNvCxnSpPr>
          <p:nvPr userDrawn="1"/>
        </p:nvCxnSpPr>
        <p:spPr>
          <a:xfrm>
            <a:off x="23154851" y="1219200"/>
            <a:ext cx="0" cy="132080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Текст 34">
            <a:extLst>
              <a:ext uri="{FF2B5EF4-FFF2-40B4-BE49-F238E27FC236}">
                <a16:creationId xmlns:a16="http://schemas.microsoft.com/office/drawing/2014/main" id="{30148C2E-65E6-553A-87C6-8515D63719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9490375"/>
            <a:ext cx="17185245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Заголовок презентации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25608674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разделитель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C62FB78-7F5F-C2E5-51BF-A8DE71DF85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92523" y="1219200"/>
            <a:ext cx="2006847" cy="1302690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9644507F-2411-DC76-C8F3-90355D3E0944}"/>
              </a:ext>
            </a:extLst>
          </p:cNvPr>
          <p:cNvCxnSpPr>
            <a:cxnSpLocks/>
          </p:cNvCxnSpPr>
          <p:nvPr userDrawn="1"/>
        </p:nvCxnSpPr>
        <p:spPr>
          <a:xfrm>
            <a:off x="6883718" y="11684000"/>
            <a:ext cx="0" cy="827088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3668D00B-899F-AB64-BABB-A76A39542743}"/>
              </a:ext>
            </a:extLst>
          </p:cNvPr>
          <p:cNvCxnSpPr>
            <a:cxnSpLocks/>
          </p:cNvCxnSpPr>
          <p:nvPr userDrawn="1"/>
        </p:nvCxnSpPr>
        <p:spPr>
          <a:xfrm>
            <a:off x="7475032" y="11107892"/>
            <a:ext cx="15699293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5C31A099-C7D0-5207-0B00-F8CC5253C993}"/>
              </a:ext>
            </a:extLst>
          </p:cNvPr>
          <p:cNvCxnSpPr>
            <a:cxnSpLocks/>
          </p:cNvCxnSpPr>
          <p:nvPr userDrawn="1"/>
        </p:nvCxnSpPr>
        <p:spPr>
          <a:xfrm>
            <a:off x="6883718" y="1204913"/>
            <a:ext cx="0" cy="9303639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Текст 34">
            <a:extLst>
              <a:ext uri="{FF2B5EF4-FFF2-40B4-BE49-F238E27FC236}">
                <a16:creationId xmlns:a16="http://schemas.microsoft.com/office/drawing/2014/main" id="{8E3EDAB1-5896-5CE4-CBEE-918601F42E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92523" y="4703495"/>
            <a:ext cx="14837315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раздела</a:t>
            </a:r>
          </a:p>
        </p:txBody>
      </p:sp>
      <p:sp>
        <p:nvSpPr>
          <p:cNvPr id="27" name="Текст 36">
            <a:extLst>
              <a:ext uri="{FF2B5EF4-FFF2-40B4-BE49-F238E27FC236}">
                <a16:creationId xmlns:a16="http://schemas.microsoft.com/office/drawing/2014/main" id="{D5082E7C-4853-22F7-34D6-E6219D01B8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92523" y="8182429"/>
            <a:ext cx="9212257" cy="74385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48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1800" smtClean="0"/>
            </a:lvl2pPr>
            <a:lvl3pPr>
              <a:defRPr lang="ru-RU" sz="1800" smtClean="0"/>
            </a:lvl3pPr>
            <a:lvl4pPr>
              <a:defRPr lang="ru-RU" sz="1800" smtClean="0"/>
            </a:lvl4pPr>
            <a:lvl5pPr>
              <a:defRPr lang="ru-RU" sz="1800"/>
            </a:lvl5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раздела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4AE83BE-3812-04B0-7F27-8F983D2BC534}"/>
              </a:ext>
            </a:extLst>
          </p:cNvPr>
          <p:cNvSpPr/>
          <p:nvPr/>
        </p:nvSpPr>
        <p:spPr>
          <a:xfrm>
            <a:off x="8192523" y="11673114"/>
            <a:ext cx="3708864" cy="8382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ru-RU" dirty="0">
              <a:solidFill>
                <a:srgbClr val="FAFAFA"/>
              </a:solidFill>
            </a:endParaRPr>
          </a:p>
        </p:txBody>
      </p:sp>
      <p:sp>
        <p:nvSpPr>
          <p:cNvPr id="37" name="Текст 36">
            <a:extLst>
              <a:ext uri="{FF2B5EF4-FFF2-40B4-BE49-F238E27FC236}">
                <a16:creationId xmlns:a16="http://schemas.microsoft.com/office/drawing/2014/main" id="{56EF11C1-D6E0-4866-984D-42263B7952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54075" y="11859779"/>
            <a:ext cx="3185761" cy="46487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indent="0">
              <a:buNone/>
              <a:defRPr lang="ru-RU" sz="3000" b="1" spc="100" baseline="0" dirty="0">
                <a:solidFill>
                  <a:srgbClr val="141414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algn="ctr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ТЕГ 1</a:t>
            </a:r>
          </a:p>
        </p:txBody>
      </p:sp>
    </p:spTree>
    <p:extLst>
      <p:ext uri="{BB962C8B-B14F-4D97-AF65-F5344CB8AC3E}">
        <p14:creationId xmlns:p14="http://schemas.microsoft.com/office/powerpoint/2010/main" val="30621652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езис_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7" descr=" ">
            <a:extLst>
              <a:ext uri="{FF2B5EF4-FFF2-40B4-BE49-F238E27FC236}">
                <a16:creationId xmlns:a16="http://schemas.microsoft.com/office/drawing/2014/main" id="{33F98CC2-A652-56B9-9A2A-FBADA7C7D1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5" name="Скругленный прямоугольник 8">
            <a:extLst>
              <a:ext uri="{FF2B5EF4-FFF2-40B4-BE49-F238E27FC236}">
                <a16:creationId xmlns:a16="http://schemas.microsoft.com/office/drawing/2014/main" id="{F10981B2-F54D-04F4-EBDD-8E71FF133A93}"/>
              </a:ext>
            </a:extLst>
          </p:cNvPr>
          <p:cNvSpPr/>
          <p:nvPr userDrawn="1"/>
        </p:nvSpPr>
        <p:spPr>
          <a:xfrm>
            <a:off x="1206651" y="1206500"/>
            <a:ext cx="6755663" cy="6755663"/>
          </a:xfrm>
          <a:custGeom>
            <a:avLst/>
            <a:gdLst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699543 w 6699543"/>
              <a:gd name="connsiteY4" fmla="*/ 6325775 h 6699543"/>
              <a:gd name="connsiteX5" fmla="*/ 6325775 w 6699543"/>
              <a:gd name="connsiteY5" fmla="*/ 6699543 h 6699543"/>
              <a:gd name="connsiteX6" fmla="*/ 373768 w 6699543"/>
              <a:gd name="connsiteY6" fmla="*/ 6699543 h 6699543"/>
              <a:gd name="connsiteX7" fmla="*/ 0 w 6699543"/>
              <a:gd name="connsiteY7" fmla="*/ 6325775 h 6699543"/>
              <a:gd name="connsiteX8" fmla="*/ 0 w 6699543"/>
              <a:gd name="connsiteY8" fmla="*/ 373768 h 6699543"/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325775 w 6699543"/>
              <a:gd name="connsiteY4" fmla="*/ 6699543 h 6699543"/>
              <a:gd name="connsiteX5" fmla="*/ 373768 w 6699543"/>
              <a:gd name="connsiteY5" fmla="*/ 6699543 h 6699543"/>
              <a:gd name="connsiteX6" fmla="*/ 0 w 6699543"/>
              <a:gd name="connsiteY6" fmla="*/ 6325775 h 6699543"/>
              <a:gd name="connsiteX7" fmla="*/ 0 w 6699543"/>
              <a:gd name="connsiteY7" fmla="*/ 373768 h 6699543"/>
              <a:gd name="connsiteX0" fmla="*/ 6325775 w 6699543"/>
              <a:gd name="connsiteY0" fmla="*/ 6699543 h 6790983"/>
              <a:gd name="connsiteX1" fmla="*/ 373768 w 6699543"/>
              <a:gd name="connsiteY1" fmla="*/ 6699543 h 6790983"/>
              <a:gd name="connsiteX2" fmla="*/ 0 w 6699543"/>
              <a:gd name="connsiteY2" fmla="*/ 6325775 h 6790983"/>
              <a:gd name="connsiteX3" fmla="*/ 0 w 6699543"/>
              <a:gd name="connsiteY3" fmla="*/ 373768 h 6790983"/>
              <a:gd name="connsiteX4" fmla="*/ 373768 w 6699543"/>
              <a:gd name="connsiteY4" fmla="*/ 0 h 6790983"/>
              <a:gd name="connsiteX5" fmla="*/ 6325775 w 6699543"/>
              <a:gd name="connsiteY5" fmla="*/ 0 h 6790983"/>
              <a:gd name="connsiteX6" fmla="*/ 6699543 w 6699543"/>
              <a:gd name="connsiteY6" fmla="*/ 373768 h 6790983"/>
              <a:gd name="connsiteX7" fmla="*/ 6417215 w 6699543"/>
              <a:gd name="connsiteY7" fmla="*/ 6790983 h 6790983"/>
              <a:gd name="connsiteX0" fmla="*/ 6325775 w 6699543"/>
              <a:gd name="connsiteY0" fmla="*/ 6699543 h 6699543"/>
              <a:gd name="connsiteX1" fmla="*/ 373768 w 6699543"/>
              <a:gd name="connsiteY1" fmla="*/ 6699543 h 6699543"/>
              <a:gd name="connsiteX2" fmla="*/ 0 w 6699543"/>
              <a:gd name="connsiteY2" fmla="*/ 6325775 h 6699543"/>
              <a:gd name="connsiteX3" fmla="*/ 0 w 6699543"/>
              <a:gd name="connsiteY3" fmla="*/ 373768 h 6699543"/>
              <a:gd name="connsiteX4" fmla="*/ 373768 w 6699543"/>
              <a:gd name="connsiteY4" fmla="*/ 0 h 6699543"/>
              <a:gd name="connsiteX5" fmla="*/ 6325775 w 6699543"/>
              <a:gd name="connsiteY5" fmla="*/ 0 h 6699543"/>
              <a:gd name="connsiteX6" fmla="*/ 6699543 w 6699543"/>
              <a:gd name="connsiteY6" fmla="*/ 373768 h 6699543"/>
              <a:gd name="connsiteX0" fmla="*/ 6325775 w 6325775"/>
              <a:gd name="connsiteY0" fmla="*/ 6699543 h 6699543"/>
              <a:gd name="connsiteX1" fmla="*/ 373768 w 6325775"/>
              <a:gd name="connsiteY1" fmla="*/ 6699543 h 6699543"/>
              <a:gd name="connsiteX2" fmla="*/ 0 w 6325775"/>
              <a:gd name="connsiteY2" fmla="*/ 6325775 h 6699543"/>
              <a:gd name="connsiteX3" fmla="*/ 0 w 6325775"/>
              <a:gd name="connsiteY3" fmla="*/ 373768 h 6699543"/>
              <a:gd name="connsiteX4" fmla="*/ 373768 w 6325775"/>
              <a:gd name="connsiteY4" fmla="*/ 0 h 6699543"/>
              <a:gd name="connsiteX5" fmla="*/ 6325775 w 6325775"/>
              <a:gd name="connsiteY5" fmla="*/ 0 h 6699543"/>
              <a:gd name="connsiteX0" fmla="*/ 373768 w 6325775"/>
              <a:gd name="connsiteY0" fmla="*/ 6699543 h 6699543"/>
              <a:gd name="connsiteX1" fmla="*/ 0 w 6325775"/>
              <a:gd name="connsiteY1" fmla="*/ 6325775 h 6699543"/>
              <a:gd name="connsiteX2" fmla="*/ 0 w 6325775"/>
              <a:gd name="connsiteY2" fmla="*/ 373768 h 6699543"/>
              <a:gd name="connsiteX3" fmla="*/ 373768 w 6325775"/>
              <a:gd name="connsiteY3" fmla="*/ 0 h 6699543"/>
              <a:gd name="connsiteX4" fmla="*/ 6325775 w 6325775"/>
              <a:gd name="connsiteY4" fmla="*/ 0 h 6699543"/>
              <a:gd name="connsiteX0" fmla="*/ 0 w 6325775"/>
              <a:gd name="connsiteY0" fmla="*/ 6325775 h 6325775"/>
              <a:gd name="connsiteX1" fmla="*/ 0 w 6325775"/>
              <a:gd name="connsiteY1" fmla="*/ 373768 h 6325775"/>
              <a:gd name="connsiteX2" fmla="*/ 373768 w 6325775"/>
              <a:gd name="connsiteY2" fmla="*/ 0 h 6325775"/>
              <a:gd name="connsiteX3" fmla="*/ 6325775 w 6325775"/>
              <a:gd name="connsiteY3" fmla="*/ 0 h 632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25775" h="6325775">
                <a:moveTo>
                  <a:pt x="0" y="6325775"/>
                </a:moveTo>
                <a:lnTo>
                  <a:pt x="0" y="373768"/>
                </a:lnTo>
                <a:cubicBezTo>
                  <a:pt x="0" y="167342"/>
                  <a:pt x="167342" y="0"/>
                  <a:pt x="373768" y="0"/>
                </a:cubicBezTo>
                <a:lnTo>
                  <a:pt x="6325775" y="0"/>
                </a:lnTo>
              </a:path>
            </a:pathLst>
          </a:cu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9">
            <a:extLst>
              <a:ext uri="{FF2B5EF4-FFF2-40B4-BE49-F238E27FC236}">
                <a16:creationId xmlns:a16="http://schemas.microsoft.com/office/drawing/2014/main" id="{AA1E056F-6202-9A82-1B58-6C07FC6C2A08}"/>
              </a:ext>
            </a:extLst>
          </p:cNvPr>
          <p:cNvSpPr/>
          <p:nvPr userDrawn="1"/>
        </p:nvSpPr>
        <p:spPr>
          <a:xfrm>
            <a:off x="16424733" y="5753836"/>
            <a:ext cx="6755664" cy="6755664"/>
          </a:xfrm>
          <a:custGeom>
            <a:avLst/>
            <a:gdLst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0 w 6755664"/>
              <a:gd name="connsiteY4" fmla="*/ 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91440 w 6755664"/>
              <a:gd name="connsiteY4" fmla="*/ 9144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0" fmla="*/ 6755664 w 6755664"/>
              <a:gd name="connsiteY0" fmla="*/ 0 h 6755664"/>
              <a:gd name="connsiteX1" fmla="*/ 6755664 w 6755664"/>
              <a:gd name="connsiteY1" fmla="*/ 6755664 h 6755664"/>
              <a:gd name="connsiteX2" fmla="*/ 0 w 6755664"/>
              <a:gd name="connsiteY2" fmla="*/ 6755664 h 675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55664" h="6755664">
                <a:moveTo>
                  <a:pt x="6755664" y="0"/>
                </a:moveTo>
                <a:lnTo>
                  <a:pt x="6755664" y="6755664"/>
                </a:lnTo>
                <a:lnTo>
                  <a:pt x="0" y="6755664"/>
                </a:lnTo>
              </a:path>
            </a:pathLst>
          </a:cu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Текст 11">
            <a:extLst>
              <a:ext uri="{FF2B5EF4-FFF2-40B4-BE49-F238E27FC236}">
                <a16:creationId xmlns:a16="http://schemas.microsoft.com/office/drawing/2014/main" id="{AAE41016-65A0-AA61-73DF-B31ACCBBD4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96298" y="5344765"/>
            <a:ext cx="17858357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Лучший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отдых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—</a:t>
            </a:r>
          </a:p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это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смена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деятельности</a:t>
            </a:r>
            <a:endParaRPr lang="en-US" sz="10800" b="1" dirty="0">
              <a:solidFill>
                <a:schemeClr val="bg1"/>
              </a:solidFill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255661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лан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Image 50" descr=" ">
            <a:extLst>
              <a:ext uri="{FF2B5EF4-FFF2-40B4-BE49-F238E27FC236}">
                <a16:creationId xmlns:a16="http://schemas.microsoft.com/office/drawing/2014/main" id="{13A6852E-FC8A-9408-F701-916186E4E3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53" name="Image 51" descr=" ">
            <a:extLst>
              <a:ext uri="{FF2B5EF4-FFF2-40B4-BE49-F238E27FC236}">
                <a16:creationId xmlns:a16="http://schemas.microsoft.com/office/drawing/2014/main" id="{14196418-5761-9B8D-3DCB-1C1162E184E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54" name="Текст 7">
            <a:extLst>
              <a:ext uri="{FF2B5EF4-FFF2-40B4-BE49-F238E27FC236}">
                <a16:creationId xmlns:a16="http://schemas.microsoft.com/office/drawing/2014/main" id="{120F5C00-9287-EA69-0EAF-6CE4DEA84F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468303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План лекции</a:t>
            </a:r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75CABEED-9490-FDB8-ED1A-12DE2D29B1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84873" y="3141004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7" name="Текст 55">
            <a:extLst>
              <a:ext uri="{FF2B5EF4-FFF2-40B4-BE49-F238E27FC236}">
                <a16:creationId xmlns:a16="http://schemas.microsoft.com/office/drawing/2014/main" id="{73BC2215-3408-7CC6-BB9A-48B8000EAC1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84873" y="49993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8" name="Текст 55">
            <a:extLst>
              <a:ext uri="{FF2B5EF4-FFF2-40B4-BE49-F238E27FC236}">
                <a16:creationId xmlns:a16="http://schemas.microsoft.com/office/drawing/2014/main" id="{E2A058B0-AC5F-8B11-B943-2DF8FA54B3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84873" y="68535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9" name="Текст 55">
            <a:extLst>
              <a:ext uri="{FF2B5EF4-FFF2-40B4-BE49-F238E27FC236}">
                <a16:creationId xmlns:a16="http://schemas.microsoft.com/office/drawing/2014/main" id="{39134057-CFD4-E4B1-AAE4-E48ABAC819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84873" y="87077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0" name="Текст 55">
            <a:extLst>
              <a:ext uri="{FF2B5EF4-FFF2-40B4-BE49-F238E27FC236}">
                <a16:creationId xmlns:a16="http://schemas.microsoft.com/office/drawing/2014/main" id="{CBE338EC-ABD5-8231-FB9B-72C62FACF0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4873" y="105619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45BCC5DF-5AAD-DF79-4A2C-137DEA8B239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149568" y="3141004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ED0B2116-598D-49ED-E1E0-C041745693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149568" y="49993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8B643EAC-65F3-2BAA-3E3D-B5EA0951F60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149568" y="68535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BE2CE37D-27D1-0CDF-9D20-9232AE11AF7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149568" y="87077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83149C1A-625E-4453-B0C0-CC697FCEEDF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149568" y="105619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41A58EF-D9A1-F09C-EF0A-20EE6EEBD2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97353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лан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63E49595-C32C-F63A-E3DF-360804847F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0605826" cy="13716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5DE96714-005F-38FA-37B3-92C93CCCA044}"/>
              </a:ext>
            </a:extLst>
          </p:cNvPr>
          <p:cNvSpPr/>
          <p:nvPr userDrawn="1"/>
        </p:nvSpPr>
        <p:spPr>
          <a:xfrm>
            <a:off x="0" y="0"/>
            <a:ext cx="10605600" cy="137160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44" name="Image 44" descr=" ">
            <a:extLst>
              <a:ext uri="{FF2B5EF4-FFF2-40B4-BE49-F238E27FC236}">
                <a16:creationId xmlns:a16="http://schemas.microsoft.com/office/drawing/2014/main" id="{1F410D3A-6109-C833-468B-CB41D55F86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46" name="Текст 7">
            <a:extLst>
              <a:ext uri="{FF2B5EF4-FFF2-40B4-BE49-F238E27FC236}">
                <a16:creationId xmlns:a16="http://schemas.microsoft.com/office/drawing/2014/main" id="{DD173653-C972-36E3-33E0-03A0A04AD4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877598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План лекции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1A992F62-F7B2-8A28-B227-117B268F906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768521" y="2070931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97802547-8148-7EF9-518D-D5018846E3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68521" y="4172976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A018C5A7-03CD-E37D-EBEF-CFB78E88F3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768521" y="6291435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E2950F98-2BA2-80CE-B9BC-EBD35F78F2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768521" y="840168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E7704AFE-92D7-4B02-208F-065E34E8DA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768521" y="10511938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5F92A08F-771F-953B-614C-77172DBF10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81903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лан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Текст 7">
            <a:extLst>
              <a:ext uri="{FF2B5EF4-FFF2-40B4-BE49-F238E27FC236}">
                <a16:creationId xmlns:a16="http://schemas.microsoft.com/office/drawing/2014/main" id="{DD173653-C972-36E3-33E0-03A0A04AD4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877598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План лекции</a:t>
            </a:r>
          </a:p>
        </p:txBody>
      </p:sp>
      <p:sp>
        <p:nvSpPr>
          <p:cNvPr id="70" name="Shape 1">
            <a:extLst>
              <a:ext uri="{FF2B5EF4-FFF2-40B4-BE49-F238E27FC236}">
                <a16:creationId xmlns:a16="http://schemas.microsoft.com/office/drawing/2014/main" id="{2CE00959-69BA-E723-F3AD-02A493295454}"/>
              </a:ext>
            </a:extLst>
          </p:cNvPr>
          <p:cNvSpPr/>
          <p:nvPr userDrawn="1"/>
        </p:nvSpPr>
        <p:spPr>
          <a:xfrm>
            <a:off x="1219352" y="3136900"/>
            <a:ext cx="8408451" cy="8509000"/>
          </a:xfrm>
          <a:prstGeom prst="rect">
            <a:avLst/>
          </a:prstGeom>
          <a:noFill/>
          <a:ln/>
        </p:spPr>
      </p:sp>
      <p:pic>
        <p:nvPicPr>
          <p:cNvPr id="90" name="Image 9" descr=" ">
            <a:extLst>
              <a:ext uri="{FF2B5EF4-FFF2-40B4-BE49-F238E27FC236}">
                <a16:creationId xmlns:a16="http://schemas.microsoft.com/office/drawing/2014/main" id="{288B17EF-4225-E09D-728B-42B5C63F2D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91" name="Image 10" descr=" ">
            <a:extLst>
              <a:ext uri="{FF2B5EF4-FFF2-40B4-BE49-F238E27FC236}">
                <a16:creationId xmlns:a16="http://schemas.microsoft.com/office/drawing/2014/main" id="{8C47F781-9C62-9160-AF4A-42775B843F1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09" name="Текст 55">
            <a:extLst>
              <a:ext uri="{FF2B5EF4-FFF2-40B4-BE49-F238E27FC236}">
                <a16:creationId xmlns:a16="http://schemas.microsoft.com/office/drawing/2014/main" id="{29A5EEA0-EE37-97DC-22FD-7027F93FF3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984873" y="3136900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110" name="Текст 55">
            <a:extLst>
              <a:ext uri="{FF2B5EF4-FFF2-40B4-BE49-F238E27FC236}">
                <a16:creationId xmlns:a16="http://schemas.microsoft.com/office/drawing/2014/main" id="{9216B4B3-93F5-8C4A-9A77-CED9548DECF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84873" y="4993152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111" name="Текст 55">
            <a:extLst>
              <a:ext uri="{FF2B5EF4-FFF2-40B4-BE49-F238E27FC236}">
                <a16:creationId xmlns:a16="http://schemas.microsoft.com/office/drawing/2014/main" id="{9C93EC5C-3943-0FE3-3B95-C9C6622FE8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84873" y="6849404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112" name="Текст 55">
            <a:extLst>
              <a:ext uri="{FF2B5EF4-FFF2-40B4-BE49-F238E27FC236}">
                <a16:creationId xmlns:a16="http://schemas.microsoft.com/office/drawing/2014/main" id="{FD581BD7-B908-4B36-8EEA-3F3772BC6C5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84873" y="8705656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113" name="Текст 55">
            <a:extLst>
              <a:ext uri="{FF2B5EF4-FFF2-40B4-BE49-F238E27FC236}">
                <a16:creationId xmlns:a16="http://schemas.microsoft.com/office/drawing/2014/main" id="{0F7A994B-7B7D-F8A9-C53F-AC65D4D6793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4873" y="105619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27D2646-4C52-B91A-CDA7-BB4FFD711D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42229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спикер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2C9A74D-E1AD-0AF1-3CB9-2EB50DB8AD03}"/>
              </a:ext>
            </a:extLst>
          </p:cNvPr>
          <p:cNvSpPr/>
          <p:nvPr userDrawn="1"/>
        </p:nvSpPr>
        <p:spPr>
          <a:xfrm>
            <a:off x="12384048" y="0"/>
            <a:ext cx="12003000" cy="13716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0" name="Рисунок 29">
            <a:extLst>
              <a:ext uri="{FF2B5EF4-FFF2-40B4-BE49-F238E27FC236}">
                <a16:creationId xmlns:a16="http://schemas.microsoft.com/office/drawing/2014/main" id="{446559C5-1DB4-3E3E-7EBA-4F3AAD6FF4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616101" y="1219200"/>
            <a:ext cx="9558223" cy="11291888"/>
          </a:xfrm>
          <a:prstGeom prst="round2DiagRect">
            <a:avLst>
              <a:gd name="adj1" fmla="val 9014"/>
              <a:gd name="adj2" fmla="val 0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4" name="Image 0" descr=" ">
            <a:extLst>
              <a:ext uri="{FF2B5EF4-FFF2-40B4-BE49-F238E27FC236}">
                <a16:creationId xmlns:a16="http://schemas.microsoft.com/office/drawing/2014/main" id="{5D527610-8CBD-89A2-AA6F-05D30D7328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3397250"/>
            <a:ext cx="9081635" cy="31750"/>
          </a:xfrm>
          <a:prstGeom prst="rect">
            <a:avLst/>
          </a:prstGeom>
        </p:spPr>
      </p:pic>
      <p:sp>
        <p:nvSpPr>
          <p:cNvPr id="31" name="Текст 7">
            <a:extLst>
              <a:ext uri="{FF2B5EF4-FFF2-40B4-BE49-F238E27FC236}">
                <a16:creationId xmlns:a16="http://schemas.microsoft.com/office/drawing/2014/main" id="{43659229-292D-8DA7-6E1F-2F70C364C6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19352" y="817780"/>
            <a:ext cx="90816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Имя Фамилия</a:t>
            </a:r>
          </a:p>
        </p:txBody>
      </p:sp>
      <p:sp>
        <p:nvSpPr>
          <p:cNvPr id="32" name="Текст 14">
            <a:extLst>
              <a:ext uri="{FF2B5EF4-FFF2-40B4-BE49-F238E27FC236}">
                <a16:creationId xmlns:a16="http://schemas.microsoft.com/office/drawing/2014/main" id="{8A39B13E-07C4-B22E-C1DF-1647BAAF88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081636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ДОЛЖНОСТЬ СПИКЕРА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7E73C37F-E536-398B-7118-D6FB1950645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84873" y="4928589"/>
            <a:ext cx="7052543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1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1C483E1C-FC44-1883-3674-1E7CE83CBB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84873" y="6428601"/>
            <a:ext cx="7052543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2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73ABAD18-3F4E-CA45-903D-5C5F4E7BD9C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4873" y="7846720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3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0A811331-A153-B932-4A47-F025A4C8C55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84873" y="9562159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4 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D5330BF6-BCF0-FF18-7EDF-3496907D05D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84873" y="11277600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5 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pic>
        <p:nvPicPr>
          <p:cNvPr id="39" name="Image 38" descr=" ">
            <a:extLst>
              <a:ext uri="{FF2B5EF4-FFF2-40B4-BE49-F238E27FC236}">
                <a16:creationId xmlns:a16="http://schemas.microsoft.com/office/drawing/2014/main" id="{FE32D95C-8C4A-A70A-3241-17241E6DDC4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694311" y="1727200"/>
            <a:ext cx="965321" cy="635000"/>
          </a:xfrm>
          <a:prstGeom prst="rect">
            <a:avLst/>
          </a:prstGeom>
        </p:spPr>
      </p:pic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B2E9BF9D-AA05-8DFE-3CD1-C02B66210B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547561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спикер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6">
            <a:extLst>
              <a:ext uri="{FF2B5EF4-FFF2-40B4-BE49-F238E27FC236}">
                <a16:creationId xmlns:a16="http://schemas.microsoft.com/office/drawing/2014/main" id="{F8C01122-0A36-C772-33A2-7040677FC51C}"/>
              </a:ext>
            </a:extLst>
          </p:cNvPr>
          <p:cNvSpPr/>
          <p:nvPr userDrawn="1"/>
        </p:nvSpPr>
        <p:spPr>
          <a:xfrm>
            <a:off x="12384048" y="0"/>
            <a:ext cx="12003000" cy="13716000"/>
          </a:xfrm>
          <a:prstGeom prst="rect">
            <a:avLst/>
          </a:prstGeom>
          <a:solidFill>
            <a:srgbClr val="06A2F1"/>
          </a:solidFill>
          <a:ln/>
        </p:spPr>
      </p:sp>
      <p:sp>
        <p:nvSpPr>
          <p:cNvPr id="40" name="Рисунок 29">
            <a:extLst>
              <a:ext uri="{FF2B5EF4-FFF2-40B4-BE49-F238E27FC236}">
                <a16:creationId xmlns:a16="http://schemas.microsoft.com/office/drawing/2014/main" id="{F1FB737F-1AA3-8D43-AFF0-CE1BD193B97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flipH="1">
            <a:off x="13616101" y="1219200"/>
            <a:ext cx="9558223" cy="11291888"/>
          </a:xfrm>
          <a:prstGeom prst="round2DiagRect">
            <a:avLst>
              <a:gd name="adj1" fmla="val 9396"/>
              <a:gd name="adj2" fmla="val 0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13" name="Image 30" descr=" ">
            <a:extLst>
              <a:ext uri="{FF2B5EF4-FFF2-40B4-BE49-F238E27FC236}">
                <a16:creationId xmlns:a16="http://schemas.microsoft.com/office/drawing/2014/main" id="{2A79775E-75D8-84B5-4D64-6153360244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694311" y="1727200"/>
            <a:ext cx="965321" cy="635000"/>
          </a:xfrm>
          <a:prstGeom prst="rect">
            <a:avLst/>
          </a:prstGeom>
        </p:spPr>
      </p:pic>
      <p:pic>
        <p:nvPicPr>
          <p:cNvPr id="14" name="Image 31" descr=" ">
            <a:extLst>
              <a:ext uri="{FF2B5EF4-FFF2-40B4-BE49-F238E27FC236}">
                <a16:creationId xmlns:a16="http://schemas.microsoft.com/office/drawing/2014/main" id="{158574B4-3EFF-AB44-5457-9B9B4948D1A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694311" y="1727200"/>
            <a:ext cx="965321" cy="635000"/>
          </a:xfrm>
          <a:prstGeom prst="rect">
            <a:avLst/>
          </a:prstGeom>
        </p:spPr>
      </p:pic>
      <p:sp>
        <p:nvSpPr>
          <p:cNvPr id="27" name="Текст 55">
            <a:extLst>
              <a:ext uri="{FF2B5EF4-FFF2-40B4-BE49-F238E27FC236}">
                <a16:creationId xmlns:a16="http://schemas.microsoft.com/office/drawing/2014/main" id="{9046158D-55C9-92DB-7527-4F301EF8950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4873" y="5473700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1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E41674CC-A8CF-9B6C-A081-575023CFB2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84873" y="7150100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2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BF343F0D-0637-B341-F460-8AF4CBF0A4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84873" y="8826500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3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C3E61AD0-944D-646F-E711-9EDED63A904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84873" y="10502900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4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42" name="Текст 7">
            <a:extLst>
              <a:ext uri="{FF2B5EF4-FFF2-40B4-BE49-F238E27FC236}">
                <a16:creationId xmlns:a16="http://schemas.microsoft.com/office/drawing/2014/main" id="{F98A7FBC-C71C-6A82-6747-BC82B78F06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19352" y="3213100"/>
            <a:ext cx="90816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Имя Фамилия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CCCDD00-53B6-7375-BBEC-41F45CFD52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14481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слайд с левой плашкой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7" name="Текст 7">
            <a:extLst>
              <a:ext uri="{FF2B5EF4-FFF2-40B4-BE49-F238E27FC236}">
                <a16:creationId xmlns:a16="http://schemas.microsoft.com/office/drawing/2014/main" id="{9624E0A9-EE0E-C326-B628-B788D5B2E7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72474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8" name="Текст 14">
            <a:extLst>
              <a:ext uri="{FF2B5EF4-FFF2-40B4-BE49-F238E27FC236}">
                <a16:creationId xmlns:a16="http://schemas.microsoft.com/office/drawing/2014/main" id="{BE31EFCC-3230-0083-3352-41D812A2214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8724747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5D919623-9276-35AA-C6FD-9D89BDA614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66464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  <p15:guide id="3" pos="8679" userDrawn="1">
          <p15:clr>
            <a:srgbClr val="FBAE40"/>
          </p15:clr>
        </p15:guide>
      </p15:sldGuideLst>
    </p:ext>
  </p:extLst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слайд с левой плашкой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tx1"/>
          </a:solidFill>
          <a:ln/>
        </p:spPr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" name="Текст 7">
            <a:extLst>
              <a:ext uri="{FF2B5EF4-FFF2-40B4-BE49-F238E27FC236}">
                <a16:creationId xmlns:a16="http://schemas.microsoft.com/office/drawing/2014/main" id="{B9F1B6F5-8F02-DB26-5E34-F18B6883F8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Текст 14">
            <a:extLst>
              <a:ext uri="{FF2B5EF4-FFF2-40B4-BE49-F238E27FC236}">
                <a16:creationId xmlns:a16="http://schemas.microsoft.com/office/drawing/2014/main" id="{96890124-1B1A-72A5-68E7-AB9BDF64B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2" y="3552658"/>
            <a:ext cx="6196714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слайда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7" name="Номер слайда 2">
            <a:extLst>
              <a:ext uri="{FF2B5EF4-FFF2-40B4-BE49-F238E27FC236}">
                <a16:creationId xmlns:a16="http://schemas.microsoft.com/office/drawing/2014/main" id="{7E033BA5-61AE-D0D1-19D9-5B3AFEC1FE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19314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  <p15:guide id="3" pos="8679" userDrawn="1">
          <p15:clr>
            <a:srgbClr val="FBAE40"/>
          </p15:clr>
        </p15:guide>
      </p15:sldGuideLst>
    </p:ext>
  </p:extLst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екстовые блоки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673699BD-ABAA-D4B5-8CFC-A01AC4C0421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19352" y="4619626"/>
            <a:ext cx="9725739" cy="20076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 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BDD326F8-ED51-FC72-06D7-73E0F5B1B6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9351" y="8886826"/>
            <a:ext cx="10640139" cy="25205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Важно понимать, что бывает наоборот: имея расплывчатую задачу, нелокализованную проблему,  </a:t>
            </a:r>
            <a:br>
              <a:rPr lang="ru-RU" dirty="0"/>
            </a:br>
            <a:r>
              <a:rPr lang="ru-RU" dirty="0"/>
              <a:t>вы сначала построите модель текущего процесса, </a:t>
            </a:r>
            <a:br>
              <a:rPr lang="ru-RU" dirty="0"/>
            </a:br>
            <a:r>
              <a:rPr lang="ru-RU" dirty="0"/>
              <a:t>чтобы получить представление «изнутри», как улучшить процесс или где теория не соответствует практике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9285CBF-F594-2AA7-B3B9-14184247A1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006493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екстовые блоки_2 (плашка + текст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5126757"/>
            <a:ext cx="8534248" cy="346248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Большой заголовок </a:t>
            </a:r>
            <a:br>
              <a:rPr lang="ru-RU" dirty="0"/>
            </a:br>
            <a:r>
              <a:rPr lang="ru-RU" dirty="0"/>
              <a:t>на три строки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673699BD-ABAA-D4B5-8CFC-A01AC4C0421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003003" y="3451664"/>
            <a:ext cx="9725739" cy="20076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 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BDD326F8-ED51-FC72-06D7-73E0F5B1B6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003003" y="7718864"/>
            <a:ext cx="10640139" cy="25205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Важно понимать, что бывает наоборот: имея расплывчатую задачу, нелокализованную проблему,  </a:t>
            </a:r>
            <a:br>
              <a:rPr lang="ru-RU" dirty="0"/>
            </a:br>
            <a:r>
              <a:rPr lang="ru-RU" dirty="0"/>
              <a:t>вы сначала построите модель текущего процесса, </a:t>
            </a:r>
            <a:br>
              <a:rPr lang="ru-RU" dirty="0"/>
            </a:br>
            <a:r>
              <a:rPr lang="ru-RU" dirty="0"/>
              <a:t>чтобы получить представление «изнутри», как улучшить процесс или где теория не соответствует практике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3E18B31E-0112-EB87-81CD-7018C81940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74705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</p15:sldGuideLst>
    </p:ext>
  </p:extLst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екстовые блоки_3 (плашка + пункты с иконкам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tx1"/>
          </a:solidFill>
          <a:ln/>
        </p:spPr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5703838"/>
            <a:ext cx="853424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7DBADDCE-24C0-F0C1-D7DF-9C997EA04C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768521" y="1881478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D4D05D2D-F07B-E4A0-3B24-9226CDFD687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768521" y="2491078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41699F41-3EF8-B76A-E754-8501FCFEE15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768521" y="4576039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5FE5DF5D-9726-9ABB-62C0-4C6676321B4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768521" y="5185639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5" name="Текст 55">
            <a:extLst>
              <a:ext uri="{FF2B5EF4-FFF2-40B4-BE49-F238E27FC236}">
                <a16:creationId xmlns:a16="http://schemas.microsoft.com/office/drawing/2014/main" id="{6F03D2F8-D3A7-48AE-979F-2CE3AFEB538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768521" y="7266988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6B9C99E4-BBC5-24A3-E31B-606E8F4AE9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768521" y="7876588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7" name="Текст 55">
            <a:extLst>
              <a:ext uri="{FF2B5EF4-FFF2-40B4-BE49-F238E27FC236}">
                <a16:creationId xmlns:a16="http://schemas.microsoft.com/office/drawing/2014/main" id="{6F9DABB3-78DE-4DCE-F5F5-8C5DB72685D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768521" y="9955578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8" name="Текст 55">
            <a:extLst>
              <a:ext uri="{FF2B5EF4-FFF2-40B4-BE49-F238E27FC236}">
                <a16:creationId xmlns:a16="http://schemas.microsoft.com/office/drawing/2014/main" id="{77E5759B-15E4-B690-9B66-1910E98B897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768521" y="10565178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449ACE61-8C37-4768-C1F7-964C7759D8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021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  <p15:guide id="3" pos="8679" userDrawn="1">
          <p15:clr>
            <a:srgbClr val="FBAE40"/>
          </p15:clr>
        </p15:guide>
      </p15:sldGuideLst>
    </p:ext>
  </p:extLst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екстовые блоки_4 (плашка + краткие пункты с иконкам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Текст 55">
            <a:extLst>
              <a:ext uri="{FF2B5EF4-FFF2-40B4-BE49-F238E27FC236}">
                <a16:creationId xmlns:a16="http://schemas.microsoft.com/office/drawing/2014/main" id="{D0AACE7B-E6E9-9903-F979-8375DEF69A3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768521" y="1690900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76F7C4CC-564A-FF63-369B-81DD182820D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768521" y="3578668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A46EBADC-FEA0-91B1-9C82-162F6065CB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768521" y="5466436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27B64067-93E3-861D-3805-0DF43F9C712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768521" y="7354204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885F0385-174E-44EC-AD15-6A14B23415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768521" y="9241972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F5E339AD-BA37-F40E-B265-C578EC514C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768521" y="11129740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pic>
        <p:nvPicPr>
          <p:cNvPr id="3" name="Image 1" descr=" ">
            <a:extLst>
              <a:ext uri="{FF2B5EF4-FFF2-40B4-BE49-F238E27FC236}">
                <a16:creationId xmlns:a16="http://schemas.microsoft.com/office/drawing/2014/main" id="{B48CBA4E-00FD-553C-CA49-6EEACD6DAD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0605826" cy="13716000"/>
          </a:xfrm>
          <a:prstGeom prst="rect">
            <a:avLst/>
          </a:prstGeom>
        </p:spPr>
      </p:pic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5703838"/>
            <a:ext cx="853424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365C528E-FBBA-8811-563E-EFBC40294A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23369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  <p15:guide id="3" pos="8679" userDrawn="1">
          <p15:clr>
            <a:srgbClr val="FBAE40"/>
          </p15:clr>
        </p15:guide>
      </p15:sldGuideLst>
    </p:ext>
  </p:extLst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екстовые блоки_5 (2 столбца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" name="Shape 1">
            <a:extLst>
              <a:ext uri="{FF2B5EF4-FFF2-40B4-BE49-F238E27FC236}">
                <a16:creationId xmlns:a16="http://schemas.microsoft.com/office/drawing/2014/main" id="{204E2ECF-A2B7-BD1E-72EF-7982044BAA99}"/>
              </a:ext>
            </a:extLst>
          </p:cNvPr>
          <p:cNvSpPr/>
          <p:nvPr userDrawn="1"/>
        </p:nvSpPr>
        <p:spPr>
          <a:xfrm>
            <a:off x="1219352" y="3759200"/>
            <a:ext cx="10783648" cy="8737600"/>
          </a:xfrm>
          <a:prstGeom prst="round2SameRect">
            <a:avLst>
              <a:gd name="adj1" fmla="val 6202"/>
              <a:gd name="adj2" fmla="val 0"/>
            </a:avLst>
          </a:prstGeom>
          <a:noFill/>
          <a:ln w="25400">
            <a:solidFill>
              <a:schemeClr val="accent2"/>
            </a:solidFill>
            <a:prstDash val="solid"/>
          </a:ln>
        </p:spPr>
      </p:sp>
      <p:pic>
        <p:nvPicPr>
          <p:cNvPr id="3" name="Image 0" descr=" ">
            <a:extLst>
              <a:ext uri="{FF2B5EF4-FFF2-40B4-BE49-F238E27FC236}">
                <a16:creationId xmlns:a16="http://schemas.microsoft.com/office/drawing/2014/main" id="{758DAD45-76DB-F79C-CD96-5BAA601B07D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9352" y="3759200"/>
            <a:ext cx="10783648" cy="1879600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71784376-6B78-370E-C3DB-421F9653EA32}"/>
              </a:ext>
            </a:extLst>
          </p:cNvPr>
          <p:cNvSpPr/>
          <p:nvPr userDrawn="1"/>
        </p:nvSpPr>
        <p:spPr>
          <a:xfrm>
            <a:off x="12384048" y="3759200"/>
            <a:ext cx="10783648" cy="8737600"/>
          </a:xfrm>
          <a:prstGeom prst="round2SameRect">
            <a:avLst>
              <a:gd name="adj1" fmla="val 5859"/>
              <a:gd name="adj2" fmla="val 0"/>
            </a:avLst>
          </a:prstGeom>
          <a:noFill/>
          <a:ln w="25400">
            <a:solidFill>
              <a:schemeClr val="accent1"/>
            </a:solidFill>
            <a:prstDash val="solid"/>
          </a:ln>
        </p:spPr>
      </p:sp>
      <p:pic>
        <p:nvPicPr>
          <p:cNvPr id="7" name="Image 1" descr=" ">
            <a:extLst>
              <a:ext uri="{FF2B5EF4-FFF2-40B4-BE49-F238E27FC236}">
                <a16:creationId xmlns:a16="http://schemas.microsoft.com/office/drawing/2014/main" id="{3C8B92D3-2E3B-4C56-92B0-72910594572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384048" y="3759200"/>
            <a:ext cx="10783648" cy="1879600"/>
          </a:xfrm>
          <a:prstGeom prst="rect">
            <a:avLst/>
          </a:prstGeom>
        </p:spPr>
      </p:pic>
      <p:sp>
        <p:nvSpPr>
          <p:cNvPr id="8" name="Текст 55">
            <a:extLst>
              <a:ext uri="{FF2B5EF4-FFF2-40B4-BE49-F238E27FC236}">
                <a16:creationId xmlns:a16="http://schemas.microsoft.com/office/drawing/2014/main" id="{ABA6485D-43CF-3921-D214-A8F02605B95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59670" y="4427387"/>
            <a:ext cx="7430844" cy="5507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1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0F2B5BBD-1FF4-8082-44B4-A465A9C6F14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013276" y="4419084"/>
            <a:ext cx="7430844" cy="5507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2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1D42419D-6346-2CBC-7013-87A46531DF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48581" y="641696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1876AC76-7C21-9BD6-3BF0-E4DE1F9BA17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48581" y="76500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D1412ACB-20F0-78A1-BEBD-60DDDFD1D9C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48581" y="88692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27F7CAA0-F820-F296-E998-82AAA74D334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48581" y="100884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81CB03D6-F9DE-D13B-1B62-98CA4DF2BDE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48581" y="113076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5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008CAB53-9321-E6EF-B36D-D4552CA68FF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4313275" y="641696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AF353F19-37D8-8C6F-E06B-6E3B51739ED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4313275" y="76500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FFBC3E66-90C4-1DD1-74B2-AB52C728A44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313275" y="88692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98817D88-FD6D-C889-336B-A8656403D33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313275" y="100884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E202932F-533E-C423-8E66-BA8506CAE41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4313275" y="113076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5</a:t>
            </a:r>
          </a:p>
        </p:txBody>
      </p:sp>
      <p:sp>
        <p:nvSpPr>
          <p:cNvPr id="10" name="Номер слайда 2">
            <a:extLst>
              <a:ext uri="{FF2B5EF4-FFF2-40B4-BE49-F238E27FC236}">
                <a16:creationId xmlns:a16="http://schemas.microsoft.com/office/drawing/2014/main" id="{4D5248EB-A962-C836-291C-6985260C30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512394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екстовые блоки_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2E440F48-36E2-3E5C-D3FF-983E139BAA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59670" y="5437787"/>
            <a:ext cx="7430844" cy="5507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1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23F6A993-0C93-AD71-5C35-41F610CC214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013276" y="5437787"/>
            <a:ext cx="7430844" cy="5507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2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3BB20C42-E2D0-0045-F534-D69C4612FF1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829029" y="6853899"/>
            <a:ext cx="8041934" cy="24460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900" indent="-342900">
              <a:lnSpc>
                <a:spcPts val="34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ru-RU" sz="2400" b="0" i="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/>
            <a:r>
              <a:rPr lang="ru-RU" dirty="0"/>
              <a:t>Обычно вы сначала найдете вопрос или проблему</a:t>
            </a:r>
          </a:p>
          <a:p>
            <a:pPr marL="0" lvl="0"/>
            <a:r>
              <a:rPr lang="ru-RU" dirty="0"/>
              <a:t>А затем решите моделировать процесс </a:t>
            </a:r>
          </a:p>
          <a:p>
            <a:pPr marL="0" lvl="0"/>
            <a:r>
              <a:rPr lang="ru-RU" dirty="0"/>
              <a:t>Чтобы получить конкретный ответ </a:t>
            </a:r>
          </a:p>
          <a:p>
            <a:pPr marL="0" lvl="0"/>
            <a:r>
              <a:rPr lang="ru-RU" dirty="0"/>
              <a:t>Или проверить чей-то готовый вывод</a:t>
            </a:r>
          </a:p>
          <a:p>
            <a:pPr marL="0" lvl="0"/>
            <a:r>
              <a:rPr lang="ru-RU" dirty="0"/>
              <a:t>Альтернативным путем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3333E377-F687-958C-EAF9-FA9091DA00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082635" y="6853899"/>
            <a:ext cx="8041934" cy="24460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900" indent="-342900">
              <a:lnSpc>
                <a:spcPts val="34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ru-RU" sz="2400" b="0" i="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/>
            <a:r>
              <a:rPr lang="ru-RU" dirty="0"/>
              <a:t>Обычно вы сначала найдете вопрос или проблему</a:t>
            </a:r>
          </a:p>
          <a:p>
            <a:pPr marL="0" lvl="0"/>
            <a:r>
              <a:rPr lang="ru-RU" dirty="0"/>
              <a:t>А затем решите моделировать процесс </a:t>
            </a:r>
          </a:p>
          <a:p>
            <a:pPr marL="0" lvl="0"/>
            <a:r>
              <a:rPr lang="ru-RU" dirty="0"/>
              <a:t>Чтобы получить конкретный ответ </a:t>
            </a:r>
          </a:p>
          <a:p>
            <a:pPr marL="0" lvl="0"/>
            <a:r>
              <a:rPr lang="ru-RU" dirty="0"/>
              <a:t>Или проверить чей-то готовый вывод</a:t>
            </a:r>
          </a:p>
          <a:p>
            <a:pPr marL="0" lvl="0"/>
            <a:r>
              <a:rPr lang="ru-RU" dirty="0"/>
              <a:t>Альтернативным путем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6713796-6879-E02D-82B1-6EAE1C200D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31406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екстовые блоки_7 (краткие подпункты + икон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1" name="Текст 14">
            <a:extLst>
              <a:ext uri="{FF2B5EF4-FFF2-40B4-BE49-F238E27FC236}">
                <a16:creationId xmlns:a16="http://schemas.microsoft.com/office/drawing/2014/main" id="{97485FA9-2A79-90AF-3174-CFA6613EB0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0676BB35-A490-235B-1238-F02BC4539F0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768521" y="3835148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392360A4-EEEF-DF51-88D1-00D2279E157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768521" y="5722916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D53B74D5-2F25-473A-9367-80E98CFAF3A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768521" y="7610684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2464E47B-35B0-7586-18EB-A049463A908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768521" y="9498452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B03747F9-B868-EE2A-9869-60BDFCA2DD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768521" y="11386220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A276F4C-5AEC-70F4-5A2E-6369D687CF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20654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679" userDrawn="1">
          <p15:clr>
            <a:srgbClr val="FBAE40"/>
          </p15:clr>
        </p15:guide>
        <p15:guide id="2" pos="7568" userDrawn="1">
          <p15:clr>
            <a:srgbClr val="FBAE40"/>
          </p15:clr>
        </p15:guide>
      </p15:sldGuideLst>
    </p:ext>
  </p:extLst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екстовые блоки_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Текст 7">
            <a:extLst>
              <a:ext uri="{FF2B5EF4-FFF2-40B4-BE49-F238E27FC236}">
                <a16:creationId xmlns:a16="http://schemas.microsoft.com/office/drawing/2014/main" id="{5B8495F1-E46A-9165-9730-67B701F9E6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092690" y="10187451"/>
            <a:ext cx="9081635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r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A897F12C-2FC8-67B5-34BD-68E0C3A3C48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48385" y="26416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6FE8D3F8-6E53-61F9-04A7-50E0CF3E50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348385" y="38608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CAACDBBF-7544-A5AE-0E2E-618A4EF40F5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48385" y="50800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51D3C734-6A19-175A-48FF-33F917666B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348385" y="62992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B6157516-BF95-D40B-532B-53371CCF541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348385" y="75184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5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39735E3A-85DD-B42A-4E26-8B117D5DC37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337683" y="26416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4C3F7980-36F9-E790-1AD7-75A03FF97CC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337683" y="38608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7155095C-1530-DA27-382A-569D6876B0E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337683" y="50800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35C71E6E-C272-979A-46EA-ACA5B3EE022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337683" y="62992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C065EE60-0525-6362-E865-C252053474E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337683" y="75184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5</a:t>
            </a:r>
          </a:p>
        </p:txBody>
      </p:sp>
      <p:sp>
        <p:nvSpPr>
          <p:cNvPr id="27" name="Текст 14">
            <a:extLst>
              <a:ext uri="{FF2B5EF4-FFF2-40B4-BE49-F238E27FC236}">
                <a16:creationId xmlns:a16="http://schemas.microsoft.com/office/drawing/2014/main" id="{7C91F001-0AB9-F8A5-469B-B764A1F39C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1219200"/>
            <a:ext cx="6620782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1</a:t>
            </a:r>
          </a:p>
        </p:txBody>
      </p:sp>
      <p:sp>
        <p:nvSpPr>
          <p:cNvPr id="28" name="Текст 14">
            <a:extLst>
              <a:ext uri="{FF2B5EF4-FFF2-40B4-BE49-F238E27FC236}">
                <a16:creationId xmlns:a16="http://schemas.microsoft.com/office/drawing/2014/main" id="{40958489-19B5-F8D1-D8BA-B23E054C8F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208652" y="1219200"/>
            <a:ext cx="6620782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2</a:t>
            </a:r>
          </a:p>
        </p:txBody>
      </p:sp>
      <p:pic>
        <p:nvPicPr>
          <p:cNvPr id="29" name="Image 17" descr=" ">
            <a:extLst>
              <a:ext uri="{FF2B5EF4-FFF2-40B4-BE49-F238E27FC236}">
                <a16:creationId xmlns:a16="http://schemas.microsoft.com/office/drawing/2014/main" id="{9BC9CB08-4F41-B6DE-52DC-65DABA79EB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89AE6B6-577A-329F-5EA1-47591FEDE6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85620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екстовые блоки_9 (подпункты на 2-3 строки + икон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1" name="Текст 14">
            <a:extLst>
              <a:ext uri="{FF2B5EF4-FFF2-40B4-BE49-F238E27FC236}">
                <a16:creationId xmlns:a16="http://schemas.microsoft.com/office/drawing/2014/main" id="{97485FA9-2A79-90AF-3174-CFA6613EB0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2E2ED24B-3B95-5E84-8F02-16E8A059D5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082623" y="2590801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A036EDEF-1116-C3EA-21DC-85CBD64E47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082623" y="4730833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E3BCB7AB-F6FC-AAA8-CC70-CCC3392A478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082623" y="6866905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218A2412-3817-AED3-D88D-549F2130D19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082623" y="900297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D5BC7A18-5711-729A-0C1F-6D95362E39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082623" y="11139051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3022DAB4-8C84-61B8-56EB-BEFD24AE40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306056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225" userDrawn="1">
          <p15:clr>
            <a:srgbClr val="FBAE40"/>
          </p15:clr>
        </p15:guide>
        <p15:guide id="2" pos="7568" userDrawn="1">
          <p15:clr>
            <a:srgbClr val="FBAE40"/>
          </p15:clr>
        </p15:guide>
      </p15:sldGuideLst>
    </p:ext>
  </p:extLst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екстовые блоки_10 (текстовые пункты + маленькие икон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5" y="1963424"/>
            <a:ext cx="9394860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D5BC7A18-5711-729A-0C1F-6D95362E39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98976" y="5600703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90BF4978-D130-32DB-EA8B-AB0A0778EBC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98976" y="7730969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E1B44813-A1E8-6366-35B6-651D9F48688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98976" y="9864569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0D1D87B-C5AE-6C26-C5F3-D8B272F378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7713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44" userDrawn="1">
          <p15:clr>
            <a:srgbClr val="FBAE40"/>
          </p15:clr>
        </p15:guide>
      </p15:sldGuideLst>
    </p:ext>
  </p:extLst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екстовые блоки_11 (2 столбца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6" name="Текст 7">
            <a:extLst>
              <a:ext uri="{FF2B5EF4-FFF2-40B4-BE49-F238E27FC236}">
                <a16:creationId xmlns:a16="http://schemas.microsoft.com/office/drawing/2014/main" id="{FDAA29EF-3D39-A618-D652-187F277A17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AA9F02C5-F656-3920-0D60-CB9BB0DBFBC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98976" y="4141031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3438667E-4343-71F7-D005-496251085A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98976" y="627129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82CD34DD-87D4-43D9-8970-A6B3D2006C4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98976" y="840489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1D3351A6-F463-18DA-F5DB-97304718E77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98976" y="1053227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346C8550-5EF7-E7AF-EF7B-E7316CF9046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4279792" y="4141031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F9F9D073-174A-F680-456A-D427D21611F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279792" y="627129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FF3F24FE-8409-28D7-13E9-8EE57A2092D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279792" y="840489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98F9F8E0-10CB-D859-AC0A-DA265AB2E2A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4279792" y="1053227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C1882E3-7E9E-F08C-B071-AE43F99A23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4754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44" userDrawn="1">
          <p15:clr>
            <a:srgbClr val="FBAE40"/>
          </p15:clr>
        </p15:guide>
        <p15:guide id="2" pos="8996" userDrawn="1">
          <p15:clr>
            <a:srgbClr val="FBAE40"/>
          </p15:clr>
        </p15:guide>
        <p15:guide id="3" pos="8316" userDrawn="1">
          <p15:clr>
            <a:srgbClr val="FBAE40"/>
          </p15:clr>
        </p15:guide>
      </p15:sldGuideLst>
    </p:ext>
  </p:extLst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екстовые блоки_12 (текстовые пункты + икон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5" y="1963424"/>
            <a:ext cx="9394860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D5BC7A18-5711-729A-0C1F-6D95362E39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84873" y="5600700"/>
            <a:ext cx="9725739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75B07120-C781-DE93-E4AF-53EF01552B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84873" y="7290950"/>
            <a:ext cx="9725739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5BDB893B-89B1-2566-BF39-7BAF0E15BD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84873" y="8967350"/>
            <a:ext cx="9725739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D45C7CF4-DF6E-9B1D-3128-41F5947D78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118246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75" userDrawn="1">
          <p15:clr>
            <a:srgbClr val="FBAE40"/>
          </p15:clr>
        </p15:guide>
      </p15:sldGuideLst>
    </p:ext>
  </p:extLst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екстовые блоки_13 (круглая плашка + пункты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 ">
            <a:extLst>
              <a:ext uri="{FF2B5EF4-FFF2-40B4-BE49-F238E27FC236}">
                <a16:creationId xmlns:a16="http://schemas.microsoft.com/office/drawing/2014/main" id="{CFE240FB-32D6-5570-045A-2BEE47F65C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0605826" cy="13716000"/>
          </a:xfrm>
          <a:prstGeom prst="rect">
            <a:avLst/>
          </a:prstGeom>
        </p:spPr>
      </p:pic>
      <p:pic>
        <p:nvPicPr>
          <p:cNvPr id="9" name="Image 17" descr=" ">
            <a:extLst>
              <a:ext uri="{FF2B5EF4-FFF2-40B4-BE49-F238E27FC236}">
                <a16:creationId xmlns:a16="http://schemas.microsoft.com/office/drawing/2014/main" id="{4903FC69-1ED7-3A2E-AA31-F3B39B43851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0" name="Текст 7">
            <a:extLst>
              <a:ext uri="{FF2B5EF4-FFF2-40B4-BE49-F238E27FC236}">
                <a16:creationId xmlns:a16="http://schemas.microsoft.com/office/drawing/2014/main" id="{BDE395DD-E25C-F35A-5185-CD2D596478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5703838"/>
            <a:ext cx="853424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8AA9EF30-923F-CC29-1F95-0C3AD53823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618527" y="1826366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DECE9BD2-5DE5-3518-BA3C-AD2973AB7D1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465202" y="4084657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191FADF1-FCFB-904D-8120-72BE3C92F8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278006" y="6342948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EA00D223-2873-79C0-DE47-99A079780EA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465202" y="8601239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57C4B2D3-A8F4-E3B8-8336-C40CEEFAB0E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618527" y="10859529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95AF9F47-52D6-EDC1-D164-D4AB36C8F6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15408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екстовые блоки_14 (6 пунктов с цифрами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17" descr=" ">
            <a:extLst>
              <a:ext uri="{FF2B5EF4-FFF2-40B4-BE49-F238E27FC236}">
                <a16:creationId xmlns:a16="http://schemas.microsoft.com/office/drawing/2014/main" id="{4903FC69-1ED7-3A2E-AA31-F3B39B4385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9" name="Текст 7">
            <a:extLst>
              <a:ext uri="{FF2B5EF4-FFF2-40B4-BE49-F238E27FC236}">
                <a16:creationId xmlns:a16="http://schemas.microsoft.com/office/drawing/2014/main" id="{10373520-3333-EB2B-6F62-1F5FD2E15E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729724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Слайд с пунктами</a:t>
            </a:r>
          </a:p>
        </p:txBody>
      </p:sp>
      <p:sp>
        <p:nvSpPr>
          <p:cNvPr id="30" name="Текст 7">
            <a:extLst>
              <a:ext uri="{FF2B5EF4-FFF2-40B4-BE49-F238E27FC236}">
                <a16:creationId xmlns:a16="http://schemas.microsoft.com/office/drawing/2014/main" id="{FDB60644-C013-DB8A-CA27-1825B29971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19352" y="3556000"/>
            <a:ext cx="15876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01</a:t>
            </a:r>
          </a:p>
        </p:txBody>
      </p:sp>
      <p:sp>
        <p:nvSpPr>
          <p:cNvPr id="31" name="Текст 7">
            <a:extLst>
              <a:ext uri="{FF2B5EF4-FFF2-40B4-BE49-F238E27FC236}">
                <a16:creationId xmlns:a16="http://schemas.microsoft.com/office/drawing/2014/main" id="{7F0C0B23-03B8-2CA1-55CC-ED8FBE5FFE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2" y="6604000"/>
            <a:ext cx="15876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02</a:t>
            </a:r>
          </a:p>
        </p:txBody>
      </p:sp>
      <p:sp>
        <p:nvSpPr>
          <p:cNvPr id="32" name="Текст 7">
            <a:extLst>
              <a:ext uri="{FF2B5EF4-FFF2-40B4-BE49-F238E27FC236}">
                <a16:creationId xmlns:a16="http://schemas.microsoft.com/office/drawing/2014/main" id="{E2759336-7EA8-EF91-B0DA-8DFD522CE8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19352" y="9652000"/>
            <a:ext cx="15876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03</a:t>
            </a:r>
          </a:p>
        </p:txBody>
      </p:sp>
      <p:sp>
        <p:nvSpPr>
          <p:cNvPr id="33" name="Текст 7">
            <a:extLst>
              <a:ext uri="{FF2B5EF4-FFF2-40B4-BE49-F238E27FC236}">
                <a16:creationId xmlns:a16="http://schemas.microsoft.com/office/drawing/2014/main" id="{5964D710-92F7-9438-AEBC-30FD2BD500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84048" y="3556000"/>
            <a:ext cx="15876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04</a:t>
            </a:r>
          </a:p>
        </p:txBody>
      </p:sp>
      <p:sp>
        <p:nvSpPr>
          <p:cNvPr id="34" name="Текст 7">
            <a:extLst>
              <a:ext uri="{FF2B5EF4-FFF2-40B4-BE49-F238E27FC236}">
                <a16:creationId xmlns:a16="http://schemas.microsoft.com/office/drawing/2014/main" id="{C081309D-DD2D-AFA8-606A-5D609007F5B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384048" y="6604000"/>
            <a:ext cx="15876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05</a:t>
            </a:r>
          </a:p>
        </p:txBody>
      </p:sp>
      <p:sp>
        <p:nvSpPr>
          <p:cNvPr id="35" name="Текст 7">
            <a:extLst>
              <a:ext uri="{FF2B5EF4-FFF2-40B4-BE49-F238E27FC236}">
                <a16:creationId xmlns:a16="http://schemas.microsoft.com/office/drawing/2014/main" id="{2A0BA931-EAB5-4952-64F7-6F8201ECF33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384048" y="9652000"/>
            <a:ext cx="15876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06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BC93D27B-DC99-5F7D-45C5-926E6BAA78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92938" y="3556000"/>
            <a:ext cx="689696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AFB14B45-2776-2C8F-BE2B-915240E3EB1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92938" y="6604000"/>
            <a:ext cx="689696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E30CC10E-FCA4-9A1B-6203-4F5472AF666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92938" y="9652000"/>
            <a:ext cx="689696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18693CED-C43C-CDAC-9D25-1805ED6CEB3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657632" y="3556000"/>
            <a:ext cx="689696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46C6AA54-D9E9-7A12-0CA4-A09B84A35D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657632" y="6604000"/>
            <a:ext cx="689696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19E41231-D9FA-14A7-6ED0-48E48486247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657632" y="9652000"/>
            <a:ext cx="689696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3865299F-6B46-CC6F-0158-97E11F95662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92938" y="4165600"/>
            <a:ext cx="689696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05589C96-FB73-7565-D01F-EE3C63A6BAB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92938" y="7213600"/>
            <a:ext cx="689696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C9242043-D6FC-6EF3-B854-24FA8838371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92938" y="10261600"/>
            <a:ext cx="689696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6" name="Текст 55">
            <a:extLst>
              <a:ext uri="{FF2B5EF4-FFF2-40B4-BE49-F238E27FC236}">
                <a16:creationId xmlns:a16="http://schemas.microsoft.com/office/drawing/2014/main" id="{5884F115-0960-DABC-CDFF-F1F28250682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657632" y="4165600"/>
            <a:ext cx="689696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A8ADCD49-70F6-34DA-8201-B6E2ADA394D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4657632" y="7213600"/>
            <a:ext cx="689696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6F90DBC6-BA82-A8AF-5666-68FABCC903B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4657632" y="10261600"/>
            <a:ext cx="689696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9A38A7F-95CA-5AD8-6CB3-4F8199FF25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61225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екстовые блоки_15 (пункты с подзаголовком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ED4C4207-CE3E-20FC-0FAE-8A182FCB589B}"/>
              </a:ext>
            </a:extLst>
          </p:cNvPr>
          <p:cNvCxnSpPr>
            <a:cxnSpLocks/>
          </p:cNvCxnSpPr>
          <p:nvPr userDrawn="1"/>
        </p:nvCxnSpPr>
        <p:spPr>
          <a:xfrm>
            <a:off x="1219352" y="2603500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Текст 7">
            <a:extLst>
              <a:ext uri="{FF2B5EF4-FFF2-40B4-BE49-F238E27FC236}">
                <a16:creationId xmlns:a16="http://schemas.microsoft.com/office/drawing/2014/main" id="{98697660-DC49-499C-CB89-E4681144F1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7133962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40" name="Текст 14">
            <a:extLst>
              <a:ext uri="{FF2B5EF4-FFF2-40B4-BE49-F238E27FC236}">
                <a16:creationId xmlns:a16="http://schemas.microsoft.com/office/drawing/2014/main" id="{98C247A0-1EFF-3221-932D-25AFA8343EE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3505200"/>
            <a:ext cx="3840329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34F3B4CA-6BAE-AB5F-E6DC-624D408CB5E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752394" y="4114800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3FD50DB7-4364-8712-385D-1AA5704D1BA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752394" y="3505200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10C5B185-DBDF-817A-E506-738162DA93B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752394" y="11324264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CD23760A-BE78-BA7E-3465-777863645E3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752394" y="10714664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8A258C36-20EB-1AF9-77FA-C2EB6DA8765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752394" y="8921110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23F39400-BFB6-A243-2EED-16D085E49E1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752394" y="8311510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A005E764-8253-3A88-8315-BD05A07DE0B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752394" y="6517955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91269FA8-22A5-4990-6734-89B23135D42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752394" y="5908355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5ABC022-E62C-2FB6-CB5A-25B4593AC3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50781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8044" userDrawn="1">
          <p15:clr>
            <a:srgbClr val="FBAE40"/>
          </p15:clr>
        </p15:guide>
        <p15:guide id="3" pos="6933" userDrawn="1">
          <p15:clr>
            <a:srgbClr val="FBAE40"/>
          </p15:clr>
        </p15:guide>
      </p15:sldGuideLst>
    </p:ext>
  </p:extLst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екстовые блоки_16 (пункты с линиям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41" name="Текст 55">
            <a:extLst>
              <a:ext uri="{FF2B5EF4-FFF2-40B4-BE49-F238E27FC236}">
                <a16:creationId xmlns:a16="http://schemas.microsoft.com/office/drawing/2014/main" id="{34F3B4CA-6BAE-AB5F-E6DC-624D408CB5E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752394" y="2286291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3FD50DB7-4364-8712-385D-1AA5704D1BA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752394" y="167669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10C5B185-DBDF-817A-E506-738162DA93B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752394" y="10744491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CD23760A-BE78-BA7E-3465-777863645E3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752394" y="1013489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8A258C36-20EB-1AF9-77FA-C2EB6DA8765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752394" y="7925091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23F39400-BFB6-A243-2EED-16D085E49E1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752394" y="731549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A005E764-8253-3A88-8315-BD05A07DE0B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752394" y="5105691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91269FA8-22A5-4990-6734-89B23135D42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752394" y="449609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3C8BADD7-BD14-4B00-2A95-9C2779738945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04913"/>
            <a:ext cx="2060737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CF3B8654-F2E6-5750-301C-B2E9E2843FE0}"/>
              </a:ext>
            </a:extLst>
          </p:cNvPr>
          <p:cNvCxnSpPr>
            <a:cxnSpLocks/>
          </p:cNvCxnSpPr>
          <p:nvPr userDrawn="1"/>
        </p:nvCxnSpPr>
        <p:spPr>
          <a:xfrm>
            <a:off x="11001387" y="4024313"/>
            <a:ext cx="1217293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239F17B3-B63D-033C-0B88-8CDC4EAE3957}"/>
              </a:ext>
            </a:extLst>
          </p:cNvPr>
          <p:cNvCxnSpPr>
            <a:cxnSpLocks/>
          </p:cNvCxnSpPr>
          <p:nvPr userDrawn="1"/>
        </p:nvCxnSpPr>
        <p:spPr>
          <a:xfrm>
            <a:off x="11001387" y="6843713"/>
            <a:ext cx="1217293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ED37EE55-DB14-725F-D596-7B3404C77A8E}"/>
              </a:ext>
            </a:extLst>
          </p:cNvPr>
          <p:cNvCxnSpPr>
            <a:cxnSpLocks/>
          </p:cNvCxnSpPr>
          <p:nvPr userDrawn="1"/>
        </p:nvCxnSpPr>
        <p:spPr>
          <a:xfrm>
            <a:off x="11001387" y="9663113"/>
            <a:ext cx="1217293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72A3C506-629D-4DBB-601B-2BC8883F7CC7}"/>
              </a:ext>
            </a:extLst>
          </p:cNvPr>
          <p:cNvCxnSpPr>
            <a:cxnSpLocks/>
          </p:cNvCxnSpPr>
          <p:nvPr userDrawn="1"/>
        </p:nvCxnSpPr>
        <p:spPr>
          <a:xfrm>
            <a:off x="11001387" y="12482513"/>
            <a:ext cx="1217293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Текст 7">
            <a:extLst>
              <a:ext uri="{FF2B5EF4-FFF2-40B4-BE49-F238E27FC236}">
                <a16:creationId xmlns:a16="http://schemas.microsoft.com/office/drawing/2014/main" id="{D890C986-DEDA-B7C4-52CC-84FDE6758B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1676691"/>
            <a:ext cx="9394860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E98C669-9A86-98F4-ED8D-D4A0129561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42683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8044" userDrawn="1">
          <p15:clr>
            <a:srgbClr val="FBAE40"/>
          </p15:clr>
        </p15:guide>
        <p15:guide id="3" pos="6933" userDrawn="1">
          <p15:clr>
            <a:srgbClr val="FBAE40"/>
          </p15:clr>
        </p15:guide>
      </p15:sldGuideLst>
    </p:ext>
  </p:extLst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екстовые блоки_17 (плашка с иллюстрацией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438E5611-E4BA-5D5B-7D84-C953E22CBD80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sp>
        <p:nvSpPr>
          <p:cNvPr id="58" name="Текст 7">
            <a:extLst>
              <a:ext uri="{FF2B5EF4-FFF2-40B4-BE49-F238E27FC236}">
                <a16:creationId xmlns:a16="http://schemas.microsoft.com/office/drawing/2014/main" id="{A75725BE-F50B-16CD-1EF8-E77FBBD96A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010258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59" name="Текст 55">
            <a:extLst>
              <a:ext uri="{FF2B5EF4-FFF2-40B4-BE49-F238E27FC236}">
                <a16:creationId xmlns:a16="http://schemas.microsoft.com/office/drawing/2014/main" id="{9C8D5699-DF29-D16F-4448-1352389EDC2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768521" y="3620265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0" name="Текст 55">
            <a:extLst>
              <a:ext uri="{FF2B5EF4-FFF2-40B4-BE49-F238E27FC236}">
                <a16:creationId xmlns:a16="http://schemas.microsoft.com/office/drawing/2014/main" id="{C722C896-BA4A-141D-99AE-FC850C3E17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768521" y="3010665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4314325E-15A8-11D3-C003-EDAD5ABCA3F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768521" y="6177494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7E0BF46B-2EDC-6635-A78E-6119C32AF55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768521" y="5581744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CA9F2D85-180C-DEB7-E62B-6293DB8740D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3768521" y="8734723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70C58B14-34B6-195C-00DC-EADADCC4FD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3768521" y="8138973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71AFC07D-6806-1676-9B78-BFA9D1C2A3C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3768521" y="11291951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CFD95EA6-7A4F-0687-B054-82EF0014EE3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3768521" y="1069620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5AF73875-8BC6-15A4-0E18-3ABFBD6E4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21452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568" userDrawn="1">
          <p15:clr>
            <a:srgbClr val="FBAE40"/>
          </p15:clr>
        </p15:guide>
        <p15:guide id="3" pos="6683" userDrawn="1">
          <p15:clr>
            <a:srgbClr val="FBAE40"/>
          </p15:clr>
        </p15:guide>
        <p15:guide id="4" pos="8679" userDrawn="1">
          <p15:clr>
            <a:srgbClr val="FBAE40"/>
          </p15:clr>
        </p15:guide>
      </p15:sldGuideLst>
    </p:ext>
  </p:extLst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екстовые блоки_18 (рамка + текстовые бло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" name="Скругленный прямоугольник 8">
            <a:extLst>
              <a:ext uri="{FF2B5EF4-FFF2-40B4-BE49-F238E27FC236}">
                <a16:creationId xmlns:a16="http://schemas.microsoft.com/office/drawing/2014/main" id="{B49C2E52-E572-5672-993F-C3D02E1A915B}"/>
              </a:ext>
            </a:extLst>
          </p:cNvPr>
          <p:cNvSpPr/>
          <p:nvPr userDrawn="1"/>
        </p:nvSpPr>
        <p:spPr>
          <a:xfrm>
            <a:off x="1206651" y="1206500"/>
            <a:ext cx="6755663" cy="6755663"/>
          </a:xfrm>
          <a:custGeom>
            <a:avLst/>
            <a:gdLst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699543 w 6699543"/>
              <a:gd name="connsiteY4" fmla="*/ 6325775 h 6699543"/>
              <a:gd name="connsiteX5" fmla="*/ 6325775 w 6699543"/>
              <a:gd name="connsiteY5" fmla="*/ 6699543 h 6699543"/>
              <a:gd name="connsiteX6" fmla="*/ 373768 w 6699543"/>
              <a:gd name="connsiteY6" fmla="*/ 6699543 h 6699543"/>
              <a:gd name="connsiteX7" fmla="*/ 0 w 6699543"/>
              <a:gd name="connsiteY7" fmla="*/ 6325775 h 6699543"/>
              <a:gd name="connsiteX8" fmla="*/ 0 w 6699543"/>
              <a:gd name="connsiteY8" fmla="*/ 373768 h 6699543"/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325775 w 6699543"/>
              <a:gd name="connsiteY4" fmla="*/ 6699543 h 6699543"/>
              <a:gd name="connsiteX5" fmla="*/ 373768 w 6699543"/>
              <a:gd name="connsiteY5" fmla="*/ 6699543 h 6699543"/>
              <a:gd name="connsiteX6" fmla="*/ 0 w 6699543"/>
              <a:gd name="connsiteY6" fmla="*/ 6325775 h 6699543"/>
              <a:gd name="connsiteX7" fmla="*/ 0 w 6699543"/>
              <a:gd name="connsiteY7" fmla="*/ 373768 h 6699543"/>
              <a:gd name="connsiteX0" fmla="*/ 6325775 w 6699543"/>
              <a:gd name="connsiteY0" fmla="*/ 6699543 h 6790983"/>
              <a:gd name="connsiteX1" fmla="*/ 373768 w 6699543"/>
              <a:gd name="connsiteY1" fmla="*/ 6699543 h 6790983"/>
              <a:gd name="connsiteX2" fmla="*/ 0 w 6699543"/>
              <a:gd name="connsiteY2" fmla="*/ 6325775 h 6790983"/>
              <a:gd name="connsiteX3" fmla="*/ 0 w 6699543"/>
              <a:gd name="connsiteY3" fmla="*/ 373768 h 6790983"/>
              <a:gd name="connsiteX4" fmla="*/ 373768 w 6699543"/>
              <a:gd name="connsiteY4" fmla="*/ 0 h 6790983"/>
              <a:gd name="connsiteX5" fmla="*/ 6325775 w 6699543"/>
              <a:gd name="connsiteY5" fmla="*/ 0 h 6790983"/>
              <a:gd name="connsiteX6" fmla="*/ 6699543 w 6699543"/>
              <a:gd name="connsiteY6" fmla="*/ 373768 h 6790983"/>
              <a:gd name="connsiteX7" fmla="*/ 6417215 w 6699543"/>
              <a:gd name="connsiteY7" fmla="*/ 6790983 h 6790983"/>
              <a:gd name="connsiteX0" fmla="*/ 6325775 w 6699543"/>
              <a:gd name="connsiteY0" fmla="*/ 6699543 h 6699543"/>
              <a:gd name="connsiteX1" fmla="*/ 373768 w 6699543"/>
              <a:gd name="connsiteY1" fmla="*/ 6699543 h 6699543"/>
              <a:gd name="connsiteX2" fmla="*/ 0 w 6699543"/>
              <a:gd name="connsiteY2" fmla="*/ 6325775 h 6699543"/>
              <a:gd name="connsiteX3" fmla="*/ 0 w 6699543"/>
              <a:gd name="connsiteY3" fmla="*/ 373768 h 6699543"/>
              <a:gd name="connsiteX4" fmla="*/ 373768 w 6699543"/>
              <a:gd name="connsiteY4" fmla="*/ 0 h 6699543"/>
              <a:gd name="connsiteX5" fmla="*/ 6325775 w 6699543"/>
              <a:gd name="connsiteY5" fmla="*/ 0 h 6699543"/>
              <a:gd name="connsiteX6" fmla="*/ 6699543 w 6699543"/>
              <a:gd name="connsiteY6" fmla="*/ 373768 h 6699543"/>
              <a:gd name="connsiteX0" fmla="*/ 6325775 w 6325775"/>
              <a:gd name="connsiteY0" fmla="*/ 6699543 h 6699543"/>
              <a:gd name="connsiteX1" fmla="*/ 373768 w 6325775"/>
              <a:gd name="connsiteY1" fmla="*/ 6699543 h 6699543"/>
              <a:gd name="connsiteX2" fmla="*/ 0 w 6325775"/>
              <a:gd name="connsiteY2" fmla="*/ 6325775 h 6699543"/>
              <a:gd name="connsiteX3" fmla="*/ 0 w 6325775"/>
              <a:gd name="connsiteY3" fmla="*/ 373768 h 6699543"/>
              <a:gd name="connsiteX4" fmla="*/ 373768 w 6325775"/>
              <a:gd name="connsiteY4" fmla="*/ 0 h 6699543"/>
              <a:gd name="connsiteX5" fmla="*/ 6325775 w 6325775"/>
              <a:gd name="connsiteY5" fmla="*/ 0 h 6699543"/>
              <a:gd name="connsiteX0" fmla="*/ 373768 w 6325775"/>
              <a:gd name="connsiteY0" fmla="*/ 6699543 h 6699543"/>
              <a:gd name="connsiteX1" fmla="*/ 0 w 6325775"/>
              <a:gd name="connsiteY1" fmla="*/ 6325775 h 6699543"/>
              <a:gd name="connsiteX2" fmla="*/ 0 w 6325775"/>
              <a:gd name="connsiteY2" fmla="*/ 373768 h 6699543"/>
              <a:gd name="connsiteX3" fmla="*/ 373768 w 6325775"/>
              <a:gd name="connsiteY3" fmla="*/ 0 h 6699543"/>
              <a:gd name="connsiteX4" fmla="*/ 6325775 w 6325775"/>
              <a:gd name="connsiteY4" fmla="*/ 0 h 6699543"/>
              <a:gd name="connsiteX0" fmla="*/ 0 w 6325775"/>
              <a:gd name="connsiteY0" fmla="*/ 6325775 h 6325775"/>
              <a:gd name="connsiteX1" fmla="*/ 0 w 6325775"/>
              <a:gd name="connsiteY1" fmla="*/ 373768 h 6325775"/>
              <a:gd name="connsiteX2" fmla="*/ 373768 w 6325775"/>
              <a:gd name="connsiteY2" fmla="*/ 0 h 6325775"/>
              <a:gd name="connsiteX3" fmla="*/ 6325775 w 6325775"/>
              <a:gd name="connsiteY3" fmla="*/ 0 h 632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25775" h="6325775">
                <a:moveTo>
                  <a:pt x="0" y="6325775"/>
                </a:moveTo>
                <a:lnTo>
                  <a:pt x="0" y="373768"/>
                </a:lnTo>
                <a:cubicBezTo>
                  <a:pt x="0" y="167342"/>
                  <a:pt x="167342" y="0"/>
                  <a:pt x="373768" y="0"/>
                </a:cubicBezTo>
                <a:lnTo>
                  <a:pt x="6325775" y="0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9">
            <a:extLst>
              <a:ext uri="{FF2B5EF4-FFF2-40B4-BE49-F238E27FC236}">
                <a16:creationId xmlns:a16="http://schemas.microsoft.com/office/drawing/2014/main" id="{B582D367-FAD7-05BE-CDB7-593DD2E36F23}"/>
              </a:ext>
            </a:extLst>
          </p:cNvPr>
          <p:cNvSpPr/>
          <p:nvPr userDrawn="1"/>
        </p:nvSpPr>
        <p:spPr>
          <a:xfrm>
            <a:off x="16424733" y="5753836"/>
            <a:ext cx="6755664" cy="6755664"/>
          </a:xfrm>
          <a:custGeom>
            <a:avLst/>
            <a:gdLst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0 w 6755664"/>
              <a:gd name="connsiteY4" fmla="*/ 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91440 w 6755664"/>
              <a:gd name="connsiteY4" fmla="*/ 9144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0" fmla="*/ 6755664 w 6755664"/>
              <a:gd name="connsiteY0" fmla="*/ 0 h 6755664"/>
              <a:gd name="connsiteX1" fmla="*/ 6755664 w 6755664"/>
              <a:gd name="connsiteY1" fmla="*/ 6755664 h 6755664"/>
              <a:gd name="connsiteX2" fmla="*/ 0 w 6755664"/>
              <a:gd name="connsiteY2" fmla="*/ 6755664 h 675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55664" h="6755664">
                <a:moveTo>
                  <a:pt x="6755664" y="0"/>
                </a:moveTo>
                <a:lnTo>
                  <a:pt x="6755664" y="6755664"/>
                </a:lnTo>
                <a:lnTo>
                  <a:pt x="0" y="6755664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7">
            <a:extLst>
              <a:ext uri="{FF2B5EF4-FFF2-40B4-BE49-F238E27FC236}">
                <a16:creationId xmlns:a16="http://schemas.microsoft.com/office/drawing/2014/main" id="{ED095C03-4444-058E-CF2B-7E65249028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16527" y="3157745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786C063C-3AAD-BF09-B89A-0E68505D603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616527" y="5418345"/>
            <a:ext cx="8918886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чей-то готовый вывод альтернативным путем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D0793E13-FAF1-B718-C61F-DB482BDBA66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616527" y="8378171"/>
            <a:ext cx="8918886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Важно понимать, что бывает наоборот: имея расплывчатую задачу, нелокализованную проблему, вы сначала построите модель текущего процесса, чтобы получить представление «изнутри», как улучшить процесс или где теория не соответствует практике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9A614C29-87C3-BFE1-4AB6-1F9E454969B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476129" y="5418345"/>
            <a:ext cx="8099666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00DCE09F-4E95-A913-345B-1E760A8AF6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476129" y="6367537"/>
            <a:ext cx="8099666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DE71BD17-1AB2-4868-29A5-93455245DA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4476129" y="7316664"/>
            <a:ext cx="8099666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EA6B3A17-3490-B2A3-67AB-E6913F9AE89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4476129" y="8265791"/>
            <a:ext cx="8099666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9E6E9374-CA81-8A9E-A7B4-1E032DC324B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4476129" y="9203824"/>
            <a:ext cx="8099666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D957C9F6-FCEC-5EE0-13B6-D83C77E5B2D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4476129" y="10164045"/>
            <a:ext cx="8099666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2DBCE7EB-8F4A-E498-964A-1F4C999DCC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897410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екстовые блоки_19 (горизонтальная плашка + 4 пункта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17" descr=" ">
            <a:extLst>
              <a:ext uri="{FF2B5EF4-FFF2-40B4-BE49-F238E27FC236}">
                <a16:creationId xmlns:a16="http://schemas.microsoft.com/office/drawing/2014/main" id="{4903FC69-1ED7-3A2E-AA31-F3B39B4385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D1F9D318-CEFB-5612-BA75-042D25D6B60B}"/>
              </a:ext>
            </a:extLst>
          </p:cNvPr>
          <p:cNvSpPr/>
          <p:nvPr userDrawn="1"/>
        </p:nvSpPr>
        <p:spPr>
          <a:xfrm flipV="1">
            <a:off x="0" y="5588000"/>
            <a:ext cx="24387048" cy="81280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Текст 7">
            <a:extLst>
              <a:ext uri="{FF2B5EF4-FFF2-40B4-BE49-F238E27FC236}">
                <a16:creationId xmlns:a16="http://schemas.microsoft.com/office/drawing/2014/main" id="{99939A9D-2E06-76E2-9344-5613898165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9208651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10666DD3-22FD-25C3-AD21-A7E04411AF3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352" y="9080500"/>
            <a:ext cx="4836391" cy="2574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83211791-537F-8DB6-8943-F5537412F0F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08051" y="9080500"/>
            <a:ext cx="4836391" cy="2574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742D708B-5009-3D73-7870-7F106111215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396749" y="9080500"/>
            <a:ext cx="4836391" cy="2574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CB5261CD-9498-307C-B0B9-7E40AF66B72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972746" y="9080500"/>
            <a:ext cx="4836391" cy="2574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D94312C5-FBDC-02D1-8BD1-1BD7067CB86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19352" y="8470900"/>
            <a:ext cx="483639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C934315D-D5C4-2563-D395-EA75282D43F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08051" y="8470900"/>
            <a:ext cx="483639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214C904B-43FF-46B1-7D39-289B881F878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396749" y="8470900"/>
            <a:ext cx="483639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4B727DA3-121E-69F7-AED4-453EB9DC6D4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7972746" y="8470900"/>
            <a:ext cx="483639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4BD494FF-B080-B029-618C-B3941D8BD9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2396749" y="1219200"/>
            <a:ext cx="9725739" cy="25205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</a:t>
            </a:r>
            <a:br>
              <a:rPr lang="ru-RU" dirty="0"/>
            </a:br>
            <a:r>
              <a:rPr lang="ru-RU" dirty="0"/>
              <a:t>или проверить  чей-то готовый вывод альтернативным путем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AC801BA2-5585-D54F-2B83-323361777A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396749" y="4296100"/>
            <a:ext cx="9725739" cy="3445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000"/>
              </a:lnSpc>
            </a:pPr>
            <a:r>
              <a:rPr lang="ru-RU" dirty="0"/>
              <a:t>Ссылка на источник 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9066A4B8-DD32-E19F-340C-AE72758611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55001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екстовые блоки_20 (пункты + лини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FB177212-E3C8-8EBC-F0D1-297E43FDCFB0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04913"/>
            <a:ext cx="2060737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833EB9B4-2DB5-1162-3544-83A863A2C5E6}"/>
              </a:ext>
            </a:extLst>
          </p:cNvPr>
          <p:cNvCxnSpPr>
            <a:cxnSpLocks/>
          </p:cNvCxnSpPr>
          <p:nvPr userDrawn="1"/>
        </p:nvCxnSpPr>
        <p:spPr>
          <a:xfrm>
            <a:off x="1212850" y="3451610"/>
            <a:ext cx="2196147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D25FD1D9-DC45-CB2C-6380-90EBCEC62235}"/>
              </a:ext>
            </a:extLst>
          </p:cNvPr>
          <p:cNvCxnSpPr>
            <a:cxnSpLocks/>
          </p:cNvCxnSpPr>
          <p:nvPr userDrawn="1"/>
        </p:nvCxnSpPr>
        <p:spPr>
          <a:xfrm>
            <a:off x="1212850" y="5709335"/>
            <a:ext cx="2196147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B3CEFCD3-E1F9-1D24-E2D9-0F43CAA08387}"/>
              </a:ext>
            </a:extLst>
          </p:cNvPr>
          <p:cNvCxnSpPr>
            <a:cxnSpLocks/>
          </p:cNvCxnSpPr>
          <p:nvPr userDrawn="1"/>
        </p:nvCxnSpPr>
        <p:spPr>
          <a:xfrm>
            <a:off x="1212850" y="10224785"/>
            <a:ext cx="2196147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72EF228B-DB9A-6F21-F241-1D99589C29D5}"/>
              </a:ext>
            </a:extLst>
          </p:cNvPr>
          <p:cNvCxnSpPr>
            <a:cxnSpLocks/>
          </p:cNvCxnSpPr>
          <p:nvPr userDrawn="1"/>
        </p:nvCxnSpPr>
        <p:spPr>
          <a:xfrm>
            <a:off x="1212850" y="12482513"/>
            <a:ext cx="2196147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CF5E3F09-24E4-1B52-9EA6-F69905C89506}"/>
              </a:ext>
            </a:extLst>
          </p:cNvPr>
          <p:cNvCxnSpPr>
            <a:cxnSpLocks/>
          </p:cNvCxnSpPr>
          <p:nvPr userDrawn="1"/>
        </p:nvCxnSpPr>
        <p:spPr>
          <a:xfrm>
            <a:off x="1212850" y="7967060"/>
            <a:ext cx="2196147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Текст 55">
            <a:extLst>
              <a:ext uri="{FF2B5EF4-FFF2-40B4-BE49-F238E27FC236}">
                <a16:creationId xmlns:a16="http://schemas.microsoft.com/office/drawing/2014/main" id="{B9005F16-E06B-996D-64C2-7C18EDA46EC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4873" y="1841834"/>
            <a:ext cx="4836391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DFE0727D-BA1B-5878-C7EC-735F177794E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84873" y="4097355"/>
            <a:ext cx="4836391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CDF19753-407B-019F-D54D-86535136F64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84873" y="6352876"/>
            <a:ext cx="4836391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4EAF4B98-7BC3-698D-B702-5835DC0A9E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84873" y="8608396"/>
            <a:ext cx="4836391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95013C3F-AF5F-C857-63CE-A1EC7077710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84873" y="10863917"/>
            <a:ext cx="4836391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AC763B7B-9066-5DB1-86AD-EC5D73077B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986873" y="1695107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FEB4EC6A-7308-DE31-74F0-CFE4F12AF62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986873" y="3952897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93F4CA36-4BDA-C650-1075-23A7542D543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986873" y="6210622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C3B90479-A5F9-30A6-7CD8-C747753320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986873" y="8468347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0C4C509A-4F4D-ABBD-4BB2-17AAEC5CAA1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986873" y="10726072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75D4B22F-BD93-6782-AD5A-3A7DBC071B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26801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екстовые блоки_21 (тезис + перекрестие и текстовые бло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7858E12B-FA27-FA92-082C-2AEE00D67492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34725"/>
            <a:ext cx="8813511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41352DD0-A915-3911-5E6D-46AFD4A06819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497440"/>
            <a:ext cx="8813511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A4FFA629-ECE7-4037-3503-ECFF3D19F1DF}"/>
              </a:ext>
            </a:extLst>
          </p:cNvPr>
          <p:cNvCxnSpPr>
            <a:cxnSpLocks/>
          </p:cNvCxnSpPr>
          <p:nvPr userDrawn="1"/>
        </p:nvCxnSpPr>
        <p:spPr>
          <a:xfrm>
            <a:off x="11252216" y="12497440"/>
            <a:ext cx="11922109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44D874E5-161A-C794-44DC-39335C98AFD5}"/>
              </a:ext>
            </a:extLst>
          </p:cNvPr>
          <p:cNvCxnSpPr>
            <a:cxnSpLocks/>
          </p:cNvCxnSpPr>
          <p:nvPr userDrawn="1"/>
        </p:nvCxnSpPr>
        <p:spPr>
          <a:xfrm>
            <a:off x="11252216" y="1234725"/>
            <a:ext cx="10574512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EC14C58D-1B6D-3B9F-B6F8-8B1459081176}"/>
              </a:ext>
            </a:extLst>
          </p:cNvPr>
          <p:cNvCxnSpPr>
            <a:cxnSpLocks/>
          </p:cNvCxnSpPr>
          <p:nvPr userDrawn="1"/>
        </p:nvCxnSpPr>
        <p:spPr>
          <a:xfrm>
            <a:off x="10612562" y="1841500"/>
            <a:ext cx="0" cy="10033002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Текст 11">
            <a:extLst>
              <a:ext uri="{FF2B5EF4-FFF2-40B4-BE49-F238E27FC236}">
                <a16:creationId xmlns:a16="http://schemas.microsoft.com/office/drawing/2014/main" id="{618E607F-FE48-24CC-7932-8305BA8C60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1841500"/>
            <a:ext cx="8813505" cy="605293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en-US" sz="108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118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10800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10800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br>
              <a:rPr lang="ru-RU" sz="10800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15B8A94C-F7B5-84F7-5AAD-A5AA2C17FA4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370232" y="2924946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F57C3B27-7FCC-91C8-544E-F78C189425A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370232" y="2315346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049CF09B-12D5-B35E-C5AB-998DD27A968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370232" y="10134410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0A734AA8-6330-45D8-65E4-1FDD4E49FE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370232" y="9524810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3B298278-88DF-25B7-8073-B6A592BB522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3370232" y="7731256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2591A152-5CE2-3944-179C-A489E42E989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3370232" y="7121656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B172DC4C-2161-B08E-32F1-CF223EE553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3370232" y="5328101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AE144C9F-F6A2-3CAE-0DA1-86D8D7EF4EC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3370232" y="471850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B4B0351-FB13-3817-A902-698D86D57E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20124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2 плашки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2" name="Текст 14">
            <a:extLst>
              <a:ext uri="{FF2B5EF4-FFF2-40B4-BE49-F238E27FC236}">
                <a16:creationId xmlns:a16="http://schemas.microsoft.com/office/drawing/2014/main" id="{3F60C5DE-79D7-8F61-E4C8-96CBF670E2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54190" y="3504834"/>
            <a:ext cx="8638747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1</a:t>
            </a:r>
          </a:p>
        </p:txBody>
      </p:sp>
      <p:sp>
        <p:nvSpPr>
          <p:cNvPr id="23" name="Текст 14">
            <a:extLst>
              <a:ext uri="{FF2B5EF4-FFF2-40B4-BE49-F238E27FC236}">
                <a16:creationId xmlns:a16="http://schemas.microsoft.com/office/drawing/2014/main" id="{C929E4A1-B0B8-9FDC-604F-520976BB60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922176" y="3504834"/>
            <a:ext cx="8638747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2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FDBD3E6D-6DED-7D5C-997F-B82001D4BA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54190" y="4540426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36FE4251-EDFE-CBFC-CAE0-A1EFFFE5A24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922176" y="4540426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9" name="Номер слайда 2">
            <a:extLst>
              <a:ext uri="{FF2B5EF4-FFF2-40B4-BE49-F238E27FC236}">
                <a16:creationId xmlns:a16="http://schemas.microsoft.com/office/drawing/2014/main" id="{3E49BB85-FCF4-7B43-1B64-449399E3B3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906671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3 плаш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8" name="Текст 7">
            <a:extLst>
              <a:ext uri="{FF2B5EF4-FFF2-40B4-BE49-F238E27FC236}">
                <a16:creationId xmlns:a16="http://schemas.microsoft.com/office/drawing/2014/main" id="{84C5389A-D7C3-B5E3-47F8-6FDCC35071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2890253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AAC206CD-BF6F-AA7C-7493-1155D1A9280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27416" y="7436853"/>
            <a:ext cx="616764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C8D1DE36-B7A4-4C25-BE13-8C35B85CA3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70546" y="7436853"/>
            <a:ext cx="616764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4F57185B-0BE0-5F4A-EAD7-7339EA2D9E8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613676" y="7436853"/>
            <a:ext cx="616764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1E833D5F-87DE-7E99-F2AD-09E4014E711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27417" y="6841103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929FC0B3-0C14-BD7A-0E48-A977187184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70546" y="6841103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0" name="Текст 55">
            <a:extLst>
              <a:ext uri="{FF2B5EF4-FFF2-40B4-BE49-F238E27FC236}">
                <a16:creationId xmlns:a16="http://schemas.microsoft.com/office/drawing/2014/main" id="{D64AD4C2-5A6F-CCA7-D6DD-E78E90555E6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6613676" y="6841103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81AA809C-6AA2-66D0-9E4B-BADF3F2A41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245867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3 плашки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1" name="Текст 7">
            <a:extLst>
              <a:ext uri="{FF2B5EF4-FFF2-40B4-BE49-F238E27FC236}">
                <a16:creationId xmlns:a16="http://schemas.microsoft.com/office/drawing/2014/main" id="{1F72E04F-3072-F9EF-AAFC-DC249C33948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32" name="Текст 14">
            <a:extLst>
              <a:ext uri="{FF2B5EF4-FFF2-40B4-BE49-F238E27FC236}">
                <a16:creationId xmlns:a16="http://schemas.microsoft.com/office/drawing/2014/main" id="{777BEE66-14D5-EB0B-9D76-D06B6F9B00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3D608449-63FC-8436-552B-D62CAD75403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27416" y="6464300"/>
            <a:ext cx="6167647" cy="43183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C042E17F-E521-7FDF-7F68-09956647D88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27416" y="5854700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4F832DAF-3174-B142-229D-FB656BC7E94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70546" y="6464300"/>
            <a:ext cx="6167647" cy="43183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52857B92-2118-2201-4C6D-13FF88D0F06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613676" y="6464300"/>
            <a:ext cx="6167647" cy="43183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5889C5FC-D3FF-A57F-98CF-484632156F7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70546" y="5854700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7251EAF3-1428-F8AB-8B9B-F9C3AEBBC5E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6613676" y="5854700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097C1893-451B-3713-43F8-BE14BA3D3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266035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3 плашки + перекрестие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1" name="Текст 7">
            <a:extLst>
              <a:ext uri="{FF2B5EF4-FFF2-40B4-BE49-F238E27FC236}">
                <a16:creationId xmlns:a16="http://schemas.microsoft.com/office/drawing/2014/main" id="{1F72E04F-3072-F9EF-AAFC-DC249C33948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32" name="Текст 14">
            <a:extLst>
              <a:ext uri="{FF2B5EF4-FFF2-40B4-BE49-F238E27FC236}">
                <a16:creationId xmlns:a16="http://schemas.microsoft.com/office/drawing/2014/main" id="{777BEE66-14D5-EB0B-9D76-D06B6F9B00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76BC5FCE-7099-BE48-D622-FA5B5192E844}"/>
              </a:ext>
            </a:extLst>
          </p:cNvPr>
          <p:cNvCxnSpPr>
            <a:cxnSpLocks/>
          </p:cNvCxnSpPr>
          <p:nvPr userDrawn="1"/>
        </p:nvCxnSpPr>
        <p:spPr>
          <a:xfrm>
            <a:off x="1219352" y="4102100"/>
            <a:ext cx="6706438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D4A3D35F-17C3-B35A-D4FD-B89FFD11B5F7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511088"/>
            <a:ext cx="6706438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027C5694-14A2-5B9D-CEBE-B0D40D8804E5}"/>
              </a:ext>
            </a:extLst>
          </p:cNvPr>
          <p:cNvCxnSpPr>
            <a:cxnSpLocks/>
          </p:cNvCxnSpPr>
          <p:nvPr userDrawn="1"/>
        </p:nvCxnSpPr>
        <p:spPr>
          <a:xfrm>
            <a:off x="8840305" y="4102100"/>
            <a:ext cx="6706438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60F059A7-F3C3-F988-131C-D8AE6519656D}"/>
              </a:ext>
            </a:extLst>
          </p:cNvPr>
          <p:cNvCxnSpPr>
            <a:cxnSpLocks/>
          </p:cNvCxnSpPr>
          <p:nvPr userDrawn="1"/>
        </p:nvCxnSpPr>
        <p:spPr>
          <a:xfrm>
            <a:off x="8840305" y="12511088"/>
            <a:ext cx="6706438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6477AC1D-40E2-F58D-2A7D-C01D6C10AAAE}"/>
              </a:ext>
            </a:extLst>
          </p:cNvPr>
          <p:cNvCxnSpPr>
            <a:cxnSpLocks/>
          </p:cNvCxnSpPr>
          <p:nvPr userDrawn="1"/>
        </p:nvCxnSpPr>
        <p:spPr>
          <a:xfrm>
            <a:off x="16461257" y="4102100"/>
            <a:ext cx="6706438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695075BD-A590-BDD8-8DA5-1147519D7669}"/>
              </a:ext>
            </a:extLst>
          </p:cNvPr>
          <p:cNvCxnSpPr>
            <a:cxnSpLocks/>
          </p:cNvCxnSpPr>
          <p:nvPr userDrawn="1"/>
        </p:nvCxnSpPr>
        <p:spPr>
          <a:xfrm>
            <a:off x="16461257" y="12511088"/>
            <a:ext cx="6706438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65F018F4-577E-2F8C-171C-7C94839D0861}"/>
              </a:ext>
            </a:extLst>
          </p:cNvPr>
          <p:cNvCxnSpPr>
            <a:cxnSpLocks/>
          </p:cNvCxnSpPr>
          <p:nvPr userDrawn="1"/>
        </p:nvCxnSpPr>
        <p:spPr>
          <a:xfrm>
            <a:off x="8380252" y="4546600"/>
            <a:ext cx="0" cy="7394525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Текст 55">
            <a:extLst>
              <a:ext uri="{FF2B5EF4-FFF2-40B4-BE49-F238E27FC236}">
                <a16:creationId xmlns:a16="http://schemas.microsoft.com/office/drawing/2014/main" id="{E9F9F016-14C9-A8F9-F9D2-55873A8A745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352" y="5219700"/>
            <a:ext cx="6167647" cy="65723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0700B29B-4077-93FF-C4B9-2A34A88F2DB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19352" y="4610100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A97097F6-5AC6-2031-00CF-BC42C185CB3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840305" y="5219700"/>
            <a:ext cx="6167647" cy="65723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D5B9E0A5-538D-C655-0AE3-7850AF5FB9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461257" y="5219700"/>
            <a:ext cx="6167647" cy="65723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3E7367DD-D27C-C0F1-0DB1-0BC6589FC7A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40305" y="4610100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2BBEEED8-C40B-4333-DDE7-E766E53570E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6461257" y="4610100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E576B061-3915-FE58-E05C-7331D400AD64}"/>
              </a:ext>
            </a:extLst>
          </p:cNvPr>
          <p:cNvCxnSpPr>
            <a:cxnSpLocks/>
          </p:cNvCxnSpPr>
          <p:nvPr userDrawn="1"/>
        </p:nvCxnSpPr>
        <p:spPr>
          <a:xfrm>
            <a:off x="16004000" y="4546600"/>
            <a:ext cx="0" cy="7394525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C659D8FB-DC43-58AD-8B9B-DBD9BA1462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40032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4 плаш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3" name="Текст 7">
            <a:extLst>
              <a:ext uri="{FF2B5EF4-FFF2-40B4-BE49-F238E27FC236}">
                <a16:creationId xmlns:a16="http://schemas.microsoft.com/office/drawing/2014/main" id="{4D1EFDB6-9EAF-72F5-34CE-DDC86ED05F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24" name="Текст 14">
            <a:extLst>
              <a:ext uri="{FF2B5EF4-FFF2-40B4-BE49-F238E27FC236}">
                <a16:creationId xmlns:a16="http://schemas.microsoft.com/office/drawing/2014/main" id="{95ADFFE7-60D4-F6D9-CFAE-84AF50A598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3A747506-1AE4-4C00-E272-244B0157C78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27416" y="7810500"/>
            <a:ext cx="4300851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266C6B3D-C76B-271D-7F45-729B8B1BB0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27416" y="7200900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BC78EB6C-F00D-8B5E-0C8E-C0E074F5DBF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303413" y="7810500"/>
            <a:ext cx="4300851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44C1798F-4E84-6410-DD6E-4CB48A5A199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879410" y="7810500"/>
            <a:ext cx="4300851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2BD99801-DCA4-2EB4-A95C-78A0C70DBA9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468108" y="7810500"/>
            <a:ext cx="4300851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50E4288B-D21F-C790-ECCF-F1FCE73ECBC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303413" y="7200900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2E210F67-5245-E30F-26FF-CC45E41E1C6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879410" y="7200900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BF13C697-9283-0ED6-8BE1-D12F6E7FEC4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8468108" y="7200900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724B1851-524F-229A-6B6A-C007243848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0664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фото + 4 плашки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Рисунок 38">
            <a:extLst>
              <a:ext uri="{FF2B5EF4-FFF2-40B4-BE49-F238E27FC236}">
                <a16:creationId xmlns:a16="http://schemas.microsoft.com/office/drawing/2014/main" id="{7D0CF3DD-D54F-E9C9-9210-76CCCF6F10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19352" y="1219200"/>
            <a:ext cx="10728607" cy="11291888"/>
          </a:xfrm>
          <a:prstGeom prst="round2DiagRect">
            <a:avLst>
              <a:gd name="adj1" fmla="val 7556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3646DADF-46AE-D4D2-B681-6FC2FCEDE20D}"/>
              </a:ext>
            </a:extLst>
          </p:cNvPr>
          <p:cNvSpPr/>
          <p:nvPr userDrawn="1"/>
        </p:nvSpPr>
        <p:spPr>
          <a:xfrm>
            <a:off x="17960045" y="1219200"/>
            <a:ext cx="5207651" cy="544830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9C427C8D-D771-EC6D-98F1-7DC7631CC381}"/>
              </a:ext>
            </a:extLst>
          </p:cNvPr>
          <p:cNvSpPr/>
          <p:nvPr userDrawn="1"/>
        </p:nvSpPr>
        <p:spPr>
          <a:xfrm>
            <a:off x="12371346" y="1219200"/>
            <a:ext cx="5207651" cy="544830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25" name="Shape 12">
            <a:extLst>
              <a:ext uri="{FF2B5EF4-FFF2-40B4-BE49-F238E27FC236}">
                <a16:creationId xmlns:a16="http://schemas.microsoft.com/office/drawing/2014/main" id="{0133EDD6-F3CA-C295-9095-4AD290BE8E7A}"/>
              </a:ext>
            </a:extLst>
          </p:cNvPr>
          <p:cNvSpPr/>
          <p:nvPr userDrawn="1"/>
        </p:nvSpPr>
        <p:spPr>
          <a:xfrm>
            <a:off x="17960045" y="7048500"/>
            <a:ext cx="5207651" cy="544830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29" name="Shape 18">
            <a:extLst>
              <a:ext uri="{FF2B5EF4-FFF2-40B4-BE49-F238E27FC236}">
                <a16:creationId xmlns:a16="http://schemas.microsoft.com/office/drawing/2014/main" id="{08CC378B-E239-BD0B-78D8-1A2819A4508D}"/>
              </a:ext>
            </a:extLst>
          </p:cNvPr>
          <p:cNvSpPr/>
          <p:nvPr userDrawn="1"/>
        </p:nvSpPr>
        <p:spPr>
          <a:xfrm>
            <a:off x="12371346" y="7048500"/>
            <a:ext cx="5207651" cy="544830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BAF70AF1-65F7-EBBC-5968-27703152E38E}"/>
              </a:ext>
            </a:extLst>
          </p:cNvPr>
          <p:cNvGrpSpPr/>
          <p:nvPr userDrawn="1"/>
        </p:nvGrpSpPr>
        <p:grpSpPr>
          <a:xfrm>
            <a:off x="1219352" y="11277600"/>
            <a:ext cx="1473384" cy="1219200"/>
            <a:chOff x="1219352" y="11277600"/>
            <a:chExt cx="1473384" cy="1219200"/>
          </a:xfrm>
        </p:grpSpPr>
        <p:sp>
          <p:nvSpPr>
            <p:cNvPr id="36" name="Shape 24">
              <a:extLst>
                <a:ext uri="{FF2B5EF4-FFF2-40B4-BE49-F238E27FC236}">
                  <a16:creationId xmlns:a16="http://schemas.microsoft.com/office/drawing/2014/main" id="{7715BCB0-E696-F254-47DB-E9C64D863B07}"/>
                </a:ext>
              </a:extLst>
            </p:cNvPr>
            <p:cNvSpPr/>
            <p:nvPr userDrawn="1"/>
          </p:nvSpPr>
          <p:spPr>
            <a:xfrm>
              <a:off x="1219352" y="11277600"/>
              <a:ext cx="1473384" cy="1219200"/>
            </a:xfrm>
            <a:prstGeom prst="rect">
              <a:avLst/>
            </a:prstGeom>
            <a:solidFill>
              <a:schemeClr val="bg1"/>
            </a:solidFill>
            <a:ln/>
          </p:spPr>
        </p:sp>
        <p:pic>
          <p:nvPicPr>
            <p:cNvPr id="37" name="Image 2" descr=" ">
              <a:extLst>
                <a:ext uri="{FF2B5EF4-FFF2-40B4-BE49-F238E27FC236}">
                  <a16:creationId xmlns:a16="http://schemas.microsoft.com/office/drawing/2014/main" id="{4A9F18CC-42B1-82E0-DF46-8B7A18D6C7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73384" y="11569700"/>
              <a:ext cx="965321" cy="635000"/>
            </a:xfrm>
            <a:prstGeom prst="rect">
              <a:avLst/>
            </a:prstGeom>
          </p:spPr>
        </p:pic>
      </p:grpSp>
      <p:sp>
        <p:nvSpPr>
          <p:cNvPr id="41" name="Текст 55">
            <a:extLst>
              <a:ext uri="{FF2B5EF4-FFF2-40B4-BE49-F238E27FC236}">
                <a16:creationId xmlns:a16="http://schemas.microsoft.com/office/drawing/2014/main" id="{76402B6D-6013-986A-5121-DD359586D99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879410" y="2781300"/>
            <a:ext cx="4293137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68DB9C24-9D17-88B5-4850-E42B00E0C69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8468108" y="2781300"/>
            <a:ext cx="4293137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CA125B0E-855B-A9D1-B25E-158C4BC78F8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8468108" y="8610600"/>
            <a:ext cx="4293137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57A983C7-F0B3-2ECB-0EDD-47BD66D7D35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879410" y="8610600"/>
            <a:ext cx="4293137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ACEEB0FC-8539-7670-4337-4EDBB964669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879410" y="21717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6" name="Текст 55">
            <a:extLst>
              <a:ext uri="{FF2B5EF4-FFF2-40B4-BE49-F238E27FC236}">
                <a16:creationId xmlns:a16="http://schemas.microsoft.com/office/drawing/2014/main" id="{E1B5780C-1BEE-9C31-7944-56BBB651D23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8468108" y="21717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02F13583-865C-D633-F444-0EF0503329A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8468108" y="8116482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60933A65-5315-5632-FA1D-A4689188C19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2879410" y="8116482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6E76F030-1832-7830-DE42-4EDF6C1E5AC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879410" y="1727200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(01)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2552111E-842C-8342-374C-2EEA6C89F36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8468108" y="1727200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(02)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DB28BEDE-9C70-0036-6402-FC577427434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468108" y="7556435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(04)</a:t>
            </a:r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1A521593-ED1A-F641-B8FB-7F5FAEAAE02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2879410" y="7556435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(03)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E9D47300-138E-854E-2227-E96E8983D8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28389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заголовок + 4 карточ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9C20679-E597-7A7C-C270-FE5E14AF4425}"/>
              </a:ext>
            </a:extLst>
          </p:cNvPr>
          <p:cNvSpPr/>
          <p:nvPr userDrawn="1"/>
        </p:nvSpPr>
        <p:spPr>
          <a:xfrm>
            <a:off x="8662483" y="1219200"/>
            <a:ext cx="7062083" cy="544830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2A5607C3-F6FD-2BDE-1069-9D548E05388F}"/>
              </a:ext>
            </a:extLst>
          </p:cNvPr>
          <p:cNvSpPr/>
          <p:nvPr userDrawn="1"/>
        </p:nvSpPr>
        <p:spPr>
          <a:xfrm>
            <a:off x="8662483" y="7048500"/>
            <a:ext cx="7062083" cy="544830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9" name="Shape 12">
            <a:extLst>
              <a:ext uri="{FF2B5EF4-FFF2-40B4-BE49-F238E27FC236}">
                <a16:creationId xmlns:a16="http://schemas.microsoft.com/office/drawing/2014/main" id="{D4C34BD8-A8C3-9CC8-1063-2DA721EBD2AC}"/>
              </a:ext>
            </a:extLst>
          </p:cNvPr>
          <p:cNvSpPr/>
          <p:nvPr userDrawn="1"/>
        </p:nvSpPr>
        <p:spPr>
          <a:xfrm>
            <a:off x="16105613" y="1219200"/>
            <a:ext cx="7062083" cy="544830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3" name="Shape 18">
            <a:extLst>
              <a:ext uri="{FF2B5EF4-FFF2-40B4-BE49-F238E27FC236}">
                <a16:creationId xmlns:a16="http://schemas.microsoft.com/office/drawing/2014/main" id="{5D3CD850-67D2-317B-3F13-C6709E189C5B}"/>
              </a:ext>
            </a:extLst>
          </p:cNvPr>
          <p:cNvSpPr/>
          <p:nvPr userDrawn="1"/>
        </p:nvSpPr>
        <p:spPr>
          <a:xfrm>
            <a:off x="16105613" y="7048500"/>
            <a:ext cx="7062083" cy="544830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pic>
        <p:nvPicPr>
          <p:cNvPr id="17" name="Image 1" descr=" ">
            <a:extLst>
              <a:ext uri="{FF2B5EF4-FFF2-40B4-BE49-F238E27FC236}">
                <a16:creationId xmlns:a16="http://schemas.microsoft.com/office/drawing/2014/main" id="{EF0A7645-B8F0-0B88-B96A-36A7A5C133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1899900"/>
            <a:ext cx="965321" cy="635000"/>
          </a:xfrm>
          <a:prstGeom prst="rect">
            <a:avLst/>
          </a:prstGeom>
        </p:spPr>
      </p:pic>
      <p:sp>
        <p:nvSpPr>
          <p:cNvPr id="21" name="Текст 7">
            <a:extLst>
              <a:ext uri="{FF2B5EF4-FFF2-40B4-BE49-F238E27FC236}">
                <a16:creationId xmlns:a16="http://schemas.microsoft.com/office/drawing/2014/main" id="{3E3AE24C-0842-5D9A-A855-E345B5A4F3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1676691"/>
            <a:ext cx="658352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22" name="Текст 14">
            <a:extLst>
              <a:ext uri="{FF2B5EF4-FFF2-40B4-BE49-F238E27FC236}">
                <a16:creationId xmlns:a16="http://schemas.microsoft.com/office/drawing/2014/main" id="{5F77FC78-137E-8207-8906-6FA8CEADF8F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2" y="4597400"/>
            <a:ext cx="65835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69868D57-8442-CD71-0B73-77BFCBB79F0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70546" y="27813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8F5F961C-CA29-6702-65CC-909B9AE671C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70546" y="2171700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25208EEE-BBF4-8F1C-4A33-8A8B9227CAA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543338" y="27813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727D2E8A-C143-6A10-4A26-C77D4171DFF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543338" y="2171700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0300E677-86AB-909C-5486-BA60172A820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70546" y="8607971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AD127D1B-C083-96DD-E909-C29E88E118B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170546" y="8116482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B1925066-3A64-B28A-341F-69C2FF52D5F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6543338" y="8607971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30" name="Текст 55">
            <a:extLst>
              <a:ext uri="{FF2B5EF4-FFF2-40B4-BE49-F238E27FC236}">
                <a16:creationId xmlns:a16="http://schemas.microsoft.com/office/drawing/2014/main" id="{A5C8703B-5F1B-ACA2-91B8-19EBDC06796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6543338" y="8116482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C421F43F-44C9-351A-E86A-977F357A44D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00208" y="1727200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(01)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A652F64C-4C0C-B1DC-CD5F-DC1890C6A35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6543338" y="1727200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(02)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77D180A4-F5B9-DBC6-DE77-A6B002AC8F0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6543338" y="7556435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(04)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772B52D4-D903-9780-F69A-C3736DE2E82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00208" y="7556500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(03)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20E55389-53C8-484E-33ED-B98571DF29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428952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6 карточек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58A5AB3F-3734-B412-D572-8A3B1463AE01}"/>
              </a:ext>
            </a:extLst>
          </p:cNvPr>
          <p:cNvSpPr/>
          <p:nvPr userDrawn="1"/>
        </p:nvSpPr>
        <p:spPr>
          <a:xfrm>
            <a:off x="1219352" y="1219200"/>
            <a:ext cx="7062083" cy="5435600"/>
          </a:xfrm>
          <a:prstGeom prst="roundRect">
            <a:avLst>
              <a:gd name="adj" fmla="val 4981"/>
            </a:avLst>
          </a:prstGeom>
          <a:solidFill>
            <a:schemeClr val="accent1"/>
          </a:solidFill>
          <a:ln/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61DE9F8-8BCB-C3DB-63E5-CEAA5C59643A}"/>
              </a:ext>
            </a:extLst>
          </p:cNvPr>
          <p:cNvSpPr/>
          <p:nvPr userDrawn="1"/>
        </p:nvSpPr>
        <p:spPr>
          <a:xfrm>
            <a:off x="8662483" y="1219200"/>
            <a:ext cx="7062083" cy="54356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2611F7A3-C113-5E93-0168-627FE5763301}"/>
              </a:ext>
            </a:extLst>
          </p:cNvPr>
          <p:cNvSpPr/>
          <p:nvPr userDrawn="1"/>
        </p:nvSpPr>
        <p:spPr>
          <a:xfrm>
            <a:off x="8662483" y="7048500"/>
            <a:ext cx="7062083" cy="54356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17EF3D73-30E0-C90D-F30D-89570799E40B}"/>
              </a:ext>
            </a:extLst>
          </p:cNvPr>
          <p:cNvSpPr/>
          <p:nvPr userDrawn="1"/>
        </p:nvSpPr>
        <p:spPr>
          <a:xfrm>
            <a:off x="1219352" y="7048500"/>
            <a:ext cx="7062083" cy="54356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A323C7FD-7705-E409-F283-1FAEF9C526AF}"/>
              </a:ext>
            </a:extLst>
          </p:cNvPr>
          <p:cNvSpPr/>
          <p:nvPr userDrawn="1"/>
        </p:nvSpPr>
        <p:spPr>
          <a:xfrm>
            <a:off x="16105613" y="1219200"/>
            <a:ext cx="7062083" cy="54356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6A0B672C-FAB4-389C-5815-298599B3FC58}"/>
              </a:ext>
            </a:extLst>
          </p:cNvPr>
          <p:cNvSpPr/>
          <p:nvPr userDrawn="1"/>
        </p:nvSpPr>
        <p:spPr>
          <a:xfrm>
            <a:off x="16105613" y="7048500"/>
            <a:ext cx="7062083" cy="54356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86FEBA3A-B5A1-F94A-2543-90F7D077A173}"/>
              </a:ext>
            </a:extLst>
          </p:cNvPr>
          <p:cNvSpPr/>
          <p:nvPr userDrawn="1"/>
        </p:nvSpPr>
        <p:spPr>
          <a:xfrm>
            <a:off x="21922940" y="685800"/>
            <a:ext cx="1524191" cy="1016000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20" name="Image 5" descr=" ">
            <a:extLst>
              <a:ext uri="{FF2B5EF4-FFF2-40B4-BE49-F238E27FC236}">
                <a16:creationId xmlns:a16="http://schemas.microsoft.com/office/drawing/2014/main" id="{94322F50-DE54-CCD0-8442-3C7461EC54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AF257A40-73CD-ECA0-F516-D614E21EC47F}"/>
              </a:ext>
            </a:extLst>
          </p:cNvPr>
          <p:cNvGrpSpPr/>
          <p:nvPr userDrawn="1"/>
        </p:nvGrpSpPr>
        <p:grpSpPr>
          <a:xfrm>
            <a:off x="6752785" y="5154725"/>
            <a:ext cx="900000" cy="900000"/>
            <a:chOff x="839608" y="7340770"/>
            <a:chExt cx="918854" cy="918854"/>
          </a:xfrm>
        </p:grpSpPr>
        <p:sp>
          <p:nvSpPr>
            <p:cNvPr id="36" name="Овал 35">
              <a:extLst>
                <a:ext uri="{FF2B5EF4-FFF2-40B4-BE49-F238E27FC236}">
                  <a16:creationId xmlns:a16="http://schemas.microsoft.com/office/drawing/2014/main" id="{F082081C-3BD4-C76C-6AE7-CA1EB021CBC0}"/>
                </a:ext>
              </a:extLst>
            </p:cNvPr>
            <p:cNvSpPr/>
            <p:nvPr/>
          </p:nvSpPr>
          <p:spPr>
            <a:xfrm>
              <a:off x="839608" y="7340770"/>
              <a:ext cx="918854" cy="918854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760" b="0" i="0" dirty="0">
                <a:latin typeface="Graphik LCG" panose="020B0503030202060203" pitchFamily="34" charset="0"/>
              </a:endParaRPr>
            </a:p>
          </p:txBody>
        </p:sp>
        <p:pic>
          <p:nvPicPr>
            <p:cNvPr id="37" name="Рисунок 36">
              <a:extLst>
                <a:ext uri="{FF2B5EF4-FFF2-40B4-BE49-F238E27FC236}">
                  <a16:creationId xmlns:a16="http://schemas.microsoft.com/office/drawing/2014/main" id="{E6189705-B184-6B76-944C-DC7212A8A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52575" y="7612218"/>
              <a:ext cx="492921" cy="375957"/>
            </a:xfrm>
            <a:prstGeom prst="rect">
              <a:avLst/>
            </a:prstGeom>
          </p:spPr>
        </p:pic>
      </p:grpSp>
      <p:sp>
        <p:nvSpPr>
          <p:cNvPr id="38" name="Текст 55">
            <a:extLst>
              <a:ext uri="{FF2B5EF4-FFF2-40B4-BE49-F238E27FC236}">
                <a16:creationId xmlns:a16="http://schemas.microsoft.com/office/drawing/2014/main" id="{FF743B61-3110-C228-2181-114607DDE9A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70546" y="17272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>
                <a:latin typeface="Graphik LC Regular" panose="020B0503030202060203" pitchFamily="34" charset="0"/>
              </a:rPr>
              <a:t>…</a:t>
            </a:r>
            <a:r>
              <a:rPr lang="en-US" sz="2400" dirty="0" err="1">
                <a:latin typeface="Graphik LC Regular" panose="020B0503030202060203" pitchFamily="34" charset="0"/>
              </a:rPr>
              <a:t>моя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цель</a:t>
            </a:r>
            <a:r>
              <a:rPr lang="en-US" sz="2400" dirty="0">
                <a:latin typeface="Graphik LC Regular" panose="020B0503030202060203" pitchFamily="34" charset="0"/>
              </a:rPr>
              <a:t> – </a:t>
            </a:r>
            <a:r>
              <a:rPr lang="en-US" sz="2400" dirty="0" err="1">
                <a:latin typeface="Graphik LC Regular" panose="020B0503030202060203" pitchFamily="34" charset="0"/>
              </a:rPr>
              <a:t>стать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области</a:t>
            </a:r>
            <a:r>
              <a:rPr lang="en-US" sz="2400" dirty="0">
                <a:latin typeface="Graphik LC Regular" panose="020B0503030202060203" pitchFamily="34" charset="0"/>
              </a:rPr>
              <a:t>  Data Science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внести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значимый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вклад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развитие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сферы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технологий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3416D589-9BCF-C4E4-61E4-3B2CBC3AA53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613676" y="17272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>
                <a:latin typeface="Graphik LC Regular" panose="020B0503030202060203" pitchFamily="34" charset="0"/>
              </a:rPr>
              <a:t>…</a:t>
            </a:r>
            <a:r>
              <a:rPr lang="en-US" sz="2400" dirty="0" err="1">
                <a:latin typeface="Graphik LC Regular" panose="020B0503030202060203" pitchFamily="34" charset="0"/>
              </a:rPr>
              <a:t>моя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цель</a:t>
            </a:r>
            <a:r>
              <a:rPr lang="en-US" sz="2400" dirty="0">
                <a:latin typeface="Graphik LC Regular" panose="020B0503030202060203" pitchFamily="34" charset="0"/>
              </a:rPr>
              <a:t> – </a:t>
            </a:r>
            <a:r>
              <a:rPr lang="en-US" sz="2400" dirty="0" err="1">
                <a:latin typeface="Graphik LC Regular" panose="020B0503030202060203" pitchFamily="34" charset="0"/>
              </a:rPr>
              <a:t>стать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области</a:t>
            </a:r>
            <a:r>
              <a:rPr lang="en-US" sz="2400" dirty="0">
                <a:latin typeface="Graphik LC Regular" panose="020B0503030202060203" pitchFamily="34" charset="0"/>
              </a:rPr>
              <a:t>  Data Science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внести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значимый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вклад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развитие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сферы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технологий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8DB9BCF5-1501-3B1C-04F7-F1AA75D5497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170546" y="75565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>
                <a:latin typeface="Graphik LC Regular" panose="020B0503030202060203" pitchFamily="34" charset="0"/>
              </a:rPr>
              <a:t>…</a:t>
            </a:r>
            <a:r>
              <a:rPr lang="en-US" sz="2400" dirty="0" err="1">
                <a:latin typeface="Graphik LC Regular" panose="020B0503030202060203" pitchFamily="34" charset="0"/>
              </a:rPr>
              <a:t>моя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цель</a:t>
            </a:r>
            <a:r>
              <a:rPr lang="en-US" sz="2400" dirty="0">
                <a:latin typeface="Graphik LC Regular" panose="020B0503030202060203" pitchFamily="34" charset="0"/>
              </a:rPr>
              <a:t> – </a:t>
            </a:r>
            <a:r>
              <a:rPr lang="en-US" sz="2400" dirty="0" err="1">
                <a:latin typeface="Graphik LC Regular" panose="020B0503030202060203" pitchFamily="34" charset="0"/>
              </a:rPr>
              <a:t>стать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области</a:t>
            </a:r>
            <a:r>
              <a:rPr lang="en-US" sz="2400" dirty="0">
                <a:latin typeface="Graphik LC Regular" panose="020B0503030202060203" pitchFamily="34" charset="0"/>
              </a:rPr>
              <a:t>  Data Science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внести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значимый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вклад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развитие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сферы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технологий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FD0C70E0-8062-348D-5EC8-380B3A47E79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6613676" y="75565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>
                <a:latin typeface="Graphik LC Regular" panose="020B0503030202060203" pitchFamily="34" charset="0"/>
              </a:rPr>
              <a:t>…</a:t>
            </a:r>
            <a:r>
              <a:rPr lang="en-US" sz="2400" dirty="0" err="1">
                <a:latin typeface="Graphik LC Regular" panose="020B0503030202060203" pitchFamily="34" charset="0"/>
              </a:rPr>
              <a:t>моя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цель</a:t>
            </a:r>
            <a:r>
              <a:rPr lang="en-US" sz="2400" dirty="0">
                <a:latin typeface="Graphik LC Regular" panose="020B0503030202060203" pitchFamily="34" charset="0"/>
              </a:rPr>
              <a:t> – </a:t>
            </a:r>
            <a:r>
              <a:rPr lang="en-US" sz="2400" dirty="0" err="1">
                <a:latin typeface="Graphik LC Regular" panose="020B0503030202060203" pitchFamily="34" charset="0"/>
              </a:rPr>
              <a:t>стать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области</a:t>
            </a:r>
            <a:r>
              <a:rPr lang="en-US" sz="2400" dirty="0">
                <a:latin typeface="Graphik LC Regular" panose="020B0503030202060203" pitchFamily="34" charset="0"/>
              </a:rPr>
              <a:t>  Data Science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внести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значимый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вклад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развитие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сферы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технологий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D1EAF10F-C98D-735D-0EFE-9DFB9A08432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27416" y="75565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>
                <a:latin typeface="Graphik LC Regular" panose="020B0503030202060203" pitchFamily="34" charset="0"/>
              </a:rPr>
              <a:t>…</a:t>
            </a:r>
            <a:r>
              <a:rPr lang="en-US" sz="2400" dirty="0" err="1">
                <a:latin typeface="Graphik LC Regular" panose="020B0503030202060203" pitchFamily="34" charset="0"/>
              </a:rPr>
              <a:t>моя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цель</a:t>
            </a:r>
            <a:r>
              <a:rPr lang="en-US" sz="2400" dirty="0">
                <a:latin typeface="Graphik LC Regular" panose="020B0503030202060203" pitchFamily="34" charset="0"/>
              </a:rPr>
              <a:t> – </a:t>
            </a:r>
            <a:r>
              <a:rPr lang="en-US" sz="2400" dirty="0" err="1">
                <a:latin typeface="Graphik LC Regular" panose="020B0503030202060203" pitchFamily="34" charset="0"/>
              </a:rPr>
              <a:t>стать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области</a:t>
            </a:r>
            <a:r>
              <a:rPr lang="en-US" sz="2400" dirty="0">
                <a:latin typeface="Graphik LC Regular" panose="020B0503030202060203" pitchFamily="34" charset="0"/>
              </a:rPr>
              <a:t>  Data Science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внести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значимый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вклад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развитие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сферы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технологий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43" name="Текст 7">
            <a:extLst>
              <a:ext uri="{FF2B5EF4-FFF2-40B4-BE49-F238E27FC236}">
                <a16:creationId xmlns:a16="http://schemas.microsoft.com/office/drawing/2014/main" id="{E5813595-2A5D-07E0-87DC-9EF15F0E04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7416" y="1727200"/>
            <a:ext cx="5925369" cy="179536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6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7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карточке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44933BF1-E453-743F-5E19-F4274F344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486907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6 карточек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Текст 55">
            <a:extLst>
              <a:ext uri="{FF2B5EF4-FFF2-40B4-BE49-F238E27FC236}">
                <a16:creationId xmlns:a16="http://schemas.microsoft.com/office/drawing/2014/main" id="{50A3E5C1-CC59-8EB4-295D-7EBDD179C5D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27416" y="3556000"/>
            <a:ext cx="605865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0" name="Текст 55">
            <a:extLst>
              <a:ext uri="{FF2B5EF4-FFF2-40B4-BE49-F238E27FC236}">
                <a16:creationId xmlns:a16="http://schemas.microsoft.com/office/drawing/2014/main" id="{A0C26F81-661F-951C-2891-9D696F6CE3B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27416" y="29464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15C308B5-50AF-914B-FA49-D0D2CA879C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170546" y="3556000"/>
            <a:ext cx="605865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1626877E-E726-6EF0-6904-7057C89FFC7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70546" y="29464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5EF1B351-DEDB-702C-5628-2FCCEA294A9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6613676" y="3556000"/>
            <a:ext cx="605865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842FDBF8-C1E2-6F00-CEED-9D2261F0792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6613676" y="29464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5FF1035B-7B27-DF6E-DB79-1529C74CAA0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70546" y="9372600"/>
            <a:ext cx="605865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A7BE5046-F966-F33E-BB99-075333BACD0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70546" y="87630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7" name="Текст 55">
            <a:extLst>
              <a:ext uri="{FF2B5EF4-FFF2-40B4-BE49-F238E27FC236}">
                <a16:creationId xmlns:a16="http://schemas.microsoft.com/office/drawing/2014/main" id="{E2282C99-A76D-DEDE-7E0B-25B47A048AD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6613676" y="9372600"/>
            <a:ext cx="605865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8" name="Текст 55">
            <a:extLst>
              <a:ext uri="{FF2B5EF4-FFF2-40B4-BE49-F238E27FC236}">
                <a16:creationId xmlns:a16="http://schemas.microsoft.com/office/drawing/2014/main" id="{47F00621-1F64-FC44-161B-E65B3F5A017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6613676" y="87630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9" name="Текст 55">
            <a:extLst>
              <a:ext uri="{FF2B5EF4-FFF2-40B4-BE49-F238E27FC236}">
                <a16:creationId xmlns:a16="http://schemas.microsoft.com/office/drawing/2014/main" id="{31E440CC-7E76-2CFA-6591-D8D5E88F152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727416" y="9372600"/>
            <a:ext cx="605865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70" name="Текст 55">
            <a:extLst>
              <a:ext uri="{FF2B5EF4-FFF2-40B4-BE49-F238E27FC236}">
                <a16:creationId xmlns:a16="http://schemas.microsoft.com/office/drawing/2014/main" id="{C579FFD4-E3AD-1CE3-DB66-1D594C46DB5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27416" y="87630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0D1C06CA-053B-C9F7-CFFF-B125082A00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45D276DE-C58A-8475-54FE-1E922EB2ADCF}"/>
              </a:ext>
            </a:extLst>
          </p:cNvPr>
          <p:cNvSpPr/>
          <p:nvPr userDrawn="1"/>
        </p:nvSpPr>
        <p:spPr>
          <a:xfrm>
            <a:off x="1219352" y="1219200"/>
            <a:ext cx="7062083" cy="54356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bg1"/>
            </a:solidFill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E95DBE9-7B1F-23E1-95E4-BF401558A28C}"/>
              </a:ext>
            </a:extLst>
          </p:cNvPr>
          <p:cNvSpPr/>
          <p:nvPr userDrawn="1"/>
        </p:nvSpPr>
        <p:spPr>
          <a:xfrm>
            <a:off x="8662483" y="1219200"/>
            <a:ext cx="7062083" cy="54356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78338CD-C58B-768C-2523-74FAEA8C65EA}"/>
              </a:ext>
            </a:extLst>
          </p:cNvPr>
          <p:cNvSpPr/>
          <p:nvPr userDrawn="1"/>
        </p:nvSpPr>
        <p:spPr>
          <a:xfrm>
            <a:off x="8662483" y="7048500"/>
            <a:ext cx="7062083" cy="54356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B288A481-9808-570A-7FE8-8BC3A2E7139F}"/>
              </a:ext>
            </a:extLst>
          </p:cNvPr>
          <p:cNvSpPr/>
          <p:nvPr userDrawn="1"/>
        </p:nvSpPr>
        <p:spPr>
          <a:xfrm>
            <a:off x="1219352" y="7048500"/>
            <a:ext cx="7062083" cy="54356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06FF386A-5D59-DED6-4A17-AEB8CF41D000}"/>
              </a:ext>
            </a:extLst>
          </p:cNvPr>
          <p:cNvSpPr/>
          <p:nvPr userDrawn="1"/>
        </p:nvSpPr>
        <p:spPr>
          <a:xfrm>
            <a:off x="16105613" y="1219200"/>
            <a:ext cx="7062083" cy="54356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797B0D8A-F649-D2E3-70A4-AE30F21FCF26}"/>
              </a:ext>
            </a:extLst>
          </p:cNvPr>
          <p:cNvSpPr/>
          <p:nvPr userDrawn="1"/>
        </p:nvSpPr>
        <p:spPr>
          <a:xfrm>
            <a:off x="16105613" y="7048500"/>
            <a:ext cx="7062083" cy="54356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2265501C-CBC4-4125-3DDD-D95CC8374F3D}"/>
              </a:ext>
            </a:extLst>
          </p:cNvPr>
          <p:cNvSpPr/>
          <p:nvPr userDrawn="1"/>
        </p:nvSpPr>
        <p:spPr>
          <a:xfrm>
            <a:off x="21922940" y="685800"/>
            <a:ext cx="1524191" cy="1016000"/>
          </a:xfrm>
          <a:prstGeom prst="rect">
            <a:avLst/>
          </a:prstGeom>
          <a:solidFill>
            <a:schemeClr val="tx1"/>
          </a:solidFill>
          <a:ln/>
        </p:spPr>
      </p:sp>
      <p:pic>
        <p:nvPicPr>
          <p:cNvPr id="14" name="Image 5" descr=" ">
            <a:extLst>
              <a:ext uri="{FF2B5EF4-FFF2-40B4-BE49-F238E27FC236}">
                <a16:creationId xmlns:a16="http://schemas.microsoft.com/office/drawing/2014/main" id="{F6D98AE5-0142-A240-C814-4CEB076949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7270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слайд для формул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B9F1B6F5-8F02-DB26-5E34-F18B6883F8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Текст 14">
            <a:extLst>
              <a:ext uri="{FF2B5EF4-FFF2-40B4-BE49-F238E27FC236}">
                <a16:creationId xmlns:a16="http://schemas.microsoft.com/office/drawing/2014/main" id="{96890124-1B1A-72A5-68E7-AB9BDF64B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2" y="3552658"/>
            <a:ext cx="6196714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слайда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pic>
        <p:nvPicPr>
          <p:cNvPr id="6" name="Image 2" descr=" ">
            <a:extLst>
              <a:ext uri="{FF2B5EF4-FFF2-40B4-BE49-F238E27FC236}">
                <a16:creationId xmlns:a16="http://schemas.microsoft.com/office/drawing/2014/main" id="{86D65B27-9718-D92A-EE8F-7119E7F0F1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1899900"/>
            <a:ext cx="965321" cy="635000"/>
          </a:xfrm>
          <a:prstGeom prst="rect">
            <a:avLst/>
          </a:prstGeom>
        </p:spPr>
      </p:pic>
      <p:sp>
        <p:nvSpPr>
          <p:cNvPr id="9" name="Текст 55">
            <a:extLst>
              <a:ext uri="{FF2B5EF4-FFF2-40B4-BE49-F238E27FC236}">
                <a16:creationId xmlns:a16="http://schemas.microsoft.com/office/drawing/2014/main" id="{16D7CF6E-56A8-3AD0-DCFB-4155A6982B5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002999" y="1115916"/>
            <a:ext cx="11171325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 err="1">
                <a:latin typeface="Graphik LC Regular" panose="020B0503030202060203" pitchFamily="34" charset="0"/>
              </a:rPr>
              <a:t>Наконец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мы</a:t>
            </a:r>
            <a:r>
              <a:rPr lang="en-US" sz="2400" dirty="0">
                <a:latin typeface="Graphik LC Regular" panose="020B0503030202060203" pitchFamily="34" charset="0"/>
              </a:rPr>
              <a:t> </a:t>
            </a:r>
            <a:r>
              <a:rPr lang="en-US" sz="2400" dirty="0" err="1">
                <a:latin typeface="Graphik LC Regular" panose="020B0503030202060203" pitchFamily="34" charset="0"/>
              </a:rPr>
              <a:t>можем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сформулировать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без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доказательства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основной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результат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к</a:t>
            </a:r>
            <a:r>
              <a:rPr lang="en-US" sz="2400" dirty="0">
                <a:latin typeface="Graphik LC Regular" panose="020B0503030202060203" pitchFamily="34" charset="0"/>
              </a:rPr>
              <a:t> </a:t>
            </a:r>
            <a:r>
              <a:rPr lang="en-US" sz="2400" dirty="0" err="1">
                <a:latin typeface="Graphik LC Regular" panose="020B0503030202060203" pitchFamily="34" charset="0"/>
              </a:rPr>
              <a:t>которому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мы</a:t>
            </a:r>
            <a:r>
              <a:rPr lang="en-US" sz="2400" dirty="0">
                <a:latin typeface="Graphik LC Regular" panose="020B0503030202060203" pitchFamily="34" charset="0"/>
              </a:rPr>
              <a:t> </a:t>
            </a:r>
            <a:r>
              <a:rPr lang="en-US" sz="2400" dirty="0" err="1">
                <a:latin typeface="Graphik LC Regular" panose="020B0503030202060203" pitchFamily="34" charset="0"/>
              </a:rPr>
              <a:t>стремились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 </a:t>
            </a:r>
            <a:r>
              <a:rPr lang="en-US" sz="2400" dirty="0" err="1">
                <a:latin typeface="Graphik LC Regular" panose="020B0503030202060203" pitchFamily="34" charset="0"/>
              </a:rPr>
              <a:t>этом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материале</a:t>
            </a:r>
            <a:r>
              <a:rPr lang="en-US" sz="2400" dirty="0">
                <a:latin typeface="Graphik LC Regular" panose="020B0503030202060203" pitchFamily="34" charset="0"/>
              </a:rPr>
              <a:t>. </a:t>
            </a:r>
            <a:r>
              <a:rPr lang="en-US" sz="2400" dirty="0" err="1">
                <a:latin typeface="Graphik LC Regular" panose="020B0503030202060203" pitchFamily="34" charset="0"/>
              </a:rPr>
              <a:t>Как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говорилось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выше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 </a:t>
            </a:r>
            <a:r>
              <a:rPr lang="en-US" sz="2400" dirty="0" err="1">
                <a:latin typeface="Graphik LC Regular" panose="020B0503030202060203" pitchFamily="34" charset="0"/>
              </a:rPr>
              <a:t>множестве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действительных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чисел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не</a:t>
            </a:r>
            <a:r>
              <a:rPr lang="en-US" sz="2400" dirty="0">
                <a:latin typeface="Graphik LC Regular" panose="020B0503030202060203" pitchFamily="34" charset="0"/>
              </a:rPr>
              <a:t> </a:t>
            </a:r>
            <a:r>
              <a:rPr lang="en-US" sz="2400" dirty="0" err="1">
                <a:latin typeface="Graphik LC Regular" panose="020B0503030202060203" pitchFamily="34" charset="0"/>
              </a:rPr>
              <a:t>все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уравнения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имеют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решения</a:t>
            </a:r>
            <a:r>
              <a:rPr lang="en-US" sz="2400" dirty="0">
                <a:latin typeface="Graphik LC Regular" panose="020B0503030202060203" pitchFamily="34" charset="0"/>
              </a:rPr>
              <a:t>.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F12DC751-8E78-FF27-C434-9F2C4AFA8D7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996497" y="3016807"/>
            <a:ext cx="11171325" cy="3975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6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>
              <a:lnSpc>
                <a:spcPts val="3120"/>
              </a:lnSpc>
            </a:pPr>
            <a:r>
              <a:rPr lang="ru-RU" dirty="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𝑓(𝑧)=𝑎𝑛𝑧𝑛 +𝑎𝑛−1𝑧𝑛−1 +...+𝑎1𝑧 + 𝑎0, 𝑎𝑛 ≠ 0.</a:t>
            </a:r>
          </a:p>
        </p:txBody>
      </p:sp>
      <p:sp>
        <p:nvSpPr>
          <p:cNvPr id="7" name="Номер слайда 2">
            <a:extLst>
              <a:ext uri="{FF2B5EF4-FFF2-40B4-BE49-F238E27FC236}">
                <a16:creationId xmlns:a16="http://schemas.microsoft.com/office/drawing/2014/main" id="{31895518-AED1-2C8B-410D-C218005C12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6937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  <p15:guide id="3" pos="8679" userDrawn="1">
          <p15:clr>
            <a:srgbClr val="FBAE40"/>
          </p15:clr>
        </p15:guide>
      </p15:sldGuideLst>
    </p:ext>
  </p:extLst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слайд для формул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B9F1B6F5-8F02-DB26-5E34-F18B6883F8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Текст 14">
            <a:extLst>
              <a:ext uri="{FF2B5EF4-FFF2-40B4-BE49-F238E27FC236}">
                <a16:creationId xmlns:a16="http://schemas.microsoft.com/office/drawing/2014/main" id="{96890124-1B1A-72A5-68E7-AB9BDF64B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2" y="5676900"/>
            <a:ext cx="6196714" cy="17230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Тезис</a:t>
            </a:r>
            <a:br>
              <a:rPr lang="ru-RU" dirty="0"/>
            </a:br>
            <a:r>
              <a:rPr lang="ru-RU" dirty="0"/>
              <a:t>на две строки</a:t>
            </a:r>
            <a:br>
              <a:rPr lang="ru-RU" dirty="0"/>
            </a:br>
            <a:r>
              <a:rPr lang="ru-RU" dirty="0"/>
              <a:t>(и более)</a:t>
            </a:r>
          </a:p>
        </p:txBody>
      </p:sp>
      <p:pic>
        <p:nvPicPr>
          <p:cNvPr id="6" name="Image 2" descr=" ">
            <a:extLst>
              <a:ext uri="{FF2B5EF4-FFF2-40B4-BE49-F238E27FC236}">
                <a16:creationId xmlns:a16="http://schemas.microsoft.com/office/drawing/2014/main" id="{86D65B27-9718-D92A-EE8F-7119E7F0F1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1899900"/>
            <a:ext cx="965321" cy="635000"/>
          </a:xfrm>
          <a:prstGeom prst="rect">
            <a:avLst/>
          </a:prstGeom>
        </p:spPr>
      </p:pic>
      <p:sp>
        <p:nvSpPr>
          <p:cNvPr id="9" name="Текст 55">
            <a:extLst>
              <a:ext uri="{FF2B5EF4-FFF2-40B4-BE49-F238E27FC236}">
                <a16:creationId xmlns:a16="http://schemas.microsoft.com/office/drawing/2014/main" id="{16D7CF6E-56A8-3AD0-DCFB-4155A6982B5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384048" y="2350517"/>
            <a:ext cx="10790277" cy="31575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indent="0" algn="l">
              <a:lnSpc>
                <a:spcPts val="3400"/>
              </a:lnSpc>
              <a:spcAft>
                <a:spcPts val="1800"/>
              </a:spcAft>
              <a:buNone/>
            </a:pP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Дава</a:t>
            </a:r>
            <a:r>
              <a:rPr lang="ru-RU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йт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е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рассмотрим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уравнение</a:t>
            </a:r>
            <a:endParaRPr lang="en-US" sz="2400" dirty="0"/>
          </a:p>
          <a:p>
            <a:pPr marL="0" indent="0" algn="l">
              <a:lnSpc>
                <a:spcPts val="3120"/>
              </a:lnSpc>
              <a:spcAft>
                <a:spcPts val="1800"/>
              </a:spcAft>
              <a:buNone/>
            </a:pPr>
            <a:r>
              <a:rPr lang="en-US" sz="2600" dirty="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𝑥2 = −1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.</a:t>
            </a:r>
            <a:endParaRPr lang="en-US" sz="2400" dirty="0"/>
          </a:p>
          <a:p>
            <a:pPr marL="0" indent="0" algn="l">
              <a:lnSpc>
                <a:spcPts val="3400"/>
              </a:lnSpc>
              <a:spcAft>
                <a:spcPts val="1800"/>
              </a:spcAft>
              <a:buNone/>
            </a:pP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В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действительных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числах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 </a:t>
            </a:r>
            <a:r>
              <a:rPr lang="en-US" sz="2600" dirty="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(𝑥 ∈ </a:t>
            </a:r>
            <a:r>
              <a:rPr lang="en-US" sz="2600" dirty="0" err="1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ℝ</a:t>
            </a:r>
            <a:r>
              <a:rPr lang="en-US" sz="2600" dirty="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)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у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этого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уравнения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нет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решения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, </a:t>
            </a:r>
            <a:br>
              <a:rPr lang="ru-RU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</a:b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потому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что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квадрат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любого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деиствительного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числа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неотрицателен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.  </a:t>
            </a:r>
            <a:br>
              <a:rPr lang="ru-RU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</a:b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Чтобы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решить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это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уравнение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,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нам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нужно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расширить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множество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де</a:t>
            </a:r>
            <a:r>
              <a:rPr lang="ru-RU" sz="24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йс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твительных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чисел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.</a:t>
            </a:r>
            <a:endParaRPr lang="en-US" sz="2400"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43094219-6C74-8826-7E54-A325DEF6BEDE}"/>
              </a:ext>
            </a:extLst>
          </p:cNvPr>
          <p:cNvSpPr/>
          <p:nvPr/>
        </p:nvSpPr>
        <p:spPr>
          <a:xfrm>
            <a:off x="12003000" y="1296418"/>
            <a:ext cx="2413302" cy="749300"/>
          </a:xfrm>
          <a:prstGeom prst="rect">
            <a:avLst/>
          </a:prstGeom>
          <a:noFill/>
          <a:ln w="25400">
            <a:solidFill>
              <a:srgbClr val="141414"/>
            </a:solidFill>
            <a:prstDash val="solid"/>
          </a:ln>
        </p:spPr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D50F39A9-63DA-07E7-83D7-D90EF39932E6}"/>
              </a:ext>
            </a:extLst>
          </p:cNvPr>
          <p:cNvSpPr/>
          <p:nvPr/>
        </p:nvSpPr>
        <p:spPr>
          <a:xfrm>
            <a:off x="12104613" y="1194818"/>
            <a:ext cx="762095" cy="228600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13" name="Image 3" descr=" ">
            <a:extLst>
              <a:ext uri="{FF2B5EF4-FFF2-40B4-BE49-F238E27FC236}">
                <a16:creationId xmlns:a16="http://schemas.microsoft.com/office/drawing/2014/main" id="{0C93E1A6-2B15-5BF7-969D-3E14034354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51028" y="1217043"/>
            <a:ext cx="161201" cy="184150"/>
          </a:xfrm>
          <a:prstGeom prst="rect">
            <a:avLst/>
          </a:prstGeom>
        </p:spPr>
      </p:pic>
      <p:pic>
        <p:nvPicPr>
          <p:cNvPr id="14" name="Image 5" descr=" ">
            <a:extLst>
              <a:ext uri="{FF2B5EF4-FFF2-40B4-BE49-F238E27FC236}">
                <a16:creationId xmlns:a16="http://schemas.microsoft.com/office/drawing/2014/main" id="{BC2E4BD5-C614-B00E-4DF5-A2734E988F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393574" y="1217043"/>
            <a:ext cx="184173" cy="184150"/>
          </a:xfrm>
          <a:prstGeom prst="rect">
            <a:avLst/>
          </a:prstGeom>
        </p:spPr>
      </p:pic>
      <p:pic>
        <p:nvPicPr>
          <p:cNvPr id="15" name="Image 7" descr=" ">
            <a:extLst>
              <a:ext uri="{FF2B5EF4-FFF2-40B4-BE49-F238E27FC236}">
                <a16:creationId xmlns:a16="http://schemas.microsoft.com/office/drawing/2014/main" id="{46B85058-0F81-AA69-8D86-D63F477E243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651798" y="1217043"/>
            <a:ext cx="175788" cy="184150"/>
          </a:xfrm>
          <a:prstGeom prst="rect">
            <a:avLst/>
          </a:prstGeom>
        </p:spPr>
      </p:pic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7EFD0689-94AE-E772-667C-BD4D52F097E0}"/>
              </a:ext>
            </a:extLst>
          </p:cNvPr>
          <p:cNvCxnSpPr>
            <a:cxnSpLocks/>
          </p:cNvCxnSpPr>
          <p:nvPr/>
        </p:nvCxnSpPr>
        <p:spPr>
          <a:xfrm>
            <a:off x="12003000" y="1809568"/>
            <a:ext cx="0" cy="369848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Текст 55">
            <a:extLst>
              <a:ext uri="{FF2B5EF4-FFF2-40B4-BE49-F238E27FC236}">
                <a16:creationId xmlns:a16="http://schemas.microsoft.com/office/drawing/2014/main" id="{5DE5578D-8AFD-D566-D1B4-F4A3419599B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158191" y="1532569"/>
            <a:ext cx="21029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800" spc="100" baseline="0" dirty="0">
                <a:latin typeface="Graphik LC Medium" panose="020B0503030202060203" pitchFamily="34" charset="0"/>
              </a:defRPr>
            </a:lvl1pPr>
          </a:lstStyle>
          <a:p>
            <a:pPr marL="0" lvl="0" defTabSz="1485991"/>
            <a:r>
              <a:rPr lang="ru-RU" dirty="0"/>
              <a:t>ПРИМЕР</a:t>
            </a:r>
          </a:p>
        </p:txBody>
      </p:sp>
      <p:sp>
        <p:nvSpPr>
          <p:cNvPr id="7" name="Номер слайда 2">
            <a:extLst>
              <a:ext uri="{FF2B5EF4-FFF2-40B4-BE49-F238E27FC236}">
                <a16:creationId xmlns:a16="http://schemas.microsoft.com/office/drawing/2014/main" id="{D5D3C139-1ACB-3267-FC14-AF0038DD71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97894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</p15:sldGuideLst>
    </p:ext>
  </p:extLst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слайд для схем_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E07EBA8F-BE3E-35A9-83B1-E693B3344F8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B66C72B1-437B-8249-2C86-20CF01A98F9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352" y="11671300"/>
            <a:ext cx="7735220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23684E48-6045-B93F-8F48-B3968BF556B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19352" y="11061700"/>
            <a:ext cx="773522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11" name="Рисунок 21">
            <a:extLst>
              <a:ext uri="{FF2B5EF4-FFF2-40B4-BE49-F238E27FC236}">
                <a16:creationId xmlns:a16="http://schemas.microsoft.com/office/drawing/2014/main" id="{8F92EBA6-336C-A030-FFE9-01F33D09203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19352" y="4263187"/>
            <a:ext cx="6913623" cy="6277813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0E150DEC-80E8-F43D-2DF7-C3C1675E351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244945" y="11671300"/>
            <a:ext cx="7735220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4990268D-96C7-1179-7EB4-CB20565833C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244945" y="11061700"/>
            <a:ext cx="773522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1" name="Рисунок 21">
            <a:extLst>
              <a:ext uri="{FF2B5EF4-FFF2-40B4-BE49-F238E27FC236}">
                <a16:creationId xmlns:a16="http://schemas.microsoft.com/office/drawing/2014/main" id="{02C14124-115A-71D8-AF10-0A60B4D7D74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3244945" y="4263187"/>
            <a:ext cx="6913623" cy="6277813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F2FFD13-6781-A9AA-A9D7-82F2C73325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80798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слайд для схем_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0D242553-8494-E788-1EA0-FEB5B0E0F9B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67324" y="2688491"/>
            <a:ext cx="4843540" cy="4398105"/>
          </a:xfrm>
          <a:prstGeom prst="roundRect">
            <a:avLst>
              <a:gd name="adj" fmla="val 7217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9A7801D1-DC8D-DFB1-518B-2E2FC4C9F70A}"/>
              </a:ext>
            </a:extLst>
          </p:cNvPr>
          <p:cNvCxnSpPr>
            <a:cxnSpLocks/>
          </p:cNvCxnSpPr>
          <p:nvPr userDrawn="1"/>
        </p:nvCxnSpPr>
        <p:spPr>
          <a:xfrm>
            <a:off x="1219352" y="7569200"/>
            <a:ext cx="10516914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8DA4455D-5FF7-66FB-9BF3-5B311EBC1E19}"/>
              </a:ext>
            </a:extLst>
          </p:cNvPr>
          <p:cNvCxnSpPr>
            <a:cxnSpLocks/>
          </p:cNvCxnSpPr>
          <p:nvPr userDrawn="1"/>
        </p:nvCxnSpPr>
        <p:spPr>
          <a:xfrm>
            <a:off x="12193588" y="8051800"/>
            <a:ext cx="0" cy="4459288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2EA8F629-0E91-AD7A-AE75-3F15F367E870}"/>
              </a:ext>
            </a:extLst>
          </p:cNvPr>
          <p:cNvCxnSpPr>
            <a:cxnSpLocks/>
          </p:cNvCxnSpPr>
          <p:nvPr userDrawn="1"/>
        </p:nvCxnSpPr>
        <p:spPr>
          <a:xfrm>
            <a:off x="12650781" y="7569200"/>
            <a:ext cx="10516914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E039206A-A9A0-A075-6C34-E339D5464E2D}"/>
              </a:ext>
            </a:extLst>
          </p:cNvPr>
          <p:cNvCxnSpPr>
            <a:cxnSpLocks/>
          </p:cNvCxnSpPr>
          <p:nvPr userDrawn="1"/>
        </p:nvCxnSpPr>
        <p:spPr>
          <a:xfrm>
            <a:off x="12193588" y="2688491"/>
            <a:ext cx="0" cy="4459288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0" name="Текст 7">
            <a:extLst>
              <a:ext uri="{FF2B5EF4-FFF2-40B4-BE49-F238E27FC236}">
                <a16:creationId xmlns:a16="http://schemas.microsoft.com/office/drawing/2014/main" id="{B2769C97-467C-2B89-7D02-D0690418C4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23" name="Рисунок 21">
            <a:extLst>
              <a:ext uri="{FF2B5EF4-FFF2-40B4-BE49-F238E27FC236}">
                <a16:creationId xmlns:a16="http://schemas.microsoft.com/office/drawing/2014/main" id="{B09D8A1E-FD11-8B79-328E-1D90D9011F1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867324" y="8098695"/>
            <a:ext cx="4843540" cy="4398105"/>
          </a:xfrm>
          <a:prstGeom prst="roundRect">
            <a:avLst>
              <a:gd name="adj" fmla="val 7217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4" name="Рисунок 21">
            <a:extLst>
              <a:ext uri="{FF2B5EF4-FFF2-40B4-BE49-F238E27FC236}">
                <a16:creationId xmlns:a16="http://schemas.microsoft.com/office/drawing/2014/main" id="{35254E78-4150-D142-AF9A-F689CD9015E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324155" y="2688491"/>
            <a:ext cx="4843540" cy="4398105"/>
          </a:xfrm>
          <a:prstGeom prst="roundRect">
            <a:avLst>
              <a:gd name="adj" fmla="val 7217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5" name="Рисунок 21">
            <a:extLst>
              <a:ext uri="{FF2B5EF4-FFF2-40B4-BE49-F238E27FC236}">
                <a16:creationId xmlns:a16="http://schemas.microsoft.com/office/drawing/2014/main" id="{1678F33C-B7F5-5D61-80D6-E064973965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324155" y="8098695"/>
            <a:ext cx="4843540" cy="4398105"/>
          </a:xfrm>
          <a:prstGeom prst="roundRect">
            <a:avLst>
              <a:gd name="adj" fmla="val 7217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3710448F-3940-4363-67FB-758BCC1E95E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19352" y="4697045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F7526744-210E-4BF3-703E-1F481DB5CA7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9352" y="10082995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D894D0BA-A690-09B5-4A0D-03B6A08A91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50781" y="4697045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D6503532-C03A-52AC-EF3F-3149A5A647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650781" y="10082995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185491CE-DB5A-4D37-570C-B22FA5630EB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19353" y="5306645"/>
            <a:ext cx="4843540" cy="1881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000" dirty="0" err="1">
                <a:latin typeface="Graphik LC Regular" panose="020B0503030202060203" pitchFamily="34" charset="0"/>
              </a:rPr>
              <a:t>Обычно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вы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сначала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найдете</a:t>
            </a:r>
            <a:r>
              <a:rPr lang="en-US" sz="2000" dirty="0">
                <a:latin typeface="Graphik LC Regular" panose="020B0503030202060203" pitchFamily="34" charset="0"/>
              </a:rPr>
              <a:t>  </a:t>
            </a:r>
            <a:r>
              <a:rPr lang="en-US" sz="2000" dirty="0" err="1">
                <a:latin typeface="Graphik LC Regular" panose="020B0503030202060203" pitchFamily="34" charset="0"/>
              </a:rPr>
              <a:t>вопрос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или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проблему</a:t>
            </a:r>
            <a:r>
              <a:rPr lang="en-US" sz="2000" dirty="0">
                <a:latin typeface="Graphik LC Regular" panose="020B0503030202060203" pitchFamily="34" charset="0"/>
              </a:rPr>
              <a:t>, </a:t>
            </a:r>
            <a:r>
              <a:rPr lang="en-US" sz="2000" dirty="0" err="1">
                <a:latin typeface="Graphik LC Regular" panose="020B0503030202060203" pitchFamily="34" charset="0"/>
              </a:rPr>
              <a:t>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затем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решите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моделировать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процесс</a:t>
            </a:r>
            <a:r>
              <a:rPr lang="ru-RU" sz="2000" dirty="0">
                <a:latin typeface="Graphik LC Regular" panose="020B0503030202060203" pitchFamily="34" charset="0"/>
              </a:rPr>
              <a:t>, чтобы получить конкретный ответ или проверить чей-то  готовый вывод</a:t>
            </a:r>
            <a:endParaRPr lang="en-US" sz="2000" dirty="0">
              <a:latin typeface="Graphik LC Regular" panose="020B0503030202060203" pitchFamily="34" charset="0"/>
            </a:endParaRP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6C27DE82-FA43-43A2-DB74-091567D5143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219353" y="10678745"/>
            <a:ext cx="4843540" cy="1881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000" dirty="0" err="1">
                <a:latin typeface="Graphik LC Regular" panose="020B0503030202060203" pitchFamily="34" charset="0"/>
              </a:rPr>
              <a:t>Обычно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вы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сначала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найдете</a:t>
            </a:r>
            <a:r>
              <a:rPr lang="en-US" sz="2000" dirty="0">
                <a:latin typeface="Graphik LC Regular" panose="020B0503030202060203" pitchFamily="34" charset="0"/>
              </a:rPr>
              <a:t>  </a:t>
            </a:r>
            <a:r>
              <a:rPr lang="en-US" sz="2000" dirty="0" err="1">
                <a:latin typeface="Graphik LC Regular" panose="020B0503030202060203" pitchFamily="34" charset="0"/>
              </a:rPr>
              <a:t>вопрос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или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проблему</a:t>
            </a:r>
            <a:r>
              <a:rPr lang="en-US" sz="2000" dirty="0">
                <a:latin typeface="Graphik LC Regular" panose="020B0503030202060203" pitchFamily="34" charset="0"/>
              </a:rPr>
              <a:t>, </a:t>
            </a:r>
            <a:r>
              <a:rPr lang="en-US" sz="2000" dirty="0" err="1">
                <a:latin typeface="Graphik LC Regular" panose="020B0503030202060203" pitchFamily="34" charset="0"/>
              </a:rPr>
              <a:t>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затем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решите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моделировать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процесс</a:t>
            </a:r>
            <a:r>
              <a:rPr lang="ru-RU" sz="2000" dirty="0">
                <a:latin typeface="Graphik LC Regular" panose="020B0503030202060203" pitchFamily="34" charset="0"/>
              </a:rPr>
              <a:t>, чтобы получить конкретный ответ или проверить чей-то  готовый вывод</a:t>
            </a:r>
            <a:endParaRPr lang="en-US" sz="2000" dirty="0">
              <a:latin typeface="Graphik LC Regular" panose="020B0503030202060203" pitchFamily="34" charset="0"/>
            </a:endParaRP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573AAADE-FF41-910E-A411-64C5C43710F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2650781" y="5306645"/>
            <a:ext cx="4843540" cy="1881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000" dirty="0" err="1">
                <a:latin typeface="Graphik LC Regular" panose="020B0503030202060203" pitchFamily="34" charset="0"/>
              </a:rPr>
              <a:t>Обычно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вы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сначала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найдете</a:t>
            </a:r>
            <a:r>
              <a:rPr lang="en-US" sz="2000" dirty="0">
                <a:latin typeface="Graphik LC Regular" panose="020B0503030202060203" pitchFamily="34" charset="0"/>
              </a:rPr>
              <a:t>  </a:t>
            </a:r>
            <a:r>
              <a:rPr lang="en-US" sz="2000" dirty="0" err="1">
                <a:latin typeface="Graphik LC Regular" panose="020B0503030202060203" pitchFamily="34" charset="0"/>
              </a:rPr>
              <a:t>вопрос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или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проблему</a:t>
            </a:r>
            <a:r>
              <a:rPr lang="en-US" sz="2000" dirty="0">
                <a:latin typeface="Graphik LC Regular" panose="020B0503030202060203" pitchFamily="34" charset="0"/>
              </a:rPr>
              <a:t>, </a:t>
            </a:r>
            <a:r>
              <a:rPr lang="en-US" sz="2000" dirty="0" err="1">
                <a:latin typeface="Graphik LC Regular" panose="020B0503030202060203" pitchFamily="34" charset="0"/>
              </a:rPr>
              <a:t>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затем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решите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моделировать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процесс</a:t>
            </a:r>
            <a:r>
              <a:rPr lang="ru-RU" sz="2000" dirty="0">
                <a:latin typeface="Graphik LC Regular" panose="020B0503030202060203" pitchFamily="34" charset="0"/>
              </a:rPr>
              <a:t>, чтобы получить конкретный ответ или проверить чей-то  готовый вывод</a:t>
            </a:r>
            <a:endParaRPr lang="en-US" sz="2000" dirty="0">
              <a:latin typeface="Graphik LC Regular" panose="020B0503030202060203" pitchFamily="34" charset="0"/>
            </a:endParaRP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3380755D-6090-F710-1D1B-196DFDCBB4B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2650781" y="10678745"/>
            <a:ext cx="4843540" cy="1881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000" dirty="0" err="1">
                <a:latin typeface="Graphik LC Regular" panose="020B0503030202060203" pitchFamily="34" charset="0"/>
              </a:rPr>
              <a:t>Обычно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вы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сначала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найдете</a:t>
            </a:r>
            <a:r>
              <a:rPr lang="en-US" sz="2000" dirty="0">
                <a:latin typeface="Graphik LC Regular" panose="020B0503030202060203" pitchFamily="34" charset="0"/>
              </a:rPr>
              <a:t>  </a:t>
            </a:r>
            <a:r>
              <a:rPr lang="en-US" sz="2000" dirty="0" err="1">
                <a:latin typeface="Graphik LC Regular" panose="020B0503030202060203" pitchFamily="34" charset="0"/>
              </a:rPr>
              <a:t>вопрос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или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проблему</a:t>
            </a:r>
            <a:r>
              <a:rPr lang="en-US" sz="2000" dirty="0">
                <a:latin typeface="Graphik LC Regular" panose="020B0503030202060203" pitchFamily="34" charset="0"/>
              </a:rPr>
              <a:t>, </a:t>
            </a:r>
            <a:r>
              <a:rPr lang="en-US" sz="2000" dirty="0" err="1">
                <a:latin typeface="Graphik LC Regular" panose="020B0503030202060203" pitchFamily="34" charset="0"/>
              </a:rPr>
              <a:t>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затем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решите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моделировать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процесс</a:t>
            </a:r>
            <a:r>
              <a:rPr lang="ru-RU" sz="2000" dirty="0">
                <a:latin typeface="Graphik LC Regular" panose="020B0503030202060203" pitchFamily="34" charset="0"/>
              </a:rPr>
              <a:t>, чтобы получить конкретный ответ или проверить чей-то  готовый вывод</a:t>
            </a:r>
            <a:endParaRPr lang="en-US" sz="2000" dirty="0">
              <a:latin typeface="Graphik LC Regular" panose="020B0503030202060203" pitchFamily="34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8BF846-29EA-40C6-6292-072C9440B9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695623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фото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21">
            <a:extLst>
              <a:ext uri="{FF2B5EF4-FFF2-40B4-BE49-F238E27FC236}">
                <a16:creationId xmlns:a16="http://schemas.microsoft.com/office/drawing/2014/main" id="{57174BAF-4B23-1DDC-8E35-9809BA6669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58" name="Image 17" descr=" ">
            <a:extLst>
              <a:ext uri="{FF2B5EF4-FFF2-40B4-BE49-F238E27FC236}">
                <a16:creationId xmlns:a16="http://schemas.microsoft.com/office/drawing/2014/main" id="{7F9179D4-74E6-0E6F-B719-69442B00B0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9" name="Текст 7">
            <a:extLst>
              <a:ext uri="{FF2B5EF4-FFF2-40B4-BE49-F238E27FC236}">
                <a16:creationId xmlns:a16="http://schemas.microsoft.com/office/drawing/2014/main" id="{381307EC-943B-B3FD-7F55-0610B3E53D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90299" y="3130550"/>
            <a:ext cx="86675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535F91B6-3D94-3544-BB5A-2B5A8F90BB0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990299" y="6851650"/>
            <a:ext cx="11184026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 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2D9956E2-46F2-42B0-A2AF-49B594CDC74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1990299" y="8716919"/>
            <a:ext cx="9704289" cy="19238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342900" indent="-3429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  <a:p>
            <a:pPr marL="0" lvl="0" defTabSz="1485991">
              <a:lnSpc>
                <a:spcPts val="3400"/>
              </a:lnSpc>
            </a:pPr>
            <a:r>
              <a:rPr lang="ru-RU" dirty="0"/>
              <a:t>А затем решите моделировать процесс</a:t>
            </a:r>
          </a:p>
          <a:p>
            <a:pPr marL="0" lvl="0" defTabSz="1485991">
              <a:lnSpc>
                <a:spcPts val="3400"/>
              </a:lnSpc>
            </a:pPr>
            <a:r>
              <a:rPr lang="ru-RU" dirty="0"/>
              <a:t>Чтобы получить конкретный ответ</a:t>
            </a:r>
          </a:p>
          <a:p>
            <a:pPr marL="0" lvl="0" defTabSz="1485991">
              <a:lnSpc>
                <a:spcPts val="3400"/>
              </a:lnSpc>
            </a:pPr>
            <a:r>
              <a:rPr lang="ru-RU" dirty="0"/>
              <a:t>Или проверить чей-то готовый вывод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3A14262-A914-66B9-BCF3-3850A42A72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382145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3 фот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21">
            <a:extLst>
              <a:ext uri="{FF2B5EF4-FFF2-40B4-BE49-F238E27FC236}">
                <a16:creationId xmlns:a16="http://schemas.microsoft.com/office/drawing/2014/main" id="{DE559254-3830-6552-B365-9C7DE1C18B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19352" y="2730500"/>
            <a:ext cx="7062082" cy="8242300"/>
          </a:xfrm>
          <a:prstGeom prst="roundRect">
            <a:avLst>
              <a:gd name="adj" fmla="val 5288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9" name="Текст 7">
            <a:extLst>
              <a:ext uri="{FF2B5EF4-FFF2-40B4-BE49-F238E27FC236}">
                <a16:creationId xmlns:a16="http://schemas.microsoft.com/office/drawing/2014/main" id="{536655E3-D4B7-452C-FFED-A9A0E24839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01AC3531-F19B-C4C0-3660-6BF64E6E36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352" y="11293062"/>
            <a:ext cx="7062083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 err="1">
                <a:latin typeface="Graphik LC Regular" panose="020B0503030202060203" pitchFamily="34" charset="0"/>
              </a:rPr>
              <a:t>Описание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фото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на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две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строки</a:t>
            </a:r>
            <a:r>
              <a:rPr lang="en-US" sz="2400" dirty="0">
                <a:latin typeface="Graphik LC Regular" panose="020B0503030202060203" pitchFamily="34" charset="0"/>
              </a:rPr>
              <a:t> 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(</a:t>
            </a:r>
            <a:r>
              <a:rPr lang="en-US" sz="2400" dirty="0" err="1">
                <a:latin typeface="Graphik LC Regular" panose="020B0503030202060203" pitchFamily="34" charset="0"/>
              </a:rPr>
              <a:t>или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даже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три</a:t>
            </a:r>
            <a:r>
              <a:rPr lang="en-US" sz="2400" dirty="0">
                <a:latin typeface="Graphik LC Regular" panose="020B0503030202060203" pitchFamily="34" charset="0"/>
              </a:rPr>
              <a:t>)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9B29676F-1605-A40F-DB07-9E8080FDDE0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62483" y="11293062"/>
            <a:ext cx="7062083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 err="1">
                <a:latin typeface="Graphik LC Regular" panose="020B0503030202060203" pitchFamily="34" charset="0"/>
              </a:rPr>
              <a:t>Описание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фото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на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две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строки</a:t>
            </a:r>
            <a:r>
              <a:rPr lang="en-US" sz="2400" dirty="0">
                <a:latin typeface="Graphik LC Regular" panose="020B0503030202060203" pitchFamily="34" charset="0"/>
              </a:rPr>
              <a:t> 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(</a:t>
            </a:r>
            <a:r>
              <a:rPr lang="en-US" sz="2400" dirty="0" err="1">
                <a:latin typeface="Graphik LC Regular" panose="020B0503030202060203" pitchFamily="34" charset="0"/>
              </a:rPr>
              <a:t>или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даже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три</a:t>
            </a:r>
            <a:r>
              <a:rPr lang="en-US" sz="2400" dirty="0">
                <a:latin typeface="Graphik LC Regular" panose="020B0503030202060203" pitchFamily="34" charset="0"/>
              </a:rPr>
              <a:t>)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A2629E36-4ED4-2B05-BE92-7A2F45B7536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105613" y="11293062"/>
            <a:ext cx="7062083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 err="1">
                <a:latin typeface="Graphik LC Regular" panose="020B0503030202060203" pitchFamily="34" charset="0"/>
              </a:rPr>
              <a:t>Описание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фото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на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две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строки</a:t>
            </a:r>
            <a:r>
              <a:rPr lang="en-US" sz="2400" dirty="0">
                <a:latin typeface="Graphik LC Regular" panose="020B0503030202060203" pitchFamily="34" charset="0"/>
              </a:rPr>
              <a:t> 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(</a:t>
            </a:r>
            <a:r>
              <a:rPr lang="en-US" sz="2400" dirty="0" err="1">
                <a:latin typeface="Graphik LC Regular" panose="020B0503030202060203" pitchFamily="34" charset="0"/>
              </a:rPr>
              <a:t>или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даже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три</a:t>
            </a:r>
            <a:r>
              <a:rPr lang="en-US" sz="2400" dirty="0">
                <a:latin typeface="Graphik LC Regular" panose="020B0503030202060203" pitchFamily="34" charset="0"/>
              </a:rPr>
              <a:t>)</a:t>
            </a:r>
          </a:p>
        </p:txBody>
      </p:sp>
      <p:sp>
        <p:nvSpPr>
          <p:cNvPr id="14" name="Рисунок 21">
            <a:extLst>
              <a:ext uri="{FF2B5EF4-FFF2-40B4-BE49-F238E27FC236}">
                <a16:creationId xmlns:a16="http://schemas.microsoft.com/office/drawing/2014/main" id="{2931A38E-D4EC-17EE-733E-CD49808F62B6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8662483" y="2730500"/>
            <a:ext cx="7062082" cy="8242300"/>
          </a:xfrm>
          <a:prstGeom prst="roundRect">
            <a:avLst>
              <a:gd name="adj" fmla="val 5288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1" name="Рисунок 21">
            <a:extLst>
              <a:ext uri="{FF2B5EF4-FFF2-40B4-BE49-F238E27FC236}">
                <a16:creationId xmlns:a16="http://schemas.microsoft.com/office/drawing/2014/main" id="{1D81512B-689C-949E-0779-0D22BD9ED0F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6105613" y="2730500"/>
            <a:ext cx="7062082" cy="8242300"/>
          </a:xfrm>
          <a:prstGeom prst="roundRect">
            <a:avLst>
              <a:gd name="adj" fmla="val 5288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F0FD862-A1F0-D375-9395-A6A7FEAB40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14773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3 фот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Рисунок 22">
            <a:extLst>
              <a:ext uri="{FF2B5EF4-FFF2-40B4-BE49-F238E27FC236}">
                <a16:creationId xmlns:a16="http://schemas.microsoft.com/office/drawing/2014/main" id="{3950CC7D-DF68-690A-DB98-26D3A487D72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 flipV="1">
            <a:off x="15178397" y="4140200"/>
            <a:ext cx="7989299" cy="8370888"/>
          </a:xfrm>
          <a:prstGeom prst="round1Rect">
            <a:avLst>
              <a:gd name="adj" fmla="val 10626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3" name="Рисунок 22">
            <a:extLst>
              <a:ext uri="{FF2B5EF4-FFF2-40B4-BE49-F238E27FC236}">
                <a16:creationId xmlns:a16="http://schemas.microsoft.com/office/drawing/2014/main" id="{3F9913F4-66C4-29A6-42AF-A5FC752322A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6808050" y="4140200"/>
            <a:ext cx="7989299" cy="8370888"/>
          </a:xfrm>
          <a:prstGeom prst="round1Rect">
            <a:avLst>
              <a:gd name="adj" fmla="val 10626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0" name="Текст 7">
            <a:extLst>
              <a:ext uri="{FF2B5EF4-FFF2-40B4-BE49-F238E27FC236}">
                <a16:creationId xmlns:a16="http://schemas.microsoft.com/office/drawing/2014/main" id="{40083478-13A7-EFC6-A771-CA04A31C079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DFACA12-DE53-402D-F96F-034179BAD8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7965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ункты + фото справ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Рисунок 21">
            <a:extLst>
              <a:ext uri="{FF2B5EF4-FFF2-40B4-BE49-F238E27FC236}">
                <a16:creationId xmlns:a16="http://schemas.microsoft.com/office/drawing/2014/main" id="{52F33FFD-46FD-04DF-CC94-BE035787F4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13806625" y="0"/>
            <a:ext cx="10580550" cy="13716000"/>
          </a:xfrm>
          <a:prstGeom prst="round1Rect">
            <a:avLst>
              <a:gd name="adj" fmla="val 9062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8" name="Текст 7">
            <a:extLst>
              <a:ext uri="{FF2B5EF4-FFF2-40B4-BE49-F238E27FC236}">
                <a16:creationId xmlns:a16="http://schemas.microsoft.com/office/drawing/2014/main" id="{7648C066-2872-3622-EEC9-1ED07951949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4" name="Shape 22">
            <a:extLst>
              <a:ext uri="{FF2B5EF4-FFF2-40B4-BE49-F238E27FC236}">
                <a16:creationId xmlns:a16="http://schemas.microsoft.com/office/drawing/2014/main" id="{64BA1BC1-6632-EC99-2CEA-1AE3C3579A7E}"/>
              </a:ext>
            </a:extLst>
          </p:cNvPr>
          <p:cNvSpPr/>
          <p:nvPr userDrawn="1"/>
        </p:nvSpPr>
        <p:spPr>
          <a:xfrm>
            <a:off x="22913664" y="0"/>
            <a:ext cx="1473384" cy="12192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5" name="Image 21" descr=" ">
            <a:extLst>
              <a:ext uri="{FF2B5EF4-FFF2-40B4-BE49-F238E27FC236}">
                <a16:creationId xmlns:a16="http://schemas.microsoft.com/office/drawing/2014/main" id="{A1380C5D-1E27-643B-0EE4-AE03CDD8A7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167696" y="292100"/>
            <a:ext cx="965321" cy="635000"/>
          </a:xfrm>
          <a:prstGeom prst="rect">
            <a:avLst/>
          </a:prstGeom>
        </p:spPr>
      </p:pic>
      <p:pic>
        <p:nvPicPr>
          <p:cNvPr id="6" name="Image 22" descr=" ">
            <a:extLst>
              <a:ext uri="{FF2B5EF4-FFF2-40B4-BE49-F238E27FC236}">
                <a16:creationId xmlns:a16="http://schemas.microsoft.com/office/drawing/2014/main" id="{0208FE2C-78D3-31A8-13FC-A2B0FBAAB9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167696" y="292100"/>
            <a:ext cx="965321" cy="635000"/>
          </a:xfrm>
          <a:prstGeom prst="rect">
            <a:avLst/>
          </a:prstGeom>
        </p:spPr>
      </p:pic>
      <p:sp>
        <p:nvSpPr>
          <p:cNvPr id="30" name="Текст 55">
            <a:extLst>
              <a:ext uri="{FF2B5EF4-FFF2-40B4-BE49-F238E27FC236}">
                <a16:creationId xmlns:a16="http://schemas.microsoft.com/office/drawing/2014/main" id="{8E7BF26C-3E4C-530B-2E95-D944F25AC63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91029" y="322655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26655C33-31FD-7187-05C8-0A91F399D74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91029" y="3836151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0CF61E60-87EF-D2C0-3A09-6EB3C6E7E39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91029" y="5707310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1A142D55-2F9A-9C6F-15A3-1CB3C56CB1A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91029" y="6316910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3DE0A7D9-49D5-105D-31D0-9E2E5A13BA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91029" y="8239257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8F493928-AEE0-DB26-85BB-82494C6F31E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91029" y="8848857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F5AAB6FD-D517-9286-56AA-074045B07E4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91029" y="1073023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99D36F0F-C600-AC58-CEBC-9CB99F53BB3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91029" y="11339831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E63A196-2E4A-E011-B2FB-7EAD0AB919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72737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75" userDrawn="1">
          <p15:clr>
            <a:srgbClr val="FBAE40"/>
          </p15:clr>
        </p15:guide>
      </p15:sldGuideLst>
    </p:ext>
  </p:extLst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лашка + фото + пункты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Рисунок 21">
            <a:extLst>
              <a:ext uri="{FF2B5EF4-FFF2-40B4-BE49-F238E27FC236}">
                <a16:creationId xmlns:a16="http://schemas.microsoft.com/office/drawing/2014/main" id="{073F2056-5435-65D3-248F-91151F04D93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14302" y="0"/>
            <a:ext cx="7003248" cy="137160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17FF8FFC-8D9B-5C9C-8C74-0DE3F5E8D42E}"/>
              </a:ext>
            </a:extLst>
          </p:cNvPr>
          <p:cNvSpPr/>
          <p:nvPr userDrawn="1"/>
        </p:nvSpPr>
        <p:spPr>
          <a:xfrm>
            <a:off x="0" y="0"/>
            <a:ext cx="6414302" cy="13716000"/>
          </a:xfrm>
          <a:prstGeom prst="rect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ru-RU" dirty="0"/>
          </a:p>
        </p:txBody>
      </p:sp>
      <p:pic>
        <p:nvPicPr>
          <p:cNvPr id="26" name="Image 44" descr=" ">
            <a:extLst>
              <a:ext uri="{FF2B5EF4-FFF2-40B4-BE49-F238E27FC236}">
                <a16:creationId xmlns:a16="http://schemas.microsoft.com/office/drawing/2014/main" id="{AA97780D-1DB4-C21A-ED19-7266D295E4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41" name="Текст 7">
            <a:extLst>
              <a:ext uri="{FF2B5EF4-FFF2-40B4-BE49-F238E27FC236}">
                <a16:creationId xmlns:a16="http://schemas.microsoft.com/office/drawing/2014/main" id="{D0F72F20-6E6D-FA35-9E15-E144514929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517903" y="1614938"/>
            <a:ext cx="8649794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4CAFED7B-AEAF-4ECB-85B4-4369739FCFF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675805" y="5019902"/>
            <a:ext cx="7491892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3D4E3A88-ECF9-ECF7-7652-2FD4A346DE1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675805" y="6802419"/>
            <a:ext cx="7491892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2B0204F9-C786-DC89-D08C-43CE028D714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675805" y="8596029"/>
            <a:ext cx="7491892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A3939095-1C1D-1FB2-F49E-D75A9A7DC45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675805" y="10389638"/>
            <a:ext cx="7491892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6" name="Текст 7">
            <a:extLst>
              <a:ext uri="{FF2B5EF4-FFF2-40B4-BE49-F238E27FC236}">
                <a16:creationId xmlns:a16="http://schemas.microsoft.com/office/drawing/2014/main" id="{CF393901-188C-7BE1-3AD0-4C8B06495C2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352" y="5689600"/>
            <a:ext cx="328547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ХХ</a:t>
            </a:r>
          </a:p>
        </p:txBody>
      </p:sp>
      <p:sp>
        <p:nvSpPr>
          <p:cNvPr id="47" name="Текст 7">
            <a:extLst>
              <a:ext uri="{FF2B5EF4-FFF2-40B4-BE49-F238E27FC236}">
                <a16:creationId xmlns:a16="http://schemas.microsoft.com/office/drawing/2014/main" id="{745C7185-C88D-BCC5-3DD8-10C2B855DB8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9352" y="7962900"/>
            <a:ext cx="328547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ХХ</a:t>
            </a:r>
          </a:p>
        </p:txBody>
      </p:sp>
      <p:sp>
        <p:nvSpPr>
          <p:cNvPr id="48" name="Текст 7">
            <a:extLst>
              <a:ext uri="{FF2B5EF4-FFF2-40B4-BE49-F238E27FC236}">
                <a16:creationId xmlns:a16="http://schemas.microsoft.com/office/drawing/2014/main" id="{5D3A9E8F-78C3-D3E0-0391-DE2AF594298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19352" y="10236200"/>
            <a:ext cx="328547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ХХ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2FEFF9B5-13DF-5371-DB5A-BEAB68C29AD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19352" y="6762741"/>
            <a:ext cx="4470959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большие цифры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6CF5E056-1220-B230-1107-9E7F7E86436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19352" y="9036041"/>
            <a:ext cx="4470959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большие цифры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5235D802-0300-62A4-7907-9A0123C3B8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19352" y="11309341"/>
            <a:ext cx="4470959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большие цифры</a:t>
            </a:r>
          </a:p>
        </p:txBody>
      </p:sp>
      <p:sp>
        <p:nvSpPr>
          <p:cNvPr id="52" name="Текст 36">
            <a:extLst>
              <a:ext uri="{FF2B5EF4-FFF2-40B4-BE49-F238E27FC236}">
                <a16:creationId xmlns:a16="http://schemas.microsoft.com/office/drawing/2014/main" id="{FEE6E28E-C2E2-8845-4615-C6C72D4542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19353" y="3187700"/>
            <a:ext cx="4470958" cy="155638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48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1800" smtClean="0"/>
            </a:lvl2pPr>
            <a:lvl3pPr>
              <a:defRPr lang="ru-RU" sz="1800" smtClean="0"/>
            </a:lvl3pPr>
            <a:lvl4pPr>
              <a:defRPr lang="ru-RU" sz="1800" smtClean="0"/>
            </a:lvl4pPr>
            <a:lvl5pPr>
              <a:defRPr lang="ru-RU" sz="1800"/>
            </a:lvl5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1C21D105-C7F5-46FF-5366-763C0FA83C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70347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30" userDrawn="1">
          <p15:clr>
            <a:srgbClr val="FBAE40"/>
          </p15:clr>
        </p15:guide>
        <p15:guide id="2" pos="8452" userDrawn="1">
          <p15:clr>
            <a:srgbClr val="FBAE40"/>
          </p15:clr>
        </p15:guide>
        <p15:guide id="3" pos="9133" userDrawn="1">
          <p15:clr>
            <a:srgbClr val="FBAE40"/>
          </p15:clr>
        </p15:guide>
      </p15:sldGuideLst>
    </p:ext>
  </p:extLst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фото + карточ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21">
            <a:extLst>
              <a:ext uri="{FF2B5EF4-FFF2-40B4-BE49-F238E27FC236}">
                <a16:creationId xmlns:a16="http://schemas.microsoft.com/office/drawing/2014/main" id="{F9F52CF7-EBA6-0FE2-675C-D201618596C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19351" y="1219200"/>
            <a:ext cx="7062083" cy="5435600"/>
          </a:xfrm>
          <a:prstGeom prst="roundRect">
            <a:avLst>
              <a:gd name="adj" fmla="val 4768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4" name="Рисунок 21">
            <a:extLst>
              <a:ext uri="{FF2B5EF4-FFF2-40B4-BE49-F238E27FC236}">
                <a16:creationId xmlns:a16="http://schemas.microsoft.com/office/drawing/2014/main" id="{6F7FB8E2-DFBF-0763-664B-90468848735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662483" y="7048500"/>
            <a:ext cx="7062083" cy="5435600"/>
          </a:xfrm>
          <a:prstGeom prst="roundRect">
            <a:avLst>
              <a:gd name="adj" fmla="val 4768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26" name="Image 44" descr=" ">
            <a:extLst>
              <a:ext uri="{FF2B5EF4-FFF2-40B4-BE49-F238E27FC236}">
                <a16:creationId xmlns:a16="http://schemas.microsoft.com/office/drawing/2014/main" id="{AA97780D-1DB4-C21A-ED19-7266D295E4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5A375BE4-E36D-F8CE-D71C-05996955AAAB}"/>
              </a:ext>
            </a:extLst>
          </p:cNvPr>
          <p:cNvSpPr/>
          <p:nvPr userDrawn="1"/>
        </p:nvSpPr>
        <p:spPr>
          <a:xfrm>
            <a:off x="8662483" y="1219200"/>
            <a:ext cx="7062083" cy="5435600"/>
          </a:xfrm>
          <a:prstGeom prst="roundRect">
            <a:avLst>
              <a:gd name="adj" fmla="val 4768"/>
            </a:avLst>
          </a:prstGeom>
          <a:solidFill>
            <a:schemeClr val="accent2"/>
          </a:solidFill>
          <a:ln/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DCFDF534-407C-90F6-462F-287ED1960079}"/>
              </a:ext>
            </a:extLst>
          </p:cNvPr>
          <p:cNvSpPr/>
          <p:nvPr userDrawn="1"/>
        </p:nvSpPr>
        <p:spPr>
          <a:xfrm>
            <a:off x="16105613" y="7048500"/>
            <a:ext cx="7062083" cy="5435600"/>
          </a:xfrm>
          <a:prstGeom prst="roundRect">
            <a:avLst>
              <a:gd name="adj" fmla="val 4768"/>
            </a:avLst>
          </a:prstGeom>
          <a:solidFill>
            <a:schemeClr val="accent1"/>
          </a:solidFill>
          <a:ln/>
        </p:spPr>
      </p:sp>
      <p:sp>
        <p:nvSpPr>
          <p:cNvPr id="15" name="Текст 7">
            <a:extLst>
              <a:ext uri="{FF2B5EF4-FFF2-40B4-BE49-F238E27FC236}">
                <a16:creationId xmlns:a16="http://schemas.microsoft.com/office/drawing/2014/main" id="{A915F306-DE0C-0880-0EAE-EA69BB6E9F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70546" y="5366004"/>
            <a:ext cx="5825614" cy="8976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6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7000"/>
              </a:lnSpc>
              <a:spcBef>
                <a:spcPct val="0"/>
              </a:spcBef>
            </a:pPr>
            <a:r>
              <a:rPr lang="ru-RU" dirty="0"/>
              <a:t>Заголовок </a:t>
            </a:r>
          </a:p>
        </p:txBody>
      </p:sp>
      <p:sp>
        <p:nvSpPr>
          <p:cNvPr id="16" name="Текст 7">
            <a:extLst>
              <a:ext uri="{FF2B5EF4-FFF2-40B4-BE49-F238E27FC236}">
                <a16:creationId xmlns:a16="http://schemas.microsoft.com/office/drawing/2014/main" id="{8D590E4E-C274-57B3-65C1-E753AF1673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613676" y="11195304"/>
            <a:ext cx="5825614" cy="8976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6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7000"/>
              </a:lnSpc>
              <a:spcBef>
                <a:spcPct val="0"/>
              </a:spcBef>
            </a:pPr>
            <a:r>
              <a:rPr lang="ru-RU" dirty="0"/>
              <a:t>Заголовок 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C4A72E07-5067-FD7F-A57F-95BFDAD5A88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50166" y="1727200"/>
            <a:ext cx="4745994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DDF336AB-0870-2FAC-96DA-9A6231C501D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693296" y="7556500"/>
            <a:ext cx="4745994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BB1B18F3-6B94-005C-9814-22EF9822BC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30312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фото + студент в центре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07C51D9-8A44-5BE2-480B-680B4F247610}"/>
              </a:ext>
            </a:extLst>
          </p:cNvPr>
          <p:cNvSpPr/>
          <p:nvPr userDrawn="1"/>
        </p:nvSpPr>
        <p:spPr>
          <a:xfrm>
            <a:off x="13781222" y="0"/>
            <a:ext cx="10605826" cy="137160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52" name="Рисунок 21">
            <a:extLst>
              <a:ext uri="{FF2B5EF4-FFF2-40B4-BE49-F238E27FC236}">
                <a16:creationId xmlns:a16="http://schemas.microsoft.com/office/drawing/2014/main" id="{DF4FFE5E-AD20-4B2A-1A59-2B67F2A2397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806335" y="0"/>
            <a:ext cx="10580713" cy="68580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14481C1E-E551-4E5C-6B2F-75DE592748CD}"/>
              </a:ext>
            </a:extLst>
          </p:cNvPr>
          <p:cNvGrpSpPr/>
          <p:nvPr userDrawn="1"/>
        </p:nvGrpSpPr>
        <p:grpSpPr>
          <a:xfrm>
            <a:off x="1192550" y="1231850"/>
            <a:ext cx="4969245" cy="5008650"/>
            <a:chOff x="1232054" y="1231850"/>
            <a:chExt cx="4969245" cy="5008650"/>
          </a:xfrm>
        </p:grpSpPr>
        <p:pic>
          <p:nvPicPr>
            <p:cNvPr id="6" name="Image 25" descr=" ">
              <a:extLst>
                <a:ext uri="{FF2B5EF4-FFF2-40B4-BE49-F238E27FC236}">
                  <a16:creationId xmlns:a16="http://schemas.microsoft.com/office/drawing/2014/main" id="{EF1FC807-F486-23D0-7946-2FEF46337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05521" y="1231850"/>
              <a:ext cx="2495778" cy="2508399"/>
            </a:xfrm>
            <a:prstGeom prst="rect">
              <a:avLst/>
            </a:prstGeom>
          </p:spPr>
        </p:pic>
        <p:pic>
          <p:nvPicPr>
            <p:cNvPr id="7" name="Image 26" descr=" ">
              <a:extLst>
                <a:ext uri="{FF2B5EF4-FFF2-40B4-BE49-F238E27FC236}">
                  <a16:creationId xmlns:a16="http://schemas.microsoft.com/office/drawing/2014/main" id="{7BA95124-23FE-9942-DB72-0AF463CB4F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705521" y="3732039"/>
              <a:ext cx="2495778" cy="2508461"/>
            </a:xfrm>
            <a:prstGeom prst="rect">
              <a:avLst/>
            </a:prstGeom>
          </p:spPr>
        </p:pic>
        <p:pic>
          <p:nvPicPr>
            <p:cNvPr id="10" name="Image 27" descr=" ">
              <a:extLst>
                <a:ext uri="{FF2B5EF4-FFF2-40B4-BE49-F238E27FC236}">
                  <a16:creationId xmlns:a16="http://schemas.microsoft.com/office/drawing/2014/main" id="{6886758D-71EE-2673-7450-CC917E2C21D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641198" y="1477727"/>
              <a:ext cx="4150943" cy="2262622"/>
            </a:xfrm>
            <a:prstGeom prst="rect">
              <a:avLst/>
            </a:prstGeom>
          </p:spPr>
        </p:pic>
        <p:pic>
          <p:nvPicPr>
            <p:cNvPr id="13" name="Image 28" descr=" ">
              <a:extLst>
                <a:ext uri="{FF2B5EF4-FFF2-40B4-BE49-F238E27FC236}">
                  <a16:creationId xmlns:a16="http://schemas.microsoft.com/office/drawing/2014/main" id="{63BCF2D9-D28E-FF04-464E-E204520857F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232054" y="1231850"/>
              <a:ext cx="2495778" cy="2508399"/>
            </a:xfrm>
            <a:prstGeom prst="rect">
              <a:avLst/>
            </a:prstGeom>
          </p:spPr>
        </p:pic>
        <p:pic>
          <p:nvPicPr>
            <p:cNvPr id="14" name="Image 29" descr=" ">
              <a:extLst>
                <a:ext uri="{FF2B5EF4-FFF2-40B4-BE49-F238E27FC236}">
                  <a16:creationId xmlns:a16="http://schemas.microsoft.com/office/drawing/2014/main" id="{E8E0A84F-53D4-B4FD-CF0E-402A650DF9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641198" y="3731940"/>
              <a:ext cx="4150943" cy="2262622"/>
            </a:xfrm>
            <a:prstGeom prst="rect">
              <a:avLst/>
            </a:prstGeom>
          </p:spPr>
        </p:pic>
        <p:pic>
          <p:nvPicPr>
            <p:cNvPr id="15" name="Image 30" descr=" ">
              <a:extLst>
                <a:ext uri="{FF2B5EF4-FFF2-40B4-BE49-F238E27FC236}">
                  <a16:creationId xmlns:a16="http://schemas.microsoft.com/office/drawing/2014/main" id="{09E205C5-64D4-C8A7-5191-73B1E6D40B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232054" y="3732039"/>
              <a:ext cx="2495778" cy="2508461"/>
            </a:xfrm>
            <a:prstGeom prst="rect">
              <a:avLst/>
            </a:prstGeom>
          </p:spPr>
        </p:pic>
        <p:pic>
          <p:nvPicPr>
            <p:cNvPr id="16" name="Image 31" descr=" ">
              <a:extLst>
                <a:ext uri="{FF2B5EF4-FFF2-40B4-BE49-F238E27FC236}">
                  <a16:creationId xmlns:a16="http://schemas.microsoft.com/office/drawing/2014/main" id="{1D8E236B-8353-5293-2D21-72161A2E26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701867" y="5420494"/>
              <a:ext cx="188082" cy="188057"/>
            </a:xfrm>
            <a:prstGeom prst="rect">
              <a:avLst/>
            </a:prstGeom>
          </p:spPr>
        </p:pic>
        <p:pic>
          <p:nvPicPr>
            <p:cNvPr id="17" name="Image 32" descr=" ">
              <a:extLst>
                <a:ext uri="{FF2B5EF4-FFF2-40B4-BE49-F238E27FC236}">
                  <a16:creationId xmlns:a16="http://schemas.microsoft.com/office/drawing/2014/main" id="{9C854E3F-C1D2-7B86-8316-C77CC139F3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543378" y="1875346"/>
              <a:ext cx="188082" cy="188057"/>
            </a:xfrm>
            <a:prstGeom prst="rect">
              <a:avLst/>
            </a:prstGeom>
          </p:spPr>
        </p:pic>
      </p:grpSp>
      <p:sp>
        <p:nvSpPr>
          <p:cNvPr id="18" name="Text 10">
            <a:extLst>
              <a:ext uri="{FF2B5EF4-FFF2-40B4-BE49-F238E27FC236}">
                <a16:creationId xmlns:a16="http://schemas.microsoft.com/office/drawing/2014/main" id="{44B23B36-CCC3-2256-071C-6AEBE0542D15}"/>
              </a:ext>
            </a:extLst>
          </p:cNvPr>
          <p:cNvSpPr/>
          <p:nvPr userDrawn="1"/>
        </p:nvSpPr>
        <p:spPr>
          <a:xfrm>
            <a:off x="2738654" y="3359937"/>
            <a:ext cx="1956044" cy="752477"/>
          </a:xfrm>
          <a:prstGeom prst="rect">
            <a:avLst/>
          </a:prstGeom>
          <a:solidFill>
            <a:schemeClr val="tx1"/>
          </a:solidFill>
        </p:spPr>
        <p:txBody>
          <a:bodyPr wrap="square" lIns="180000" tIns="108000" rIns="180000" bIns="180000" rtlCol="0">
            <a:spAutoFit/>
          </a:bodyPr>
          <a:lstStyle/>
          <a:p>
            <a:pPr algn="ctr" defTabSz="1485991"/>
            <a:r>
              <a:rPr lang="en-US" sz="3000" dirty="0" err="1">
                <a:solidFill>
                  <a:schemeClr val="accent2"/>
                </a:solidFill>
                <a:latin typeface="Graphik LC Regular" panose="020B0503030202060203" pitchFamily="34" charset="0"/>
              </a:rPr>
              <a:t>карьера</a:t>
            </a:r>
            <a:endParaRPr lang="en-US" sz="3000" dirty="0">
              <a:solidFill>
                <a:schemeClr val="accent2"/>
              </a:solidFill>
              <a:latin typeface="Graphik LC Regular" panose="020B0503030202060203" pitchFamily="34" charset="0"/>
            </a:endParaRPr>
          </a:p>
        </p:txBody>
      </p:sp>
      <p:pic>
        <p:nvPicPr>
          <p:cNvPr id="21" name="Image 13" descr=" ">
            <a:extLst>
              <a:ext uri="{FF2B5EF4-FFF2-40B4-BE49-F238E27FC236}">
                <a16:creationId xmlns:a16="http://schemas.microsoft.com/office/drawing/2014/main" id="{DE79BB18-CECB-3423-407E-1329AF4037F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91768" y="9937862"/>
            <a:ext cx="4969349" cy="1287004"/>
          </a:xfrm>
          <a:prstGeom prst="rect">
            <a:avLst/>
          </a:prstGeom>
        </p:spPr>
      </p:pic>
      <p:pic>
        <p:nvPicPr>
          <p:cNvPr id="22" name="Image 14" descr=" ">
            <a:extLst>
              <a:ext uri="{FF2B5EF4-FFF2-40B4-BE49-F238E27FC236}">
                <a16:creationId xmlns:a16="http://schemas.microsoft.com/office/drawing/2014/main" id="{1193834F-5553-D8CD-A199-67051621E61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91768" y="8685101"/>
            <a:ext cx="4969349" cy="1287004"/>
          </a:xfrm>
          <a:prstGeom prst="rect">
            <a:avLst/>
          </a:prstGeom>
        </p:spPr>
      </p:pic>
      <p:pic>
        <p:nvPicPr>
          <p:cNvPr id="23" name="Image 15" descr=" ">
            <a:extLst>
              <a:ext uri="{FF2B5EF4-FFF2-40B4-BE49-F238E27FC236}">
                <a16:creationId xmlns:a16="http://schemas.microsoft.com/office/drawing/2014/main" id="{4E955AA2-B615-7C4E-97CA-0E17376C04C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91768" y="7423931"/>
            <a:ext cx="4969099" cy="2549054"/>
          </a:xfrm>
          <a:prstGeom prst="rect">
            <a:avLst/>
          </a:prstGeom>
        </p:spPr>
      </p:pic>
      <p:pic>
        <p:nvPicPr>
          <p:cNvPr id="24" name="Image 16" descr=" ">
            <a:extLst>
              <a:ext uri="{FF2B5EF4-FFF2-40B4-BE49-F238E27FC236}">
                <a16:creationId xmlns:a16="http://schemas.microsoft.com/office/drawing/2014/main" id="{9FB0DDCE-9C40-0DDC-A597-82976AEF5300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191768" y="9936993"/>
            <a:ext cx="4969349" cy="2549054"/>
          </a:xfrm>
          <a:prstGeom prst="rect">
            <a:avLst/>
          </a:prstGeom>
        </p:spPr>
      </p:pic>
      <p:pic>
        <p:nvPicPr>
          <p:cNvPr id="25" name="Image 17" descr=" ">
            <a:extLst>
              <a:ext uri="{FF2B5EF4-FFF2-40B4-BE49-F238E27FC236}">
                <a16:creationId xmlns:a16="http://schemas.microsoft.com/office/drawing/2014/main" id="{9C873CC4-AF43-0AF6-5985-08BBCFEF6E78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113608" y="7515120"/>
            <a:ext cx="188082" cy="188057"/>
          </a:xfrm>
          <a:prstGeom prst="rect">
            <a:avLst/>
          </a:prstGeom>
        </p:spPr>
      </p:pic>
      <p:pic>
        <p:nvPicPr>
          <p:cNvPr id="26" name="Image 18" descr=" ">
            <a:extLst>
              <a:ext uri="{FF2B5EF4-FFF2-40B4-BE49-F238E27FC236}">
                <a16:creationId xmlns:a16="http://schemas.microsoft.com/office/drawing/2014/main" id="{5BED584C-F275-5985-88C5-E559CE53C9B7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3024604" y="8621198"/>
            <a:ext cx="188082" cy="188057"/>
          </a:xfrm>
          <a:prstGeom prst="rect">
            <a:avLst/>
          </a:prstGeom>
        </p:spPr>
      </p:pic>
      <p:pic>
        <p:nvPicPr>
          <p:cNvPr id="27" name="Image 19" descr=" ">
            <a:extLst>
              <a:ext uri="{FF2B5EF4-FFF2-40B4-BE49-F238E27FC236}">
                <a16:creationId xmlns:a16="http://schemas.microsoft.com/office/drawing/2014/main" id="{70A2437E-C148-501B-1067-63AA741D8447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499551" y="11095711"/>
            <a:ext cx="188082" cy="188057"/>
          </a:xfrm>
          <a:prstGeom prst="rect">
            <a:avLst/>
          </a:prstGeom>
        </p:spPr>
      </p:pic>
      <p:pic>
        <p:nvPicPr>
          <p:cNvPr id="28" name="Image 20" descr=" ">
            <a:extLst>
              <a:ext uri="{FF2B5EF4-FFF2-40B4-BE49-F238E27FC236}">
                <a16:creationId xmlns:a16="http://schemas.microsoft.com/office/drawing/2014/main" id="{DF91FB6F-9856-50CB-9B0F-B36BCE4C17AC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2113608" y="12212470"/>
            <a:ext cx="188082" cy="188057"/>
          </a:xfrm>
          <a:prstGeom prst="rect">
            <a:avLst/>
          </a:prstGeom>
        </p:spPr>
      </p:pic>
      <p:sp>
        <p:nvSpPr>
          <p:cNvPr id="29" name="Text 11">
            <a:extLst>
              <a:ext uri="{FF2B5EF4-FFF2-40B4-BE49-F238E27FC236}">
                <a16:creationId xmlns:a16="http://schemas.microsoft.com/office/drawing/2014/main" id="{8D4B81F8-664F-59CC-5CD0-337CF17F360A}"/>
              </a:ext>
            </a:extLst>
          </p:cNvPr>
          <p:cNvSpPr/>
          <p:nvPr userDrawn="1"/>
        </p:nvSpPr>
        <p:spPr>
          <a:xfrm>
            <a:off x="2703972" y="9576166"/>
            <a:ext cx="2019552" cy="752477"/>
          </a:xfrm>
          <a:prstGeom prst="rect">
            <a:avLst/>
          </a:prstGeom>
          <a:solidFill>
            <a:schemeClr val="tx1"/>
          </a:solidFill>
        </p:spPr>
        <p:txBody>
          <a:bodyPr wrap="square" lIns="180000" tIns="108000" rIns="180000" bIns="180000" rtlCol="0">
            <a:spAutoFit/>
          </a:bodyPr>
          <a:lstStyle/>
          <a:p>
            <a:pPr algn="ctr" defTabSz="1485991"/>
            <a:r>
              <a:rPr lang="en-US" sz="3000" dirty="0" err="1">
                <a:solidFill>
                  <a:schemeClr val="accent1"/>
                </a:solidFill>
                <a:latin typeface="Graphik LC Regular" panose="020B0503030202060203" pitchFamily="34" charset="0"/>
              </a:rPr>
              <a:t>события</a:t>
            </a:r>
            <a:endParaRPr lang="en-US" sz="3000" dirty="0">
              <a:solidFill>
                <a:schemeClr val="accent1"/>
              </a:solidFill>
              <a:latin typeface="Graphik LC Regular" panose="020B0503030202060203" pitchFamily="34" charset="0"/>
            </a:endParaRPr>
          </a:p>
        </p:txBody>
      </p:sp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09072-90CE-F4E0-8C87-E41CCB5AB3E3}"/>
              </a:ext>
            </a:extLst>
          </p:cNvPr>
          <p:cNvGrpSpPr/>
          <p:nvPr userDrawn="1"/>
        </p:nvGrpSpPr>
        <p:grpSpPr>
          <a:xfrm>
            <a:off x="7464488" y="1244600"/>
            <a:ext cx="5014270" cy="5012395"/>
            <a:chOff x="7493937" y="1244600"/>
            <a:chExt cx="5014270" cy="5012395"/>
          </a:xfrm>
        </p:grpSpPr>
        <p:pic>
          <p:nvPicPr>
            <p:cNvPr id="31" name="Image 9" descr=" ">
              <a:extLst>
                <a:ext uri="{FF2B5EF4-FFF2-40B4-BE49-F238E27FC236}">
                  <a16:creationId xmlns:a16="http://schemas.microsoft.com/office/drawing/2014/main" id="{B9D4F8F8-A397-52B3-FE1E-FDE6D1CDAF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8784517" y="1244600"/>
              <a:ext cx="2433112" cy="5012172"/>
            </a:xfrm>
            <a:prstGeom prst="rect">
              <a:avLst/>
            </a:prstGeom>
          </p:spPr>
        </p:pic>
        <p:pic>
          <p:nvPicPr>
            <p:cNvPr id="32" name="Image 10" descr=" ">
              <a:extLst>
                <a:ext uri="{FF2B5EF4-FFF2-40B4-BE49-F238E27FC236}">
                  <a16:creationId xmlns:a16="http://schemas.microsoft.com/office/drawing/2014/main" id="{7D183049-0E16-7C31-AEE8-3CF336B81B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075095" y="1244823"/>
              <a:ext cx="2433112" cy="5012172"/>
            </a:xfrm>
            <a:prstGeom prst="rect">
              <a:avLst/>
            </a:prstGeom>
          </p:spPr>
        </p:pic>
        <p:pic>
          <p:nvPicPr>
            <p:cNvPr id="33" name="Image 11" descr=" ">
              <a:extLst>
                <a:ext uri="{FF2B5EF4-FFF2-40B4-BE49-F238E27FC236}">
                  <a16:creationId xmlns:a16="http://schemas.microsoft.com/office/drawing/2014/main" id="{080A6B85-E567-780B-A1DF-232BB3A704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7493937" y="1244600"/>
              <a:ext cx="2433112" cy="5012172"/>
            </a:xfrm>
            <a:prstGeom prst="rect">
              <a:avLst/>
            </a:prstGeom>
          </p:spPr>
        </p:pic>
      </p:grpSp>
      <p:sp>
        <p:nvSpPr>
          <p:cNvPr id="34" name="Text 12">
            <a:extLst>
              <a:ext uri="{FF2B5EF4-FFF2-40B4-BE49-F238E27FC236}">
                <a16:creationId xmlns:a16="http://schemas.microsoft.com/office/drawing/2014/main" id="{74C89E89-5EE7-48D2-14CF-6F0C51C10C1E}"/>
              </a:ext>
            </a:extLst>
          </p:cNvPr>
          <p:cNvSpPr/>
          <p:nvPr userDrawn="1"/>
        </p:nvSpPr>
        <p:spPr>
          <a:xfrm>
            <a:off x="8880622" y="3374559"/>
            <a:ext cx="2240901" cy="752477"/>
          </a:xfrm>
          <a:prstGeom prst="rect">
            <a:avLst/>
          </a:prstGeom>
          <a:solidFill>
            <a:schemeClr val="tx1"/>
          </a:solidFill>
        </p:spPr>
        <p:txBody>
          <a:bodyPr wrap="square" lIns="180000" tIns="108000" rIns="180000" bIns="180000" rtlCol="0">
            <a:spAutoFit/>
          </a:bodyPr>
          <a:lstStyle/>
          <a:p>
            <a:pPr algn="ctr" defTabSz="1485991"/>
            <a:r>
              <a:rPr lang="en-US" sz="3000" dirty="0" err="1">
                <a:solidFill>
                  <a:schemeClr val="accent3"/>
                </a:solidFill>
                <a:latin typeface="Graphik LC Regular" panose="020B0503030202060203" pitchFamily="34" charset="0"/>
              </a:rPr>
              <a:t>обучение</a:t>
            </a:r>
            <a:endParaRPr lang="en-US" sz="3000" dirty="0">
              <a:solidFill>
                <a:schemeClr val="accent3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496D09D5-E962-E176-CD46-6229CD9D2B32}"/>
              </a:ext>
            </a:extLst>
          </p:cNvPr>
          <p:cNvSpPr/>
          <p:nvPr userDrawn="1"/>
        </p:nvSpPr>
        <p:spPr>
          <a:xfrm>
            <a:off x="22913664" y="0"/>
            <a:ext cx="1473384" cy="12192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37" name="Image 38" descr=" ">
            <a:extLst>
              <a:ext uri="{FF2B5EF4-FFF2-40B4-BE49-F238E27FC236}">
                <a16:creationId xmlns:a16="http://schemas.microsoft.com/office/drawing/2014/main" id="{E5C12931-DDFC-799A-3C67-B72C6CFB0572}"/>
              </a:ext>
            </a:extLst>
          </p:cNvPr>
          <p:cNvPicPr>
            <a:picLocks noChangeAspect="1"/>
          </p:cNvPicPr>
          <p:nvPr userDrawn="1"/>
        </p:nvPicPr>
        <p:blipFill>
          <a:blip r:embed="rId40"/>
          <a:stretch>
            <a:fillRect/>
          </a:stretch>
        </p:blipFill>
        <p:spPr>
          <a:xfrm>
            <a:off x="23167696" y="292100"/>
            <a:ext cx="965321" cy="635000"/>
          </a:xfrm>
          <a:prstGeom prst="rect">
            <a:avLst/>
          </a:prstGeom>
        </p:spPr>
      </p:pic>
      <p:pic>
        <p:nvPicPr>
          <p:cNvPr id="38" name="Image 39" descr=" ">
            <a:extLst>
              <a:ext uri="{FF2B5EF4-FFF2-40B4-BE49-F238E27FC236}">
                <a16:creationId xmlns:a16="http://schemas.microsoft.com/office/drawing/2014/main" id="{5BE53F15-8875-FC88-8D75-FB218E61C950}"/>
              </a:ext>
            </a:extLst>
          </p:cNvPr>
          <p:cNvPicPr>
            <a:picLocks noChangeAspect="1"/>
          </p:cNvPicPr>
          <p:nvPr userDrawn="1"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23167696" y="292100"/>
            <a:ext cx="965321" cy="635000"/>
          </a:xfrm>
          <a:prstGeom prst="rect">
            <a:avLst/>
          </a:prstGeom>
        </p:spPr>
      </p:pic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C5EB40C1-150B-E451-9EEA-EBAF3F3353C1}"/>
              </a:ext>
            </a:extLst>
          </p:cNvPr>
          <p:cNvGrpSpPr/>
          <p:nvPr userDrawn="1"/>
        </p:nvGrpSpPr>
        <p:grpSpPr>
          <a:xfrm>
            <a:off x="1228094" y="1219797"/>
            <a:ext cx="11277003" cy="11277003"/>
            <a:chOff x="1228094" y="1219797"/>
            <a:chExt cx="11277003" cy="11277003"/>
          </a:xfrm>
        </p:grpSpPr>
        <p:cxnSp>
          <p:nvCxnSpPr>
            <p:cNvPr id="43" name="Прямая соединительная линия 42">
              <a:extLst>
                <a:ext uri="{FF2B5EF4-FFF2-40B4-BE49-F238E27FC236}">
                  <a16:creationId xmlns:a16="http://schemas.microsoft.com/office/drawing/2014/main" id="{2EB04CB8-A343-D7F4-57F5-8F6D6C6BD3B7}"/>
                </a:ext>
              </a:extLst>
            </p:cNvPr>
            <p:cNvCxnSpPr/>
            <p:nvPr/>
          </p:nvCxnSpPr>
          <p:spPr>
            <a:xfrm>
              <a:off x="1228094" y="6784322"/>
              <a:ext cx="11277003" cy="0"/>
            </a:xfrm>
            <a:prstGeom prst="line">
              <a:avLst/>
            </a:prstGeom>
            <a:ln w="42672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Прямая соединительная линия 43">
              <a:extLst>
                <a:ext uri="{FF2B5EF4-FFF2-40B4-BE49-F238E27FC236}">
                  <a16:creationId xmlns:a16="http://schemas.microsoft.com/office/drawing/2014/main" id="{9CE36658-F412-4500-A273-7C1F2B5F2D9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89184" y="6858299"/>
              <a:ext cx="11277003" cy="0"/>
            </a:xfrm>
            <a:prstGeom prst="line">
              <a:avLst/>
            </a:prstGeom>
            <a:ln w="42672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 9">
            <a:extLst>
              <a:ext uri="{FF2B5EF4-FFF2-40B4-BE49-F238E27FC236}">
                <a16:creationId xmlns:a16="http://schemas.microsoft.com/office/drawing/2014/main" id="{19969FC1-07F3-51B2-E964-08721BF95057}"/>
              </a:ext>
            </a:extLst>
          </p:cNvPr>
          <p:cNvSpPr/>
          <p:nvPr userDrawn="1"/>
        </p:nvSpPr>
        <p:spPr>
          <a:xfrm>
            <a:off x="5724715" y="6371829"/>
            <a:ext cx="2214310" cy="834038"/>
          </a:xfrm>
          <a:prstGeom prst="rect">
            <a:avLst/>
          </a:prstGeom>
          <a:solidFill>
            <a:schemeClr val="tx1"/>
          </a:solidFill>
        </p:spPr>
        <p:txBody>
          <a:bodyPr wrap="square" lIns="180000" tIns="108000" rIns="180000" bIns="180000" rtlCol="0">
            <a:spAutoFit/>
          </a:bodyPr>
          <a:lstStyle/>
          <a:p>
            <a:pPr algn="ctr" defTabSz="1485991">
              <a:lnSpc>
                <a:spcPts val="4600"/>
              </a:lnSpc>
            </a:pPr>
            <a:r>
              <a:rPr lang="en-US" sz="3600" dirty="0" err="1">
                <a:solidFill>
                  <a:schemeClr val="bg1"/>
                </a:solidFill>
                <a:latin typeface="Graphik LC Medium" panose="020B0503030202060203" pitchFamily="34" charset="0"/>
              </a:rPr>
              <a:t>Студент</a:t>
            </a:r>
            <a:endParaRPr lang="en-US" sz="3600" dirty="0">
              <a:solidFill>
                <a:schemeClr val="bg1"/>
              </a:solidFill>
              <a:latin typeface="Graphik LC Medium" panose="020B0503030202060203" pitchFamily="34" charset="0"/>
            </a:endParaRPr>
          </a:p>
        </p:txBody>
      </p: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id="{E25167E0-024D-8330-B32E-784282F2C76B}"/>
              </a:ext>
            </a:extLst>
          </p:cNvPr>
          <p:cNvGrpSpPr/>
          <p:nvPr userDrawn="1"/>
        </p:nvGrpSpPr>
        <p:grpSpPr>
          <a:xfrm>
            <a:off x="7479614" y="7423931"/>
            <a:ext cx="4984018" cy="5059780"/>
            <a:chOff x="-2278729" y="5661811"/>
            <a:chExt cx="693628" cy="704172"/>
          </a:xfrm>
        </p:grpSpPr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71799D0B-6A89-1B20-44EC-BA1DE3C6B616}"/>
                </a:ext>
              </a:extLst>
            </p:cNvPr>
            <p:cNvSpPr/>
            <p:nvPr/>
          </p:nvSpPr>
          <p:spPr>
            <a:xfrm>
              <a:off x="-2218452" y="5661811"/>
              <a:ext cx="574197" cy="704172"/>
            </a:xfrm>
            <a:custGeom>
              <a:avLst/>
              <a:gdLst>
                <a:gd name="connsiteX0" fmla="*/ 548447 w 574197"/>
                <a:gd name="connsiteY0" fmla="*/ 651070 h 704172"/>
                <a:gd name="connsiteX1" fmla="*/ 405772 w 574197"/>
                <a:gd name="connsiteY1" fmla="*/ 166229 h 704172"/>
                <a:gd name="connsiteX2" fmla="*/ 25753 w 574197"/>
                <a:gd name="connsiteY2" fmla="*/ 53109 h 704172"/>
                <a:gd name="connsiteX3" fmla="*/ 168428 w 574197"/>
                <a:gd name="connsiteY3" fmla="*/ 537940 h 704172"/>
                <a:gd name="connsiteX4" fmla="*/ 548447 w 574197"/>
                <a:gd name="connsiteY4" fmla="*/ 651070 h 704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4197" h="704172">
                  <a:moveTo>
                    <a:pt x="548447" y="651070"/>
                  </a:moveTo>
                  <a:cubicBezTo>
                    <a:pt x="613988" y="548420"/>
                    <a:pt x="550104" y="331352"/>
                    <a:pt x="405772" y="166229"/>
                  </a:cubicBezTo>
                  <a:cubicBezTo>
                    <a:pt x="261430" y="1106"/>
                    <a:pt x="91294" y="-49538"/>
                    <a:pt x="25753" y="53109"/>
                  </a:cubicBezTo>
                  <a:cubicBezTo>
                    <a:pt x="-39789" y="155749"/>
                    <a:pt x="24086" y="372817"/>
                    <a:pt x="168428" y="537940"/>
                  </a:cubicBezTo>
                  <a:cubicBezTo>
                    <a:pt x="312760" y="703062"/>
                    <a:pt x="482905" y="753710"/>
                    <a:pt x="548447" y="651070"/>
                  </a:cubicBezTo>
                  <a:close/>
                </a:path>
              </a:pathLst>
            </a:custGeom>
            <a:noFill/>
            <a:ln w="25400" cap="flat">
              <a:solidFill>
                <a:srgbClr val="FFDD2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CDABE462-0C44-802D-BAE4-3BB7268A5D29}"/>
                </a:ext>
              </a:extLst>
            </p:cNvPr>
            <p:cNvSpPr/>
            <p:nvPr/>
          </p:nvSpPr>
          <p:spPr>
            <a:xfrm>
              <a:off x="-2276196" y="5667973"/>
              <a:ext cx="689705" cy="691674"/>
            </a:xfrm>
            <a:custGeom>
              <a:avLst/>
              <a:gdLst>
                <a:gd name="connsiteX0" fmla="*/ 431844 w 689705"/>
                <a:gd name="connsiteY0" fmla="*/ 644642 h 691674"/>
                <a:gd name="connsiteX1" fmla="*/ 678466 w 689705"/>
                <a:gd name="connsiteY1" fmla="*/ 171826 h 691674"/>
                <a:gd name="connsiteX2" fmla="*/ 257861 w 689705"/>
                <a:gd name="connsiteY2" fmla="*/ 47032 h 691674"/>
                <a:gd name="connsiteX3" fmla="*/ 11239 w 689705"/>
                <a:gd name="connsiteY3" fmla="*/ 519848 h 691674"/>
                <a:gd name="connsiteX4" fmla="*/ 431844 w 689705"/>
                <a:gd name="connsiteY4" fmla="*/ 644642 h 691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705" h="691674">
                  <a:moveTo>
                    <a:pt x="431844" y="644642"/>
                  </a:moveTo>
                  <a:cubicBezTo>
                    <a:pt x="616096" y="548540"/>
                    <a:pt x="726510" y="336854"/>
                    <a:pt x="678466" y="171826"/>
                  </a:cubicBezTo>
                  <a:cubicBezTo>
                    <a:pt x="630422" y="6798"/>
                    <a:pt x="442112" y="-49070"/>
                    <a:pt x="257861" y="47032"/>
                  </a:cubicBezTo>
                  <a:cubicBezTo>
                    <a:pt x="73609" y="143134"/>
                    <a:pt x="-36805" y="354820"/>
                    <a:pt x="11239" y="519848"/>
                  </a:cubicBezTo>
                  <a:cubicBezTo>
                    <a:pt x="59284" y="684876"/>
                    <a:pt x="247593" y="740744"/>
                    <a:pt x="431844" y="644642"/>
                  </a:cubicBezTo>
                  <a:close/>
                </a:path>
              </a:pathLst>
            </a:custGeom>
            <a:noFill/>
            <a:ln w="25400" cap="flat">
              <a:solidFill>
                <a:srgbClr val="FFDD2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039EDDFB-703E-57C4-C192-7F514F38A8A7}"/>
                </a:ext>
              </a:extLst>
            </p:cNvPr>
            <p:cNvSpPr/>
            <p:nvPr/>
          </p:nvSpPr>
          <p:spPr>
            <a:xfrm>
              <a:off x="-2278729" y="6165203"/>
              <a:ext cx="22860" cy="22741"/>
            </a:xfrm>
            <a:custGeom>
              <a:avLst/>
              <a:gdLst>
                <a:gd name="connsiteX0" fmla="*/ 11430 w 22860"/>
                <a:gd name="connsiteY0" fmla="*/ 22741 h 22741"/>
                <a:gd name="connsiteX1" fmla="*/ 22860 w 22860"/>
                <a:gd name="connsiteY1" fmla="*/ 11371 h 22741"/>
                <a:gd name="connsiteX2" fmla="*/ 11430 w 22860"/>
                <a:gd name="connsiteY2" fmla="*/ 0 h 22741"/>
                <a:gd name="connsiteX3" fmla="*/ 0 w 22860"/>
                <a:gd name="connsiteY3" fmla="*/ 11371 h 22741"/>
                <a:gd name="connsiteX4" fmla="*/ 11430 w 22860"/>
                <a:gd name="connsiteY4" fmla="*/ 22741 h 22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" h="22741">
                  <a:moveTo>
                    <a:pt x="11430" y="22741"/>
                  </a:moveTo>
                  <a:cubicBezTo>
                    <a:pt x="17745" y="22741"/>
                    <a:pt x="22860" y="17653"/>
                    <a:pt x="22860" y="11371"/>
                  </a:cubicBezTo>
                  <a:cubicBezTo>
                    <a:pt x="22860" y="5088"/>
                    <a:pt x="17745" y="0"/>
                    <a:pt x="11430" y="0"/>
                  </a:cubicBezTo>
                  <a:cubicBezTo>
                    <a:pt x="5115" y="0"/>
                    <a:pt x="0" y="5088"/>
                    <a:pt x="0" y="11371"/>
                  </a:cubicBezTo>
                  <a:cubicBezTo>
                    <a:pt x="0" y="17653"/>
                    <a:pt x="5115" y="22741"/>
                    <a:pt x="11430" y="22741"/>
                  </a:cubicBezTo>
                  <a:close/>
                </a:path>
              </a:pathLst>
            </a:custGeom>
            <a:solidFill>
              <a:srgbClr val="141414"/>
            </a:solidFill>
            <a:ln w="25400" cap="flat">
              <a:solidFill>
                <a:srgbClr val="FFDD2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D30C4074-6523-5CDD-2F02-E4681D1FF062}"/>
                </a:ext>
              </a:extLst>
            </p:cNvPr>
            <p:cNvSpPr/>
            <p:nvPr/>
          </p:nvSpPr>
          <p:spPr>
            <a:xfrm>
              <a:off x="-1607960" y="5829623"/>
              <a:ext cx="22859" cy="22741"/>
            </a:xfrm>
            <a:custGeom>
              <a:avLst/>
              <a:gdLst>
                <a:gd name="connsiteX0" fmla="*/ 11430 w 22859"/>
                <a:gd name="connsiteY0" fmla="*/ 22742 h 22741"/>
                <a:gd name="connsiteX1" fmla="*/ 22860 w 22859"/>
                <a:gd name="connsiteY1" fmla="*/ 11371 h 22741"/>
                <a:gd name="connsiteX2" fmla="*/ 11430 w 22859"/>
                <a:gd name="connsiteY2" fmla="*/ 0 h 22741"/>
                <a:gd name="connsiteX3" fmla="*/ 0 w 22859"/>
                <a:gd name="connsiteY3" fmla="*/ 11371 h 22741"/>
                <a:gd name="connsiteX4" fmla="*/ 11430 w 22859"/>
                <a:gd name="connsiteY4" fmla="*/ 22742 h 22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59" h="22741">
                  <a:moveTo>
                    <a:pt x="11430" y="22742"/>
                  </a:moveTo>
                  <a:cubicBezTo>
                    <a:pt x="17745" y="22742"/>
                    <a:pt x="22860" y="17653"/>
                    <a:pt x="22860" y="11371"/>
                  </a:cubicBezTo>
                  <a:cubicBezTo>
                    <a:pt x="22860" y="5088"/>
                    <a:pt x="17745" y="0"/>
                    <a:pt x="11430" y="0"/>
                  </a:cubicBezTo>
                  <a:cubicBezTo>
                    <a:pt x="5115" y="0"/>
                    <a:pt x="0" y="5088"/>
                    <a:pt x="0" y="11371"/>
                  </a:cubicBezTo>
                  <a:cubicBezTo>
                    <a:pt x="0" y="17653"/>
                    <a:pt x="5115" y="22742"/>
                    <a:pt x="11430" y="22742"/>
                  </a:cubicBezTo>
                  <a:close/>
                </a:path>
              </a:pathLst>
            </a:custGeom>
            <a:solidFill>
              <a:srgbClr val="141414"/>
            </a:solidFill>
            <a:ln w="25400" cap="flat">
              <a:solidFill>
                <a:srgbClr val="FFDD2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</p:grpSp>
      <p:sp>
        <p:nvSpPr>
          <p:cNvPr id="51" name="Text 11">
            <a:extLst>
              <a:ext uri="{FF2B5EF4-FFF2-40B4-BE49-F238E27FC236}">
                <a16:creationId xmlns:a16="http://schemas.microsoft.com/office/drawing/2014/main" id="{E9471C3B-7935-50D3-1E85-A279AB83C7FA}"/>
              </a:ext>
            </a:extLst>
          </p:cNvPr>
          <p:cNvSpPr/>
          <p:nvPr userDrawn="1"/>
        </p:nvSpPr>
        <p:spPr>
          <a:xfrm>
            <a:off x="8917273" y="9577583"/>
            <a:ext cx="2019552" cy="752477"/>
          </a:xfrm>
          <a:prstGeom prst="rect">
            <a:avLst/>
          </a:prstGeom>
          <a:solidFill>
            <a:schemeClr val="tx1"/>
          </a:solidFill>
        </p:spPr>
        <p:txBody>
          <a:bodyPr wrap="square" lIns="180000" tIns="108000" rIns="180000" bIns="180000" rtlCol="0">
            <a:spAutoFit/>
          </a:bodyPr>
          <a:lstStyle/>
          <a:p>
            <a:pPr algn="ctr" defTabSz="1485991"/>
            <a:r>
              <a:rPr lang="ru-RU" sz="3000" dirty="0">
                <a:solidFill>
                  <a:srgbClr val="FFDD2D"/>
                </a:solidFill>
                <a:latin typeface="Graphik LC Regular" panose="020B0503030202060203" pitchFamily="34" charset="0"/>
              </a:rPr>
              <a:t>город</a:t>
            </a:r>
            <a:endParaRPr lang="en-US" sz="3000" dirty="0">
              <a:solidFill>
                <a:srgbClr val="FFDD2D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53" name="Текст 14">
            <a:extLst>
              <a:ext uri="{FF2B5EF4-FFF2-40B4-BE49-F238E27FC236}">
                <a16:creationId xmlns:a16="http://schemas.microsoft.com/office/drawing/2014/main" id="{B5BD268E-75F3-EB19-14FD-0D2CDF167C0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797349" y="9258300"/>
            <a:ext cx="65835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accent6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1D9C7C13-8A61-683C-E9C6-FF0F6FC2F8A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4797349" y="9956800"/>
            <a:ext cx="8370347" cy="25205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</a:t>
            </a:r>
            <a:br>
              <a:rPr lang="ru-RU" dirty="0"/>
            </a:br>
            <a:r>
              <a:rPr lang="ru-RU" dirty="0"/>
              <a:t>или проверить  чей-то готовый вывод альтернативным путем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DEA8E1B9-1502-6171-6F66-94192E2EB8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76404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галерея фото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Рисунок 21">
            <a:extLst>
              <a:ext uri="{FF2B5EF4-FFF2-40B4-BE49-F238E27FC236}">
                <a16:creationId xmlns:a16="http://schemas.microsoft.com/office/drawing/2014/main" id="{621714A5-79C2-C782-3E23-1418EF9EAC8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662482" y="1219200"/>
            <a:ext cx="7062083" cy="5448300"/>
          </a:xfrm>
          <a:prstGeom prst="roundRect">
            <a:avLst>
              <a:gd name="adj" fmla="val 5137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8" name="Рисунок 21">
            <a:extLst>
              <a:ext uri="{FF2B5EF4-FFF2-40B4-BE49-F238E27FC236}">
                <a16:creationId xmlns:a16="http://schemas.microsoft.com/office/drawing/2014/main" id="{038ECA76-5AE2-605F-CF2F-F381F165369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6105613" y="1219200"/>
            <a:ext cx="7062083" cy="5448300"/>
          </a:xfrm>
          <a:prstGeom prst="roundRect">
            <a:avLst>
              <a:gd name="adj" fmla="val 5137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9" name="Рисунок 21">
            <a:extLst>
              <a:ext uri="{FF2B5EF4-FFF2-40B4-BE49-F238E27FC236}">
                <a16:creationId xmlns:a16="http://schemas.microsoft.com/office/drawing/2014/main" id="{F5390824-9B0F-4160-E900-4768C59C92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9827178" y="7048500"/>
            <a:ext cx="3340518" cy="5448300"/>
          </a:xfrm>
          <a:prstGeom prst="roundRect">
            <a:avLst>
              <a:gd name="adj" fmla="val 10861"/>
            </a:avLst>
          </a:prstGeom>
          <a:solidFill>
            <a:schemeClr val="tx2"/>
          </a:solidFill>
        </p:spPr>
        <p:txBody>
          <a:bodyPr/>
          <a:lstStyle/>
          <a:p>
            <a:endParaRPr lang="ru-RU" dirty="0"/>
          </a:p>
        </p:txBody>
      </p:sp>
      <p:sp>
        <p:nvSpPr>
          <p:cNvPr id="20" name="Рисунок 21">
            <a:extLst>
              <a:ext uri="{FF2B5EF4-FFF2-40B4-BE49-F238E27FC236}">
                <a16:creationId xmlns:a16="http://schemas.microsoft.com/office/drawing/2014/main" id="{E50C221D-4267-46E7-9A37-0DD244DBA22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62483" y="7048500"/>
            <a:ext cx="10783648" cy="5448300"/>
          </a:xfrm>
          <a:prstGeom prst="roundRect">
            <a:avLst>
              <a:gd name="adj" fmla="val 5342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1" name="Рисунок 21">
            <a:extLst>
              <a:ext uri="{FF2B5EF4-FFF2-40B4-BE49-F238E27FC236}">
                <a16:creationId xmlns:a16="http://schemas.microsoft.com/office/drawing/2014/main" id="{0EBEE802-50B7-2162-FE32-7B59C8EA543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219352" y="7048500"/>
            <a:ext cx="7062083" cy="5448300"/>
          </a:xfrm>
          <a:prstGeom prst="roundRect">
            <a:avLst>
              <a:gd name="adj" fmla="val 5342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6" name="Рисунок 21">
            <a:extLst>
              <a:ext uri="{FF2B5EF4-FFF2-40B4-BE49-F238E27FC236}">
                <a16:creationId xmlns:a16="http://schemas.microsoft.com/office/drawing/2014/main" id="{E5070C3C-FCDC-E7D9-EA45-6BDFDB8B99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940918" y="1219200"/>
            <a:ext cx="3340518" cy="5448300"/>
          </a:xfrm>
          <a:prstGeom prst="roundRect">
            <a:avLst>
              <a:gd name="adj" fmla="val 10861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1" name="Рисунок 21">
            <a:extLst>
              <a:ext uri="{FF2B5EF4-FFF2-40B4-BE49-F238E27FC236}">
                <a16:creationId xmlns:a16="http://schemas.microsoft.com/office/drawing/2014/main" id="{18FF4AD4-042C-550F-D8EA-1987D53B1FD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19353" y="1219200"/>
            <a:ext cx="3340518" cy="5448300"/>
          </a:xfrm>
          <a:prstGeom prst="roundRect">
            <a:avLst>
              <a:gd name="adj" fmla="val 10861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3" name="Shape 0">
            <a:extLst>
              <a:ext uri="{FF2B5EF4-FFF2-40B4-BE49-F238E27FC236}">
                <a16:creationId xmlns:a16="http://schemas.microsoft.com/office/drawing/2014/main" id="{BE641BA7-FBBF-D326-2CFE-9D99E6AEF26B}"/>
              </a:ext>
            </a:extLst>
          </p:cNvPr>
          <p:cNvSpPr/>
          <p:nvPr userDrawn="1"/>
        </p:nvSpPr>
        <p:spPr>
          <a:xfrm>
            <a:off x="21694311" y="1219200"/>
            <a:ext cx="1473384" cy="12192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14" name="Image 7" descr=" ">
            <a:extLst>
              <a:ext uri="{FF2B5EF4-FFF2-40B4-BE49-F238E27FC236}">
                <a16:creationId xmlns:a16="http://schemas.microsoft.com/office/drawing/2014/main" id="{1FA63C20-E566-4B87-4398-0A084EF92E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948343" y="1511300"/>
            <a:ext cx="965321" cy="635000"/>
          </a:xfrm>
          <a:prstGeom prst="rect">
            <a:avLst/>
          </a:prstGeom>
        </p:spPr>
      </p:pic>
      <p:pic>
        <p:nvPicPr>
          <p:cNvPr id="15" name="Image 8" descr=" ">
            <a:extLst>
              <a:ext uri="{FF2B5EF4-FFF2-40B4-BE49-F238E27FC236}">
                <a16:creationId xmlns:a16="http://schemas.microsoft.com/office/drawing/2014/main" id="{14992C04-C298-571C-48BE-20507BBB5BB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948343" y="1511300"/>
            <a:ext cx="965321" cy="6350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6E48316-7737-D5DA-2792-9754763D1C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42255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мокап ноут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DAEF54D6-C4D4-F7EC-F6F5-0F5A6536EB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0" name="Shape 0">
            <a:extLst>
              <a:ext uri="{FF2B5EF4-FFF2-40B4-BE49-F238E27FC236}">
                <a16:creationId xmlns:a16="http://schemas.microsoft.com/office/drawing/2014/main" id="{3B903C9F-FB44-7C7B-C487-4DE1D8D69083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1" name="Текст 7">
            <a:extLst>
              <a:ext uri="{FF2B5EF4-FFF2-40B4-BE49-F238E27FC236}">
                <a16:creationId xmlns:a16="http://schemas.microsoft.com/office/drawing/2014/main" id="{881E9D9C-B6DD-D838-6EE4-D7303C89E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8CEAD1D2-656F-828B-6206-6C77A8CB18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92848" y="4139603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939BDB43-0876-D6E2-2015-32A3B73D9F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92848" y="4749203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B350CE25-128E-CFCA-F2C2-1A2A8AF65E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92848" y="7169415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EB27B958-1B23-B530-051A-EA5B3181B4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92848" y="7779015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9C53A9A6-35A5-6663-FFBF-70EBFD2957C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92848" y="10199227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E63511CA-F580-9C1D-688A-E392FCC8732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792848" y="10808827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D7F37AB1-2810-6D86-3EBB-BBDAF69D06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/>
          <a:stretch/>
        </p:blipFill>
        <p:spPr>
          <a:xfrm>
            <a:off x="11616489" y="2028326"/>
            <a:ext cx="17779850" cy="10774058"/>
          </a:xfrm>
          <a:prstGeom prst="rect">
            <a:avLst/>
          </a:prstGeom>
        </p:spPr>
      </p:pic>
      <p:sp>
        <p:nvSpPr>
          <p:cNvPr id="56" name="Рисунок 55">
            <a:extLst>
              <a:ext uri="{FF2B5EF4-FFF2-40B4-BE49-F238E27FC236}">
                <a16:creationId xmlns:a16="http://schemas.microsoft.com/office/drawing/2014/main" id="{9F8C878A-FF64-2076-7C38-1A05BDF2CBA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3405136" y="2392632"/>
            <a:ext cx="14202555" cy="9330046"/>
          </a:xfrm>
          <a:custGeom>
            <a:avLst/>
            <a:gdLst>
              <a:gd name="connsiteX0" fmla="*/ 188627 w 14202555"/>
              <a:gd name="connsiteY0" fmla="*/ 0 h 9260469"/>
              <a:gd name="connsiteX1" fmla="*/ 6189211 w 14202555"/>
              <a:gd name="connsiteY1" fmla="*/ 0 h 9260469"/>
              <a:gd name="connsiteX2" fmla="*/ 6233595 w 14202555"/>
              <a:gd name="connsiteY2" fmla="*/ 44522 h 9260469"/>
              <a:gd name="connsiteX3" fmla="*/ 6233595 w 14202555"/>
              <a:gd name="connsiteY3" fmla="*/ 211478 h 9260469"/>
              <a:gd name="connsiteX4" fmla="*/ 6333459 w 14202555"/>
              <a:gd name="connsiteY4" fmla="*/ 311650 h 9260469"/>
              <a:gd name="connsiteX5" fmla="*/ 7869111 w 14202555"/>
              <a:gd name="connsiteY5" fmla="*/ 311650 h 9260469"/>
              <a:gd name="connsiteX6" fmla="*/ 7968971 w 14202555"/>
              <a:gd name="connsiteY6" fmla="*/ 211478 h 9260469"/>
              <a:gd name="connsiteX7" fmla="*/ 7968971 w 14202555"/>
              <a:gd name="connsiteY7" fmla="*/ 44522 h 9260469"/>
              <a:gd name="connsiteX8" fmla="*/ 8013355 w 14202555"/>
              <a:gd name="connsiteY8" fmla="*/ 0 h 9260469"/>
              <a:gd name="connsiteX9" fmla="*/ 14013895 w 14202555"/>
              <a:gd name="connsiteY9" fmla="*/ 0 h 9260469"/>
              <a:gd name="connsiteX10" fmla="*/ 14202555 w 14202555"/>
              <a:gd name="connsiteY10" fmla="*/ 189217 h 9260469"/>
              <a:gd name="connsiteX11" fmla="*/ 14202555 w 14202555"/>
              <a:gd name="connsiteY11" fmla="*/ 9260469 h 9260469"/>
              <a:gd name="connsiteX12" fmla="*/ 0 w 14202555"/>
              <a:gd name="connsiteY12" fmla="*/ 9260469 h 9260469"/>
              <a:gd name="connsiteX13" fmla="*/ 0 w 14202555"/>
              <a:gd name="connsiteY13" fmla="*/ 189217 h 9260469"/>
              <a:gd name="connsiteX14" fmla="*/ 188627 w 14202555"/>
              <a:gd name="connsiteY14" fmla="*/ 0 h 9260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202555" h="9260469">
                <a:moveTo>
                  <a:pt x="188627" y="0"/>
                </a:moveTo>
                <a:lnTo>
                  <a:pt x="6189211" y="0"/>
                </a:lnTo>
                <a:cubicBezTo>
                  <a:pt x="6213727" y="0"/>
                  <a:pt x="6233595" y="19933"/>
                  <a:pt x="6233595" y="44522"/>
                </a:cubicBezTo>
                <a:lnTo>
                  <a:pt x="6233595" y="211478"/>
                </a:lnTo>
                <a:cubicBezTo>
                  <a:pt x="6233595" y="266802"/>
                  <a:pt x="6278303" y="311650"/>
                  <a:pt x="6333459" y="311650"/>
                </a:cubicBezTo>
                <a:lnTo>
                  <a:pt x="7869111" y="311650"/>
                </a:lnTo>
                <a:cubicBezTo>
                  <a:pt x="7924263" y="311650"/>
                  <a:pt x="7968971" y="266802"/>
                  <a:pt x="7968971" y="211478"/>
                </a:cubicBezTo>
                <a:lnTo>
                  <a:pt x="7968971" y="44522"/>
                </a:lnTo>
                <a:cubicBezTo>
                  <a:pt x="7968971" y="19933"/>
                  <a:pt x="7988839" y="0"/>
                  <a:pt x="8013355" y="0"/>
                </a:cubicBezTo>
                <a:lnTo>
                  <a:pt x="14013895" y="0"/>
                </a:lnTo>
                <a:cubicBezTo>
                  <a:pt x="14118135" y="0"/>
                  <a:pt x="14202555" y="84715"/>
                  <a:pt x="14202555" y="189217"/>
                </a:cubicBezTo>
                <a:lnTo>
                  <a:pt x="14202555" y="9260469"/>
                </a:lnTo>
                <a:lnTo>
                  <a:pt x="0" y="9260469"/>
                </a:lnTo>
                <a:lnTo>
                  <a:pt x="0" y="189217"/>
                </a:lnTo>
                <a:cubicBezTo>
                  <a:pt x="0" y="84715"/>
                  <a:pt x="84452" y="0"/>
                  <a:pt x="1886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4DA7016C-87F0-8D73-8225-0B1FAD0885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142496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</p15:sldGuideLst>
    </p:ext>
  </p:extLst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мокап ноут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AE49062-B55F-E80A-77C1-8902F8ABD7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/>
          <a:stretch/>
        </p:blipFill>
        <p:spPr>
          <a:xfrm>
            <a:off x="2624245" y="1204913"/>
            <a:ext cx="19138684" cy="11597471"/>
          </a:xfrm>
          <a:prstGeom prst="rect">
            <a:avLst/>
          </a:prstGeom>
        </p:spPr>
      </p:pic>
      <p:sp>
        <p:nvSpPr>
          <p:cNvPr id="5" name="Рисунок 4">
            <a:extLst>
              <a:ext uri="{FF2B5EF4-FFF2-40B4-BE49-F238E27FC236}">
                <a16:creationId xmlns:a16="http://schemas.microsoft.com/office/drawing/2014/main" id="{EA0B8A73-94F2-7973-138B-BD4B016623C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574760" y="1590805"/>
            <a:ext cx="15237654" cy="9911155"/>
          </a:xfrm>
          <a:custGeom>
            <a:avLst/>
            <a:gdLst>
              <a:gd name="connsiteX0" fmla="*/ 188627 w 14202555"/>
              <a:gd name="connsiteY0" fmla="*/ 0 h 9260469"/>
              <a:gd name="connsiteX1" fmla="*/ 6189211 w 14202555"/>
              <a:gd name="connsiteY1" fmla="*/ 0 h 9260469"/>
              <a:gd name="connsiteX2" fmla="*/ 6233595 w 14202555"/>
              <a:gd name="connsiteY2" fmla="*/ 44522 h 9260469"/>
              <a:gd name="connsiteX3" fmla="*/ 6233595 w 14202555"/>
              <a:gd name="connsiteY3" fmla="*/ 211478 h 9260469"/>
              <a:gd name="connsiteX4" fmla="*/ 6333459 w 14202555"/>
              <a:gd name="connsiteY4" fmla="*/ 311650 h 9260469"/>
              <a:gd name="connsiteX5" fmla="*/ 7869111 w 14202555"/>
              <a:gd name="connsiteY5" fmla="*/ 311650 h 9260469"/>
              <a:gd name="connsiteX6" fmla="*/ 7968971 w 14202555"/>
              <a:gd name="connsiteY6" fmla="*/ 211478 h 9260469"/>
              <a:gd name="connsiteX7" fmla="*/ 7968971 w 14202555"/>
              <a:gd name="connsiteY7" fmla="*/ 44522 h 9260469"/>
              <a:gd name="connsiteX8" fmla="*/ 8013355 w 14202555"/>
              <a:gd name="connsiteY8" fmla="*/ 0 h 9260469"/>
              <a:gd name="connsiteX9" fmla="*/ 14013895 w 14202555"/>
              <a:gd name="connsiteY9" fmla="*/ 0 h 9260469"/>
              <a:gd name="connsiteX10" fmla="*/ 14202555 w 14202555"/>
              <a:gd name="connsiteY10" fmla="*/ 189217 h 9260469"/>
              <a:gd name="connsiteX11" fmla="*/ 14202555 w 14202555"/>
              <a:gd name="connsiteY11" fmla="*/ 9260469 h 9260469"/>
              <a:gd name="connsiteX12" fmla="*/ 0 w 14202555"/>
              <a:gd name="connsiteY12" fmla="*/ 9260469 h 9260469"/>
              <a:gd name="connsiteX13" fmla="*/ 0 w 14202555"/>
              <a:gd name="connsiteY13" fmla="*/ 189217 h 9260469"/>
              <a:gd name="connsiteX14" fmla="*/ 188627 w 14202555"/>
              <a:gd name="connsiteY14" fmla="*/ 0 h 9260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202555" h="9260469">
                <a:moveTo>
                  <a:pt x="188627" y="0"/>
                </a:moveTo>
                <a:lnTo>
                  <a:pt x="6189211" y="0"/>
                </a:lnTo>
                <a:cubicBezTo>
                  <a:pt x="6213727" y="0"/>
                  <a:pt x="6233595" y="19933"/>
                  <a:pt x="6233595" y="44522"/>
                </a:cubicBezTo>
                <a:lnTo>
                  <a:pt x="6233595" y="211478"/>
                </a:lnTo>
                <a:cubicBezTo>
                  <a:pt x="6233595" y="266802"/>
                  <a:pt x="6278303" y="311650"/>
                  <a:pt x="6333459" y="311650"/>
                </a:cubicBezTo>
                <a:lnTo>
                  <a:pt x="7869111" y="311650"/>
                </a:lnTo>
                <a:cubicBezTo>
                  <a:pt x="7924263" y="311650"/>
                  <a:pt x="7968971" y="266802"/>
                  <a:pt x="7968971" y="211478"/>
                </a:cubicBezTo>
                <a:lnTo>
                  <a:pt x="7968971" y="44522"/>
                </a:lnTo>
                <a:cubicBezTo>
                  <a:pt x="7968971" y="19933"/>
                  <a:pt x="7988839" y="0"/>
                  <a:pt x="8013355" y="0"/>
                </a:cubicBezTo>
                <a:lnTo>
                  <a:pt x="14013895" y="0"/>
                </a:lnTo>
                <a:cubicBezTo>
                  <a:pt x="14118135" y="0"/>
                  <a:pt x="14202555" y="84715"/>
                  <a:pt x="14202555" y="189217"/>
                </a:cubicBezTo>
                <a:lnTo>
                  <a:pt x="14202555" y="9260469"/>
                </a:lnTo>
                <a:lnTo>
                  <a:pt x="0" y="9260469"/>
                </a:lnTo>
                <a:lnTo>
                  <a:pt x="0" y="189217"/>
                </a:lnTo>
                <a:cubicBezTo>
                  <a:pt x="0" y="84715"/>
                  <a:pt x="84452" y="0"/>
                  <a:pt x="1886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CE61CF53-AC44-A716-0D71-9E5ABAD07A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672224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мокап ноут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EDF46C2-15E0-0432-F57A-B48A091936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/>
          <a:stretch/>
        </p:blipFill>
        <p:spPr>
          <a:xfrm>
            <a:off x="7176494" y="2028326"/>
            <a:ext cx="17779850" cy="10774058"/>
          </a:xfrm>
          <a:prstGeom prst="rect">
            <a:avLst/>
          </a:prstGeom>
        </p:spPr>
      </p:pic>
      <p:sp>
        <p:nvSpPr>
          <p:cNvPr id="7" name="Рисунок 6">
            <a:extLst>
              <a:ext uri="{FF2B5EF4-FFF2-40B4-BE49-F238E27FC236}">
                <a16:creationId xmlns:a16="http://schemas.microsoft.com/office/drawing/2014/main" id="{E70F8168-B13A-1453-7384-97AFBDDD8C1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965141" y="2392632"/>
            <a:ext cx="14202555" cy="9330046"/>
          </a:xfrm>
          <a:custGeom>
            <a:avLst/>
            <a:gdLst>
              <a:gd name="connsiteX0" fmla="*/ 188627 w 14202555"/>
              <a:gd name="connsiteY0" fmla="*/ 0 h 9260469"/>
              <a:gd name="connsiteX1" fmla="*/ 6189211 w 14202555"/>
              <a:gd name="connsiteY1" fmla="*/ 0 h 9260469"/>
              <a:gd name="connsiteX2" fmla="*/ 6233595 w 14202555"/>
              <a:gd name="connsiteY2" fmla="*/ 44522 h 9260469"/>
              <a:gd name="connsiteX3" fmla="*/ 6233595 w 14202555"/>
              <a:gd name="connsiteY3" fmla="*/ 211478 h 9260469"/>
              <a:gd name="connsiteX4" fmla="*/ 6333459 w 14202555"/>
              <a:gd name="connsiteY4" fmla="*/ 311650 h 9260469"/>
              <a:gd name="connsiteX5" fmla="*/ 7869111 w 14202555"/>
              <a:gd name="connsiteY5" fmla="*/ 311650 h 9260469"/>
              <a:gd name="connsiteX6" fmla="*/ 7968971 w 14202555"/>
              <a:gd name="connsiteY6" fmla="*/ 211478 h 9260469"/>
              <a:gd name="connsiteX7" fmla="*/ 7968971 w 14202555"/>
              <a:gd name="connsiteY7" fmla="*/ 44522 h 9260469"/>
              <a:gd name="connsiteX8" fmla="*/ 8013355 w 14202555"/>
              <a:gd name="connsiteY8" fmla="*/ 0 h 9260469"/>
              <a:gd name="connsiteX9" fmla="*/ 14013895 w 14202555"/>
              <a:gd name="connsiteY9" fmla="*/ 0 h 9260469"/>
              <a:gd name="connsiteX10" fmla="*/ 14202555 w 14202555"/>
              <a:gd name="connsiteY10" fmla="*/ 189217 h 9260469"/>
              <a:gd name="connsiteX11" fmla="*/ 14202555 w 14202555"/>
              <a:gd name="connsiteY11" fmla="*/ 9260469 h 9260469"/>
              <a:gd name="connsiteX12" fmla="*/ 0 w 14202555"/>
              <a:gd name="connsiteY12" fmla="*/ 9260469 h 9260469"/>
              <a:gd name="connsiteX13" fmla="*/ 0 w 14202555"/>
              <a:gd name="connsiteY13" fmla="*/ 189217 h 9260469"/>
              <a:gd name="connsiteX14" fmla="*/ 188627 w 14202555"/>
              <a:gd name="connsiteY14" fmla="*/ 0 h 9260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202555" h="9260469">
                <a:moveTo>
                  <a:pt x="188627" y="0"/>
                </a:moveTo>
                <a:lnTo>
                  <a:pt x="6189211" y="0"/>
                </a:lnTo>
                <a:cubicBezTo>
                  <a:pt x="6213727" y="0"/>
                  <a:pt x="6233595" y="19933"/>
                  <a:pt x="6233595" y="44522"/>
                </a:cubicBezTo>
                <a:lnTo>
                  <a:pt x="6233595" y="211478"/>
                </a:lnTo>
                <a:cubicBezTo>
                  <a:pt x="6233595" y="266802"/>
                  <a:pt x="6278303" y="311650"/>
                  <a:pt x="6333459" y="311650"/>
                </a:cubicBezTo>
                <a:lnTo>
                  <a:pt x="7869111" y="311650"/>
                </a:lnTo>
                <a:cubicBezTo>
                  <a:pt x="7924263" y="311650"/>
                  <a:pt x="7968971" y="266802"/>
                  <a:pt x="7968971" y="211478"/>
                </a:cubicBezTo>
                <a:lnTo>
                  <a:pt x="7968971" y="44522"/>
                </a:lnTo>
                <a:cubicBezTo>
                  <a:pt x="7968971" y="19933"/>
                  <a:pt x="7988839" y="0"/>
                  <a:pt x="8013355" y="0"/>
                </a:cubicBezTo>
                <a:lnTo>
                  <a:pt x="14013895" y="0"/>
                </a:lnTo>
                <a:cubicBezTo>
                  <a:pt x="14118135" y="0"/>
                  <a:pt x="14202555" y="84715"/>
                  <a:pt x="14202555" y="189217"/>
                </a:cubicBezTo>
                <a:lnTo>
                  <a:pt x="14202555" y="9260469"/>
                </a:lnTo>
                <a:lnTo>
                  <a:pt x="0" y="9260469"/>
                </a:lnTo>
                <a:lnTo>
                  <a:pt x="0" y="189217"/>
                </a:lnTo>
                <a:cubicBezTo>
                  <a:pt x="0" y="84715"/>
                  <a:pt x="84452" y="0"/>
                  <a:pt x="1886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E22C386F-4191-0092-AEEB-4CC304B9B8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2028326"/>
            <a:ext cx="7124547" cy="205184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7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8000"/>
              </a:lnSpc>
              <a:spcBef>
                <a:spcPct val="0"/>
              </a:spcBef>
            </a:pPr>
            <a:r>
              <a:rPr lang="ru-RU" dirty="0"/>
              <a:t>Небольшой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534020AA-59FB-BE7E-7DFC-18F05AA2186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9353" y="4821203"/>
            <a:ext cx="6602033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D158F3ED-C0CB-30C8-FF5B-7449E18CD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194505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мокап ноут_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6D6838AC-8E76-7CA5-AE3E-FAC29AE59EBD}"/>
              </a:ext>
            </a:extLst>
          </p:cNvPr>
          <p:cNvSpPr/>
          <p:nvPr userDrawn="1"/>
        </p:nvSpPr>
        <p:spPr>
          <a:xfrm>
            <a:off x="1212850" y="1204913"/>
            <a:ext cx="15287914" cy="11306175"/>
          </a:xfrm>
          <a:prstGeom prst="roundRect">
            <a:avLst>
              <a:gd name="adj" fmla="val 330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6FF5482-F5E3-71CA-78C2-8F09EE96F73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/>
          <a:stretch/>
        </p:blipFill>
        <p:spPr>
          <a:xfrm>
            <a:off x="1705497" y="2537113"/>
            <a:ext cx="14261056" cy="8641774"/>
          </a:xfrm>
          <a:prstGeom prst="rect">
            <a:avLst/>
          </a:prstGeom>
        </p:spPr>
      </p:pic>
      <p:sp>
        <p:nvSpPr>
          <p:cNvPr id="7" name="Рисунок 6">
            <a:extLst>
              <a:ext uri="{FF2B5EF4-FFF2-40B4-BE49-F238E27FC236}">
                <a16:creationId xmlns:a16="http://schemas.microsoft.com/office/drawing/2014/main" id="{E70F8168-B13A-1453-7384-97AFBDDD8C1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159713" y="2839852"/>
            <a:ext cx="11391740" cy="7464495"/>
          </a:xfrm>
          <a:custGeom>
            <a:avLst/>
            <a:gdLst>
              <a:gd name="connsiteX0" fmla="*/ 188627 w 14202555"/>
              <a:gd name="connsiteY0" fmla="*/ 0 h 9260469"/>
              <a:gd name="connsiteX1" fmla="*/ 6189211 w 14202555"/>
              <a:gd name="connsiteY1" fmla="*/ 0 h 9260469"/>
              <a:gd name="connsiteX2" fmla="*/ 6233595 w 14202555"/>
              <a:gd name="connsiteY2" fmla="*/ 44522 h 9260469"/>
              <a:gd name="connsiteX3" fmla="*/ 6233595 w 14202555"/>
              <a:gd name="connsiteY3" fmla="*/ 211478 h 9260469"/>
              <a:gd name="connsiteX4" fmla="*/ 6333459 w 14202555"/>
              <a:gd name="connsiteY4" fmla="*/ 311650 h 9260469"/>
              <a:gd name="connsiteX5" fmla="*/ 7869111 w 14202555"/>
              <a:gd name="connsiteY5" fmla="*/ 311650 h 9260469"/>
              <a:gd name="connsiteX6" fmla="*/ 7968971 w 14202555"/>
              <a:gd name="connsiteY6" fmla="*/ 211478 h 9260469"/>
              <a:gd name="connsiteX7" fmla="*/ 7968971 w 14202555"/>
              <a:gd name="connsiteY7" fmla="*/ 44522 h 9260469"/>
              <a:gd name="connsiteX8" fmla="*/ 8013355 w 14202555"/>
              <a:gd name="connsiteY8" fmla="*/ 0 h 9260469"/>
              <a:gd name="connsiteX9" fmla="*/ 14013895 w 14202555"/>
              <a:gd name="connsiteY9" fmla="*/ 0 h 9260469"/>
              <a:gd name="connsiteX10" fmla="*/ 14202555 w 14202555"/>
              <a:gd name="connsiteY10" fmla="*/ 189217 h 9260469"/>
              <a:gd name="connsiteX11" fmla="*/ 14202555 w 14202555"/>
              <a:gd name="connsiteY11" fmla="*/ 9260469 h 9260469"/>
              <a:gd name="connsiteX12" fmla="*/ 0 w 14202555"/>
              <a:gd name="connsiteY12" fmla="*/ 9260469 h 9260469"/>
              <a:gd name="connsiteX13" fmla="*/ 0 w 14202555"/>
              <a:gd name="connsiteY13" fmla="*/ 189217 h 9260469"/>
              <a:gd name="connsiteX14" fmla="*/ 188627 w 14202555"/>
              <a:gd name="connsiteY14" fmla="*/ 0 h 9260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202555" h="9260469">
                <a:moveTo>
                  <a:pt x="188627" y="0"/>
                </a:moveTo>
                <a:lnTo>
                  <a:pt x="6189211" y="0"/>
                </a:lnTo>
                <a:cubicBezTo>
                  <a:pt x="6213727" y="0"/>
                  <a:pt x="6233595" y="19933"/>
                  <a:pt x="6233595" y="44522"/>
                </a:cubicBezTo>
                <a:lnTo>
                  <a:pt x="6233595" y="211478"/>
                </a:lnTo>
                <a:cubicBezTo>
                  <a:pt x="6233595" y="266802"/>
                  <a:pt x="6278303" y="311650"/>
                  <a:pt x="6333459" y="311650"/>
                </a:cubicBezTo>
                <a:lnTo>
                  <a:pt x="7869111" y="311650"/>
                </a:lnTo>
                <a:cubicBezTo>
                  <a:pt x="7924263" y="311650"/>
                  <a:pt x="7968971" y="266802"/>
                  <a:pt x="7968971" y="211478"/>
                </a:cubicBezTo>
                <a:lnTo>
                  <a:pt x="7968971" y="44522"/>
                </a:lnTo>
                <a:cubicBezTo>
                  <a:pt x="7968971" y="19933"/>
                  <a:pt x="7988839" y="0"/>
                  <a:pt x="8013355" y="0"/>
                </a:cubicBezTo>
                <a:lnTo>
                  <a:pt x="14013895" y="0"/>
                </a:lnTo>
                <a:cubicBezTo>
                  <a:pt x="14118135" y="0"/>
                  <a:pt x="14202555" y="84715"/>
                  <a:pt x="14202555" y="189217"/>
                </a:cubicBezTo>
                <a:lnTo>
                  <a:pt x="14202555" y="9260469"/>
                </a:lnTo>
                <a:lnTo>
                  <a:pt x="0" y="9260469"/>
                </a:lnTo>
                <a:lnTo>
                  <a:pt x="0" y="189217"/>
                </a:lnTo>
                <a:cubicBezTo>
                  <a:pt x="0" y="84715"/>
                  <a:pt x="84452" y="0"/>
                  <a:pt x="1886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12" name="Текст 7">
            <a:extLst>
              <a:ext uri="{FF2B5EF4-FFF2-40B4-BE49-F238E27FC236}">
                <a16:creationId xmlns:a16="http://schemas.microsoft.com/office/drawing/2014/main" id="{6F40E742-61D1-8808-90CF-486BAACA2E5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37296" y="7579933"/>
            <a:ext cx="5963057" cy="205184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7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8000"/>
              </a:lnSpc>
              <a:spcBef>
                <a:spcPct val="0"/>
              </a:spcBef>
            </a:pPr>
            <a:r>
              <a:rPr lang="ru-RU" dirty="0"/>
              <a:t>Небольшой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F4B59B3D-BFB1-B884-2D6C-0F2E41DC72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237297" y="10372810"/>
            <a:ext cx="5969686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15FA9A4D-2890-33AA-1F69-6428DC39D9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257782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мокап телефон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FC2723F-FC78-6799-D716-7919E06F03D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086189" y="1238780"/>
            <a:ext cx="5524153" cy="11320799"/>
          </a:xfrm>
          <a:prstGeom prst="rect">
            <a:avLst/>
          </a:prstGeom>
        </p:spPr>
      </p:pic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54711659-92E6-BBF8-8629-8E70C3FF2C2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4332086" y="1441363"/>
            <a:ext cx="5032356" cy="10915633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363C6D36-B8DF-C6C5-8B74-7291CD2471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2437197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330EA33F-0293-6875-0A36-5C72485488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92848" y="5759020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86A53AF4-4C43-1C64-31FC-43E4F7B71FF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92848" y="6368620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C41D8E70-6BBA-1334-AA32-0CB1127672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92848" y="8788832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68613952-CE0B-FFE2-CCD8-1D67390D575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92848" y="9398432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00A9292E-FEA6-7769-6B4A-C50D732ED4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44192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мокап телефон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FC2723F-FC78-6799-D716-7919E06F03D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877673" y="1850017"/>
            <a:ext cx="8116186" cy="16632724"/>
          </a:xfrm>
          <a:prstGeom prst="rect">
            <a:avLst/>
          </a:prstGeom>
        </p:spPr>
      </p:pic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54711659-92E6-BBF8-8629-8E70C3FF2C2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3245170" y="2184771"/>
            <a:ext cx="7382709" cy="16013760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 dirty="0"/>
          </a:p>
        </p:txBody>
      </p:sp>
      <p:sp>
        <p:nvSpPr>
          <p:cNvPr id="4" name="Текст 7">
            <a:extLst>
              <a:ext uri="{FF2B5EF4-FFF2-40B4-BE49-F238E27FC236}">
                <a16:creationId xmlns:a16="http://schemas.microsoft.com/office/drawing/2014/main" id="{56E34CB6-97FB-2071-0045-869447EA101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7515755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Текст 55">
            <a:extLst>
              <a:ext uri="{FF2B5EF4-FFF2-40B4-BE49-F238E27FC236}">
                <a16:creationId xmlns:a16="http://schemas.microsoft.com/office/drawing/2014/main" id="{4ED89B1C-C71C-3EB1-4969-9A6071F209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9353" y="10735978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7" name="Номер слайда 2">
            <a:extLst>
              <a:ext uri="{FF2B5EF4-FFF2-40B4-BE49-F238E27FC236}">
                <a16:creationId xmlns:a16="http://schemas.microsoft.com/office/drawing/2014/main" id="{5C059E4F-B17E-D6F8-69FC-BECC4CA8BE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610427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мокап телефон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DAEF54D6-C4D4-F7EC-F6F5-0F5A6536EB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0" name="Shape 0">
            <a:extLst>
              <a:ext uri="{FF2B5EF4-FFF2-40B4-BE49-F238E27FC236}">
                <a16:creationId xmlns:a16="http://schemas.microsoft.com/office/drawing/2014/main" id="{3B903C9F-FB44-7C7B-C487-4DE1D8D69083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1" name="Текст 7">
            <a:extLst>
              <a:ext uri="{FF2B5EF4-FFF2-40B4-BE49-F238E27FC236}">
                <a16:creationId xmlns:a16="http://schemas.microsoft.com/office/drawing/2014/main" id="{881E9D9C-B6DD-D838-6EE4-D7303C89E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8CEAD1D2-656F-828B-6206-6C77A8CB18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92848" y="4139603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939BDB43-0876-D6E2-2015-32A3B73D9F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92848" y="4749203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B350CE25-128E-CFCA-F2C2-1A2A8AF65E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92848" y="7169415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EB27B958-1B23-B530-051A-EA5B3181B4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92848" y="7779015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9C53A9A6-35A5-6663-FFBF-70EBFD2957C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92848" y="10199227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E63511CA-F580-9C1D-688A-E392FCC8732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792848" y="10808827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0F64432-AC0F-1F33-A866-7FF3CB0A7DC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014201" y="1238781"/>
            <a:ext cx="4864270" cy="9968482"/>
          </a:xfrm>
          <a:prstGeom prst="rect">
            <a:avLst/>
          </a:prstGeom>
        </p:spPr>
      </p:pic>
      <p:sp>
        <p:nvSpPr>
          <p:cNvPr id="5" name="Рисунок 4">
            <a:extLst>
              <a:ext uri="{FF2B5EF4-FFF2-40B4-BE49-F238E27FC236}">
                <a16:creationId xmlns:a16="http://schemas.microsoft.com/office/drawing/2014/main" id="{5F0A4FED-BB2E-DBF3-C673-05F3777BDE4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2239651" y="1441364"/>
            <a:ext cx="4413371" cy="9573000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2DD0971-5C08-ECE0-BEC6-380EC6C8CC6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7696543" y="2542606"/>
            <a:ext cx="4864270" cy="9968482"/>
          </a:xfrm>
          <a:prstGeom prst="rect">
            <a:avLst/>
          </a:prstGeom>
        </p:spPr>
      </p:pic>
      <p:sp>
        <p:nvSpPr>
          <p:cNvPr id="7" name="Рисунок 6">
            <a:extLst>
              <a:ext uri="{FF2B5EF4-FFF2-40B4-BE49-F238E27FC236}">
                <a16:creationId xmlns:a16="http://schemas.microsoft.com/office/drawing/2014/main" id="{9B96D817-5C34-B4CE-1B4A-7D41A4D9146D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7921993" y="2745189"/>
            <a:ext cx="4413371" cy="9573000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17517D9D-F9F3-03EE-1838-C30A819EDB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916598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  <p15:guide id="3" pos="8679" userDrawn="1">
          <p15:clr>
            <a:srgbClr val="FBAE40"/>
          </p15:clr>
        </p15:guide>
      </p15:sldGuideLst>
    </p:ext>
  </p:extLst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мокап ноут_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FBA50A82-E9AC-1FBC-0666-B190F213EF5E}"/>
              </a:ext>
            </a:extLst>
          </p:cNvPr>
          <p:cNvSpPr/>
          <p:nvPr userDrawn="1"/>
        </p:nvSpPr>
        <p:spPr>
          <a:xfrm>
            <a:off x="1212850" y="1204913"/>
            <a:ext cx="15287914" cy="11306175"/>
          </a:xfrm>
          <a:prstGeom prst="roundRect">
            <a:avLst>
              <a:gd name="adj" fmla="val 330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2" name="Текст 7">
            <a:extLst>
              <a:ext uri="{FF2B5EF4-FFF2-40B4-BE49-F238E27FC236}">
                <a16:creationId xmlns:a16="http://schemas.microsoft.com/office/drawing/2014/main" id="{6F40E742-61D1-8808-90CF-486BAACA2E5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37296" y="7579933"/>
            <a:ext cx="5963057" cy="205184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7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8000"/>
              </a:lnSpc>
              <a:spcBef>
                <a:spcPct val="0"/>
              </a:spcBef>
            </a:pPr>
            <a:r>
              <a:rPr lang="ru-RU" dirty="0"/>
              <a:t>Небольшой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F4B59B3D-BFB1-B884-2D6C-0F2E41DC72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237297" y="10372810"/>
            <a:ext cx="5969686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0401281E-5343-ACCA-84A6-DF5422BB95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/>
          <a:stretch/>
        </p:blipFill>
        <p:spPr>
          <a:xfrm>
            <a:off x="1823994" y="2238462"/>
            <a:ext cx="4508346" cy="9239077"/>
          </a:xfrm>
          <a:prstGeom prst="rect">
            <a:avLst/>
          </a:prstGeom>
        </p:spPr>
      </p:pic>
      <p:sp>
        <p:nvSpPr>
          <p:cNvPr id="28" name="Рисунок 27">
            <a:extLst>
              <a:ext uri="{FF2B5EF4-FFF2-40B4-BE49-F238E27FC236}">
                <a16:creationId xmlns:a16="http://schemas.microsoft.com/office/drawing/2014/main" id="{0858B215-FE2D-1C78-440B-FE0BF3940883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024676" y="2403793"/>
            <a:ext cx="4106983" cy="8908415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3DEFAC9E-0459-CF0F-0339-401CFB44D1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/>
          <a:stretch/>
        </p:blipFill>
        <p:spPr>
          <a:xfrm>
            <a:off x="6581852" y="2238462"/>
            <a:ext cx="4508346" cy="9239077"/>
          </a:xfrm>
          <a:prstGeom prst="rect">
            <a:avLst/>
          </a:prstGeom>
        </p:spPr>
      </p:pic>
      <p:sp>
        <p:nvSpPr>
          <p:cNvPr id="27" name="Рисунок 26">
            <a:extLst>
              <a:ext uri="{FF2B5EF4-FFF2-40B4-BE49-F238E27FC236}">
                <a16:creationId xmlns:a16="http://schemas.microsoft.com/office/drawing/2014/main" id="{69804B29-5149-C3BD-6E11-034F13152ADB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782534" y="2403793"/>
            <a:ext cx="4106983" cy="8908415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7361842-0B34-E831-121D-10082EDDCF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/>
          <a:stretch/>
        </p:blipFill>
        <p:spPr>
          <a:xfrm>
            <a:off x="11339710" y="2238462"/>
            <a:ext cx="4508346" cy="9239077"/>
          </a:xfrm>
          <a:prstGeom prst="rect">
            <a:avLst/>
          </a:prstGeom>
        </p:spPr>
      </p:pic>
      <p:sp>
        <p:nvSpPr>
          <p:cNvPr id="6" name="Рисунок 5">
            <a:extLst>
              <a:ext uri="{FF2B5EF4-FFF2-40B4-BE49-F238E27FC236}">
                <a16:creationId xmlns:a16="http://schemas.microsoft.com/office/drawing/2014/main" id="{6830D9F5-8E57-059A-A5D3-54E2996C555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1540393" y="2403793"/>
            <a:ext cx="4106983" cy="8908415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7" name="Номер слайда 2">
            <a:extLst>
              <a:ext uri="{FF2B5EF4-FFF2-40B4-BE49-F238E27FC236}">
                <a16:creationId xmlns:a16="http://schemas.microsoft.com/office/drawing/2014/main" id="{B0C168A9-BE3B-166D-CFD0-A52D571640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43351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роцесс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 ">
            <a:extLst>
              <a:ext uri="{FF2B5EF4-FFF2-40B4-BE49-F238E27FC236}">
                <a16:creationId xmlns:a16="http://schemas.microsoft.com/office/drawing/2014/main" id="{3E998ECC-8AC2-14D1-ACBC-4C06D536BF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3781348" y="0"/>
            <a:ext cx="10605826" cy="13716000"/>
          </a:xfrm>
          <a:prstGeom prst="rect">
            <a:avLst/>
          </a:prstGeom>
        </p:spPr>
      </p:pic>
      <p:pic>
        <p:nvPicPr>
          <p:cNvPr id="16" name="Image 17" descr=" ">
            <a:extLst>
              <a:ext uri="{FF2B5EF4-FFF2-40B4-BE49-F238E27FC236}">
                <a16:creationId xmlns:a16="http://schemas.microsoft.com/office/drawing/2014/main" id="{77176B24-9B20-541F-4351-EC6C9AD289D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7" name="Текст 7">
            <a:extLst>
              <a:ext uri="{FF2B5EF4-FFF2-40B4-BE49-F238E27FC236}">
                <a16:creationId xmlns:a16="http://schemas.microsoft.com/office/drawing/2014/main" id="{3A80AE7B-09FC-99D1-CD1F-EEFFA3FD11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737380" y="5126757"/>
            <a:ext cx="7436945" cy="346248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Несколько этапов </a:t>
            </a:r>
            <a:br>
              <a:rPr lang="ru-RU" dirty="0"/>
            </a:br>
            <a:r>
              <a:rPr lang="ru-RU" dirty="0"/>
              <a:t>процесса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156908DE-AC51-FF99-90DE-F5AE527FAAD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889" y="147359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Работа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CA5B8839-CCE7-2B94-1426-178E2DE0F31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889" y="2007625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en-US" sz="2400" dirty="0" err="1">
                <a:latin typeface="Graphik LC Regular" panose="020B0503030202060203" pitchFamily="34" charset="0"/>
              </a:rPr>
              <a:t>Задача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выжить</a:t>
            </a:r>
            <a:r>
              <a:rPr lang="en-US" sz="2400" dirty="0">
                <a:latin typeface="Graphik LC Regular" panose="020B0503030202060203" pitchFamily="34" charset="0"/>
              </a:rPr>
              <a:t>.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Вы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делаете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работу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чтобы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получить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зарплату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не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ищите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других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вознаграждений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это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D28040AC-C0D1-1117-E12A-5E246EDB669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11889" y="4421299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Работа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EC00DCA1-9DA2-A8EC-50E5-525ED2836F2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11889" y="4997139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en-US" sz="2400" dirty="0" err="1">
                <a:latin typeface="Graphik LC Regular" panose="020B0503030202060203" pitchFamily="34" charset="0"/>
              </a:rPr>
              <a:t>Задача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выжить</a:t>
            </a:r>
            <a:r>
              <a:rPr lang="en-US" sz="2400" dirty="0">
                <a:latin typeface="Graphik LC Regular" panose="020B0503030202060203" pitchFamily="34" charset="0"/>
              </a:rPr>
              <a:t>.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Вы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делаете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работу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чтобы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получить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зарплату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не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ищите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других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вознаграждений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это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8CBF87D4-2ED4-739E-9001-1D12A272D9F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11889" y="7410813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Работа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F0362CD4-4D51-90EE-6815-DC208D46926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11889" y="7986653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en-US" sz="2400" dirty="0" err="1">
                <a:latin typeface="Graphik LC Regular" panose="020B0503030202060203" pitchFamily="34" charset="0"/>
              </a:rPr>
              <a:t>Задача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выжить</a:t>
            </a:r>
            <a:r>
              <a:rPr lang="en-US" sz="2400" dirty="0">
                <a:latin typeface="Graphik LC Regular" panose="020B0503030202060203" pitchFamily="34" charset="0"/>
              </a:rPr>
              <a:t>.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Вы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делаете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работу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чтобы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получить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зарплату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не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ищите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других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вознаграждений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это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329DE263-E828-EA0C-FC22-77233ECF6C4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11889" y="10400327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Работа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722CA304-6AC9-588C-4315-C94CF026E9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111889" y="10976165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en-US" sz="2400" dirty="0" err="1">
                <a:latin typeface="Graphik LC Regular" panose="020B0503030202060203" pitchFamily="34" charset="0"/>
              </a:rPr>
              <a:t>Задача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выжить</a:t>
            </a:r>
            <a:r>
              <a:rPr lang="en-US" sz="2400" dirty="0">
                <a:latin typeface="Graphik LC Regular" panose="020B0503030202060203" pitchFamily="34" charset="0"/>
              </a:rPr>
              <a:t>.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Вы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делаете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работу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чтобы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получить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зарплату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не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ищите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других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вознаграждений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это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BBC085BC-2326-D82A-83C0-48C6075876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109402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аймлайн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17" descr=" ">
            <a:extLst>
              <a:ext uri="{FF2B5EF4-FFF2-40B4-BE49-F238E27FC236}">
                <a16:creationId xmlns:a16="http://schemas.microsoft.com/office/drawing/2014/main" id="{8AD7A007-A477-3998-0D95-8491D903E8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8" name="Текст 7">
            <a:extLst>
              <a:ext uri="{FF2B5EF4-FFF2-40B4-BE49-F238E27FC236}">
                <a16:creationId xmlns:a16="http://schemas.microsoft.com/office/drawing/2014/main" id="{EC9BD3E0-1895-C455-1B07-A6F28F52C8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43FFF9A1-0A4F-D8AF-8DA0-2CAADE5EA2B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28697" y="6532221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Дата 1</a:t>
            </a:r>
          </a:p>
        </p:txBody>
      </p:sp>
      <p:sp>
        <p:nvSpPr>
          <p:cNvPr id="30" name="Текст 55">
            <a:extLst>
              <a:ext uri="{FF2B5EF4-FFF2-40B4-BE49-F238E27FC236}">
                <a16:creationId xmlns:a16="http://schemas.microsoft.com/office/drawing/2014/main" id="{C02E3CB7-AE4A-1D3A-6233-B6FEF952BDB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78839" y="6532221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Дата 2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B873B34F-9C90-3F81-DFB2-FD0105FE5BD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537467" y="6532221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Дата 3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25FA622-CFEF-86D8-372A-26FE2D5963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Текст 55">
            <a:extLst>
              <a:ext uri="{FF2B5EF4-FFF2-40B4-BE49-F238E27FC236}">
                <a16:creationId xmlns:a16="http://schemas.microsoft.com/office/drawing/2014/main" id="{06B8E5FC-4032-EA75-05BC-BE3AB45DC8C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28696" y="7369020"/>
            <a:ext cx="5640293" cy="15678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2400" dirty="0" smtClean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ru-RU" sz="2400" b="0" i="0" dirty="0">
                <a:solidFill>
                  <a:schemeClr val="bg1"/>
                </a:solidFill>
                <a:latin typeface="Graphik LC Regular" panose="020B0503030202060203" pitchFamily="34" charset="0"/>
              </a:rPr>
              <a:t>25.07 – Окончание приема заявлений</a:t>
            </a:r>
          </a:p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ru-RU" sz="2400" b="0" i="0" dirty="0">
                <a:solidFill>
                  <a:schemeClr val="bg1"/>
                </a:solidFill>
                <a:latin typeface="Graphik LC Regular" panose="020B0503030202060203" pitchFamily="34" charset="0"/>
              </a:rPr>
              <a:t>03.08 – Окончание приема оригинала</a:t>
            </a:r>
          </a:p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ru-RU" sz="2400" b="0" i="0" dirty="0">
                <a:solidFill>
                  <a:schemeClr val="bg1"/>
                </a:solidFill>
                <a:latin typeface="Graphik LC Regular" panose="020B0503030202060203" pitchFamily="34" charset="0"/>
              </a:rPr>
              <a:t>04.08 – Приказ о зачислении</a:t>
            </a:r>
          </a:p>
        </p:txBody>
      </p:sp>
      <p:sp>
        <p:nvSpPr>
          <p:cNvPr id="7" name="Текст 55">
            <a:extLst>
              <a:ext uri="{FF2B5EF4-FFF2-40B4-BE49-F238E27FC236}">
                <a16:creationId xmlns:a16="http://schemas.microsoft.com/office/drawing/2014/main" id="{9A873D72-29CA-5E4F-5CD8-6B5CB240205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78839" y="7369020"/>
            <a:ext cx="5640293" cy="15678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2400" dirty="0" smtClean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ru-RU" sz="2400" b="0" i="0" dirty="0">
                <a:solidFill>
                  <a:schemeClr val="bg1"/>
                </a:solidFill>
                <a:latin typeface="Graphik LC Regular" panose="020B0503030202060203" pitchFamily="34" charset="0"/>
              </a:rPr>
              <a:t>25.07 – Окончание приема заявлений</a:t>
            </a:r>
          </a:p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ru-RU" sz="2400" b="0" i="0" dirty="0">
                <a:solidFill>
                  <a:schemeClr val="bg1"/>
                </a:solidFill>
                <a:latin typeface="Graphik LC Regular" panose="020B0503030202060203" pitchFamily="34" charset="0"/>
              </a:rPr>
              <a:t>03.08 – Окончание приема оригинала</a:t>
            </a:r>
          </a:p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ru-RU" sz="2400" b="0" i="0" dirty="0">
                <a:solidFill>
                  <a:schemeClr val="bg1"/>
                </a:solidFill>
                <a:latin typeface="Graphik LC Regular" panose="020B0503030202060203" pitchFamily="34" charset="0"/>
              </a:rPr>
              <a:t>04.08 – Приказ о зачислении</a:t>
            </a:r>
          </a:p>
        </p:txBody>
      </p:sp>
      <p:sp>
        <p:nvSpPr>
          <p:cNvPr id="8" name="Текст 55">
            <a:extLst>
              <a:ext uri="{FF2B5EF4-FFF2-40B4-BE49-F238E27FC236}">
                <a16:creationId xmlns:a16="http://schemas.microsoft.com/office/drawing/2014/main" id="{63117E9F-59F1-44DB-56B9-57D8A43217A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537467" y="7369020"/>
            <a:ext cx="5640293" cy="15678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2400" dirty="0" smtClean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ru-RU" sz="2400" b="0" i="0" dirty="0">
                <a:solidFill>
                  <a:schemeClr val="bg1"/>
                </a:solidFill>
                <a:latin typeface="Graphik LC Regular" panose="020B0503030202060203" pitchFamily="34" charset="0"/>
              </a:rPr>
              <a:t>25.07 – Окончание приема заявлений</a:t>
            </a:r>
          </a:p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ru-RU" sz="2400" b="0" i="0" dirty="0">
                <a:solidFill>
                  <a:schemeClr val="bg1"/>
                </a:solidFill>
                <a:latin typeface="Graphik LC Regular" panose="020B0503030202060203" pitchFamily="34" charset="0"/>
              </a:rPr>
              <a:t>03.08 – Окончание приема оригинала</a:t>
            </a:r>
          </a:p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ru-RU" sz="2400" b="0" i="0" dirty="0">
                <a:solidFill>
                  <a:schemeClr val="bg1"/>
                </a:solidFill>
                <a:latin typeface="Graphik LC Regular" panose="020B0503030202060203" pitchFamily="34" charset="0"/>
              </a:rPr>
              <a:t>04.08 – Приказ о зачислении</a:t>
            </a:r>
          </a:p>
        </p:txBody>
      </p:sp>
    </p:spTree>
    <p:extLst>
      <p:ext uri="{BB962C8B-B14F-4D97-AF65-F5344CB8AC3E}">
        <p14:creationId xmlns:p14="http://schemas.microsoft.com/office/powerpoint/2010/main" val="31966297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WO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">
            <a:extLst>
              <a:ext uri="{FF2B5EF4-FFF2-40B4-BE49-F238E27FC236}">
                <a16:creationId xmlns:a16="http://schemas.microsoft.com/office/drawing/2014/main" id="{B575D007-2CD1-383B-B182-AD46025F84FF}"/>
              </a:ext>
            </a:extLst>
          </p:cNvPr>
          <p:cNvSpPr/>
          <p:nvPr userDrawn="1"/>
        </p:nvSpPr>
        <p:spPr>
          <a:xfrm>
            <a:off x="13781222" y="1219200"/>
            <a:ext cx="9386473" cy="5448300"/>
          </a:xfrm>
          <a:prstGeom prst="round1Rect">
            <a:avLst>
              <a:gd name="adj" fmla="val 10829"/>
            </a:avLst>
          </a:prstGeom>
          <a:noFill/>
          <a:ln w="25400">
            <a:solidFill>
              <a:srgbClr val="FAFAFA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3492360-7652-C989-BA6B-A794F0CE5AA3}"/>
              </a:ext>
            </a:extLst>
          </p:cNvPr>
          <p:cNvSpPr/>
          <p:nvPr userDrawn="1"/>
        </p:nvSpPr>
        <p:spPr>
          <a:xfrm flipH="1">
            <a:off x="4013702" y="1219200"/>
            <a:ext cx="9386473" cy="5448300"/>
          </a:xfrm>
          <a:prstGeom prst="round1Rect">
            <a:avLst>
              <a:gd name="adj" fmla="val 10829"/>
            </a:avLst>
          </a:prstGeom>
          <a:noFill/>
          <a:ln w="25400">
            <a:solidFill>
              <a:srgbClr val="FAFAFA"/>
            </a:solidFill>
            <a:prstDash val="solid"/>
          </a:ln>
        </p:spPr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EAFD27D0-13DE-396C-7E81-8019F2BC0714}"/>
              </a:ext>
            </a:extLst>
          </p:cNvPr>
          <p:cNvSpPr/>
          <p:nvPr userDrawn="1"/>
        </p:nvSpPr>
        <p:spPr>
          <a:xfrm flipV="1">
            <a:off x="13781222" y="7048500"/>
            <a:ext cx="9386473" cy="5448300"/>
          </a:xfrm>
          <a:prstGeom prst="round1Rect">
            <a:avLst>
              <a:gd name="adj" fmla="val 10829"/>
            </a:avLst>
          </a:prstGeom>
          <a:noFill/>
          <a:ln w="25400">
            <a:solidFill>
              <a:srgbClr val="FAFAFA"/>
            </a:solidFill>
            <a:prstDash val="solid"/>
          </a:ln>
        </p:spPr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DD42043D-E3B6-9EB0-181B-CFBD84F05B02}"/>
              </a:ext>
            </a:extLst>
          </p:cNvPr>
          <p:cNvSpPr/>
          <p:nvPr userDrawn="1"/>
        </p:nvSpPr>
        <p:spPr>
          <a:xfrm flipH="1" flipV="1">
            <a:off x="4013702" y="7048500"/>
            <a:ext cx="9386473" cy="5448300"/>
          </a:xfrm>
          <a:prstGeom prst="round1Rect">
            <a:avLst>
              <a:gd name="adj" fmla="val 10829"/>
            </a:avLst>
          </a:prstGeom>
          <a:noFill/>
          <a:ln w="25400">
            <a:solidFill>
              <a:srgbClr val="FAFAFA"/>
            </a:solidFill>
            <a:prstDash val="solid"/>
          </a:ln>
        </p:spPr>
      </p:sp>
      <p:pic>
        <p:nvPicPr>
          <p:cNvPr id="7" name="Image 0" descr=" ">
            <a:extLst>
              <a:ext uri="{FF2B5EF4-FFF2-40B4-BE49-F238E27FC236}">
                <a16:creationId xmlns:a16="http://schemas.microsoft.com/office/drawing/2014/main" id="{A83AFEDF-D72E-F0F8-F552-D70629AC46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7667" y="3619500"/>
            <a:ext cx="3042508" cy="3042121"/>
          </a:xfrm>
          <a:prstGeom prst="rect">
            <a:avLst/>
          </a:prstGeom>
        </p:spPr>
      </p:pic>
      <p:pic>
        <p:nvPicPr>
          <p:cNvPr id="8" name="Image 1" descr=" ">
            <a:extLst>
              <a:ext uri="{FF2B5EF4-FFF2-40B4-BE49-F238E27FC236}">
                <a16:creationId xmlns:a16="http://schemas.microsoft.com/office/drawing/2014/main" id="{AD217DDA-3A60-083E-CF35-D3FE10B52C9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57667" y="7054379"/>
            <a:ext cx="3042508" cy="3042121"/>
          </a:xfrm>
          <a:prstGeom prst="rect">
            <a:avLst/>
          </a:prstGeom>
        </p:spPr>
      </p:pic>
      <p:pic>
        <p:nvPicPr>
          <p:cNvPr id="9" name="Image 2" descr=" ">
            <a:extLst>
              <a:ext uri="{FF2B5EF4-FFF2-40B4-BE49-F238E27FC236}">
                <a16:creationId xmlns:a16="http://schemas.microsoft.com/office/drawing/2014/main" id="{305D9CE0-02EF-D7E0-9077-6E158E04D06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787096" y="3619500"/>
            <a:ext cx="3042508" cy="3042121"/>
          </a:xfrm>
          <a:prstGeom prst="rect">
            <a:avLst/>
          </a:prstGeom>
        </p:spPr>
      </p:pic>
      <p:pic>
        <p:nvPicPr>
          <p:cNvPr id="10" name="Image 3" descr=" ">
            <a:extLst>
              <a:ext uri="{FF2B5EF4-FFF2-40B4-BE49-F238E27FC236}">
                <a16:creationId xmlns:a16="http://schemas.microsoft.com/office/drawing/2014/main" id="{C1D274EC-377D-0E98-F3EC-8E68B5F7190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787096" y="7054379"/>
            <a:ext cx="3042508" cy="3042121"/>
          </a:xfrm>
          <a:prstGeom prst="rect">
            <a:avLst/>
          </a:prstGeom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03E9940F-050C-C622-65D0-C6025C16E479}"/>
              </a:ext>
            </a:extLst>
          </p:cNvPr>
          <p:cNvSpPr/>
          <p:nvPr userDrawn="1"/>
        </p:nvSpPr>
        <p:spPr>
          <a:xfrm rot="21600000">
            <a:off x="14728311" y="4360924"/>
            <a:ext cx="116007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algn="ctr" defTabSz="1488104">
              <a:lnSpc>
                <a:spcPts val="9000"/>
              </a:lnSpc>
              <a:spcBef>
                <a:spcPct val="0"/>
              </a:spcBef>
            </a:pPr>
            <a:r>
              <a:rPr lang="en-US" sz="8000" b="1" dirty="0">
                <a:latin typeface="Graphik LC Semibold" panose="020B0503030202060203" pitchFamily="34" charset="0"/>
                <a:ea typeface="+mj-ea"/>
                <a:cs typeface="+mj-cs"/>
              </a:rPr>
              <a:t>W</a:t>
            </a: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6F400FAC-83E0-B284-1C8C-195EE67D88B7}"/>
              </a:ext>
            </a:extLst>
          </p:cNvPr>
          <p:cNvSpPr/>
          <p:nvPr userDrawn="1"/>
        </p:nvSpPr>
        <p:spPr>
          <a:xfrm rot="21600000">
            <a:off x="11160525" y="8118309"/>
            <a:ext cx="1033062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algn="ctr" defTabSz="1488104">
              <a:lnSpc>
                <a:spcPts val="9000"/>
              </a:lnSpc>
              <a:spcBef>
                <a:spcPct val="0"/>
              </a:spcBef>
            </a:pPr>
            <a:r>
              <a:rPr lang="en-US" sz="8000" b="1" dirty="0">
                <a:latin typeface="Graphik LC Semibold" panose="020B0503030202060203" pitchFamily="34" charset="0"/>
                <a:ea typeface="+mj-ea"/>
                <a:cs typeface="+mj-cs"/>
              </a:rPr>
              <a:t>O</a:t>
            </a: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FFD08B16-7A3B-BC7A-292C-18CD0F63A6BF}"/>
              </a:ext>
            </a:extLst>
          </p:cNvPr>
          <p:cNvSpPr/>
          <p:nvPr userDrawn="1"/>
        </p:nvSpPr>
        <p:spPr>
          <a:xfrm rot="21600000">
            <a:off x="11325645" y="4360924"/>
            <a:ext cx="867942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algn="ctr" defTabSz="1488104">
              <a:lnSpc>
                <a:spcPts val="9000"/>
              </a:lnSpc>
              <a:spcBef>
                <a:spcPct val="0"/>
              </a:spcBef>
            </a:pPr>
            <a:r>
              <a:rPr lang="en-US" sz="8000" b="1" dirty="0">
                <a:latin typeface="Graphik LC Semibold" panose="020B0503030202060203" pitchFamily="34" charset="0"/>
                <a:ea typeface="+mj-ea"/>
                <a:cs typeface="+mj-cs"/>
              </a:rPr>
              <a:t>S</a:t>
            </a: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C796E4A-9DFA-B12E-9420-2B1B3590C87A}"/>
              </a:ext>
            </a:extLst>
          </p:cNvPr>
          <p:cNvSpPr/>
          <p:nvPr userDrawn="1"/>
        </p:nvSpPr>
        <p:spPr>
          <a:xfrm rot="21600000">
            <a:off x="15092205" y="8117869"/>
            <a:ext cx="82983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algn="ctr" defTabSz="1488104">
              <a:lnSpc>
                <a:spcPts val="9000"/>
              </a:lnSpc>
              <a:spcBef>
                <a:spcPct val="0"/>
              </a:spcBef>
            </a:pPr>
            <a:r>
              <a:rPr lang="en-US" sz="8000" b="1" dirty="0">
                <a:latin typeface="Graphik LC Semibold" panose="020B0503030202060203" pitchFamily="34" charset="0"/>
                <a:ea typeface="+mj-ea"/>
                <a:cs typeface="+mj-cs"/>
              </a:rPr>
              <a:t>T</a:t>
            </a:r>
          </a:p>
        </p:txBody>
      </p:sp>
      <p:pic>
        <p:nvPicPr>
          <p:cNvPr id="20" name="Image 17" descr=" ">
            <a:extLst>
              <a:ext uri="{FF2B5EF4-FFF2-40B4-BE49-F238E27FC236}">
                <a16:creationId xmlns:a16="http://schemas.microsoft.com/office/drawing/2014/main" id="{FC276A7C-6927-48C3-88E7-AE303DE43CF8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22900" y="876300"/>
            <a:ext cx="965321" cy="635000"/>
          </a:xfrm>
          <a:prstGeom prst="rect">
            <a:avLst/>
          </a:prstGeom>
        </p:spPr>
      </p:pic>
      <p:sp>
        <p:nvSpPr>
          <p:cNvPr id="21" name="Текст 7">
            <a:extLst>
              <a:ext uri="{FF2B5EF4-FFF2-40B4-BE49-F238E27FC236}">
                <a16:creationId xmlns:a16="http://schemas.microsoft.com/office/drawing/2014/main" id="{69A5BE2E-FDF5-423F-F8A7-1531A0E64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-3572536" y="6795969"/>
            <a:ext cx="1035426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SWOT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2B9CABE2-9EE4-1FC8-C423-766CE0890CF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21765" y="1727200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-US" sz="3000" dirty="0">
                <a:solidFill>
                  <a:schemeClr val="bg1"/>
                </a:solidFill>
                <a:latin typeface="Graphik LC Medium" panose="020B0503030202060203" pitchFamily="34" charset="0"/>
              </a:rPr>
              <a:t>Strengths</a:t>
            </a:r>
            <a:r>
              <a:rPr lang="ru-RU" dirty="0"/>
              <a:t> 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0547FE8C-8171-A90B-9FE5-A3D0BC550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21765" y="7556500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-US" sz="3000" dirty="0">
                <a:solidFill>
                  <a:schemeClr val="bg1"/>
                </a:solidFill>
                <a:latin typeface="Graphik LC Medium" panose="020B0503030202060203" pitchFamily="34" charset="0"/>
              </a:rPr>
              <a:t>Opportunities</a:t>
            </a:r>
            <a:r>
              <a:rPr lang="ru-RU" dirty="0"/>
              <a:t> 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9DDF1DF5-76EC-A5E2-1A58-C61197BD10F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019341" y="1727200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-US" sz="3000" dirty="0">
                <a:solidFill>
                  <a:schemeClr val="bg1"/>
                </a:solidFill>
                <a:latin typeface="Graphik LC Medium" panose="020B0503030202060203" pitchFamily="34" charset="0"/>
              </a:rPr>
              <a:t>Weakness</a:t>
            </a:r>
            <a:r>
              <a:rPr lang="ru-RU" dirty="0"/>
              <a:t> 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8D26566E-F761-8780-1FC7-4BDF8FC18C6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019341" y="7570350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-US" sz="3000" dirty="0">
                <a:solidFill>
                  <a:schemeClr val="bg1"/>
                </a:solidFill>
                <a:latin typeface="Graphik LC Medium" panose="020B0503030202060203" pitchFamily="34" charset="0"/>
              </a:rPr>
              <a:t>Threats</a:t>
            </a:r>
            <a:r>
              <a:rPr lang="ru-RU" dirty="0"/>
              <a:t> </a:t>
            </a:r>
          </a:p>
        </p:txBody>
      </p:sp>
      <p:sp>
        <p:nvSpPr>
          <p:cNvPr id="11" name="Номер слайда 2">
            <a:extLst>
              <a:ext uri="{FF2B5EF4-FFF2-40B4-BE49-F238E27FC236}">
                <a16:creationId xmlns:a16="http://schemas.microsoft.com/office/drawing/2014/main" id="{1A7C55EF-BF83-544A-2407-6329520E9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651034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роцесс обучени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90807047-F13D-76A4-5CAF-ABD6EA8A823F}"/>
              </a:ext>
            </a:extLst>
          </p:cNvPr>
          <p:cNvCxnSpPr>
            <a:cxnSpLocks/>
          </p:cNvCxnSpPr>
          <p:nvPr userDrawn="1"/>
        </p:nvCxnSpPr>
        <p:spPr>
          <a:xfrm flipH="1">
            <a:off x="1216804" y="6858000"/>
            <a:ext cx="21951019" cy="0"/>
          </a:xfrm>
          <a:prstGeom prst="line">
            <a:avLst/>
          </a:prstGeom>
          <a:ln w="25400">
            <a:solidFill>
              <a:schemeClr val="accent1"/>
            </a:solidFill>
            <a:head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hape 0">
            <a:extLst>
              <a:ext uri="{FF2B5EF4-FFF2-40B4-BE49-F238E27FC236}">
                <a16:creationId xmlns:a16="http://schemas.microsoft.com/office/drawing/2014/main" id="{45CD038D-67DE-DCAC-538D-F883D17F76F6}"/>
              </a:ext>
            </a:extLst>
          </p:cNvPr>
          <p:cNvSpPr/>
          <p:nvPr userDrawn="1"/>
        </p:nvSpPr>
        <p:spPr>
          <a:xfrm>
            <a:off x="3073784" y="1219200"/>
            <a:ext cx="7182342" cy="11277600"/>
          </a:xfrm>
          <a:prstGeom prst="ellipse">
            <a:avLst/>
          </a:prstGeom>
          <a:noFill/>
          <a:ln w="25400">
            <a:solidFill>
              <a:schemeClr val="bg2"/>
            </a:solidFill>
            <a:prstDash val="solid"/>
          </a:ln>
        </p:spPr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E6CD8277-3199-E041-C060-929240B35F32}"/>
              </a:ext>
            </a:extLst>
          </p:cNvPr>
          <p:cNvSpPr/>
          <p:nvPr userDrawn="1"/>
        </p:nvSpPr>
        <p:spPr>
          <a:xfrm>
            <a:off x="8598973" y="1219200"/>
            <a:ext cx="7182342" cy="11277600"/>
          </a:xfrm>
          <a:prstGeom prst="ellipse">
            <a:avLst/>
          </a:prstGeom>
          <a:noFill/>
          <a:ln w="25400">
            <a:solidFill>
              <a:schemeClr val="bg2"/>
            </a:solidFill>
            <a:prstDash val="solid"/>
          </a:ln>
        </p:spPr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4AAA02D-F36B-5D55-0187-39FA851A06AB}"/>
              </a:ext>
            </a:extLst>
          </p:cNvPr>
          <p:cNvSpPr/>
          <p:nvPr userDrawn="1"/>
        </p:nvSpPr>
        <p:spPr>
          <a:xfrm>
            <a:off x="14124162" y="1219200"/>
            <a:ext cx="7182342" cy="11277600"/>
          </a:xfrm>
          <a:prstGeom prst="ellipse">
            <a:avLst/>
          </a:prstGeom>
          <a:noFill/>
          <a:ln w="25400">
            <a:solidFill>
              <a:schemeClr val="bg2"/>
            </a:solidFill>
            <a:prstDash val="solid"/>
          </a:ln>
        </p:spPr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6B1ED679-3FCE-46F7-D551-14A011103AC7}"/>
              </a:ext>
            </a:extLst>
          </p:cNvPr>
          <p:cNvSpPr/>
          <p:nvPr userDrawn="1"/>
        </p:nvSpPr>
        <p:spPr>
          <a:xfrm rot="16200000">
            <a:off x="9438116" y="6639024"/>
            <a:ext cx="1613102" cy="584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dirty="0">
                <a:solidFill>
                  <a:srgbClr val="969696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2 курс</a:t>
            </a:r>
            <a:endParaRPr lang="en-US" sz="3000" dirty="0"/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E82D8DB4-1EEB-DE43-2340-22556CEA04E7}"/>
              </a:ext>
            </a:extLst>
          </p:cNvPr>
          <p:cNvSpPr/>
          <p:nvPr userDrawn="1"/>
        </p:nvSpPr>
        <p:spPr>
          <a:xfrm rot="16200000">
            <a:off x="14963306" y="6635217"/>
            <a:ext cx="1613102" cy="584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dirty="0">
                <a:solidFill>
                  <a:srgbClr val="969696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3 курс</a:t>
            </a:r>
            <a:endParaRPr lang="en-US" sz="30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E074576-1DF9-B72C-4854-31702B3A8CCE}"/>
              </a:ext>
            </a:extLst>
          </p:cNvPr>
          <p:cNvSpPr/>
          <p:nvPr userDrawn="1"/>
        </p:nvSpPr>
        <p:spPr>
          <a:xfrm rot="16200000">
            <a:off x="2276749" y="6635787"/>
            <a:ext cx="1613102" cy="584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dirty="0">
                <a:solidFill>
                  <a:srgbClr val="969696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1 курс</a:t>
            </a:r>
            <a:endParaRPr lang="en-US" sz="300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CE933993-80DD-519D-2D33-C544231A17CF}"/>
              </a:ext>
            </a:extLst>
          </p:cNvPr>
          <p:cNvSpPr/>
          <p:nvPr userDrawn="1"/>
        </p:nvSpPr>
        <p:spPr>
          <a:xfrm rot="16200000">
            <a:off x="20497324" y="6635979"/>
            <a:ext cx="1613102" cy="584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dirty="0">
                <a:solidFill>
                  <a:srgbClr val="969696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4 курс</a:t>
            </a:r>
            <a:endParaRPr lang="en-US" sz="3000" dirty="0"/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5A6B612D-D386-11C6-DEFD-423F7DA9843A}"/>
              </a:ext>
            </a:extLst>
          </p:cNvPr>
          <p:cNvGrpSpPr/>
          <p:nvPr userDrawn="1"/>
        </p:nvGrpSpPr>
        <p:grpSpPr>
          <a:xfrm>
            <a:off x="6214955" y="6408000"/>
            <a:ext cx="900000" cy="900000"/>
            <a:chOff x="2771013" y="5204719"/>
            <a:chExt cx="900000" cy="900000"/>
          </a:xfrm>
        </p:grpSpPr>
        <p:sp>
          <p:nvSpPr>
            <p:cNvPr id="27" name="Овал 26">
              <a:extLst>
                <a:ext uri="{FF2B5EF4-FFF2-40B4-BE49-F238E27FC236}">
                  <a16:creationId xmlns:a16="http://schemas.microsoft.com/office/drawing/2014/main" id="{0FF511DF-A931-D83B-1789-110A30B21489}"/>
                </a:ext>
              </a:extLst>
            </p:cNvPr>
            <p:cNvSpPr/>
            <p:nvPr/>
          </p:nvSpPr>
          <p:spPr>
            <a:xfrm>
              <a:off x="2771013" y="5204719"/>
              <a:ext cx="900000" cy="900000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28" name="Рисунок 27">
              <a:extLst>
                <a:ext uri="{FF2B5EF4-FFF2-40B4-BE49-F238E27FC236}">
                  <a16:creationId xmlns:a16="http://schemas.microsoft.com/office/drawing/2014/main" id="{1233F7FB-9827-FD66-A16C-22480376B7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081778" y="5339266"/>
              <a:ext cx="436705" cy="641689"/>
            </a:xfrm>
            <a:prstGeom prst="rect">
              <a:avLst/>
            </a:prstGeom>
          </p:spPr>
        </p:pic>
      </p:grp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1C8CCC90-B565-40F1-38AC-A53E88D79C89}"/>
              </a:ext>
            </a:extLst>
          </p:cNvPr>
          <p:cNvGrpSpPr/>
          <p:nvPr userDrawn="1"/>
        </p:nvGrpSpPr>
        <p:grpSpPr>
          <a:xfrm>
            <a:off x="11740144" y="6408000"/>
            <a:ext cx="900000" cy="900000"/>
            <a:chOff x="2771013" y="5204719"/>
            <a:chExt cx="900000" cy="900000"/>
          </a:xfrm>
        </p:grpSpPr>
        <p:sp>
          <p:nvSpPr>
            <p:cNvPr id="30" name="Овал 29">
              <a:extLst>
                <a:ext uri="{FF2B5EF4-FFF2-40B4-BE49-F238E27FC236}">
                  <a16:creationId xmlns:a16="http://schemas.microsoft.com/office/drawing/2014/main" id="{4E03612A-406A-A519-736E-D7F97F0B1516}"/>
                </a:ext>
              </a:extLst>
            </p:cNvPr>
            <p:cNvSpPr/>
            <p:nvPr/>
          </p:nvSpPr>
          <p:spPr>
            <a:xfrm>
              <a:off x="2771013" y="5204719"/>
              <a:ext cx="900000" cy="900000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1" name="Рисунок 30">
              <a:extLst>
                <a:ext uri="{FF2B5EF4-FFF2-40B4-BE49-F238E27FC236}">
                  <a16:creationId xmlns:a16="http://schemas.microsoft.com/office/drawing/2014/main" id="{C77B7689-CCA2-05E2-39E0-CF73AF965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081778" y="5339266"/>
              <a:ext cx="436705" cy="641689"/>
            </a:xfrm>
            <a:prstGeom prst="rect">
              <a:avLst/>
            </a:prstGeom>
          </p:spPr>
        </p:pic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FFEC20C1-0F2C-AF01-0112-04D0CC78A4EE}"/>
              </a:ext>
            </a:extLst>
          </p:cNvPr>
          <p:cNvGrpSpPr/>
          <p:nvPr userDrawn="1"/>
        </p:nvGrpSpPr>
        <p:grpSpPr>
          <a:xfrm>
            <a:off x="17265333" y="6408000"/>
            <a:ext cx="900000" cy="900000"/>
            <a:chOff x="2771013" y="5204719"/>
            <a:chExt cx="900000" cy="900000"/>
          </a:xfrm>
        </p:grpSpPr>
        <p:sp>
          <p:nvSpPr>
            <p:cNvPr id="33" name="Овал 32">
              <a:extLst>
                <a:ext uri="{FF2B5EF4-FFF2-40B4-BE49-F238E27FC236}">
                  <a16:creationId xmlns:a16="http://schemas.microsoft.com/office/drawing/2014/main" id="{57719FF2-D006-D097-9B23-C1FC7A985F81}"/>
                </a:ext>
              </a:extLst>
            </p:cNvPr>
            <p:cNvSpPr/>
            <p:nvPr/>
          </p:nvSpPr>
          <p:spPr>
            <a:xfrm>
              <a:off x="2771013" y="5204719"/>
              <a:ext cx="900000" cy="900000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4" name="Рисунок 33">
              <a:extLst>
                <a:ext uri="{FF2B5EF4-FFF2-40B4-BE49-F238E27FC236}">
                  <a16:creationId xmlns:a16="http://schemas.microsoft.com/office/drawing/2014/main" id="{D1AD4599-BB1D-F623-EB1B-485FF5286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081778" y="5339266"/>
              <a:ext cx="436705" cy="641689"/>
            </a:xfrm>
            <a:prstGeom prst="rect">
              <a:avLst/>
            </a:prstGeom>
          </p:spPr>
        </p:pic>
      </p:grp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89E5003D-5F7C-4E50-5021-2C57F0D58943}"/>
              </a:ext>
            </a:extLst>
          </p:cNvPr>
          <p:cNvCxnSpPr>
            <a:cxnSpLocks/>
          </p:cNvCxnSpPr>
          <p:nvPr userDrawn="1"/>
        </p:nvCxnSpPr>
        <p:spPr>
          <a:xfrm>
            <a:off x="12190144" y="4309991"/>
            <a:ext cx="0" cy="2098009"/>
          </a:xfrm>
          <a:prstGeom prst="line">
            <a:avLst/>
          </a:prstGeom>
          <a:ln w="2540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CE51EAFB-D5BC-4084-E8AE-C2829E85B1BF}"/>
              </a:ext>
            </a:extLst>
          </p:cNvPr>
          <p:cNvCxnSpPr>
            <a:cxnSpLocks/>
          </p:cNvCxnSpPr>
          <p:nvPr userDrawn="1"/>
        </p:nvCxnSpPr>
        <p:spPr>
          <a:xfrm>
            <a:off x="17715333" y="4309991"/>
            <a:ext cx="0" cy="2098009"/>
          </a:xfrm>
          <a:prstGeom prst="line">
            <a:avLst/>
          </a:prstGeom>
          <a:ln w="2540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9C0A2D1C-2FA5-BBF3-FF2B-AD10DF2387BF}"/>
              </a:ext>
            </a:extLst>
          </p:cNvPr>
          <p:cNvCxnSpPr>
            <a:cxnSpLocks/>
          </p:cNvCxnSpPr>
          <p:nvPr userDrawn="1"/>
        </p:nvCxnSpPr>
        <p:spPr>
          <a:xfrm>
            <a:off x="6664955" y="4309991"/>
            <a:ext cx="0" cy="2098009"/>
          </a:xfrm>
          <a:prstGeom prst="line">
            <a:avLst/>
          </a:prstGeom>
          <a:ln w="2540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Номер слайда 2">
            <a:extLst>
              <a:ext uri="{FF2B5EF4-FFF2-40B4-BE49-F238E27FC236}">
                <a16:creationId xmlns:a16="http://schemas.microsoft.com/office/drawing/2014/main" id="{060ED0C1-2ADA-50C5-25D1-9E2ACB7845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653875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ворон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 ">
            <a:extLst>
              <a:ext uri="{FF2B5EF4-FFF2-40B4-BE49-F238E27FC236}">
                <a16:creationId xmlns:a16="http://schemas.microsoft.com/office/drawing/2014/main" id="{611FF6C7-2167-FDDE-C62B-09FABCBDF4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9208651" y="3759200"/>
            <a:ext cx="12561870" cy="2781300"/>
          </a:xfrm>
          <a:prstGeom prst="rect">
            <a:avLst/>
          </a:prstGeom>
        </p:spPr>
      </p:pic>
      <p:pic>
        <p:nvPicPr>
          <p:cNvPr id="20" name="Image 1" descr=" ">
            <a:extLst>
              <a:ext uri="{FF2B5EF4-FFF2-40B4-BE49-F238E27FC236}">
                <a16:creationId xmlns:a16="http://schemas.microsoft.com/office/drawing/2014/main" id="{5A179C9D-1CAD-46BC-DAD1-3DE5D08BBB2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3400175" y="9588500"/>
            <a:ext cx="4178822" cy="2908300"/>
          </a:xfrm>
          <a:prstGeom prst="rect">
            <a:avLst/>
          </a:prstGeom>
        </p:spPr>
      </p:pic>
      <p:pic>
        <p:nvPicPr>
          <p:cNvPr id="22" name="Image 2" descr=" ">
            <a:extLst>
              <a:ext uri="{FF2B5EF4-FFF2-40B4-BE49-F238E27FC236}">
                <a16:creationId xmlns:a16="http://schemas.microsoft.com/office/drawing/2014/main" id="{049A999C-1EC6-CC8A-F374-5E3C9C495E1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11291711" y="6667500"/>
            <a:ext cx="8383048" cy="2794000"/>
          </a:xfrm>
          <a:prstGeom prst="rect">
            <a:avLst/>
          </a:prstGeom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974E68E-2F4A-DD22-1287-D4FA1FC95587}"/>
              </a:ext>
            </a:extLst>
          </p:cNvPr>
          <p:cNvSpPr/>
          <p:nvPr userDrawn="1"/>
        </p:nvSpPr>
        <p:spPr>
          <a:xfrm>
            <a:off x="15039586" y="4873472"/>
            <a:ext cx="900000" cy="900000"/>
          </a:xfrm>
          <a:prstGeom prst="ellipse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accent1"/>
                </a:solidFill>
                <a:latin typeface="Graphik LC Medium" panose="020B0503030202060203" pitchFamily="34" charset="0"/>
              </a:rPr>
              <a:t>01</a:t>
            </a:r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69795DD8-70F8-DE68-943A-F36D0916BE2D}"/>
              </a:ext>
            </a:extLst>
          </p:cNvPr>
          <p:cNvSpPr/>
          <p:nvPr userDrawn="1"/>
        </p:nvSpPr>
        <p:spPr>
          <a:xfrm>
            <a:off x="15039586" y="7567878"/>
            <a:ext cx="900000" cy="900000"/>
          </a:xfrm>
          <a:prstGeom prst="ellipse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accent1"/>
                </a:solidFill>
                <a:latin typeface="Graphik LC Medium" panose="020B0503030202060203" pitchFamily="34" charset="0"/>
              </a:rPr>
              <a:t>02</a:t>
            </a:r>
          </a:p>
        </p:txBody>
      </p:sp>
      <p:sp>
        <p:nvSpPr>
          <p:cNvPr id="38" name="Овал 37">
            <a:extLst>
              <a:ext uri="{FF2B5EF4-FFF2-40B4-BE49-F238E27FC236}">
                <a16:creationId xmlns:a16="http://schemas.microsoft.com/office/drawing/2014/main" id="{75BD5D40-EE3E-FC0F-6575-7C70AF7A5C17}"/>
              </a:ext>
            </a:extLst>
          </p:cNvPr>
          <p:cNvSpPr/>
          <p:nvPr userDrawn="1"/>
        </p:nvSpPr>
        <p:spPr>
          <a:xfrm>
            <a:off x="15039586" y="10482528"/>
            <a:ext cx="900000" cy="900000"/>
          </a:xfrm>
          <a:prstGeom prst="ellipse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accent1"/>
                </a:solidFill>
                <a:latin typeface="Graphik LC Medium" panose="020B0503030202060203" pitchFamily="34" charset="0"/>
              </a:rPr>
              <a:t>03</a:t>
            </a:r>
          </a:p>
        </p:txBody>
      </p:sp>
      <p:pic>
        <p:nvPicPr>
          <p:cNvPr id="39" name="Image 44" descr=" ">
            <a:extLst>
              <a:ext uri="{FF2B5EF4-FFF2-40B4-BE49-F238E27FC236}">
                <a16:creationId xmlns:a16="http://schemas.microsoft.com/office/drawing/2014/main" id="{7C6963F6-4A50-C03C-BAEB-75D3C0CA48C6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42" name="Текст 7">
            <a:extLst>
              <a:ext uri="{FF2B5EF4-FFF2-40B4-BE49-F238E27FC236}">
                <a16:creationId xmlns:a16="http://schemas.microsoft.com/office/drawing/2014/main" id="{EEF658FF-8260-191D-3E94-B77DC972E2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16527" y="876300"/>
            <a:ext cx="8649794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5" name="Текст 14">
            <a:extLst>
              <a:ext uri="{FF2B5EF4-FFF2-40B4-BE49-F238E27FC236}">
                <a16:creationId xmlns:a16="http://schemas.microsoft.com/office/drawing/2014/main" id="{95B173B4-119E-931E-0AB6-C5DCD66D4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616527" y="4649643"/>
            <a:ext cx="65835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Пункт 1</a:t>
            </a:r>
          </a:p>
        </p:txBody>
      </p:sp>
      <p:sp>
        <p:nvSpPr>
          <p:cNvPr id="46" name="Текст 55">
            <a:extLst>
              <a:ext uri="{FF2B5EF4-FFF2-40B4-BE49-F238E27FC236}">
                <a16:creationId xmlns:a16="http://schemas.microsoft.com/office/drawing/2014/main" id="{0EFF2730-AEF8-805F-D9E5-09F58C3F30F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616528" y="5308339"/>
            <a:ext cx="658352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Описание пункта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7EED1DFB-A3D3-A1DC-6764-2833248FE72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616528" y="11208064"/>
            <a:ext cx="658352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Описание пункта</a:t>
            </a:r>
          </a:p>
        </p:txBody>
      </p:sp>
      <p:sp>
        <p:nvSpPr>
          <p:cNvPr id="48" name="Текст 14">
            <a:extLst>
              <a:ext uri="{FF2B5EF4-FFF2-40B4-BE49-F238E27FC236}">
                <a16:creationId xmlns:a16="http://schemas.microsoft.com/office/drawing/2014/main" id="{FA1F6BA7-3EA6-1865-14DB-33D63546B55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616527" y="10535518"/>
            <a:ext cx="65835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Пункт 3</a:t>
            </a:r>
          </a:p>
        </p:txBody>
      </p:sp>
      <p:sp>
        <p:nvSpPr>
          <p:cNvPr id="49" name="Текст 14">
            <a:extLst>
              <a:ext uri="{FF2B5EF4-FFF2-40B4-BE49-F238E27FC236}">
                <a16:creationId xmlns:a16="http://schemas.microsoft.com/office/drawing/2014/main" id="{9FE53395-6F50-66AF-735D-482153E8BF7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616527" y="7620868"/>
            <a:ext cx="65835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Пункт 2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F6EB037E-C0C2-5D89-FCC9-54D74A4B6CB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616528" y="8293414"/>
            <a:ext cx="658352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Описание пункта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83EB62F-37B5-7FA7-A255-A444458D30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81438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роадмеп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 44" descr=" ">
            <a:extLst>
              <a:ext uri="{FF2B5EF4-FFF2-40B4-BE49-F238E27FC236}">
                <a16:creationId xmlns:a16="http://schemas.microsoft.com/office/drawing/2014/main" id="{7C6963F6-4A50-C03C-BAEB-75D3C0CA48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0" name="Текст 7">
            <a:extLst>
              <a:ext uri="{FF2B5EF4-FFF2-40B4-BE49-F238E27FC236}">
                <a16:creationId xmlns:a16="http://schemas.microsoft.com/office/drawing/2014/main" id="{8BC05923-EDFE-D763-9EBB-2733B9CEBE3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04E39E7A-8B9D-9B0E-02D3-00A4B4F4A0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127110" y="3141446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89DB426A-8F6A-A56D-BF08-B0F98F1DAC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27110" y="3675480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50A95349-9A76-B200-73A2-2E136E28ED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25612" y="3141446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F517765C-9854-9CFF-F4EC-D2B11B129A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25612" y="3675480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0BC59A20-620B-6D01-0796-49C18D3C1AB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724115" y="3141446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197E9D46-A1DD-0C8D-2E2A-0564F5D1B3F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6724115" y="3675480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67" name="Текст 55">
            <a:extLst>
              <a:ext uri="{FF2B5EF4-FFF2-40B4-BE49-F238E27FC236}">
                <a16:creationId xmlns:a16="http://schemas.microsoft.com/office/drawing/2014/main" id="{221DD5E6-AFCF-7C69-AD64-E47295DD99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76361" y="10070632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68" name="Текст 55">
            <a:extLst>
              <a:ext uri="{FF2B5EF4-FFF2-40B4-BE49-F238E27FC236}">
                <a16:creationId xmlns:a16="http://schemas.microsoft.com/office/drawing/2014/main" id="{082E5C8C-B1C1-8FB8-B8A2-EA1D8F00D51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776361" y="10604666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75" name="Текст 55">
            <a:extLst>
              <a:ext uri="{FF2B5EF4-FFF2-40B4-BE49-F238E27FC236}">
                <a16:creationId xmlns:a16="http://schemas.microsoft.com/office/drawing/2014/main" id="{927D24E2-D646-509A-B777-745F8F9B445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074863" y="10070632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76" name="Текст 55">
            <a:extLst>
              <a:ext uri="{FF2B5EF4-FFF2-40B4-BE49-F238E27FC236}">
                <a16:creationId xmlns:a16="http://schemas.microsoft.com/office/drawing/2014/main" id="{289D0AAC-393B-A4B8-67DB-34B5D9FABD5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074863" y="10604666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77" name="Текст 55">
            <a:extLst>
              <a:ext uri="{FF2B5EF4-FFF2-40B4-BE49-F238E27FC236}">
                <a16:creationId xmlns:a16="http://schemas.microsoft.com/office/drawing/2014/main" id="{92472E2D-15BF-CBDA-0FE2-5DDBC76E964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0373363" y="10070632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78" name="Текст 55">
            <a:extLst>
              <a:ext uri="{FF2B5EF4-FFF2-40B4-BE49-F238E27FC236}">
                <a16:creationId xmlns:a16="http://schemas.microsoft.com/office/drawing/2014/main" id="{50047776-2C09-83B2-D959-ADEE3F8ED01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0373363" y="10604666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B22E1C7-D079-BDC1-0725-A10520A8FE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91627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роадмеп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1F9D318-CEFB-5612-BA75-042D25D6B60B}"/>
              </a:ext>
            </a:extLst>
          </p:cNvPr>
          <p:cNvSpPr/>
          <p:nvPr userDrawn="1"/>
        </p:nvSpPr>
        <p:spPr>
          <a:xfrm flipV="1">
            <a:off x="0" y="5588000"/>
            <a:ext cx="24387048" cy="81280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Текст 7">
            <a:extLst>
              <a:ext uri="{FF2B5EF4-FFF2-40B4-BE49-F238E27FC236}">
                <a16:creationId xmlns:a16="http://schemas.microsoft.com/office/drawing/2014/main" id="{99939A9D-2E06-76E2-9344-5613898165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9208651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4BD494FF-B080-B029-618C-B3941D8BD9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2396749" y="1219200"/>
            <a:ext cx="9725739" cy="25205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</a:t>
            </a:r>
            <a:br>
              <a:rPr lang="ru-RU" dirty="0"/>
            </a:br>
            <a:r>
              <a:rPr lang="ru-RU" dirty="0"/>
              <a:t>или проверить  чей-то готовый вывод альтернативным путем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AC801BA2-5585-D54F-2B83-323361777A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396749" y="4296100"/>
            <a:ext cx="9725739" cy="3445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000"/>
              </a:lnSpc>
            </a:pPr>
            <a:r>
              <a:rPr lang="ru-RU" dirty="0"/>
              <a:t>Ссылка на источник 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F8ABBF4F-82A7-2069-47B4-881D259DB2D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127110" y="9303105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F8C1AB91-55D5-C695-FB93-48444123B1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27110" y="9837139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46" name="Текст 55">
            <a:extLst>
              <a:ext uri="{FF2B5EF4-FFF2-40B4-BE49-F238E27FC236}">
                <a16:creationId xmlns:a16="http://schemas.microsoft.com/office/drawing/2014/main" id="{6279FFFE-56F3-E7F0-F371-2ADBF362F58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716925" y="9303105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3C18E860-D645-317C-FED1-F68335FF6F1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16925" y="9837139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5925E86E-3C73-A1CC-64BC-FD62561559B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3306740" y="9303105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588D83E5-5166-7233-632B-FB307F59ED2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3306740" y="9837139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379F1F63-D206-9BFF-70AF-848239D9EF2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896554" y="9303105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A0880D89-FA6F-D8CB-B3EF-1CE5894C66A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896554" y="9837139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pic>
        <p:nvPicPr>
          <p:cNvPr id="52" name="Image 17" descr=" ">
            <a:extLst>
              <a:ext uri="{FF2B5EF4-FFF2-40B4-BE49-F238E27FC236}">
                <a16:creationId xmlns:a16="http://schemas.microsoft.com/office/drawing/2014/main" id="{D18EAEB8-74DB-3BB2-6953-672A2C1604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3823406-F27E-4A98-87C4-82EE8D11EA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86609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схемы на перекрестии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0D242553-8494-E788-1EA0-FEB5B0E0F9B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93950" y="2688491"/>
            <a:ext cx="10516914" cy="4398105"/>
          </a:xfrm>
          <a:prstGeom prst="roundRect">
            <a:avLst>
              <a:gd name="adj" fmla="val 9182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9A7801D1-DC8D-DFB1-518B-2E2FC4C9F70A}"/>
              </a:ext>
            </a:extLst>
          </p:cNvPr>
          <p:cNvCxnSpPr>
            <a:cxnSpLocks/>
          </p:cNvCxnSpPr>
          <p:nvPr userDrawn="1"/>
        </p:nvCxnSpPr>
        <p:spPr>
          <a:xfrm>
            <a:off x="1219352" y="7569200"/>
            <a:ext cx="10516914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8DA4455D-5FF7-66FB-9BF3-5B311EBC1E19}"/>
              </a:ext>
            </a:extLst>
          </p:cNvPr>
          <p:cNvCxnSpPr>
            <a:cxnSpLocks/>
          </p:cNvCxnSpPr>
          <p:nvPr userDrawn="1"/>
        </p:nvCxnSpPr>
        <p:spPr>
          <a:xfrm>
            <a:off x="12193588" y="8051800"/>
            <a:ext cx="0" cy="4459288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2EA8F629-0E91-AD7A-AE75-3F15F367E870}"/>
              </a:ext>
            </a:extLst>
          </p:cNvPr>
          <p:cNvCxnSpPr>
            <a:cxnSpLocks/>
          </p:cNvCxnSpPr>
          <p:nvPr userDrawn="1"/>
        </p:nvCxnSpPr>
        <p:spPr>
          <a:xfrm>
            <a:off x="12650781" y="7569200"/>
            <a:ext cx="10516914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E039206A-A9A0-A075-6C34-E339D5464E2D}"/>
              </a:ext>
            </a:extLst>
          </p:cNvPr>
          <p:cNvCxnSpPr>
            <a:cxnSpLocks/>
          </p:cNvCxnSpPr>
          <p:nvPr userDrawn="1"/>
        </p:nvCxnSpPr>
        <p:spPr>
          <a:xfrm>
            <a:off x="12193588" y="2688491"/>
            <a:ext cx="0" cy="4459288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0" name="Текст 7">
            <a:extLst>
              <a:ext uri="{FF2B5EF4-FFF2-40B4-BE49-F238E27FC236}">
                <a16:creationId xmlns:a16="http://schemas.microsoft.com/office/drawing/2014/main" id="{B2769C97-467C-2B89-7D02-D0690418C4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23" name="Рисунок 21">
            <a:extLst>
              <a:ext uri="{FF2B5EF4-FFF2-40B4-BE49-F238E27FC236}">
                <a16:creationId xmlns:a16="http://schemas.microsoft.com/office/drawing/2014/main" id="{B09D8A1E-FD11-8B79-328E-1D90D9011F1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93950" y="8098695"/>
            <a:ext cx="10516914" cy="4398105"/>
          </a:xfrm>
          <a:prstGeom prst="roundRect">
            <a:avLst>
              <a:gd name="adj" fmla="val 9182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4" name="Рисунок 21">
            <a:extLst>
              <a:ext uri="{FF2B5EF4-FFF2-40B4-BE49-F238E27FC236}">
                <a16:creationId xmlns:a16="http://schemas.microsoft.com/office/drawing/2014/main" id="{35254E78-4150-D142-AF9A-F689CD9015E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650781" y="2688491"/>
            <a:ext cx="10516914" cy="4398105"/>
          </a:xfrm>
          <a:prstGeom prst="roundRect">
            <a:avLst>
              <a:gd name="adj" fmla="val 9182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5" name="Рисунок 21">
            <a:extLst>
              <a:ext uri="{FF2B5EF4-FFF2-40B4-BE49-F238E27FC236}">
                <a16:creationId xmlns:a16="http://schemas.microsoft.com/office/drawing/2014/main" id="{1678F33C-B7F5-5D61-80D6-E064973965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650781" y="8098695"/>
            <a:ext cx="10516914" cy="4398105"/>
          </a:xfrm>
          <a:prstGeom prst="roundRect">
            <a:avLst>
              <a:gd name="adj" fmla="val 9182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B9666571-9003-9498-D0C1-55B57E4648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854003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аблиц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аблица 10">
            <a:extLst>
              <a:ext uri="{FF2B5EF4-FFF2-40B4-BE49-F238E27FC236}">
                <a16:creationId xmlns:a16="http://schemas.microsoft.com/office/drawing/2014/main" id="{9F4D12C6-8693-9BE7-8D91-6AF3DDDCE226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219200" y="3771899"/>
            <a:ext cx="21948496" cy="87391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  <p:pic>
        <p:nvPicPr>
          <p:cNvPr id="5" name="Image 44" descr=" ">
            <a:extLst>
              <a:ext uri="{FF2B5EF4-FFF2-40B4-BE49-F238E27FC236}">
                <a16:creationId xmlns:a16="http://schemas.microsoft.com/office/drawing/2014/main" id="{5136B03B-0166-AF97-2241-DBDCFD16DC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7" name="Текст 14">
            <a:extLst>
              <a:ext uri="{FF2B5EF4-FFF2-40B4-BE49-F238E27FC236}">
                <a16:creationId xmlns:a16="http://schemas.microsoft.com/office/drawing/2014/main" id="{9E2AAEB7-4EAE-8501-1785-2B971F8776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588302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2" name="Текст 7">
            <a:extLst>
              <a:ext uri="{FF2B5EF4-FFF2-40B4-BE49-F238E27FC236}">
                <a16:creationId xmlns:a16="http://schemas.microsoft.com/office/drawing/2014/main" id="{86F9261B-EDE5-8C67-D9C7-5FAF7F21E9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B6BE907-9FF1-C844-0B1C-B2B8A42552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458587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аблица с плашко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1498CE30-9583-56A7-9132-A327852D56EB}"/>
              </a:ext>
            </a:extLst>
          </p:cNvPr>
          <p:cNvSpPr/>
          <p:nvPr userDrawn="1"/>
        </p:nvSpPr>
        <p:spPr>
          <a:xfrm>
            <a:off x="13781348" y="0"/>
            <a:ext cx="10605826" cy="13716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1" name="Таблица 10">
            <a:extLst>
              <a:ext uri="{FF2B5EF4-FFF2-40B4-BE49-F238E27FC236}">
                <a16:creationId xmlns:a16="http://schemas.microsoft.com/office/drawing/2014/main" id="{9F4D12C6-8693-9BE7-8D91-6AF3DDDCE226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219200" y="3771899"/>
            <a:ext cx="10974387" cy="87391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  <p:pic>
        <p:nvPicPr>
          <p:cNvPr id="5" name="Image 44" descr=" ">
            <a:extLst>
              <a:ext uri="{FF2B5EF4-FFF2-40B4-BE49-F238E27FC236}">
                <a16:creationId xmlns:a16="http://schemas.microsoft.com/office/drawing/2014/main" id="{5136B03B-0166-AF97-2241-DBDCFD16DC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F589FD74-8D4F-354C-0829-DB1ACF42511D}"/>
              </a:ext>
            </a:extLst>
          </p:cNvPr>
          <p:cNvSpPr/>
          <p:nvPr userDrawn="1"/>
        </p:nvSpPr>
        <p:spPr>
          <a:xfrm>
            <a:off x="1219352" y="817780"/>
            <a:ext cx="9081635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Заголовок</a:t>
            </a:r>
            <a:b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на две строки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8" name="Текст 55">
            <a:extLst>
              <a:ext uri="{FF2B5EF4-FFF2-40B4-BE49-F238E27FC236}">
                <a16:creationId xmlns:a16="http://schemas.microsoft.com/office/drawing/2014/main" id="{AD96F554-5ADB-2CDD-FF5E-CAD2A0951B1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349964" y="3771899"/>
            <a:ext cx="8824362" cy="20076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</a:t>
            </a:r>
            <a:br>
              <a:rPr lang="ru-RU" dirty="0"/>
            </a:br>
            <a:r>
              <a:rPr lang="ru-RU" dirty="0"/>
              <a:t>или проверить чей-то готовый вывод 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7D7C3E54-B44D-7A91-C9F7-17C7F7EE0C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349964" y="8039099"/>
            <a:ext cx="8824362" cy="35464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Важно понимать, что бывает наоборот: имея расплывчатую задачу, нелокализованную проблему,  вы сначала построите модель текущего процесса, чтобы получить представление «изнутри», как улучшить процесс или где теория не соответствует практике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B4E9E25-A8A1-6A59-26F6-4A0041A74B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00978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аблица линиями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7">
            <a:extLst>
              <a:ext uri="{FF2B5EF4-FFF2-40B4-BE49-F238E27FC236}">
                <a16:creationId xmlns:a16="http://schemas.microsoft.com/office/drawing/2014/main" id="{99939A9D-2E06-76E2-9344-5613898165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9208651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AC801BA2-5585-D54F-2B83-323361777A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19353" y="517741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pic>
        <p:nvPicPr>
          <p:cNvPr id="52" name="Image 17" descr=" ">
            <a:extLst>
              <a:ext uri="{FF2B5EF4-FFF2-40B4-BE49-F238E27FC236}">
                <a16:creationId xmlns:a16="http://schemas.microsoft.com/office/drawing/2014/main" id="{D18EAEB8-74DB-3BB2-6953-672A2C1604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cxnSp>
        <p:nvCxnSpPr>
          <p:cNvPr id="61" name="Прямая соединительная линия 60">
            <a:extLst>
              <a:ext uri="{FF2B5EF4-FFF2-40B4-BE49-F238E27FC236}">
                <a16:creationId xmlns:a16="http://schemas.microsoft.com/office/drawing/2014/main" id="{8F73394B-28B8-B13D-5E7A-C364B1E6A60A}"/>
              </a:ext>
            </a:extLst>
          </p:cNvPr>
          <p:cNvCxnSpPr/>
          <p:nvPr userDrawn="1"/>
        </p:nvCxnSpPr>
        <p:spPr>
          <a:xfrm>
            <a:off x="1212850" y="12125742"/>
            <a:ext cx="2202682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>
            <a:extLst>
              <a:ext uri="{FF2B5EF4-FFF2-40B4-BE49-F238E27FC236}">
                <a16:creationId xmlns:a16="http://schemas.microsoft.com/office/drawing/2014/main" id="{5E7F0C12-BB16-0BD8-99DE-B8613148C9DC}"/>
              </a:ext>
            </a:extLst>
          </p:cNvPr>
          <p:cNvCxnSpPr/>
          <p:nvPr userDrawn="1"/>
        </p:nvCxnSpPr>
        <p:spPr>
          <a:xfrm>
            <a:off x="1212850" y="10662702"/>
            <a:ext cx="2202682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>
            <a:extLst>
              <a:ext uri="{FF2B5EF4-FFF2-40B4-BE49-F238E27FC236}">
                <a16:creationId xmlns:a16="http://schemas.microsoft.com/office/drawing/2014/main" id="{3F9AFB2E-4149-1B97-4FB1-AC628F8372F7}"/>
              </a:ext>
            </a:extLst>
          </p:cNvPr>
          <p:cNvCxnSpPr/>
          <p:nvPr userDrawn="1"/>
        </p:nvCxnSpPr>
        <p:spPr>
          <a:xfrm>
            <a:off x="1212850" y="9199662"/>
            <a:ext cx="2202682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>
            <a:extLst>
              <a:ext uri="{FF2B5EF4-FFF2-40B4-BE49-F238E27FC236}">
                <a16:creationId xmlns:a16="http://schemas.microsoft.com/office/drawing/2014/main" id="{A1D9888B-6EDB-3C54-CC68-A0B5C81BB91B}"/>
              </a:ext>
            </a:extLst>
          </p:cNvPr>
          <p:cNvCxnSpPr/>
          <p:nvPr userDrawn="1"/>
        </p:nvCxnSpPr>
        <p:spPr>
          <a:xfrm>
            <a:off x="1212850" y="7736622"/>
            <a:ext cx="2202682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>
            <a:extLst>
              <a:ext uri="{FF2B5EF4-FFF2-40B4-BE49-F238E27FC236}">
                <a16:creationId xmlns:a16="http://schemas.microsoft.com/office/drawing/2014/main" id="{51E0409F-1F0E-0238-CF43-CD3896984C58}"/>
              </a:ext>
            </a:extLst>
          </p:cNvPr>
          <p:cNvCxnSpPr/>
          <p:nvPr userDrawn="1"/>
        </p:nvCxnSpPr>
        <p:spPr>
          <a:xfrm>
            <a:off x="1212850" y="6273582"/>
            <a:ext cx="2202682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>
            <a:extLst>
              <a:ext uri="{FF2B5EF4-FFF2-40B4-BE49-F238E27FC236}">
                <a16:creationId xmlns:a16="http://schemas.microsoft.com/office/drawing/2014/main" id="{CBB3DC8D-AB53-BC6F-20FD-CB66A6B2A88E}"/>
              </a:ext>
            </a:extLst>
          </p:cNvPr>
          <p:cNvCxnSpPr/>
          <p:nvPr userDrawn="1"/>
        </p:nvCxnSpPr>
        <p:spPr>
          <a:xfrm>
            <a:off x="1212850" y="4810542"/>
            <a:ext cx="2202682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Текст 55">
            <a:extLst>
              <a:ext uri="{FF2B5EF4-FFF2-40B4-BE49-F238E27FC236}">
                <a16:creationId xmlns:a16="http://schemas.microsoft.com/office/drawing/2014/main" id="{CAAD7F97-28E1-D40C-20C8-77B860639FA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219353" y="664045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68" name="Текст 55">
            <a:extLst>
              <a:ext uri="{FF2B5EF4-FFF2-40B4-BE49-F238E27FC236}">
                <a16:creationId xmlns:a16="http://schemas.microsoft.com/office/drawing/2014/main" id="{A7EA5E78-A928-D563-D297-71E25616AAE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219353" y="810349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69" name="Текст 55">
            <a:extLst>
              <a:ext uri="{FF2B5EF4-FFF2-40B4-BE49-F238E27FC236}">
                <a16:creationId xmlns:a16="http://schemas.microsoft.com/office/drawing/2014/main" id="{32654277-758A-498E-19ED-76383591684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219353" y="956653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0" name="Текст 55">
            <a:extLst>
              <a:ext uri="{FF2B5EF4-FFF2-40B4-BE49-F238E27FC236}">
                <a16:creationId xmlns:a16="http://schemas.microsoft.com/office/drawing/2014/main" id="{28CD4927-2C30-0121-7191-43A629B2084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219353" y="1102957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1" name="Текст 55">
            <a:extLst>
              <a:ext uri="{FF2B5EF4-FFF2-40B4-BE49-F238E27FC236}">
                <a16:creationId xmlns:a16="http://schemas.microsoft.com/office/drawing/2014/main" id="{A4A732DD-062A-EEBB-7FE8-0FB21026C82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795349" y="517741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2" name="Текст 55">
            <a:extLst>
              <a:ext uri="{FF2B5EF4-FFF2-40B4-BE49-F238E27FC236}">
                <a16:creationId xmlns:a16="http://schemas.microsoft.com/office/drawing/2014/main" id="{B4C173D9-7328-F343-6006-CB12F498E3E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795349" y="664045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3" name="Текст 55">
            <a:extLst>
              <a:ext uri="{FF2B5EF4-FFF2-40B4-BE49-F238E27FC236}">
                <a16:creationId xmlns:a16="http://schemas.microsoft.com/office/drawing/2014/main" id="{FE01325B-02A3-A444-1830-159717E1AD7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795349" y="810349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4" name="Текст 55">
            <a:extLst>
              <a:ext uri="{FF2B5EF4-FFF2-40B4-BE49-F238E27FC236}">
                <a16:creationId xmlns:a16="http://schemas.microsoft.com/office/drawing/2014/main" id="{620DB4B4-050B-AA1C-0476-F722E11F7A3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795349" y="956653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5" name="Текст 55">
            <a:extLst>
              <a:ext uri="{FF2B5EF4-FFF2-40B4-BE49-F238E27FC236}">
                <a16:creationId xmlns:a16="http://schemas.microsoft.com/office/drawing/2014/main" id="{91A3A899-B387-7F1C-A661-F602AFBBEB6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795349" y="1102957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6" name="Текст 55">
            <a:extLst>
              <a:ext uri="{FF2B5EF4-FFF2-40B4-BE49-F238E27FC236}">
                <a16:creationId xmlns:a16="http://schemas.microsoft.com/office/drawing/2014/main" id="{4C70CA63-3DEB-ECE4-07BD-C3CCEC92EC6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2371346" y="517741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7" name="Текст 55">
            <a:extLst>
              <a:ext uri="{FF2B5EF4-FFF2-40B4-BE49-F238E27FC236}">
                <a16:creationId xmlns:a16="http://schemas.microsoft.com/office/drawing/2014/main" id="{EFE03C2A-7F6C-5D7D-4E0C-B55029F5C56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2371346" y="664045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8" name="Текст 55">
            <a:extLst>
              <a:ext uri="{FF2B5EF4-FFF2-40B4-BE49-F238E27FC236}">
                <a16:creationId xmlns:a16="http://schemas.microsoft.com/office/drawing/2014/main" id="{2946D6EC-1AB9-5406-D100-C7A918942F2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2371346" y="810349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9" name="Текст 55">
            <a:extLst>
              <a:ext uri="{FF2B5EF4-FFF2-40B4-BE49-F238E27FC236}">
                <a16:creationId xmlns:a16="http://schemas.microsoft.com/office/drawing/2014/main" id="{9CBF20FB-17A8-68B2-B65B-89BFA81271F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2371346" y="956653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0" name="Текст 55">
            <a:extLst>
              <a:ext uri="{FF2B5EF4-FFF2-40B4-BE49-F238E27FC236}">
                <a16:creationId xmlns:a16="http://schemas.microsoft.com/office/drawing/2014/main" id="{C8A6F977-2880-BC22-5E21-384BDA0EB27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2371346" y="1102957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1" name="Текст 55">
            <a:extLst>
              <a:ext uri="{FF2B5EF4-FFF2-40B4-BE49-F238E27FC236}">
                <a16:creationId xmlns:a16="http://schemas.microsoft.com/office/drawing/2014/main" id="{8DEE18DD-AB8C-AD84-1BB1-75B43C3F456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7947343" y="517741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2" name="Текст 55">
            <a:extLst>
              <a:ext uri="{FF2B5EF4-FFF2-40B4-BE49-F238E27FC236}">
                <a16:creationId xmlns:a16="http://schemas.microsoft.com/office/drawing/2014/main" id="{6CBD1689-DFFD-586F-97BE-A5AE00473B4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947343" y="664045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3" name="Текст 55">
            <a:extLst>
              <a:ext uri="{FF2B5EF4-FFF2-40B4-BE49-F238E27FC236}">
                <a16:creationId xmlns:a16="http://schemas.microsoft.com/office/drawing/2014/main" id="{F85E2FEF-4530-519D-62A8-3E38467127D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7947343" y="810349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4" name="Текст 55">
            <a:extLst>
              <a:ext uri="{FF2B5EF4-FFF2-40B4-BE49-F238E27FC236}">
                <a16:creationId xmlns:a16="http://schemas.microsoft.com/office/drawing/2014/main" id="{D74AC71E-6062-4E0D-2F1D-A19CCF4F510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7947343" y="956653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5" name="Текст 55">
            <a:extLst>
              <a:ext uri="{FF2B5EF4-FFF2-40B4-BE49-F238E27FC236}">
                <a16:creationId xmlns:a16="http://schemas.microsoft.com/office/drawing/2014/main" id="{2D27BFCC-1953-00F9-EC1C-F0C9F9AE75F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7947343" y="1102957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9" name="Текст 88">
            <a:extLst>
              <a:ext uri="{FF2B5EF4-FFF2-40B4-BE49-F238E27FC236}">
                <a16:creationId xmlns:a16="http://schemas.microsoft.com/office/drawing/2014/main" id="{E3CF79BD-D08F-003F-6C76-6EFFAC7BC28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19353" y="4008836"/>
            <a:ext cx="4745030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 smtClean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ПРИЗНАК 1</a:t>
            </a:r>
          </a:p>
        </p:txBody>
      </p:sp>
      <p:sp>
        <p:nvSpPr>
          <p:cNvPr id="90" name="Текст 88">
            <a:extLst>
              <a:ext uri="{FF2B5EF4-FFF2-40B4-BE49-F238E27FC236}">
                <a16:creationId xmlns:a16="http://schemas.microsoft.com/office/drawing/2014/main" id="{E3149895-B7D4-653E-9FDB-48FFB0528268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795349" y="4008836"/>
            <a:ext cx="4745030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 smtClean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ПРИЗНАК 2</a:t>
            </a:r>
          </a:p>
        </p:txBody>
      </p:sp>
      <p:sp>
        <p:nvSpPr>
          <p:cNvPr id="91" name="Текст 88">
            <a:extLst>
              <a:ext uri="{FF2B5EF4-FFF2-40B4-BE49-F238E27FC236}">
                <a16:creationId xmlns:a16="http://schemas.microsoft.com/office/drawing/2014/main" id="{C13B7AAA-B05C-940C-7347-E5C6E6476BDE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2371346" y="4008836"/>
            <a:ext cx="4745030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 smtClean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ПРИЗНАК 3</a:t>
            </a:r>
          </a:p>
        </p:txBody>
      </p:sp>
      <p:sp>
        <p:nvSpPr>
          <p:cNvPr id="92" name="Текст 88">
            <a:extLst>
              <a:ext uri="{FF2B5EF4-FFF2-40B4-BE49-F238E27FC236}">
                <a16:creationId xmlns:a16="http://schemas.microsoft.com/office/drawing/2014/main" id="{84582982-093F-975A-F59D-3D2009C9D28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7947343" y="4008836"/>
            <a:ext cx="4745030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 smtClean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ПРИЗНАК 4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85BF249-39C2-8815-67F2-27EE848EAB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65089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код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7">
            <a:extLst>
              <a:ext uri="{FF2B5EF4-FFF2-40B4-BE49-F238E27FC236}">
                <a16:creationId xmlns:a16="http://schemas.microsoft.com/office/drawing/2014/main" id="{99939A9D-2E06-76E2-9344-5613898165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9208651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Минутка кода</a:t>
            </a:r>
          </a:p>
        </p:txBody>
      </p:sp>
      <p:pic>
        <p:nvPicPr>
          <p:cNvPr id="52" name="Image 17" descr=" ">
            <a:extLst>
              <a:ext uri="{FF2B5EF4-FFF2-40B4-BE49-F238E27FC236}">
                <a16:creationId xmlns:a16="http://schemas.microsoft.com/office/drawing/2014/main" id="{D18EAEB8-74DB-3BB2-6953-672A2C1604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45174731-CA54-BF19-50E6-906F69DF55CF}"/>
              </a:ext>
            </a:extLst>
          </p:cNvPr>
          <p:cNvGrpSpPr/>
          <p:nvPr userDrawn="1"/>
        </p:nvGrpSpPr>
        <p:grpSpPr>
          <a:xfrm>
            <a:off x="1219352" y="3759200"/>
            <a:ext cx="21948343" cy="8737600"/>
            <a:chOff x="1219352" y="3759200"/>
            <a:chExt cx="21948343" cy="8737600"/>
          </a:xfrm>
        </p:grpSpPr>
        <p:sp>
          <p:nvSpPr>
            <p:cNvPr id="3" name="Прямоугольник с двумя скругленными противолежащими углами 2">
              <a:extLst>
                <a:ext uri="{FF2B5EF4-FFF2-40B4-BE49-F238E27FC236}">
                  <a16:creationId xmlns:a16="http://schemas.microsoft.com/office/drawing/2014/main" id="{CFEFC578-38B7-093C-F8E5-F0621F401117}"/>
                </a:ext>
              </a:extLst>
            </p:cNvPr>
            <p:cNvSpPr/>
            <p:nvPr/>
          </p:nvSpPr>
          <p:spPr>
            <a:xfrm>
              <a:off x="1219352" y="3759200"/>
              <a:ext cx="21948343" cy="8737600"/>
            </a:xfrm>
            <a:prstGeom prst="round2DiagRect">
              <a:avLst>
                <a:gd name="adj1" fmla="val 3676"/>
                <a:gd name="adj2" fmla="val 0"/>
              </a:avLst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" name="Shape 3">
              <a:extLst>
                <a:ext uri="{FF2B5EF4-FFF2-40B4-BE49-F238E27FC236}">
                  <a16:creationId xmlns:a16="http://schemas.microsoft.com/office/drawing/2014/main" id="{1579546A-04AF-BD59-F391-B1E1B1B8B4AD}"/>
                </a:ext>
              </a:extLst>
            </p:cNvPr>
            <p:cNvSpPr/>
            <p:nvPr/>
          </p:nvSpPr>
          <p:spPr>
            <a:xfrm>
              <a:off x="1574997" y="4076700"/>
              <a:ext cx="203225" cy="203200"/>
            </a:xfrm>
            <a:prstGeom prst="ellipse">
              <a:avLst/>
            </a:prstGeom>
            <a:solidFill>
              <a:srgbClr val="FAFAFA">
                <a:alpha val="100000"/>
              </a:srgbClr>
            </a:solidFill>
            <a:ln/>
          </p:spPr>
        </p:sp>
        <p:sp>
          <p:nvSpPr>
            <p:cNvPr id="5" name="Shape 4">
              <a:extLst>
                <a:ext uri="{FF2B5EF4-FFF2-40B4-BE49-F238E27FC236}">
                  <a16:creationId xmlns:a16="http://schemas.microsoft.com/office/drawing/2014/main" id="{4CC15782-ECB8-DA9D-DA76-822CDCF9C588}"/>
                </a:ext>
              </a:extLst>
            </p:cNvPr>
            <p:cNvSpPr/>
            <p:nvPr/>
          </p:nvSpPr>
          <p:spPr>
            <a:xfrm>
              <a:off x="1930641" y="4076700"/>
              <a:ext cx="203225" cy="203200"/>
            </a:xfrm>
            <a:prstGeom prst="ellipse">
              <a:avLst/>
            </a:prstGeom>
            <a:solidFill>
              <a:srgbClr val="FAFAFA">
                <a:alpha val="100000"/>
              </a:srgbClr>
            </a:solidFill>
            <a:ln/>
          </p:spPr>
        </p:sp>
        <p:sp>
          <p:nvSpPr>
            <p:cNvPr id="6" name="Shape 5">
              <a:extLst>
                <a:ext uri="{FF2B5EF4-FFF2-40B4-BE49-F238E27FC236}">
                  <a16:creationId xmlns:a16="http://schemas.microsoft.com/office/drawing/2014/main" id="{A6FF3A2C-85F3-2A1E-66C0-59F718D4D20D}"/>
                </a:ext>
              </a:extLst>
            </p:cNvPr>
            <p:cNvSpPr/>
            <p:nvPr/>
          </p:nvSpPr>
          <p:spPr>
            <a:xfrm>
              <a:off x="2286286" y="4076700"/>
              <a:ext cx="203225" cy="203200"/>
            </a:xfrm>
            <a:prstGeom prst="ellipse">
              <a:avLst/>
            </a:prstGeom>
            <a:solidFill>
              <a:srgbClr val="FAFAFA">
                <a:alpha val="100000"/>
              </a:srgbClr>
            </a:solidFill>
            <a:ln/>
          </p:spPr>
        </p:sp>
        <p:cxnSp>
          <p:nvCxnSpPr>
            <p:cNvPr id="7" name="Прямая соединительная линия 6">
              <a:extLst>
                <a:ext uri="{FF2B5EF4-FFF2-40B4-BE49-F238E27FC236}">
                  <a16:creationId xmlns:a16="http://schemas.microsoft.com/office/drawing/2014/main" id="{98069BA1-C4CB-5B50-C6CD-9D320631722C}"/>
                </a:ext>
              </a:extLst>
            </p:cNvPr>
            <p:cNvCxnSpPr>
              <a:cxnSpLocks/>
            </p:cNvCxnSpPr>
            <p:nvPr/>
          </p:nvCxnSpPr>
          <p:spPr>
            <a:xfrm>
              <a:off x="1219352" y="4570632"/>
              <a:ext cx="21948343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Текст 14">
            <a:extLst>
              <a:ext uri="{FF2B5EF4-FFF2-40B4-BE49-F238E27FC236}">
                <a16:creationId xmlns:a16="http://schemas.microsoft.com/office/drawing/2014/main" id="{802FB575-ADA4-D2DC-F233-DBA51DA2E7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0" name="Номер слайда 2">
            <a:extLst>
              <a:ext uri="{FF2B5EF4-FFF2-40B4-BE49-F238E27FC236}">
                <a16:creationId xmlns:a16="http://schemas.microsoft.com/office/drawing/2014/main" id="{A37BC936-8D6E-E9D6-3003-624D52E0B1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62705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код на всю страницу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Image 17" descr=" ">
            <a:extLst>
              <a:ext uri="{FF2B5EF4-FFF2-40B4-BE49-F238E27FC236}">
                <a16:creationId xmlns:a16="http://schemas.microsoft.com/office/drawing/2014/main" id="{D18EAEB8-74DB-3BB2-6953-672A2C1604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" name="Прямоугольник с двумя скругленными противолежащими углами 2">
            <a:extLst>
              <a:ext uri="{FF2B5EF4-FFF2-40B4-BE49-F238E27FC236}">
                <a16:creationId xmlns:a16="http://schemas.microsoft.com/office/drawing/2014/main" id="{CFEFC578-38B7-093C-F8E5-F0621F401117}"/>
              </a:ext>
            </a:extLst>
          </p:cNvPr>
          <p:cNvSpPr/>
          <p:nvPr/>
        </p:nvSpPr>
        <p:spPr>
          <a:xfrm>
            <a:off x="1219352" y="1850886"/>
            <a:ext cx="21948343" cy="10660201"/>
          </a:xfrm>
          <a:prstGeom prst="round2DiagRect">
            <a:avLst>
              <a:gd name="adj1" fmla="val 3013"/>
              <a:gd name="adj2" fmla="val 0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1579546A-04AF-BD59-F391-B1E1B1B8B4AD}"/>
              </a:ext>
            </a:extLst>
          </p:cNvPr>
          <p:cNvSpPr/>
          <p:nvPr/>
        </p:nvSpPr>
        <p:spPr>
          <a:xfrm>
            <a:off x="1574997" y="2168387"/>
            <a:ext cx="203225" cy="203200"/>
          </a:xfrm>
          <a:prstGeom prst="ellipse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4CC15782-ECB8-DA9D-DA76-822CDCF9C588}"/>
              </a:ext>
            </a:extLst>
          </p:cNvPr>
          <p:cNvSpPr/>
          <p:nvPr/>
        </p:nvSpPr>
        <p:spPr>
          <a:xfrm>
            <a:off x="1930641" y="2168387"/>
            <a:ext cx="203225" cy="203200"/>
          </a:xfrm>
          <a:prstGeom prst="ellipse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A6FF3A2C-85F3-2A1E-66C0-59F718D4D20D}"/>
              </a:ext>
            </a:extLst>
          </p:cNvPr>
          <p:cNvSpPr/>
          <p:nvPr/>
        </p:nvSpPr>
        <p:spPr>
          <a:xfrm>
            <a:off x="2286286" y="2168387"/>
            <a:ext cx="203225" cy="203200"/>
          </a:xfrm>
          <a:prstGeom prst="ellipse">
            <a:avLst/>
          </a:prstGeom>
          <a:solidFill>
            <a:srgbClr val="FAFAFA">
              <a:alpha val="100000"/>
            </a:srgbClr>
          </a:solidFill>
          <a:ln/>
        </p:spPr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98069BA1-C4CB-5B50-C6CD-9D320631722C}"/>
              </a:ext>
            </a:extLst>
          </p:cNvPr>
          <p:cNvCxnSpPr>
            <a:cxnSpLocks/>
          </p:cNvCxnSpPr>
          <p:nvPr/>
        </p:nvCxnSpPr>
        <p:spPr>
          <a:xfrm>
            <a:off x="1219352" y="2662319"/>
            <a:ext cx="21948343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D22959ED-E1C7-0A13-4143-EB2CB55B64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22756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код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C4F20AB8-4211-9BA5-B47E-A3829CCEA3F0}"/>
              </a:ext>
            </a:extLst>
          </p:cNvPr>
          <p:cNvGrpSpPr/>
          <p:nvPr userDrawn="1"/>
        </p:nvGrpSpPr>
        <p:grpSpPr>
          <a:xfrm>
            <a:off x="9385890" y="2981626"/>
            <a:ext cx="13788435" cy="8524574"/>
            <a:chOff x="9385890" y="2981626"/>
            <a:chExt cx="13788435" cy="8524574"/>
          </a:xfrm>
        </p:grpSpPr>
        <p:sp>
          <p:nvSpPr>
            <p:cNvPr id="3" name="Прямоугольник с двумя скругленными противолежащими углами 2">
              <a:extLst>
                <a:ext uri="{FF2B5EF4-FFF2-40B4-BE49-F238E27FC236}">
                  <a16:creationId xmlns:a16="http://schemas.microsoft.com/office/drawing/2014/main" id="{990733CA-C9D9-F696-0C4A-89B2E96C6AFB}"/>
                </a:ext>
              </a:extLst>
            </p:cNvPr>
            <p:cNvSpPr/>
            <p:nvPr/>
          </p:nvSpPr>
          <p:spPr>
            <a:xfrm>
              <a:off x="9385890" y="2981626"/>
              <a:ext cx="13788435" cy="8524574"/>
            </a:xfrm>
            <a:prstGeom prst="round2DiagRect">
              <a:avLst>
                <a:gd name="adj1" fmla="val 3768"/>
                <a:gd name="adj2" fmla="val 0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52ADC7BB-3FD1-4CD1-9C58-AFFA0A4F1EF1}"/>
                </a:ext>
              </a:extLst>
            </p:cNvPr>
            <p:cNvSpPr/>
            <p:nvPr/>
          </p:nvSpPr>
          <p:spPr>
            <a:xfrm>
              <a:off x="9741535" y="3299126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56B2B002-18AE-B0BC-02E8-B89EEF7BAFB0}"/>
                </a:ext>
              </a:extLst>
            </p:cNvPr>
            <p:cNvSpPr/>
            <p:nvPr/>
          </p:nvSpPr>
          <p:spPr>
            <a:xfrm>
              <a:off x="10097179" y="3299126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1354B431-A83B-5B45-E477-E4F75F45FC14}"/>
                </a:ext>
              </a:extLst>
            </p:cNvPr>
            <p:cNvSpPr/>
            <p:nvPr/>
          </p:nvSpPr>
          <p:spPr>
            <a:xfrm>
              <a:off x="10452824" y="3299126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cxnSp>
          <p:nvCxnSpPr>
            <p:cNvPr id="8" name="Прямая соединительная линия 7">
              <a:extLst>
                <a:ext uri="{FF2B5EF4-FFF2-40B4-BE49-F238E27FC236}">
                  <a16:creationId xmlns:a16="http://schemas.microsoft.com/office/drawing/2014/main" id="{B9760D07-BBDE-B2C2-CFCA-FF75C1912E4B}"/>
                </a:ext>
              </a:extLst>
            </p:cNvPr>
            <p:cNvCxnSpPr>
              <a:cxnSpLocks/>
            </p:cNvCxnSpPr>
            <p:nvPr/>
          </p:nvCxnSpPr>
          <p:spPr>
            <a:xfrm>
              <a:off x="9385890" y="3793058"/>
              <a:ext cx="13788435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Текст 14">
            <a:extLst>
              <a:ext uri="{FF2B5EF4-FFF2-40B4-BE49-F238E27FC236}">
                <a16:creationId xmlns:a16="http://schemas.microsoft.com/office/drawing/2014/main" id="{B8DBD79D-E0C7-5BD3-6C62-CCD5C70776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4823776"/>
            <a:ext cx="7467449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0" name="Текст 7">
            <a:extLst>
              <a:ext uri="{FF2B5EF4-FFF2-40B4-BE49-F238E27FC236}">
                <a16:creationId xmlns:a16="http://schemas.microsoft.com/office/drawing/2014/main" id="{A6AA7F9A-04ED-DF10-B8D0-A53015CFE8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3053254"/>
            <a:ext cx="7467449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Минутка кода</a:t>
            </a:r>
          </a:p>
        </p:txBody>
      </p:sp>
      <p:sp>
        <p:nvSpPr>
          <p:cNvPr id="12" name="Номер слайда 2">
            <a:extLst>
              <a:ext uri="{FF2B5EF4-FFF2-40B4-BE49-F238E27FC236}">
                <a16:creationId xmlns:a16="http://schemas.microsoft.com/office/drawing/2014/main" id="{44121E35-7CFD-E7B0-D5C8-EE5915C6F0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38083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код_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с двумя скругленными противолежащими углами 4">
            <a:extLst>
              <a:ext uri="{FF2B5EF4-FFF2-40B4-BE49-F238E27FC236}">
                <a16:creationId xmlns:a16="http://schemas.microsoft.com/office/drawing/2014/main" id="{67E7FA8A-7C1D-9D1C-C8E3-E48344335758}"/>
              </a:ext>
            </a:extLst>
          </p:cNvPr>
          <p:cNvSpPr/>
          <p:nvPr/>
        </p:nvSpPr>
        <p:spPr>
          <a:xfrm>
            <a:off x="12014200" y="4139603"/>
            <a:ext cx="11160125" cy="8371485"/>
          </a:xfrm>
          <a:prstGeom prst="round2DiagRect">
            <a:avLst>
              <a:gd name="adj1" fmla="val 3837"/>
              <a:gd name="adj2" fmla="val 0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E7900AE2-6D7F-3A8B-CB35-9E4B528AABB6}"/>
              </a:ext>
            </a:extLst>
          </p:cNvPr>
          <p:cNvSpPr/>
          <p:nvPr/>
        </p:nvSpPr>
        <p:spPr>
          <a:xfrm>
            <a:off x="12369845" y="4457103"/>
            <a:ext cx="203225" cy="20320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4397A9A4-A9A1-D757-20B6-9D3A08D6091C}"/>
              </a:ext>
            </a:extLst>
          </p:cNvPr>
          <p:cNvSpPr/>
          <p:nvPr/>
        </p:nvSpPr>
        <p:spPr>
          <a:xfrm>
            <a:off x="12725489" y="4457103"/>
            <a:ext cx="203225" cy="20320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EA7EE9EB-B198-F9BE-68E9-D1AC30FB75D5}"/>
              </a:ext>
            </a:extLst>
          </p:cNvPr>
          <p:cNvSpPr/>
          <p:nvPr/>
        </p:nvSpPr>
        <p:spPr>
          <a:xfrm>
            <a:off x="13081134" y="4457103"/>
            <a:ext cx="203225" cy="203200"/>
          </a:xfrm>
          <a:prstGeom prst="ellipse">
            <a:avLst/>
          </a:prstGeom>
          <a:solidFill>
            <a:schemeClr val="bg1"/>
          </a:solidFill>
          <a:ln/>
        </p:spPr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E3E87C1-A9EF-6CEC-82E4-E1ABA1CE22E0}"/>
              </a:ext>
            </a:extLst>
          </p:cNvPr>
          <p:cNvCxnSpPr>
            <a:cxnSpLocks/>
          </p:cNvCxnSpPr>
          <p:nvPr/>
        </p:nvCxnSpPr>
        <p:spPr>
          <a:xfrm>
            <a:off x="12014200" y="4951035"/>
            <a:ext cx="11160125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hape 0">
            <a:extLst>
              <a:ext uri="{FF2B5EF4-FFF2-40B4-BE49-F238E27FC236}">
                <a16:creationId xmlns:a16="http://schemas.microsoft.com/office/drawing/2014/main" id="{3B903C9F-FB44-7C7B-C487-4DE1D8D69083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1" name="Текст 7">
            <a:extLst>
              <a:ext uri="{FF2B5EF4-FFF2-40B4-BE49-F238E27FC236}">
                <a16:creationId xmlns:a16="http://schemas.microsoft.com/office/drawing/2014/main" id="{881E9D9C-B6DD-D838-6EE4-D7303C89E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8CEAD1D2-656F-828B-6206-6C77A8CB18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92848" y="4139603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939BDB43-0876-D6E2-2015-32A3B73D9F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92848" y="4749203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B350CE25-128E-CFCA-F2C2-1A2A8AF65E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92848" y="7169415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EB27B958-1B23-B530-051A-EA5B3181B4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92848" y="7779015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9C53A9A6-35A5-6663-FFBF-70EBFD2957C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92848" y="10199227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E63511CA-F580-9C1D-688A-E392FCC8732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792848" y="10808827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6DE87401-FF9D-5865-6AAC-64D89C3450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76423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  <p15:guide id="3" pos="8679" userDrawn="1">
          <p15:clr>
            <a:srgbClr val="FBAE40"/>
          </p15:clr>
        </p15:guide>
      </p15:sldGuideLst>
    </p:ext>
  </p:extLst>
</p:sldLayout>
</file>

<file path=ppt/slideLayouts/slideLayout4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код_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249206B7-47E3-EB33-ADCF-B1C0A8F209EE}"/>
              </a:ext>
            </a:extLst>
          </p:cNvPr>
          <p:cNvSpPr/>
          <p:nvPr userDrawn="1"/>
        </p:nvSpPr>
        <p:spPr>
          <a:xfrm>
            <a:off x="0" y="0"/>
            <a:ext cx="10605600" cy="13716000"/>
          </a:xfrm>
          <a:prstGeom prst="rect">
            <a:avLst/>
          </a:prstGeom>
          <a:solidFill>
            <a:schemeClr val="tx1"/>
          </a:solidFill>
          <a:ln/>
        </p:spPr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01B6381B-3E83-34C3-B635-64CEE67A4933}"/>
              </a:ext>
            </a:extLst>
          </p:cNvPr>
          <p:cNvGrpSpPr/>
          <p:nvPr userDrawn="1"/>
        </p:nvGrpSpPr>
        <p:grpSpPr>
          <a:xfrm>
            <a:off x="12014200" y="2102563"/>
            <a:ext cx="11160125" cy="3695884"/>
            <a:chOff x="12014200" y="2102563"/>
            <a:chExt cx="11160125" cy="3695884"/>
          </a:xfrm>
        </p:grpSpPr>
        <p:sp>
          <p:nvSpPr>
            <p:cNvPr id="5" name="Прямоугольник с двумя скругленными противолежащими углами 4">
              <a:extLst>
                <a:ext uri="{FF2B5EF4-FFF2-40B4-BE49-F238E27FC236}">
                  <a16:creationId xmlns:a16="http://schemas.microsoft.com/office/drawing/2014/main" id="{5E50FF9B-45E5-9CB6-40E4-A999C62D2C90}"/>
                </a:ext>
              </a:extLst>
            </p:cNvPr>
            <p:cNvSpPr/>
            <p:nvPr/>
          </p:nvSpPr>
          <p:spPr>
            <a:xfrm>
              <a:off x="12014200" y="2102563"/>
              <a:ext cx="11160125" cy="3695884"/>
            </a:xfrm>
            <a:prstGeom prst="round2DiagRect">
              <a:avLst>
                <a:gd name="adj1" fmla="val 8692"/>
                <a:gd name="adj2" fmla="val 0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Shape 3">
              <a:extLst>
                <a:ext uri="{FF2B5EF4-FFF2-40B4-BE49-F238E27FC236}">
                  <a16:creationId xmlns:a16="http://schemas.microsoft.com/office/drawing/2014/main" id="{78D14C1C-37C7-6C41-A36A-7ABCBD7800F8}"/>
                </a:ext>
              </a:extLst>
            </p:cNvPr>
            <p:cNvSpPr/>
            <p:nvPr/>
          </p:nvSpPr>
          <p:spPr>
            <a:xfrm>
              <a:off x="12369845" y="2420062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7" name="Shape 4">
              <a:extLst>
                <a:ext uri="{FF2B5EF4-FFF2-40B4-BE49-F238E27FC236}">
                  <a16:creationId xmlns:a16="http://schemas.microsoft.com/office/drawing/2014/main" id="{E76F4DEC-933B-C077-E4A3-22B7ECDE3C10}"/>
                </a:ext>
              </a:extLst>
            </p:cNvPr>
            <p:cNvSpPr/>
            <p:nvPr/>
          </p:nvSpPr>
          <p:spPr>
            <a:xfrm>
              <a:off x="12725489" y="2420062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8" name="Shape 5">
              <a:extLst>
                <a:ext uri="{FF2B5EF4-FFF2-40B4-BE49-F238E27FC236}">
                  <a16:creationId xmlns:a16="http://schemas.microsoft.com/office/drawing/2014/main" id="{BC029ADB-623A-8435-8EB7-B2BB228808C0}"/>
                </a:ext>
              </a:extLst>
            </p:cNvPr>
            <p:cNvSpPr/>
            <p:nvPr/>
          </p:nvSpPr>
          <p:spPr>
            <a:xfrm>
              <a:off x="13081134" y="2420062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cxnSp>
          <p:nvCxnSpPr>
            <p:cNvPr id="9" name="Прямая соединительная линия 8">
              <a:extLst>
                <a:ext uri="{FF2B5EF4-FFF2-40B4-BE49-F238E27FC236}">
                  <a16:creationId xmlns:a16="http://schemas.microsoft.com/office/drawing/2014/main" id="{C9A5CE41-0028-C3DB-6974-F94E50FDFCCB}"/>
                </a:ext>
              </a:extLst>
            </p:cNvPr>
            <p:cNvCxnSpPr>
              <a:cxnSpLocks/>
            </p:cNvCxnSpPr>
            <p:nvPr/>
          </p:nvCxnSpPr>
          <p:spPr>
            <a:xfrm>
              <a:off x="12014200" y="2913994"/>
              <a:ext cx="11160125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Текст 7">
            <a:extLst>
              <a:ext uri="{FF2B5EF4-FFF2-40B4-BE49-F238E27FC236}">
                <a16:creationId xmlns:a16="http://schemas.microsoft.com/office/drawing/2014/main" id="{00FC25E2-77D9-B5E9-1B91-6CA8F70AE5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022D9126-F744-8936-C9FA-44B5B3C75E0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92848" y="4139603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AA752E31-D4DA-49AB-CD7F-27A7F785B03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92848" y="4749203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1A82788F-AD80-E54B-CFE9-E5096B4B1EC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92848" y="7169415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7641EED3-5800-0916-2A13-30E723F41E1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92848" y="7779015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247820E1-C48E-55A4-477D-32B67CA31A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92848" y="10199227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77A46C16-5C6C-3B94-2EC0-7B5715137E2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792848" y="10808827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8" name="Рисунок 17">
            <a:extLst>
              <a:ext uri="{FF2B5EF4-FFF2-40B4-BE49-F238E27FC236}">
                <a16:creationId xmlns:a16="http://schemas.microsoft.com/office/drawing/2014/main" id="{B964585A-FB4E-6FA1-8E7B-2DFEC4B8538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2014200" y="6662738"/>
            <a:ext cx="11160125" cy="5848350"/>
          </a:xfrm>
          <a:prstGeom prst="roundRect">
            <a:avLst>
              <a:gd name="adj" fmla="val 7286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9" name="Номер слайда 2">
            <a:extLst>
              <a:ext uri="{FF2B5EF4-FFF2-40B4-BE49-F238E27FC236}">
                <a16:creationId xmlns:a16="http://schemas.microsoft.com/office/drawing/2014/main" id="{272A605B-C9F3-6697-016D-0FA8BFCF23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74260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  <p15:guide id="3" pos="8679" userDrawn="1">
          <p15:clr>
            <a:srgbClr val="FBAE40"/>
          </p15:clr>
        </p15:guide>
      </p15:sldGuideLst>
    </p:ext>
  </p:extLst>
</p:sldLayout>
</file>

<file path=ppt/slideLayouts/slideLayout4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команда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Shape 26">
            <a:extLst>
              <a:ext uri="{FF2B5EF4-FFF2-40B4-BE49-F238E27FC236}">
                <a16:creationId xmlns:a16="http://schemas.microsoft.com/office/drawing/2014/main" id="{183D64BA-08FE-47C3-B0E8-A2B0F5C469BF}"/>
              </a:ext>
            </a:extLst>
          </p:cNvPr>
          <p:cNvSpPr/>
          <p:nvPr userDrawn="1"/>
        </p:nvSpPr>
        <p:spPr>
          <a:xfrm>
            <a:off x="1219352" y="4445000"/>
            <a:ext cx="5194949" cy="8051800"/>
          </a:xfrm>
          <a:prstGeom prst="roundRect">
            <a:avLst>
              <a:gd name="adj" fmla="val 5402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Рисунок 24">
            <a:extLst>
              <a:ext uri="{FF2B5EF4-FFF2-40B4-BE49-F238E27FC236}">
                <a16:creationId xmlns:a16="http://schemas.microsoft.com/office/drawing/2014/main" id="{9266F093-6293-7206-8307-BEE7D8FFFAF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27416" y="2898625"/>
            <a:ext cx="3186030" cy="3186030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tx1"/>
            </a:solidFill>
          </a:ln>
        </p:spPr>
        <p:txBody>
          <a:bodyPr/>
          <a:lstStyle/>
          <a:p>
            <a:endParaRPr lang="ru-RU" dirty="0"/>
          </a:p>
        </p:txBody>
      </p:sp>
      <p:sp>
        <p:nvSpPr>
          <p:cNvPr id="8" name="Shape 26">
            <a:extLst>
              <a:ext uri="{FF2B5EF4-FFF2-40B4-BE49-F238E27FC236}">
                <a16:creationId xmlns:a16="http://schemas.microsoft.com/office/drawing/2014/main" id="{E3A09CA7-9176-7ED5-7510-EF3BA517014F}"/>
              </a:ext>
            </a:extLst>
          </p:cNvPr>
          <p:cNvSpPr/>
          <p:nvPr userDrawn="1"/>
        </p:nvSpPr>
        <p:spPr>
          <a:xfrm>
            <a:off x="6805645" y="4445000"/>
            <a:ext cx="5194949" cy="8051800"/>
          </a:xfrm>
          <a:prstGeom prst="roundRect">
            <a:avLst>
              <a:gd name="adj" fmla="val 5402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Рисунок 24">
            <a:extLst>
              <a:ext uri="{FF2B5EF4-FFF2-40B4-BE49-F238E27FC236}">
                <a16:creationId xmlns:a16="http://schemas.microsoft.com/office/drawing/2014/main" id="{1805F28A-21D8-4091-1A8F-44F8A5628AC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13709" y="2898625"/>
            <a:ext cx="3186030" cy="3186030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tx1"/>
            </a:solidFill>
          </a:ln>
        </p:spPr>
        <p:txBody>
          <a:bodyPr/>
          <a:lstStyle/>
          <a:p>
            <a:endParaRPr lang="ru-RU" dirty="0"/>
          </a:p>
        </p:txBody>
      </p:sp>
      <p:sp>
        <p:nvSpPr>
          <p:cNvPr id="13" name="Shape 26">
            <a:extLst>
              <a:ext uri="{FF2B5EF4-FFF2-40B4-BE49-F238E27FC236}">
                <a16:creationId xmlns:a16="http://schemas.microsoft.com/office/drawing/2014/main" id="{B7609D9C-D033-466D-8AB0-61F75F39272F}"/>
              </a:ext>
            </a:extLst>
          </p:cNvPr>
          <p:cNvSpPr/>
          <p:nvPr userDrawn="1"/>
        </p:nvSpPr>
        <p:spPr>
          <a:xfrm>
            <a:off x="12391938" y="4445000"/>
            <a:ext cx="5194949" cy="8051800"/>
          </a:xfrm>
          <a:prstGeom prst="roundRect">
            <a:avLst>
              <a:gd name="adj" fmla="val 5402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Рисунок 24">
            <a:extLst>
              <a:ext uri="{FF2B5EF4-FFF2-40B4-BE49-F238E27FC236}">
                <a16:creationId xmlns:a16="http://schemas.microsoft.com/office/drawing/2014/main" id="{AE27DE0A-5C4D-116C-CB83-BB27C032DC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00001" y="2898625"/>
            <a:ext cx="3186030" cy="3186030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tx1"/>
            </a:solidFill>
          </a:ln>
        </p:spPr>
        <p:txBody>
          <a:bodyPr/>
          <a:lstStyle/>
          <a:p>
            <a:endParaRPr lang="ru-RU" dirty="0"/>
          </a:p>
        </p:txBody>
      </p:sp>
      <p:sp>
        <p:nvSpPr>
          <p:cNvPr id="18" name="Shape 26">
            <a:extLst>
              <a:ext uri="{FF2B5EF4-FFF2-40B4-BE49-F238E27FC236}">
                <a16:creationId xmlns:a16="http://schemas.microsoft.com/office/drawing/2014/main" id="{33DF3666-9E3C-36D5-1C3E-F170AAAAE6E7}"/>
              </a:ext>
            </a:extLst>
          </p:cNvPr>
          <p:cNvSpPr/>
          <p:nvPr userDrawn="1"/>
        </p:nvSpPr>
        <p:spPr>
          <a:xfrm>
            <a:off x="17978230" y="4445000"/>
            <a:ext cx="5194949" cy="8051800"/>
          </a:xfrm>
          <a:prstGeom prst="roundRect">
            <a:avLst>
              <a:gd name="adj" fmla="val 5402"/>
            </a:avLst>
          </a:prstGeom>
          <a:solidFill>
            <a:srgbClr val="FFDD2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8" name="Рисунок 24">
            <a:extLst>
              <a:ext uri="{FF2B5EF4-FFF2-40B4-BE49-F238E27FC236}">
                <a16:creationId xmlns:a16="http://schemas.microsoft.com/office/drawing/2014/main" id="{32166E3D-F0BF-8279-B1F0-CB747CE344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486293" y="2898625"/>
            <a:ext cx="3186030" cy="3186030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tx1"/>
            </a:solidFill>
          </a:ln>
        </p:spPr>
        <p:txBody>
          <a:bodyPr/>
          <a:lstStyle/>
          <a:p>
            <a:endParaRPr lang="ru-RU" dirty="0"/>
          </a:p>
        </p:txBody>
      </p:sp>
      <p:sp>
        <p:nvSpPr>
          <p:cNvPr id="23" name="Текст 7">
            <a:extLst>
              <a:ext uri="{FF2B5EF4-FFF2-40B4-BE49-F238E27FC236}">
                <a16:creationId xmlns:a16="http://schemas.microsoft.com/office/drawing/2014/main" id="{E205A360-AB4D-164D-E3EB-CDE5DF87C2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Команда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9D5580D7-7721-B8E4-59ED-7AE674A6019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8486294" y="7713969"/>
            <a:ext cx="3947666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713DE1FF-2690-3E10-70C7-D940E34EF9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8486294" y="8353018"/>
            <a:ext cx="3947666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9860B100-0228-FF34-94F6-6F103249FE5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727416" y="7713969"/>
            <a:ext cx="3947666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4F2880B9-F222-399A-C340-E768441BD3E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727416" y="8353018"/>
            <a:ext cx="3947666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0AF3167B-1F61-7866-D87D-9D4A6F97D3A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13709" y="7713969"/>
            <a:ext cx="3947666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64FFF8F9-75DD-C4DB-60DE-D5E3CF0631E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313709" y="8353018"/>
            <a:ext cx="3947666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E682F16B-DD55-6224-4E43-39BCEE86606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900002" y="7713969"/>
            <a:ext cx="3947666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8EF51423-7168-BC7B-9A0E-EE24263961A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900002" y="8353018"/>
            <a:ext cx="3947666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FA9ECBE6-2A61-95FD-EB8A-027C2FECDD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8486294" y="9353575"/>
            <a:ext cx="3947666" cy="25176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342900" indent="-342900">
              <a:buFont typeface="Arial" panose="020B0604020202020204" pitchFamily="34" charset="0"/>
              <a:buChar char="•"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1485991">
              <a:spcAft>
                <a:spcPts val="6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747EA3D1-1C14-23BA-33FA-AC66AD6C0CD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900002" y="9353575"/>
            <a:ext cx="3947666" cy="25176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342900" indent="-342900">
              <a:buFont typeface="Arial" panose="020B0604020202020204" pitchFamily="34" charset="0"/>
              <a:buChar char="•"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1485991">
              <a:spcAft>
                <a:spcPts val="6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1CBD69E0-8FC1-F07B-19DF-60C1B01359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3709" y="9353575"/>
            <a:ext cx="3947666" cy="25176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342900" indent="-342900">
              <a:buFont typeface="Arial" panose="020B0604020202020204" pitchFamily="34" charset="0"/>
              <a:buChar char="•"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1485991">
              <a:spcAft>
                <a:spcPts val="6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833A6316-D080-1DFD-AE68-BE417EAA98B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727416" y="9353575"/>
            <a:ext cx="3947666" cy="25176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342900" indent="-342900">
              <a:buFont typeface="Arial" panose="020B0604020202020204" pitchFamily="34" charset="0"/>
              <a:buChar char="•"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1485991">
              <a:spcAft>
                <a:spcPts val="6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8F6BFDA7-1A60-662A-B067-C6692A8FE7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95789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команда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Рисунок 24">
            <a:extLst>
              <a:ext uri="{FF2B5EF4-FFF2-40B4-BE49-F238E27FC236}">
                <a16:creationId xmlns:a16="http://schemas.microsoft.com/office/drawing/2014/main" id="{07FA06DC-C478-FEF8-90CB-628DEAAC357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205226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0B227BCA-5864-6052-E997-0695D86D99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51194" y="4648200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5C5C9C68-E87B-6190-6DC5-138AF3B2F60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963895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7" name="Рисунок 24">
            <a:extLst>
              <a:ext uri="{FF2B5EF4-FFF2-40B4-BE49-F238E27FC236}">
                <a16:creationId xmlns:a16="http://schemas.microsoft.com/office/drawing/2014/main" id="{F0AF0037-ABE0-49F9-19AB-E967A11F99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05226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6E0C5B10-C0EE-65F4-DE19-BECD9A60434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951194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6E5A1B67-0676-8327-B7B4-D78B6D808DD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63895" y="1152288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6" name="Рисунок 24">
            <a:extLst>
              <a:ext uri="{FF2B5EF4-FFF2-40B4-BE49-F238E27FC236}">
                <a16:creationId xmlns:a16="http://schemas.microsoft.com/office/drawing/2014/main" id="{94DC2CC1-AC88-5A9C-BDD2-D0D3257DA67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9789073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5" name="Текст 55">
            <a:extLst>
              <a:ext uri="{FF2B5EF4-FFF2-40B4-BE49-F238E27FC236}">
                <a16:creationId xmlns:a16="http://schemas.microsoft.com/office/drawing/2014/main" id="{9CDCA46E-3B30-0BD4-5953-2D5DD05713A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535040" y="4655125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6C1A7EDE-CCE1-433F-7B87-34D3479EE31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9547742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0" name="Рисунок 24">
            <a:extLst>
              <a:ext uri="{FF2B5EF4-FFF2-40B4-BE49-F238E27FC236}">
                <a16:creationId xmlns:a16="http://schemas.microsoft.com/office/drawing/2014/main" id="{1531423D-21E1-5E34-87E9-D380554868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9789073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9C659216-88D0-2CB7-D969-59D170C809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535040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D2668CC7-01AF-BFCF-9BD4-6C07AB4488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9547742" y="115244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9" name="Рисунок 24">
            <a:extLst>
              <a:ext uri="{FF2B5EF4-FFF2-40B4-BE49-F238E27FC236}">
                <a16:creationId xmlns:a16="http://schemas.microsoft.com/office/drawing/2014/main" id="{2EFD22C4-C33E-2328-1110-27A1D3665EE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997149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8" name="Текст 55">
            <a:extLst>
              <a:ext uri="{FF2B5EF4-FFF2-40B4-BE49-F238E27FC236}">
                <a16:creationId xmlns:a16="http://schemas.microsoft.com/office/drawing/2014/main" id="{7BF43892-C371-9182-BD6B-D2E6156CDA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743116" y="4655125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7C79990F-6FF5-6469-66C0-29A1A06C18B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755818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1" name="Рисунок 24">
            <a:extLst>
              <a:ext uri="{FF2B5EF4-FFF2-40B4-BE49-F238E27FC236}">
                <a16:creationId xmlns:a16="http://schemas.microsoft.com/office/drawing/2014/main" id="{9EECB7A4-3528-371B-F474-A11D5503CEF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3997149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74A61040-593F-54D4-27BE-E4F078310DA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743116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18F4F742-22AB-E9B9-F0F2-8AAA91AC97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3755818" y="115244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pic>
        <p:nvPicPr>
          <p:cNvPr id="32" name="Image 7" descr=" ">
            <a:extLst>
              <a:ext uri="{FF2B5EF4-FFF2-40B4-BE49-F238E27FC236}">
                <a16:creationId xmlns:a16="http://schemas.microsoft.com/office/drawing/2014/main" id="{F7207F0D-340F-12A4-2838-2366F624C8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876300"/>
            <a:ext cx="965321" cy="635000"/>
          </a:xfrm>
          <a:prstGeom prst="rect">
            <a:avLst/>
          </a:prstGeom>
        </p:spPr>
      </p:pic>
      <p:sp>
        <p:nvSpPr>
          <p:cNvPr id="59" name="Текст 7">
            <a:extLst>
              <a:ext uri="{FF2B5EF4-FFF2-40B4-BE49-F238E27FC236}">
                <a16:creationId xmlns:a16="http://schemas.microsoft.com/office/drawing/2014/main" id="{14016E4F-6AA2-316F-A383-2DAFD638D1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7878680"/>
            <a:ext cx="6140452" cy="205184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7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8000"/>
              </a:lnSpc>
              <a:spcBef>
                <a:spcPct val="0"/>
              </a:spcBef>
            </a:pPr>
            <a:r>
              <a:rPr lang="ru-RU" dirty="0"/>
              <a:t>Небольшой заголовок</a:t>
            </a:r>
          </a:p>
        </p:txBody>
      </p:sp>
      <p:sp>
        <p:nvSpPr>
          <p:cNvPr id="60" name="Текст 55">
            <a:extLst>
              <a:ext uri="{FF2B5EF4-FFF2-40B4-BE49-F238E27FC236}">
                <a16:creationId xmlns:a16="http://schemas.microsoft.com/office/drawing/2014/main" id="{FFA4B742-13A7-99AB-CDE4-C5048496C6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352" y="10218822"/>
            <a:ext cx="6140452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</a:t>
            </a:r>
            <a:br>
              <a:rPr lang="ru-RU" dirty="0"/>
            </a:br>
            <a:r>
              <a:rPr lang="ru-RU" dirty="0"/>
              <a:t>получить конкретный ответ </a:t>
            </a:r>
            <a:br>
              <a:rPr lang="ru-RU" dirty="0"/>
            </a:br>
            <a:r>
              <a:rPr lang="ru-RU" dirty="0"/>
              <a:t>или проверить чей-то готовый вывод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A9B3479-AD7E-3664-8DCC-3C57510BDC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1438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команда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Рисунок 24">
            <a:extLst>
              <a:ext uri="{FF2B5EF4-FFF2-40B4-BE49-F238E27FC236}">
                <a16:creationId xmlns:a16="http://schemas.microsoft.com/office/drawing/2014/main" id="{07FA06DC-C478-FEF8-90CB-628DEAAC357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716198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0B227BCA-5864-6052-E997-0695D86D99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462166" y="4648200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5C5C9C68-E87B-6190-6DC5-138AF3B2F60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474867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7" name="Рисунок 24">
            <a:extLst>
              <a:ext uri="{FF2B5EF4-FFF2-40B4-BE49-F238E27FC236}">
                <a16:creationId xmlns:a16="http://schemas.microsoft.com/office/drawing/2014/main" id="{F0AF0037-ABE0-49F9-19AB-E967A11F99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16198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6E0C5B10-C0EE-65F4-DE19-BECD9A60434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62166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6E5A1B67-0676-8327-B7B4-D78B6D808DD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474867" y="1152288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6" name="Рисунок 24">
            <a:extLst>
              <a:ext uri="{FF2B5EF4-FFF2-40B4-BE49-F238E27FC236}">
                <a16:creationId xmlns:a16="http://schemas.microsoft.com/office/drawing/2014/main" id="{94DC2CC1-AC88-5A9C-BDD2-D0D3257DA67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9789073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5" name="Текст 55">
            <a:extLst>
              <a:ext uri="{FF2B5EF4-FFF2-40B4-BE49-F238E27FC236}">
                <a16:creationId xmlns:a16="http://schemas.microsoft.com/office/drawing/2014/main" id="{9CDCA46E-3B30-0BD4-5953-2D5DD05713A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535040" y="4655125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6C1A7EDE-CCE1-433F-7B87-34D3479EE31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9547742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0" name="Рисунок 24">
            <a:extLst>
              <a:ext uri="{FF2B5EF4-FFF2-40B4-BE49-F238E27FC236}">
                <a16:creationId xmlns:a16="http://schemas.microsoft.com/office/drawing/2014/main" id="{1531423D-21E1-5E34-87E9-D380554868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9789073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9C659216-88D0-2CB7-D969-59D170C809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535040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D2668CC7-01AF-BFCF-9BD4-6C07AB4488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9547742" y="115244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9" name="Рисунок 24">
            <a:extLst>
              <a:ext uri="{FF2B5EF4-FFF2-40B4-BE49-F238E27FC236}">
                <a16:creationId xmlns:a16="http://schemas.microsoft.com/office/drawing/2014/main" id="{2EFD22C4-C33E-2328-1110-27A1D3665EE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752065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8" name="Текст 55">
            <a:extLst>
              <a:ext uri="{FF2B5EF4-FFF2-40B4-BE49-F238E27FC236}">
                <a16:creationId xmlns:a16="http://schemas.microsoft.com/office/drawing/2014/main" id="{7BF43892-C371-9182-BD6B-D2E6156CDA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498032" y="4655125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7C79990F-6FF5-6469-66C0-29A1A06C18B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510734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1" name="Рисунок 24">
            <a:extLst>
              <a:ext uri="{FF2B5EF4-FFF2-40B4-BE49-F238E27FC236}">
                <a16:creationId xmlns:a16="http://schemas.microsoft.com/office/drawing/2014/main" id="{9EECB7A4-3528-371B-F474-A11D5503CEF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752065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74A61040-593F-54D4-27BE-E4F078310DA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498032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18F4F742-22AB-E9B9-F0F2-8AAA91AC97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4510734" y="115244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pic>
        <p:nvPicPr>
          <p:cNvPr id="32" name="Image 7" descr=" ">
            <a:extLst>
              <a:ext uri="{FF2B5EF4-FFF2-40B4-BE49-F238E27FC236}">
                <a16:creationId xmlns:a16="http://schemas.microsoft.com/office/drawing/2014/main" id="{F7207F0D-340F-12A4-2838-2366F624C8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876300"/>
            <a:ext cx="965321" cy="635000"/>
          </a:xfrm>
          <a:prstGeom prst="rect">
            <a:avLst/>
          </a:prstGeom>
        </p:spPr>
      </p:pic>
      <p:sp>
        <p:nvSpPr>
          <p:cNvPr id="2" name="Рисунок 24">
            <a:extLst>
              <a:ext uri="{FF2B5EF4-FFF2-40B4-BE49-F238E27FC236}">
                <a16:creationId xmlns:a16="http://schemas.microsoft.com/office/drawing/2014/main" id="{37AD2AFD-88E7-D611-3913-0F84ABB38E7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666488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3" name="Текст 55">
            <a:extLst>
              <a:ext uri="{FF2B5EF4-FFF2-40B4-BE49-F238E27FC236}">
                <a16:creationId xmlns:a16="http://schemas.microsoft.com/office/drawing/2014/main" id="{8B13C8AF-7586-B2E2-7A34-2878A7A9AB3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12456" y="4648200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4" name="Текст 55">
            <a:extLst>
              <a:ext uri="{FF2B5EF4-FFF2-40B4-BE49-F238E27FC236}">
                <a16:creationId xmlns:a16="http://schemas.microsoft.com/office/drawing/2014/main" id="{96F78D43-B135-8249-5C4B-A6CABEEF1AC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5157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Рисунок 24">
            <a:extLst>
              <a:ext uri="{FF2B5EF4-FFF2-40B4-BE49-F238E27FC236}">
                <a16:creationId xmlns:a16="http://schemas.microsoft.com/office/drawing/2014/main" id="{6C80A511-DC45-5DCF-B9B9-031AECEC7A11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666488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6" name="Текст 55">
            <a:extLst>
              <a:ext uri="{FF2B5EF4-FFF2-40B4-BE49-F238E27FC236}">
                <a16:creationId xmlns:a16="http://schemas.microsoft.com/office/drawing/2014/main" id="{BDA73948-551E-7CC1-8466-7A2A9CC02B8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12456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7" name="Текст 55">
            <a:extLst>
              <a:ext uri="{FF2B5EF4-FFF2-40B4-BE49-F238E27FC236}">
                <a16:creationId xmlns:a16="http://schemas.microsoft.com/office/drawing/2014/main" id="{7308C4DB-797C-6AAA-9EE8-62D8285B51E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425157" y="1152288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7816D8BF-15E6-235C-D5CF-180550A6C4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-2729353" y="7682504"/>
            <a:ext cx="86675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КОМАНДА</a:t>
            </a:r>
          </a:p>
        </p:txBody>
      </p:sp>
      <p:sp>
        <p:nvSpPr>
          <p:cNvPr id="10" name="Номер слайда 2">
            <a:extLst>
              <a:ext uri="{FF2B5EF4-FFF2-40B4-BE49-F238E27FC236}">
                <a16:creationId xmlns:a16="http://schemas.microsoft.com/office/drawing/2014/main" id="{5D588FB6-36F3-6621-0A6D-14F19A1A55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81888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список литературы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7AEF6155-D339-CDFB-2BAD-93CC730B9DDE}"/>
              </a:ext>
            </a:extLst>
          </p:cNvPr>
          <p:cNvSpPr/>
          <p:nvPr userDrawn="1"/>
        </p:nvSpPr>
        <p:spPr>
          <a:xfrm>
            <a:off x="0" y="0"/>
            <a:ext cx="10605600" cy="13716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6" name="Текст 7">
            <a:extLst>
              <a:ext uri="{FF2B5EF4-FFF2-40B4-BE49-F238E27FC236}">
                <a16:creationId xmlns:a16="http://schemas.microsoft.com/office/drawing/2014/main" id="{686A4666-49F7-83A6-D119-8927217D67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1817251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Список</a:t>
            </a:r>
            <a:br>
              <a:rPr lang="ru-RU" dirty="0"/>
            </a:br>
            <a:r>
              <a:rPr lang="ru-RU" dirty="0"/>
              <a:t>литературы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C1EEF921-4248-BDC1-3E11-AFB85BFF30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800411" y="2231410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Статья про ансамбли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91B8FF39-5C92-3D0D-71A6-EC573D0EB0E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800411" y="4755112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Статья про ансамбли</a:t>
            </a: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A59AA340-AED1-04A5-1481-C023B10DBC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800411" y="7264964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Статья про ансамбли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90EA1D3B-1886-D0F5-9F72-5A2C744ACAE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800411" y="9774817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Статья про ансамбли</a:t>
            </a:r>
          </a:p>
        </p:txBody>
      </p:sp>
      <p:sp>
        <p:nvSpPr>
          <p:cNvPr id="24" name="Номер слайда 2">
            <a:extLst>
              <a:ext uri="{FF2B5EF4-FFF2-40B4-BE49-F238E27FC236}">
                <a16:creationId xmlns:a16="http://schemas.microsoft.com/office/drawing/2014/main" id="{82D2497A-742E-4CAF-20AE-BCF27C3A76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99104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  <p15:guide id="3" pos="8679" userDrawn="1">
          <p15:clr>
            <a:srgbClr val="FBAE40"/>
          </p15:clr>
        </p15:guide>
      </p15:sldGuideLst>
    </p:ext>
  </p:extLst>
</p:sldLayout>
</file>

<file path=ppt/slideLayouts/slideLayout4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список литературы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1" descr=" ">
            <a:extLst>
              <a:ext uri="{FF2B5EF4-FFF2-40B4-BE49-F238E27FC236}">
                <a16:creationId xmlns:a16="http://schemas.microsoft.com/office/drawing/2014/main" id="{81D64198-C4AB-7F7F-DE7F-AD83E118B1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0605826" cy="13716000"/>
          </a:xfrm>
          <a:prstGeom prst="rect">
            <a:avLst/>
          </a:prstGeom>
        </p:spPr>
      </p:pic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6" name="Текст 7">
            <a:extLst>
              <a:ext uri="{FF2B5EF4-FFF2-40B4-BE49-F238E27FC236}">
                <a16:creationId xmlns:a16="http://schemas.microsoft.com/office/drawing/2014/main" id="{686A4666-49F7-83A6-D119-8927217D67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2356936"/>
            <a:ext cx="732849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Литература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3544C411-FB9A-CCDD-2D25-660F9F08157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082622" y="2294632"/>
            <a:ext cx="10085073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9D406A85-4F09-5D56-ECE6-A1E6989097C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082622" y="3953934"/>
            <a:ext cx="10085073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B642DB10-C254-F4AE-5A47-0DF97952E1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082622" y="5613236"/>
            <a:ext cx="10085073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5" name="Текст 55">
            <a:extLst>
              <a:ext uri="{FF2B5EF4-FFF2-40B4-BE49-F238E27FC236}">
                <a16:creationId xmlns:a16="http://schemas.microsoft.com/office/drawing/2014/main" id="{F18217D3-3F69-CC50-68C4-9A6F7FE9D13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082622" y="7272538"/>
            <a:ext cx="10085073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E235104D-BEB1-4B90-8A9D-690DA4C558F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082622" y="8931840"/>
            <a:ext cx="10085073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7" name="Текст 55">
            <a:extLst>
              <a:ext uri="{FF2B5EF4-FFF2-40B4-BE49-F238E27FC236}">
                <a16:creationId xmlns:a16="http://schemas.microsoft.com/office/drawing/2014/main" id="{D270FF58-0DC4-254F-8FE7-E59535026A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082622" y="10591141"/>
            <a:ext cx="10085073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D407B7A-B798-2872-F59F-F48DF1478B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841548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</p15:sldGuideLst>
    </p:ext>
  </p:extLst>
</p:sldLayout>
</file>

<file path=ppt/slideLayouts/slideLayout4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QR-код_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907ED166-E1CE-4314-083A-291773CF28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847806" y="3821906"/>
            <a:ext cx="6072187" cy="6072188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5" name="Текст 7">
            <a:extLst>
              <a:ext uri="{FF2B5EF4-FFF2-40B4-BE49-F238E27FC236}">
                <a16:creationId xmlns:a16="http://schemas.microsoft.com/office/drawing/2014/main" id="{07FAA2DE-99C3-C436-0879-88B529901C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9434" y="672465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Минутка</a:t>
            </a:r>
            <a:br>
              <a:rPr lang="ru-RU" dirty="0"/>
            </a:br>
            <a:r>
              <a:rPr lang="ru-RU" dirty="0"/>
              <a:t>обратной связи</a:t>
            </a:r>
          </a:p>
        </p:txBody>
      </p:sp>
      <p:sp>
        <p:nvSpPr>
          <p:cNvPr id="2" name="Скругленный прямоугольник 8">
            <a:extLst>
              <a:ext uri="{FF2B5EF4-FFF2-40B4-BE49-F238E27FC236}">
                <a16:creationId xmlns:a16="http://schemas.microsoft.com/office/drawing/2014/main" id="{589056DF-4832-9ED5-D0DC-279FCD3482AC}"/>
              </a:ext>
            </a:extLst>
          </p:cNvPr>
          <p:cNvSpPr/>
          <p:nvPr userDrawn="1"/>
        </p:nvSpPr>
        <p:spPr>
          <a:xfrm>
            <a:off x="1206651" y="1206500"/>
            <a:ext cx="6755663" cy="6755663"/>
          </a:xfrm>
          <a:custGeom>
            <a:avLst/>
            <a:gdLst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699543 w 6699543"/>
              <a:gd name="connsiteY4" fmla="*/ 6325775 h 6699543"/>
              <a:gd name="connsiteX5" fmla="*/ 6325775 w 6699543"/>
              <a:gd name="connsiteY5" fmla="*/ 6699543 h 6699543"/>
              <a:gd name="connsiteX6" fmla="*/ 373768 w 6699543"/>
              <a:gd name="connsiteY6" fmla="*/ 6699543 h 6699543"/>
              <a:gd name="connsiteX7" fmla="*/ 0 w 6699543"/>
              <a:gd name="connsiteY7" fmla="*/ 6325775 h 6699543"/>
              <a:gd name="connsiteX8" fmla="*/ 0 w 6699543"/>
              <a:gd name="connsiteY8" fmla="*/ 373768 h 6699543"/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325775 w 6699543"/>
              <a:gd name="connsiteY4" fmla="*/ 6699543 h 6699543"/>
              <a:gd name="connsiteX5" fmla="*/ 373768 w 6699543"/>
              <a:gd name="connsiteY5" fmla="*/ 6699543 h 6699543"/>
              <a:gd name="connsiteX6" fmla="*/ 0 w 6699543"/>
              <a:gd name="connsiteY6" fmla="*/ 6325775 h 6699543"/>
              <a:gd name="connsiteX7" fmla="*/ 0 w 6699543"/>
              <a:gd name="connsiteY7" fmla="*/ 373768 h 6699543"/>
              <a:gd name="connsiteX0" fmla="*/ 6325775 w 6699543"/>
              <a:gd name="connsiteY0" fmla="*/ 6699543 h 6790983"/>
              <a:gd name="connsiteX1" fmla="*/ 373768 w 6699543"/>
              <a:gd name="connsiteY1" fmla="*/ 6699543 h 6790983"/>
              <a:gd name="connsiteX2" fmla="*/ 0 w 6699543"/>
              <a:gd name="connsiteY2" fmla="*/ 6325775 h 6790983"/>
              <a:gd name="connsiteX3" fmla="*/ 0 w 6699543"/>
              <a:gd name="connsiteY3" fmla="*/ 373768 h 6790983"/>
              <a:gd name="connsiteX4" fmla="*/ 373768 w 6699543"/>
              <a:gd name="connsiteY4" fmla="*/ 0 h 6790983"/>
              <a:gd name="connsiteX5" fmla="*/ 6325775 w 6699543"/>
              <a:gd name="connsiteY5" fmla="*/ 0 h 6790983"/>
              <a:gd name="connsiteX6" fmla="*/ 6699543 w 6699543"/>
              <a:gd name="connsiteY6" fmla="*/ 373768 h 6790983"/>
              <a:gd name="connsiteX7" fmla="*/ 6417215 w 6699543"/>
              <a:gd name="connsiteY7" fmla="*/ 6790983 h 6790983"/>
              <a:gd name="connsiteX0" fmla="*/ 6325775 w 6699543"/>
              <a:gd name="connsiteY0" fmla="*/ 6699543 h 6699543"/>
              <a:gd name="connsiteX1" fmla="*/ 373768 w 6699543"/>
              <a:gd name="connsiteY1" fmla="*/ 6699543 h 6699543"/>
              <a:gd name="connsiteX2" fmla="*/ 0 w 6699543"/>
              <a:gd name="connsiteY2" fmla="*/ 6325775 h 6699543"/>
              <a:gd name="connsiteX3" fmla="*/ 0 w 6699543"/>
              <a:gd name="connsiteY3" fmla="*/ 373768 h 6699543"/>
              <a:gd name="connsiteX4" fmla="*/ 373768 w 6699543"/>
              <a:gd name="connsiteY4" fmla="*/ 0 h 6699543"/>
              <a:gd name="connsiteX5" fmla="*/ 6325775 w 6699543"/>
              <a:gd name="connsiteY5" fmla="*/ 0 h 6699543"/>
              <a:gd name="connsiteX6" fmla="*/ 6699543 w 6699543"/>
              <a:gd name="connsiteY6" fmla="*/ 373768 h 6699543"/>
              <a:gd name="connsiteX0" fmla="*/ 6325775 w 6325775"/>
              <a:gd name="connsiteY0" fmla="*/ 6699543 h 6699543"/>
              <a:gd name="connsiteX1" fmla="*/ 373768 w 6325775"/>
              <a:gd name="connsiteY1" fmla="*/ 6699543 h 6699543"/>
              <a:gd name="connsiteX2" fmla="*/ 0 w 6325775"/>
              <a:gd name="connsiteY2" fmla="*/ 6325775 h 6699543"/>
              <a:gd name="connsiteX3" fmla="*/ 0 w 6325775"/>
              <a:gd name="connsiteY3" fmla="*/ 373768 h 6699543"/>
              <a:gd name="connsiteX4" fmla="*/ 373768 w 6325775"/>
              <a:gd name="connsiteY4" fmla="*/ 0 h 6699543"/>
              <a:gd name="connsiteX5" fmla="*/ 6325775 w 6325775"/>
              <a:gd name="connsiteY5" fmla="*/ 0 h 6699543"/>
              <a:gd name="connsiteX0" fmla="*/ 373768 w 6325775"/>
              <a:gd name="connsiteY0" fmla="*/ 6699543 h 6699543"/>
              <a:gd name="connsiteX1" fmla="*/ 0 w 6325775"/>
              <a:gd name="connsiteY1" fmla="*/ 6325775 h 6699543"/>
              <a:gd name="connsiteX2" fmla="*/ 0 w 6325775"/>
              <a:gd name="connsiteY2" fmla="*/ 373768 h 6699543"/>
              <a:gd name="connsiteX3" fmla="*/ 373768 w 6325775"/>
              <a:gd name="connsiteY3" fmla="*/ 0 h 6699543"/>
              <a:gd name="connsiteX4" fmla="*/ 6325775 w 6325775"/>
              <a:gd name="connsiteY4" fmla="*/ 0 h 6699543"/>
              <a:gd name="connsiteX0" fmla="*/ 0 w 6325775"/>
              <a:gd name="connsiteY0" fmla="*/ 6325775 h 6325775"/>
              <a:gd name="connsiteX1" fmla="*/ 0 w 6325775"/>
              <a:gd name="connsiteY1" fmla="*/ 373768 h 6325775"/>
              <a:gd name="connsiteX2" fmla="*/ 373768 w 6325775"/>
              <a:gd name="connsiteY2" fmla="*/ 0 h 6325775"/>
              <a:gd name="connsiteX3" fmla="*/ 6325775 w 6325775"/>
              <a:gd name="connsiteY3" fmla="*/ 0 h 632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25775" h="6325775">
                <a:moveTo>
                  <a:pt x="0" y="6325775"/>
                </a:moveTo>
                <a:lnTo>
                  <a:pt x="0" y="373768"/>
                </a:lnTo>
                <a:cubicBezTo>
                  <a:pt x="0" y="167342"/>
                  <a:pt x="167342" y="0"/>
                  <a:pt x="373768" y="0"/>
                </a:cubicBezTo>
                <a:lnTo>
                  <a:pt x="6325775" y="0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9">
            <a:extLst>
              <a:ext uri="{FF2B5EF4-FFF2-40B4-BE49-F238E27FC236}">
                <a16:creationId xmlns:a16="http://schemas.microsoft.com/office/drawing/2014/main" id="{5556023E-FADD-12A9-082D-5D9FE25D597F}"/>
              </a:ext>
            </a:extLst>
          </p:cNvPr>
          <p:cNvSpPr/>
          <p:nvPr userDrawn="1"/>
        </p:nvSpPr>
        <p:spPr>
          <a:xfrm>
            <a:off x="16424733" y="5753836"/>
            <a:ext cx="6755664" cy="6755664"/>
          </a:xfrm>
          <a:custGeom>
            <a:avLst/>
            <a:gdLst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0 w 6755664"/>
              <a:gd name="connsiteY4" fmla="*/ 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91440 w 6755664"/>
              <a:gd name="connsiteY4" fmla="*/ 9144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0" fmla="*/ 6755664 w 6755664"/>
              <a:gd name="connsiteY0" fmla="*/ 0 h 6755664"/>
              <a:gd name="connsiteX1" fmla="*/ 6755664 w 6755664"/>
              <a:gd name="connsiteY1" fmla="*/ 6755664 h 6755664"/>
              <a:gd name="connsiteX2" fmla="*/ 0 w 6755664"/>
              <a:gd name="connsiteY2" fmla="*/ 6755664 h 675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55664" h="6755664">
                <a:moveTo>
                  <a:pt x="6755664" y="0"/>
                </a:moveTo>
                <a:lnTo>
                  <a:pt x="6755664" y="6755664"/>
                </a:lnTo>
                <a:lnTo>
                  <a:pt x="0" y="6755664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11926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закрывающий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D46507F0-A8FD-59A1-2E3A-EFC4F32D8315}"/>
              </a:ext>
            </a:extLst>
          </p:cNvPr>
          <p:cNvSpPr/>
          <p:nvPr userDrawn="1"/>
        </p:nvSpPr>
        <p:spPr>
          <a:xfrm>
            <a:off x="1219352" y="817780"/>
            <a:ext cx="16624511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Как использовать шаблон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9EB83F-17D9-C957-ECA3-5172A461631A}"/>
              </a:ext>
            </a:extLst>
          </p:cNvPr>
          <p:cNvSpPr txBox="1"/>
          <p:nvPr userDrawn="1"/>
        </p:nvSpPr>
        <p:spPr>
          <a:xfrm>
            <a:off x="1654781" y="3798470"/>
            <a:ext cx="6438895" cy="34233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buNone/>
            </a:pPr>
            <a:r>
              <a:rPr lang="ru-RU" dirty="0"/>
              <a:t>скачай и установи шрифт на устройство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6A4B90-F9B3-069B-C4AD-9BB020F446EF}"/>
              </a:ext>
            </a:extLst>
          </p:cNvPr>
          <p:cNvSpPr txBox="1"/>
          <p:nvPr userDrawn="1"/>
        </p:nvSpPr>
        <p:spPr>
          <a:xfrm>
            <a:off x="16490281" y="7194384"/>
            <a:ext cx="6140104" cy="200054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effectLst/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Если удобнее работать с </a:t>
            </a:r>
            <a:r>
              <a:rPr lang="ru-RU" dirty="0" err="1"/>
              <a:t>фигмой</a:t>
            </a:r>
            <a:r>
              <a:rPr lang="ru-RU" dirty="0"/>
              <a:t> – шаблон презентаций лежит </a:t>
            </a:r>
            <a:r>
              <a:rPr lang="ru-RU" dirty="0">
                <a:solidFill>
                  <a:schemeClr val="accent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здесь</a:t>
            </a:r>
            <a:endParaRPr lang="ru-RU" dirty="0">
              <a:solidFill>
                <a:schemeClr val="accent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Для сохранения макета в </a:t>
            </a:r>
            <a:r>
              <a:rPr lang="ru-RU" dirty="0" err="1"/>
              <a:t>p</a:t>
            </a:r>
            <a:r>
              <a:rPr lang="en-US" dirty="0" err="1"/>
              <a:t>df</a:t>
            </a:r>
            <a:r>
              <a:rPr lang="ru-RU" dirty="0"/>
              <a:t> выбираем вкладку «файл» –</a:t>
            </a:r>
            <a:r>
              <a:rPr lang="en-US" dirty="0"/>
              <a:t>&gt;</a:t>
            </a:r>
            <a:r>
              <a:rPr lang="ru-RU" dirty="0"/>
              <a:t> «экспорт» –</a:t>
            </a:r>
            <a:r>
              <a:rPr lang="en-US" dirty="0"/>
              <a:t>&gt;</a:t>
            </a:r>
            <a:r>
              <a:rPr lang="ru-RU" dirty="0"/>
              <a:t> формат </a:t>
            </a:r>
            <a:r>
              <a:rPr lang="ru-RU" dirty="0" err="1"/>
              <a:t>p</a:t>
            </a:r>
            <a:r>
              <a:rPr lang="en-US" dirty="0" err="1"/>
              <a:t>df</a:t>
            </a:r>
            <a:endParaRPr lang="ru-RU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Вопросы по шаблону можно задать в тайм – </a:t>
            </a:r>
            <a:r>
              <a:rPr lang="en" dirty="0" err="1"/>
              <a:t>p.s.filimonova</a:t>
            </a:r>
            <a:r>
              <a:rPr lang="ru-RU" dirty="0"/>
              <a:t> </a:t>
            </a: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06D49680-B855-70F6-2743-CB44894EA1FD}"/>
              </a:ext>
            </a:extLst>
          </p:cNvPr>
          <p:cNvSpPr>
            <a:spLocks/>
          </p:cNvSpPr>
          <p:nvPr userDrawn="1"/>
        </p:nvSpPr>
        <p:spPr>
          <a:xfrm>
            <a:off x="1212850" y="2674946"/>
            <a:ext cx="7151159" cy="9836142"/>
          </a:xfrm>
          <a:prstGeom prst="roundRect">
            <a:avLst>
              <a:gd name="adj" fmla="val 3512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053B0A-C60A-8ABB-4D17-0927B29EA266}"/>
              </a:ext>
            </a:extLst>
          </p:cNvPr>
          <p:cNvSpPr txBox="1"/>
          <p:nvPr userDrawn="1"/>
        </p:nvSpPr>
        <p:spPr>
          <a:xfrm>
            <a:off x="1654781" y="3165309"/>
            <a:ext cx="6140104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ru-RU" sz="3000" spc="200" dirty="0">
                <a:latin typeface="Graphik LC Medium" panose="020B0503030202060203" pitchFamily="34" charset="0"/>
              </a:rPr>
              <a:t>ОБЯЗАТЕЛЬНО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2F1377-6774-066D-DFF4-8E4AFD73F860}"/>
              </a:ext>
            </a:extLst>
          </p:cNvPr>
          <p:cNvSpPr txBox="1"/>
          <p:nvPr userDrawn="1"/>
        </p:nvSpPr>
        <p:spPr>
          <a:xfrm>
            <a:off x="4906356" y="6754261"/>
            <a:ext cx="2068185" cy="72930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buNone/>
            </a:pPr>
            <a:r>
              <a:rPr lang="ru-RU" dirty="0"/>
              <a:t>корректный </a:t>
            </a:r>
            <a:br>
              <a:rPr lang="ru-RU" dirty="0"/>
            </a:br>
            <a:r>
              <a:rPr lang="ru-RU" dirty="0"/>
              <a:t>шрифт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729CF4-EDB3-EC62-EEB0-7F8B236FC9B7}"/>
              </a:ext>
            </a:extLst>
          </p:cNvPr>
          <p:cNvSpPr txBox="1"/>
          <p:nvPr userDrawn="1"/>
        </p:nvSpPr>
        <p:spPr>
          <a:xfrm>
            <a:off x="4906356" y="10044795"/>
            <a:ext cx="2498491" cy="72930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buNone/>
            </a:pPr>
            <a:r>
              <a:rPr lang="ru-RU" dirty="0"/>
              <a:t>некорректный </a:t>
            </a:r>
            <a:br>
              <a:rPr lang="ru-RU" dirty="0"/>
            </a:br>
            <a:r>
              <a:rPr lang="ru-RU" dirty="0"/>
              <a:t>шрифт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8114DF-C02A-F6D5-4B64-8260AAADEC10}"/>
              </a:ext>
            </a:extLst>
          </p:cNvPr>
          <p:cNvSpPr txBox="1"/>
          <p:nvPr userDrawn="1"/>
        </p:nvSpPr>
        <p:spPr>
          <a:xfrm>
            <a:off x="1654781" y="11741200"/>
            <a:ext cx="6438895" cy="34233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buNone/>
            </a:pPr>
            <a:r>
              <a:rPr lang="ru-RU" dirty="0">
                <a:hlinkClick r:id="rId3"/>
              </a:rPr>
              <a:t>Скачать шрифт</a:t>
            </a:r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590AC18-4802-411A-4891-92D108527E4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54780" y="7843502"/>
            <a:ext cx="2688619" cy="2930595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A7343269-E715-856C-52FF-27C3F4E579E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654780" y="4552968"/>
            <a:ext cx="2688619" cy="2930595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60D3134A-5F58-2ECC-64E9-A72836471DB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53850" y="8186567"/>
            <a:ext cx="566567" cy="56656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B579CF1-4002-5478-7503-0A9640AC243D}"/>
              </a:ext>
            </a:extLst>
          </p:cNvPr>
          <p:cNvSpPr txBox="1"/>
          <p:nvPr userDrawn="1"/>
        </p:nvSpPr>
        <p:spPr>
          <a:xfrm>
            <a:off x="16490281" y="3798470"/>
            <a:ext cx="6438895" cy="215443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effectLst/>
              </a:rPr>
              <a:t>на следующих слайдах подробно описано,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как пользоваться шаблоном:</a:t>
            </a:r>
          </a:p>
          <a:p>
            <a:pPr>
              <a:lnSpc>
                <a:spcPct val="100000"/>
              </a:lnSpc>
            </a:pPr>
            <a:r>
              <a:rPr lang="ru-RU" dirty="0">
                <a:effectLst/>
              </a:rPr>
              <a:t>логотип</a:t>
            </a:r>
          </a:p>
          <a:p>
            <a:pPr>
              <a:lnSpc>
                <a:spcPct val="100000"/>
              </a:lnSpc>
            </a:pPr>
            <a:r>
              <a:rPr lang="ru-RU" dirty="0">
                <a:effectLst/>
              </a:rPr>
              <a:t>палитра</a:t>
            </a:r>
            <a:endParaRPr lang="ru-RU" dirty="0"/>
          </a:p>
          <a:p>
            <a:pPr>
              <a:lnSpc>
                <a:spcPct val="100000"/>
              </a:lnSpc>
            </a:pPr>
            <a:r>
              <a:rPr lang="ru-RU" dirty="0">
                <a:effectLst/>
              </a:rPr>
              <a:t>типографика</a:t>
            </a:r>
            <a:endParaRPr lang="ru-RU" dirty="0"/>
          </a:p>
          <a:p>
            <a:pPr>
              <a:lnSpc>
                <a:spcPct val="100000"/>
              </a:lnSpc>
            </a:pPr>
            <a:r>
              <a:rPr lang="ru-RU" dirty="0">
                <a:effectLst/>
              </a:rPr>
              <a:t>сетка</a:t>
            </a:r>
            <a:endParaRPr lang="ru-RU" dirty="0"/>
          </a:p>
        </p:txBody>
      </p:sp>
      <p:sp>
        <p:nvSpPr>
          <p:cNvPr id="20" name="Скругленный прямоугольник 19">
            <a:extLst>
              <a:ext uri="{FF2B5EF4-FFF2-40B4-BE49-F238E27FC236}">
                <a16:creationId xmlns:a16="http://schemas.microsoft.com/office/drawing/2014/main" id="{2EAF6CA4-4B50-2D9A-16FA-246A6C0A30D9}"/>
              </a:ext>
            </a:extLst>
          </p:cNvPr>
          <p:cNvSpPr>
            <a:spLocks/>
          </p:cNvSpPr>
          <p:nvPr userDrawn="1"/>
        </p:nvSpPr>
        <p:spPr>
          <a:xfrm>
            <a:off x="16048350" y="2674946"/>
            <a:ext cx="7151159" cy="3668704"/>
          </a:xfrm>
          <a:prstGeom prst="roundRect">
            <a:avLst>
              <a:gd name="adj" fmla="val 6650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86AF3B-C689-2BB5-EB7B-492933A2CA2B}"/>
              </a:ext>
            </a:extLst>
          </p:cNvPr>
          <p:cNvSpPr txBox="1"/>
          <p:nvPr userDrawn="1"/>
        </p:nvSpPr>
        <p:spPr>
          <a:xfrm>
            <a:off x="16490281" y="3165309"/>
            <a:ext cx="6140104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ru-RU" sz="3000" spc="200" dirty="0">
                <a:latin typeface="Graphik LC Medium" panose="020B0503030202060203" pitchFamily="34" charset="0"/>
              </a:rPr>
              <a:t>ГАЙД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83A6BA-5686-CE92-CE49-8C0EBC00AFAF}"/>
              </a:ext>
            </a:extLst>
          </p:cNvPr>
          <p:cNvSpPr txBox="1"/>
          <p:nvPr userDrawn="1"/>
        </p:nvSpPr>
        <p:spPr>
          <a:xfrm>
            <a:off x="9059939" y="3798470"/>
            <a:ext cx="6438895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/>
              <a:t>Границы рабочей зоны на слайдах выделены направляющими, контент не должен выходить </a:t>
            </a:r>
            <a:br>
              <a:rPr lang="ru-RU" dirty="0"/>
            </a:br>
            <a:r>
              <a:rPr lang="ru-RU" dirty="0"/>
              <a:t>за них</a:t>
            </a: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89EF3BC4-D2FF-E771-11FC-349FE16C53A3}"/>
              </a:ext>
            </a:extLst>
          </p:cNvPr>
          <p:cNvSpPr>
            <a:spLocks/>
          </p:cNvSpPr>
          <p:nvPr userDrawn="1"/>
        </p:nvSpPr>
        <p:spPr>
          <a:xfrm>
            <a:off x="8618008" y="2674946"/>
            <a:ext cx="7151159" cy="6078188"/>
          </a:xfrm>
          <a:prstGeom prst="roundRect">
            <a:avLst>
              <a:gd name="adj" fmla="val 4014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8F13EA-3965-20EC-1203-70A92439A414}"/>
              </a:ext>
            </a:extLst>
          </p:cNvPr>
          <p:cNvSpPr txBox="1"/>
          <p:nvPr userDrawn="1"/>
        </p:nvSpPr>
        <p:spPr>
          <a:xfrm>
            <a:off x="9059939" y="3165309"/>
            <a:ext cx="6140104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ru-RU" sz="3000" spc="200" dirty="0">
                <a:latin typeface="Graphik LC Medium" panose="020B0503030202060203" pitchFamily="34" charset="0"/>
              </a:rPr>
              <a:t>НАПРАВЛЯЮЩИЕ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FEEE8D2F-9B8B-8959-A924-8197A962EBCE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059938" y="4893296"/>
            <a:ext cx="6301981" cy="3627482"/>
          </a:xfrm>
          <a:prstGeom prst="roundRect">
            <a:avLst>
              <a:gd name="adj" fmla="val 3243"/>
            </a:avLst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E67F59E-CAA8-513A-7854-4516BCAB6E6F}"/>
              </a:ext>
            </a:extLst>
          </p:cNvPr>
          <p:cNvSpPr txBox="1"/>
          <p:nvPr userDrawn="1"/>
        </p:nvSpPr>
        <p:spPr>
          <a:xfrm>
            <a:off x="9059939" y="10262332"/>
            <a:ext cx="6438895" cy="123110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/>
              <a:t>Для сохранения правильных настроек </a:t>
            </a:r>
            <a:br>
              <a:rPr lang="ru-RU" dirty="0"/>
            </a:br>
            <a:r>
              <a:rPr lang="ru-RU" dirty="0"/>
              <a:t>не копируй, а дублируй слайды (или отдельные элементы на слайде) сочетанием клавиш </a:t>
            </a:r>
            <a:r>
              <a:rPr lang="en" dirty="0" err="1"/>
              <a:t>command+D</a:t>
            </a:r>
            <a:r>
              <a:rPr lang="en" dirty="0"/>
              <a:t> (</a:t>
            </a:r>
            <a:r>
              <a:rPr lang="ru-RU" dirty="0"/>
              <a:t>или </a:t>
            </a:r>
            <a:r>
              <a:rPr lang="en" dirty="0" err="1"/>
              <a:t>Ctrl+D</a:t>
            </a:r>
            <a:r>
              <a:rPr lang="en" dirty="0"/>
              <a:t>)</a:t>
            </a:r>
            <a:endParaRPr lang="ru-RU" dirty="0"/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043FB620-F14E-1D82-8E9D-D15BC226F788}"/>
              </a:ext>
            </a:extLst>
          </p:cNvPr>
          <p:cNvSpPr>
            <a:spLocks/>
          </p:cNvSpPr>
          <p:nvPr userDrawn="1"/>
        </p:nvSpPr>
        <p:spPr>
          <a:xfrm>
            <a:off x="8618008" y="9138808"/>
            <a:ext cx="7151159" cy="3372280"/>
          </a:xfrm>
          <a:prstGeom prst="roundRect">
            <a:avLst>
              <a:gd name="adj" fmla="val 7234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47E541-2B30-C33F-6609-B020CE57B855}"/>
              </a:ext>
            </a:extLst>
          </p:cNvPr>
          <p:cNvSpPr txBox="1"/>
          <p:nvPr userDrawn="1"/>
        </p:nvSpPr>
        <p:spPr>
          <a:xfrm>
            <a:off x="9059939" y="9629171"/>
            <a:ext cx="6140104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ru-RU" sz="3000" spc="200" dirty="0">
                <a:latin typeface="Graphik LC Medium" panose="020B0503030202060203" pitchFamily="34" charset="0"/>
              </a:rPr>
              <a:t>ДУБЛИРОВАНИЕ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5A86BC0-1CC7-5807-F58C-B19807656E35}"/>
              </a:ext>
            </a:extLst>
          </p:cNvPr>
          <p:cNvSpPr txBox="1"/>
          <p:nvPr userDrawn="1"/>
        </p:nvSpPr>
        <p:spPr>
          <a:xfrm>
            <a:off x="19171182" y="4490967"/>
            <a:ext cx="3757994" cy="146193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dirty="0">
                <a:effectLst/>
              </a:rPr>
              <a:t>библиотека иконок</a:t>
            </a:r>
          </a:p>
          <a:p>
            <a:pPr>
              <a:lnSpc>
                <a:spcPct val="100000"/>
              </a:lnSpc>
            </a:pPr>
            <a:r>
              <a:rPr lang="ru-RU" dirty="0">
                <a:effectLst/>
              </a:rPr>
              <a:t>библиотека иллюстраций</a:t>
            </a:r>
          </a:p>
          <a:p>
            <a:pPr>
              <a:lnSpc>
                <a:spcPct val="100000"/>
              </a:lnSpc>
            </a:pPr>
            <a:r>
              <a:rPr lang="ru-RU" dirty="0">
                <a:effectLst/>
              </a:rPr>
              <a:t>библиотека фото</a:t>
            </a:r>
          </a:p>
          <a:p>
            <a:pPr>
              <a:lnSpc>
                <a:spcPct val="100000"/>
              </a:lnSpc>
            </a:pPr>
            <a:r>
              <a:rPr lang="ru-RU" dirty="0">
                <a:effectLst/>
              </a:rPr>
              <a:t>библиотека 3</a:t>
            </a:r>
            <a:r>
              <a:rPr lang="en" dirty="0">
                <a:effectLst/>
              </a:rPr>
              <a:t>d</a:t>
            </a:r>
            <a:endParaRPr lang="ru-RU" dirty="0"/>
          </a:p>
        </p:txBody>
      </p:sp>
      <p:sp>
        <p:nvSpPr>
          <p:cNvPr id="30" name="Скругленный прямоугольник 29">
            <a:extLst>
              <a:ext uri="{FF2B5EF4-FFF2-40B4-BE49-F238E27FC236}">
                <a16:creationId xmlns:a16="http://schemas.microsoft.com/office/drawing/2014/main" id="{C266EC2C-86E1-DD7C-21E9-47F88531A01E}"/>
              </a:ext>
            </a:extLst>
          </p:cNvPr>
          <p:cNvSpPr>
            <a:spLocks/>
          </p:cNvSpPr>
          <p:nvPr userDrawn="1"/>
        </p:nvSpPr>
        <p:spPr>
          <a:xfrm>
            <a:off x="16048350" y="6704020"/>
            <a:ext cx="7151159" cy="5807067"/>
          </a:xfrm>
          <a:prstGeom prst="roundRect">
            <a:avLst>
              <a:gd name="adj" fmla="val 4201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69290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закрывающий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B7CDAE7-B475-5154-AB28-7288A20DF8EA}"/>
              </a:ext>
            </a:extLst>
          </p:cNvPr>
          <p:cNvSpPr/>
          <p:nvPr userDrawn="1"/>
        </p:nvSpPr>
        <p:spPr>
          <a:xfrm>
            <a:off x="1219352" y="817780"/>
            <a:ext cx="10395999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Образец слайдов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549F12-8FD9-10E4-D082-5179030F622F}"/>
              </a:ext>
            </a:extLst>
          </p:cNvPr>
          <p:cNvSpPr txBox="1"/>
          <p:nvPr userDrawn="1"/>
        </p:nvSpPr>
        <p:spPr>
          <a:xfrm>
            <a:off x="1570987" y="3152794"/>
            <a:ext cx="6430013" cy="357623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В презентации используются фиксированные элементы (например: логотип, сокращенный логотип, перекрестие) – их размер и положение не должны изменяться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Подходящий шаблон для слайда выбирается через вкладку «главная» –</a:t>
            </a:r>
            <a:r>
              <a:rPr lang="en-US" sz="2000" dirty="0">
                <a:solidFill>
                  <a:schemeClr val="tx1"/>
                </a:solidFill>
              </a:rPr>
              <a:t>&gt; </a:t>
            </a:r>
            <a:r>
              <a:rPr lang="ru-RU" sz="2000" dirty="0">
                <a:solidFill>
                  <a:schemeClr val="tx1"/>
                </a:solidFill>
              </a:rPr>
              <a:t>«слайды»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Для самостоятельной вёрстки можно выбрать шаблон «темный слайд с лого» или «светлый слайд с лого»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95E3B42-0B82-70B2-8A2E-0D497E291F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4009" b="51329"/>
          <a:stretch/>
        </p:blipFill>
        <p:spPr>
          <a:xfrm>
            <a:off x="8993187" y="2932714"/>
            <a:ext cx="9175389" cy="5622210"/>
          </a:xfrm>
          <a:prstGeom prst="roundRect">
            <a:avLst>
              <a:gd name="adj" fmla="val 4061"/>
            </a:avLst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E51CBB-6CF4-6909-6701-7707FB3D6EF4}"/>
              </a:ext>
            </a:extLst>
          </p:cNvPr>
          <p:cNvSpPr txBox="1"/>
          <p:nvPr userDrawn="1"/>
        </p:nvSpPr>
        <p:spPr>
          <a:xfrm>
            <a:off x="1570987" y="8169021"/>
            <a:ext cx="6430013" cy="342234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В шаблонах слайдов могут находиться фиксированные элементы, которые </a:t>
            </a:r>
            <a:br>
              <a:rPr lang="ru-RU" sz="2000" dirty="0">
                <a:solidFill>
                  <a:schemeClr val="tx1"/>
                </a:solidFill>
              </a:rPr>
            </a:br>
            <a:r>
              <a:rPr lang="ru-RU" sz="2000" dirty="0">
                <a:solidFill>
                  <a:schemeClr val="tx1"/>
                </a:solidFill>
              </a:rPr>
              <a:t>в зависимости от контента можно менять 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ru-RU" sz="2000" dirty="0">
                <a:solidFill>
                  <a:schemeClr val="tx1"/>
                </a:solidFill>
              </a:rPr>
              <a:t>по размеру или цвету, для изменения таких элементов выбираем вкладку «вид» –</a:t>
            </a:r>
            <a:r>
              <a:rPr lang="en-US" sz="2000" dirty="0">
                <a:solidFill>
                  <a:schemeClr val="tx1"/>
                </a:solidFill>
              </a:rPr>
              <a:t>&gt; </a:t>
            </a:r>
            <a:br>
              <a:rPr lang="ru-RU" sz="2000" dirty="0">
                <a:solidFill>
                  <a:schemeClr val="tx1"/>
                </a:solidFill>
              </a:rPr>
            </a:br>
            <a:r>
              <a:rPr lang="ru-RU" sz="2000" dirty="0">
                <a:solidFill>
                  <a:schemeClr val="tx1"/>
                </a:solidFill>
              </a:rPr>
              <a:t>«образец слайдов» –</a:t>
            </a:r>
            <a:r>
              <a:rPr lang="en-US" sz="2000" dirty="0">
                <a:solidFill>
                  <a:schemeClr val="tx1"/>
                </a:solidFill>
              </a:rPr>
              <a:t>&gt;</a:t>
            </a:r>
            <a:r>
              <a:rPr lang="ru-RU" sz="2000" dirty="0">
                <a:solidFill>
                  <a:schemeClr val="tx1"/>
                </a:solidFill>
              </a:rPr>
              <a:t> находим подходящий шаблон и нажимаем правой кнопкой «дублировать макет» –</a:t>
            </a:r>
            <a:r>
              <a:rPr lang="en-US" sz="2000" dirty="0">
                <a:solidFill>
                  <a:schemeClr val="tx1"/>
                </a:solidFill>
              </a:rPr>
              <a:t>&gt;</a:t>
            </a:r>
            <a:r>
              <a:rPr lang="ru-RU" sz="2000" dirty="0">
                <a:solidFill>
                  <a:schemeClr val="tx1"/>
                </a:solidFill>
              </a:rPr>
              <a:t> в созданном дубликате меняем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ru-RU" sz="2000" dirty="0">
                <a:solidFill>
                  <a:schemeClr val="tx1"/>
                </a:solidFill>
              </a:rPr>
              <a:t>размер/цвет необходимых элементов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11857F2-7E4F-83FF-66AA-2D22A2CE76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894428" y="8728626"/>
            <a:ext cx="8029479" cy="3514174"/>
          </a:xfrm>
          <a:prstGeom prst="roundRect">
            <a:avLst>
              <a:gd name="adj" fmla="val 8400"/>
            </a:avLst>
          </a:prstGeom>
        </p:spPr>
      </p:pic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A542F6C1-F2E3-8187-5AF7-232D45D23CFE}"/>
              </a:ext>
            </a:extLst>
          </p:cNvPr>
          <p:cNvSpPr>
            <a:spLocks/>
          </p:cNvSpPr>
          <p:nvPr userDrawn="1"/>
        </p:nvSpPr>
        <p:spPr>
          <a:xfrm>
            <a:off x="1212850" y="2674946"/>
            <a:ext cx="7151159" cy="4791071"/>
          </a:xfrm>
          <a:prstGeom prst="roundRect">
            <a:avLst>
              <a:gd name="adj" fmla="val 4940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Скругленный прямоугольник 30">
            <a:extLst>
              <a:ext uri="{FF2B5EF4-FFF2-40B4-BE49-F238E27FC236}">
                <a16:creationId xmlns:a16="http://schemas.microsoft.com/office/drawing/2014/main" id="{FCBD142F-C326-B089-0E00-E62A2DDE63D3}"/>
              </a:ext>
            </a:extLst>
          </p:cNvPr>
          <p:cNvSpPr>
            <a:spLocks/>
          </p:cNvSpPr>
          <p:nvPr userDrawn="1"/>
        </p:nvSpPr>
        <p:spPr>
          <a:xfrm>
            <a:off x="1212850" y="7720017"/>
            <a:ext cx="7151159" cy="4791071"/>
          </a:xfrm>
          <a:prstGeom prst="roundRect">
            <a:avLst>
              <a:gd name="adj" fmla="val 4940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Скругленный прямоугольник 31">
            <a:extLst>
              <a:ext uri="{FF2B5EF4-FFF2-40B4-BE49-F238E27FC236}">
                <a16:creationId xmlns:a16="http://schemas.microsoft.com/office/drawing/2014/main" id="{8867109A-6356-F0B7-B5F6-A6E782E95593}"/>
              </a:ext>
            </a:extLst>
          </p:cNvPr>
          <p:cNvSpPr>
            <a:spLocks/>
          </p:cNvSpPr>
          <p:nvPr userDrawn="1"/>
        </p:nvSpPr>
        <p:spPr>
          <a:xfrm>
            <a:off x="8655049" y="2674946"/>
            <a:ext cx="14519275" cy="9836141"/>
          </a:xfrm>
          <a:prstGeom prst="roundRect">
            <a:avLst>
              <a:gd name="adj" fmla="val 2406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07718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закрывающий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5BB139CB-272E-778F-2A55-1389CF6F2150}"/>
              </a:ext>
            </a:extLst>
          </p:cNvPr>
          <p:cNvSpPr/>
          <p:nvPr userDrawn="1"/>
        </p:nvSpPr>
        <p:spPr>
          <a:xfrm>
            <a:off x="1219352" y="817780"/>
            <a:ext cx="6753011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Логотип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7ACA7C-492C-B252-77F3-C7894F5FE2C7}"/>
              </a:ext>
            </a:extLst>
          </p:cNvPr>
          <p:cNvSpPr txBox="1"/>
          <p:nvPr userDrawn="1"/>
        </p:nvSpPr>
        <p:spPr>
          <a:xfrm>
            <a:off x="1570987" y="3152794"/>
            <a:ext cx="6401376" cy="365318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В презентациях используется полная версия логотипа на кириллице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Логотип используется на титульном слайде, закрывающем слайде и разделителях 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ru-RU" sz="2000" dirty="0">
                <a:solidFill>
                  <a:schemeClr val="tx1"/>
                </a:solidFill>
              </a:rPr>
              <a:t>(для разделов)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Размер логотипа подобран под размер слайдов и не изменяется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В зависимости от темы слайда выбирается темное или светлое лого</a:t>
            </a: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E29BC0F5-8D5C-2D7A-68D6-4EF3C236A30E}"/>
              </a:ext>
            </a:extLst>
          </p:cNvPr>
          <p:cNvGrpSpPr/>
          <p:nvPr userDrawn="1"/>
        </p:nvGrpSpPr>
        <p:grpSpPr>
          <a:xfrm>
            <a:off x="1684433" y="7591507"/>
            <a:ext cx="6287930" cy="1642797"/>
            <a:chOff x="1684433" y="7591507"/>
            <a:chExt cx="6287930" cy="1642797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AE6A15CF-11C3-F50F-C602-ABD6A4AA1332}"/>
                </a:ext>
              </a:extLst>
            </p:cNvPr>
            <p:cNvSpPr/>
            <p:nvPr/>
          </p:nvSpPr>
          <p:spPr>
            <a:xfrm>
              <a:off x="1684433" y="7591507"/>
              <a:ext cx="6287930" cy="164279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2" name="Image 4" descr=" ">
              <a:extLst>
                <a:ext uri="{FF2B5EF4-FFF2-40B4-BE49-F238E27FC236}">
                  <a16:creationId xmlns:a16="http://schemas.microsoft.com/office/drawing/2014/main" id="{9DDC68C9-20AE-2C06-7ECD-AE9A777C6D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327383" y="7973472"/>
              <a:ext cx="5002030" cy="878868"/>
            </a:xfrm>
            <a:prstGeom prst="rect">
              <a:avLst/>
            </a:prstGeom>
          </p:spPr>
        </p:pic>
      </p:grpSp>
      <p:pic>
        <p:nvPicPr>
          <p:cNvPr id="13" name="Image 4" descr=" ">
            <a:extLst>
              <a:ext uri="{FF2B5EF4-FFF2-40B4-BE49-F238E27FC236}">
                <a16:creationId xmlns:a16="http://schemas.microsoft.com/office/drawing/2014/main" id="{91FEEA9E-C52E-A795-8474-828172EFFF9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27383" y="10470423"/>
            <a:ext cx="5002030" cy="87886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5E27D78-3AAA-CE4A-8465-ABD1FFFF371D}"/>
              </a:ext>
            </a:extLst>
          </p:cNvPr>
          <p:cNvSpPr txBox="1"/>
          <p:nvPr userDrawn="1"/>
        </p:nvSpPr>
        <p:spPr>
          <a:xfrm>
            <a:off x="9229352" y="3152794"/>
            <a:ext cx="12199434" cy="80624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/>
              <a:t>Для партнерства и </a:t>
            </a:r>
            <a:r>
              <a:rPr lang="ru-RU" sz="2000" dirty="0" err="1"/>
              <a:t>кобрендинга</a:t>
            </a:r>
            <a:r>
              <a:rPr lang="ru-RU" sz="2000" dirty="0"/>
              <a:t> используется знак умножения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/>
              <a:t>Визуальные веса логотипов должны быть одинаковыми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65581C-2B55-2958-23FE-DBA4570A555C}"/>
              </a:ext>
            </a:extLst>
          </p:cNvPr>
          <p:cNvSpPr txBox="1"/>
          <p:nvPr userDrawn="1"/>
        </p:nvSpPr>
        <p:spPr>
          <a:xfrm>
            <a:off x="9229352" y="8177155"/>
            <a:ext cx="6239248" cy="403790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/>
              <a:t>На всех контентных слайдах используется сокращенная версия логотипа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/>
              <a:t>По умолчанию размещается в верхнем </a:t>
            </a:r>
            <a:br>
              <a:rPr lang="en-US" sz="2000" dirty="0"/>
            </a:br>
            <a:r>
              <a:rPr lang="ru-RU" sz="2000" dirty="0"/>
              <a:t>правом углу слайда 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/>
              <a:t>В зависимости от верстки и контента </a:t>
            </a:r>
            <a:br>
              <a:rPr lang="en-US" sz="2000" dirty="0"/>
            </a:br>
            <a:r>
              <a:rPr lang="ru-RU" sz="2000" dirty="0"/>
              <a:t>на слайде, может быть перемещена </a:t>
            </a:r>
            <a:br>
              <a:rPr lang="ru-RU" sz="2000" dirty="0"/>
            </a:br>
            <a:r>
              <a:rPr lang="ru-RU" sz="2000" dirty="0"/>
              <a:t>в верхний левый, нижний правый или нижний левый углы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/>
              <a:t>Для сложного фона (например, фотографии) используем подложку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CFDE207-32F7-8E51-3DAA-806979EAC7F7}"/>
              </a:ext>
            </a:extLst>
          </p:cNvPr>
          <p:cNvSpPr/>
          <p:nvPr userDrawn="1"/>
        </p:nvSpPr>
        <p:spPr>
          <a:xfrm>
            <a:off x="17425987" y="9085987"/>
            <a:ext cx="2483316" cy="20037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Image 44" descr=" ">
            <a:extLst>
              <a:ext uri="{FF2B5EF4-FFF2-40B4-BE49-F238E27FC236}">
                <a16:creationId xmlns:a16="http://schemas.microsoft.com/office/drawing/2014/main" id="{91CB8D11-A218-DD18-5471-4B72B301AFD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184985" y="9825635"/>
            <a:ext cx="965321" cy="635000"/>
          </a:xfrm>
          <a:prstGeom prst="rect">
            <a:avLst/>
          </a:prstGeom>
        </p:spPr>
      </p:pic>
      <p:pic>
        <p:nvPicPr>
          <p:cNvPr id="18" name="Image 44" descr=" ">
            <a:extLst>
              <a:ext uri="{FF2B5EF4-FFF2-40B4-BE49-F238E27FC236}">
                <a16:creationId xmlns:a16="http://schemas.microsoft.com/office/drawing/2014/main" id="{9B5FCFC1-9CE4-FAE2-BEEC-5A8B9424F1A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835585" y="9825635"/>
            <a:ext cx="965321" cy="63500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23C86CC-0E57-A4F5-87D2-CD40C60F4C5B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41809" y="4597234"/>
            <a:ext cx="14016787" cy="2749055"/>
          </a:xfrm>
          <a:prstGeom prst="rect">
            <a:avLst/>
          </a:prstGeom>
        </p:spPr>
      </p:pic>
      <p:sp>
        <p:nvSpPr>
          <p:cNvPr id="20" name="Скругленный прямоугольник 19">
            <a:extLst>
              <a:ext uri="{FF2B5EF4-FFF2-40B4-BE49-F238E27FC236}">
                <a16:creationId xmlns:a16="http://schemas.microsoft.com/office/drawing/2014/main" id="{D94B8DC4-A601-ABEE-B384-1635E50A27CB}"/>
              </a:ext>
            </a:extLst>
          </p:cNvPr>
          <p:cNvSpPr>
            <a:spLocks/>
          </p:cNvSpPr>
          <p:nvPr userDrawn="1"/>
        </p:nvSpPr>
        <p:spPr>
          <a:xfrm>
            <a:off x="1212850" y="2674946"/>
            <a:ext cx="7151159" cy="9836142"/>
          </a:xfrm>
          <a:prstGeom prst="roundRect">
            <a:avLst>
              <a:gd name="adj" fmla="val 3512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CB7E3430-9D2F-CCE2-EA11-9D28ADF44168}"/>
              </a:ext>
            </a:extLst>
          </p:cNvPr>
          <p:cNvSpPr>
            <a:spLocks/>
          </p:cNvSpPr>
          <p:nvPr userDrawn="1"/>
        </p:nvSpPr>
        <p:spPr>
          <a:xfrm>
            <a:off x="8618008" y="2674945"/>
            <a:ext cx="14556318" cy="4772609"/>
          </a:xfrm>
          <a:prstGeom prst="roundRect">
            <a:avLst>
              <a:gd name="adj" fmla="val 4886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Скругленный прямоугольник 21">
            <a:extLst>
              <a:ext uri="{FF2B5EF4-FFF2-40B4-BE49-F238E27FC236}">
                <a16:creationId xmlns:a16="http://schemas.microsoft.com/office/drawing/2014/main" id="{7FD68CA4-8057-2430-C068-2A010A2510DF}"/>
              </a:ext>
            </a:extLst>
          </p:cNvPr>
          <p:cNvSpPr>
            <a:spLocks/>
          </p:cNvSpPr>
          <p:nvPr userDrawn="1"/>
        </p:nvSpPr>
        <p:spPr>
          <a:xfrm>
            <a:off x="8618008" y="7701554"/>
            <a:ext cx="14556318" cy="4772609"/>
          </a:xfrm>
          <a:prstGeom prst="roundRect">
            <a:avLst>
              <a:gd name="adj" fmla="val 4886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27618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закрывающий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4">
            <a:extLst>
              <a:ext uri="{FF2B5EF4-FFF2-40B4-BE49-F238E27FC236}">
                <a16:creationId xmlns:a16="http://schemas.microsoft.com/office/drawing/2014/main" id="{7986F343-A46C-D96B-AD90-CBF98E382C9D}"/>
              </a:ext>
            </a:extLst>
          </p:cNvPr>
          <p:cNvSpPr/>
          <p:nvPr userDrawn="1"/>
        </p:nvSpPr>
        <p:spPr>
          <a:xfrm>
            <a:off x="7848054" y="1219200"/>
            <a:ext cx="15356219" cy="6708475"/>
          </a:xfrm>
          <a:prstGeom prst="roundRect">
            <a:avLst>
              <a:gd name="adj" fmla="val 2665"/>
            </a:avLst>
          </a:prstGeom>
          <a:solidFill>
            <a:schemeClr val="tx1"/>
          </a:solidFill>
          <a:ln/>
        </p:spPr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8262F898-C00E-11C6-3C4D-A84F20851F79}"/>
              </a:ext>
            </a:extLst>
          </p:cNvPr>
          <p:cNvSpPr/>
          <p:nvPr userDrawn="1"/>
        </p:nvSpPr>
        <p:spPr>
          <a:xfrm>
            <a:off x="7848054" y="8229601"/>
            <a:ext cx="15356219" cy="2249424"/>
          </a:xfrm>
          <a:prstGeom prst="roundRect">
            <a:avLst>
              <a:gd name="adj" fmla="val 7948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793E5CD0-0257-9AF7-54BA-60580E0089A3}"/>
              </a:ext>
            </a:extLst>
          </p:cNvPr>
          <p:cNvSpPr>
            <a:spLocks/>
          </p:cNvSpPr>
          <p:nvPr userDrawn="1"/>
        </p:nvSpPr>
        <p:spPr>
          <a:xfrm>
            <a:off x="7848054" y="10761072"/>
            <a:ext cx="946786" cy="1735727"/>
          </a:xfrm>
          <a:prstGeom prst="roundRect">
            <a:avLst>
              <a:gd name="adj" fmla="val 16994"/>
            </a:avLst>
          </a:prstGeom>
          <a:solidFill>
            <a:srgbClr val="FFFFFF"/>
          </a:solidFill>
          <a:ln/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ADDAE8B-1828-DABE-CFE4-634CA0448D96}"/>
              </a:ext>
            </a:extLst>
          </p:cNvPr>
          <p:cNvSpPr>
            <a:spLocks/>
          </p:cNvSpPr>
          <p:nvPr userDrawn="1"/>
        </p:nvSpPr>
        <p:spPr>
          <a:xfrm>
            <a:off x="9048840" y="10761072"/>
            <a:ext cx="946786" cy="1735727"/>
          </a:xfrm>
          <a:prstGeom prst="roundRect">
            <a:avLst>
              <a:gd name="adj" fmla="val 16994"/>
            </a:avLst>
          </a:prstGeom>
          <a:solidFill>
            <a:srgbClr val="F6F6F6"/>
          </a:solidFill>
          <a:ln/>
        </p:spPr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FAF048EE-8BD5-2CCE-CF09-95B9A0FA1310}"/>
              </a:ext>
            </a:extLst>
          </p:cNvPr>
          <p:cNvSpPr>
            <a:spLocks/>
          </p:cNvSpPr>
          <p:nvPr userDrawn="1"/>
        </p:nvSpPr>
        <p:spPr>
          <a:xfrm>
            <a:off x="10249626" y="10761072"/>
            <a:ext cx="946786" cy="1735727"/>
          </a:xfrm>
          <a:prstGeom prst="roundRect">
            <a:avLst>
              <a:gd name="adj" fmla="val 16994"/>
            </a:avLst>
          </a:prstGeom>
          <a:solidFill>
            <a:srgbClr val="E6E6E6"/>
          </a:solidFill>
          <a:ln w="12700">
            <a:solidFill>
              <a:schemeClr val="tx1"/>
            </a:solidFill>
          </a:ln>
        </p:spPr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0BD49F94-FA96-E40E-BBA3-22E7EAFBF8E0}"/>
              </a:ext>
            </a:extLst>
          </p:cNvPr>
          <p:cNvSpPr>
            <a:spLocks/>
          </p:cNvSpPr>
          <p:nvPr userDrawn="1"/>
        </p:nvSpPr>
        <p:spPr>
          <a:xfrm>
            <a:off x="11450413" y="10761072"/>
            <a:ext cx="946786" cy="1735727"/>
          </a:xfrm>
          <a:prstGeom prst="roundRect">
            <a:avLst>
              <a:gd name="adj" fmla="val 16994"/>
            </a:avLst>
          </a:prstGeom>
          <a:solidFill>
            <a:srgbClr val="D1D1D1"/>
          </a:solidFill>
          <a:ln/>
        </p:spPr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5FEBF27D-9DCF-4D5A-E698-257FE9A14690}"/>
              </a:ext>
            </a:extLst>
          </p:cNvPr>
          <p:cNvSpPr>
            <a:spLocks/>
          </p:cNvSpPr>
          <p:nvPr userDrawn="1"/>
        </p:nvSpPr>
        <p:spPr>
          <a:xfrm>
            <a:off x="12651198" y="10761072"/>
            <a:ext cx="946786" cy="1735727"/>
          </a:xfrm>
          <a:prstGeom prst="roundRect">
            <a:avLst>
              <a:gd name="adj" fmla="val 16994"/>
            </a:avLst>
          </a:prstGeom>
          <a:solidFill>
            <a:srgbClr val="B0B0B0"/>
          </a:solidFill>
          <a:ln/>
        </p:spPr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886ED343-23B2-8A08-7B4E-7D09B5748107}"/>
              </a:ext>
            </a:extLst>
          </p:cNvPr>
          <p:cNvSpPr>
            <a:spLocks/>
          </p:cNvSpPr>
          <p:nvPr userDrawn="1"/>
        </p:nvSpPr>
        <p:spPr>
          <a:xfrm>
            <a:off x="13851984" y="10761072"/>
            <a:ext cx="946786" cy="1735727"/>
          </a:xfrm>
          <a:prstGeom prst="roundRect">
            <a:avLst>
              <a:gd name="adj" fmla="val 16994"/>
            </a:avLst>
          </a:prstGeom>
          <a:solidFill>
            <a:srgbClr val="888888"/>
          </a:solidFill>
          <a:ln/>
        </p:spPr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2B7AC550-E920-53C8-FBA1-42CB7C12F393}"/>
              </a:ext>
            </a:extLst>
          </p:cNvPr>
          <p:cNvSpPr>
            <a:spLocks/>
          </p:cNvSpPr>
          <p:nvPr userDrawn="1"/>
        </p:nvSpPr>
        <p:spPr>
          <a:xfrm>
            <a:off x="15052771" y="10761072"/>
            <a:ext cx="946786" cy="1735727"/>
          </a:xfrm>
          <a:prstGeom prst="roundRect">
            <a:avLst>
              <a:gd name="adj" fmla="val 16994"/>
            </a:avLst>
          </a:prstGeom>
          <a:solidFill>
            <a:srgbClr val="6D6D6D"/>
          </a:solidFill>
          <a:ln/>
        </p:spPr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C70DA98D-1D18-B006-8FB0-41AA6C37D61F}"/>
              </a:ext>
            </a:extLst>
          </p:cNvPr>
          <p:cNvSpPr>
            <a:spLocks/>
          </p:cNvSpPr>
          <p:nvPr userDrawn="1"/>
        </p:nvSpPr>
        <p:spPr>
          <a:xfrm>
            <a:off x="16253557" y="10761072"/>
            <a:ext cx="946786" cy="1735727"/>
          </a:xfrm>
          <a:prstGeom prst="roundRect">
            <a:avLst>
              <a:gd name="adj" fmla="val 16994"/>
            </a:avLst>
          </a:prstGeom>
          <a:solidFill>
            <a:srgbClr val="5D5D5D"/>
          </a:solidFill>
          <a:ln/>
        </p:spPr>
      </p:sp>
      <p:sp>
        <p:nvSpPr>
          <p:cNvPr id="27" name="Shape 4">
            <a:extLst>
              <a:ext uri="{FF2B5EF4-FFF2-40B4-BE49-F238E27FC236}">
                <a16:creationId xmlns:a16="http://schemas.microsoft.com/office/drawing/2014/main" id="{ACFFF24D-EFAA-EA10-FA01-D70988DAD5DF}"/>
              </a:ext>
            </a:extLst>
          </p:cNvPr>
          <p:cNvSpPr>
            <a:spLocks/>
          </p:cNvSpPr>
          <p:nvPr userDrawn="1"/>
        </p:nvSpPr>
        <p:spPr>
          <a:xfrm>
            <a:off x="17454342" y="10761072"/>
            <a:ext cx="946786" cy="1735727"/>
          </a:xfrm>
          <a:prstGeom prst="roundRect">
            <a:avLst>
              <a:gd name="adj" fmla="val 16994"/>
            </a:avLst>
          </a:prstGeom>
          <a:solidFill>
            <a:srgbClr val="4F4F4F"/>
          </a:solidFill>
          <a:ln/>
        </p:spPr>
      </p:sp>
      <p:sp>
        <p:nvSpPr>
          <p:cNvPr id="28" name="Shape 4">
            <a:extLst>
              <a:ext uri="{FF2B5EF4-FFF2-40B4-BE49-F238E27FC236}">
                <a16:creationId xmlns:a16="http://schemas.microsoft.com/office/drawing/2014/main" id="{9B6D38D8-97CC-8A81-A5D2-2A10FAE38CE5}"/>
              </a:ext>
            </a:extLst>
          </p:cNvPr>
          <p:cNvSpPr>
            <a:spLocks/>
          </p:cNvSpPr>
          <p:nvPr userDrawn="1"/>
        </p:nvSpPr>
        <p:spPr>
          <a:xfrm>
            <a:off x="18655128" y="10761072"/>
            <a:ext cx="946786" cy="1735727"/>
          </a:xfrm>
          <a:prstGeom prst="roundRect">
            <a:avLst>
              <a:gd name="adj" fmla="val 16994"/>
            </a:avLst>
          </a:prstGeom>
          <a:solidFill>
            <a:srgbClr val="454545"/>
          </a:solidFill>
          <a:ln/>
        </p:spPr>
      </p:sp>
      <p:sp>
        <p:nvSpPr>
          <p:cNvPr id="29" name="Shape 4">
            <a:extLst>
              <a:ext uri="{FF2B5EF4-FFF2-40B4-BE49-F238E27FC236}">
                <a16:creationId xmlns:a16="http://schemas.microsoft.com/office/drawing/2014/main" id="{C0D224C8-E79C-3D30-EC8E-33401E583C71}"/>
              </a:ext>
            </a:extLst>
          </p:cNvPr>
          <p:cNvSpPr>
            <a:spLocks/>
          </p:cNvSpPr>
          <p:nvPr userDrawn="1"/>
        </p:nvSpPr>
        <p:spPr>
          <a:xfrm>
            <a:off x="19855914" y="10761072"/>
            <a:ext cx="946786" cy="1735727"/>
          </a:xfrm>
          <a:prstGeom prst="roundRect">
            <a:avLst>
              <a:gd name="adj" fmla="val 16994"/>
            </a:avLst>
          </a:prstGeom>
          <a:solidFill>
            <a:srgbClr val="3D3D3D"/>
          </a:solidFill>
          <a:ln/>
        </p:spPr>
      </p:sp>
      <p:sp>
        <p:nvSpPr>
          <p:cNvPr id="30" name="Shape 4">
            <a:extLst>
              <a:ext uri="{FF2B5EF4-FFF2-40B4-BE49-F238E27FC236}">
                <a16:creationId xmlns:a16="http://schemas.microsoft.com/office/drawing/2014/main" id="{B0DCBDDF-3975-5478-90DA-DF3ADE2FAB16}"/>
              </a:ext>
            </a:extLst>
          </p:cNvPr>
          <p:cNvSpPr>
            <a:spLocks/>
          </p:cNvSpPr>
          <p:nvPr userDrawn="1"/>
        </p:nvSpPr>
        <p:spPr>
          <a:xfrm>
            <a:off x="21056699" y="10761072"/>
            <a:ext cx="946786" cy="1735727"/>
          </a:xfrm>
          <a:prstGeom prst="roundRect">
            <a:avLst>
              <a:gd name="adj" fmla="val 16994"/>
            </a:avLst>
          </a:prstGeom>
          <a:solidFill>
            <a:schemeClr val="tx1"/>
          </a:solidFill>
          <a:ln/>
        </p:spPr>
      </p:sp>
      <p:sp>
        <p:nvSpPr>
          <p:cNvPr id="31" name="Shape 4">
            <a:extLst>
              <a:ext uri="{FF2B5EF4-FFF2-40B4-BE49-F238E27FC236}">
                <a16:creationId xmlns:a16="http://schemas.microsoft.com/office/drawing/2014/main" id="{E57CB240-D9AE-8A29-E665-C5D377EC94A3}"/>
              </a:ext>
            </a:extLst>
          </p:cNvPr>
          <p:cNvSpPr>
            <a:spLocks/>
          </p:cNvSpPr>
          <p:nvPr userDrawn="1"/>
        </p:nvSpPr>
        <p:spPr>
          <a:xfrm>
            <a:off x="22257485" y="10761072"/>
            <a:ext cx="946786" cy="1735727"/>
          </a:xfrm>
          <a:prstGeom prst="roundRect">
            <a:avLst>
              <a:gd name="adj" fmla="val 16994"/>
            </a:avLst>
          </a:prstGeom>
          <a:solidFill>
            <a:srgbClr val="000000"/>
          </a:solidFill>
          <a:ln/>
        </p:spPr>
      </p:sp>
      <p:sp>
        <p:nvSpPr>
          <p:cNvPr id="32" name="Text 0">
            <a:extLst>
              <a:ext uri="{FF2B5EF4-FFF2-40B4-BE49-F238E27FC236}">
                <a16:creationId xmlns:a16="http://schemas.microsoft.com/office/drawing/2014/main" id="{156B8320-7005-B2A8-42A5-E82DE6B887FD}"/>
              </a:ext>
            </a:extLst>
          </p:cNvPr>
          <p:cNvSpPr/>
          <p:nvPr userDrawn="1"/>
        </p:nvSpPr>
        <p:spPr>
          <a:xfrm>
            <a:off x="1219352" y="817780"/>
            <a:ext cx="6084061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Основная </a:t>
            </a:r>
            <a:b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палитра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EA727D7-B2A6-F305-ADF8-97AB4C4CE1EB}"/>
              </a:ext>
            </a:extLst>
          </p:cNvPr>
          <p:cNvSpPr txBox="1"/>
          <p:nvPr userDrawn="1"/>
        </p:nvSpPr>
        <p:spPr>
          <a:xfrm>
            <a:off x="1219352" y="3651558"/>
            <a:ext cx="6401376" cy="349929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en" sz="2400" dirty="0">
                <a:latin typeface="Graphik LC Medium" panose="020B0503030202060203" pitchFamily="34" charset="0"/>
              </a:rPr>
              <a:t>Base black</a:t>
            </a:r>
            <a:br>
              <a:rPr lang="ru-RU" dirty="0"/>
            </a:br>
            <a:r>
              <a:rPr lang="ru-RU" dirty="0"/>
              <a:t>Используется как основной фоновый </a:t>
            </a:r>
            <a:br>
              <a:rPr lang="ru-RU" dirty="0"/>
            </a:br>
            <a:r>
              <a:rPr lang="ru-RU" dirty="0"/>
              <a:t>и акцентный цвет Центрального университета </a:t>
            </a:r>
            <a:br>
              <a:rPr lang="ru-RU" dirty="0"/>
            </a:br>
            <a:r>
              <a:rPr lang="ru-RU" dirty="0"/>
              <a:t>в коммуникациях.</a:t>
            </a:r>
            <a:br>
              <a:rPr lang="ru-RU" dirty="0"/>
            </a:br>
            <a:endParaRPr lang="ru-RU" dirty="0"/>
          </a:p>
          <a:p>
            <a:r>
              <a:rPr lang="en" sz="2400" dirty="0">
                <a:latin typeface="Graphik LC Medium" panose="020B0503030202060203" pitchFamily="34" charset="0"/>
              </a:rPr>
              <a:t>Base grey</a:t>
            </a:r>
            <a:br>
              <a:rPr lang="ru-RU" dirty="0"/>
            </a:br>
            <a:r>
              <a:rPr lang="ru-RU" dirty="0"/>
              <a:t>Используется как основной фоновый </a:t>
            </a:r>
            <a:br>
              <a:rPr lang="ru-RU" dirty="0"/>
            </a:br>
            <a:r>
              <a:rPr lang="ru-RU" dirty="0"/>
              <a:t>и акцентный цвет Центрального университета </a:t>
            </a:r>
            <a:br>
              <a:rPr lang="ru-RU" dirty="0"/>
            </a:br>
            <a:r>
              <a:rPr lang="ru-RU" dirty="0"/>
              <a:t>в коммуникациях. </a:t>
            </a:r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8F1EB858-4FBD-850F-714B-6EC13C3CA9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64657" y="7676303"/>
            <a:ext cx="2669017" cy="4834785"/>
          </a:xfrm>
          <a:prstGeom prst="roundRect">
            <a:avLst>
              <a:gd name="adj" fmla="val 3444"/>
            </a:avLst>
          </a:prstGeom>
          <a:ln w="12700">
            <a:solidFill>
              <a:schemeClr val="tx1"/>
            </a:solidFill>
          </a:ln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A5D9E401-9FC4-0F05-05F3-84AC1C9BB086}"/>
              </a:ext>
            </a:extLst>
          </p:cNvPr>
          <p:cNvSpPr txBox="1"/>
          <p:nvPr userDrawn="1"/>
        </p:nvSpPr>
        <p:spPr>
          <a:xfrm>
            <a:off x="1219352" y="7652395"/>
            <a:ext cx="3235417" cy="111402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buNone/>
            </a:pPr>
            <a:r>
              <a:rPr lang="ru-RU" sz="2000" dirty="0"/>
              <a:t>Фирменная палитра </a:t>
            </a:r>
            <a:br>
              <a:rPr lang="ru-RU" sz="2000" dirty="0"/>
            </a:br>
            <a:r>
              <a:rPr lang="ru-RU" sz="2000" dirty="0"/>
              <a:t>закреплена в данном </a:t>
            </a:r>
            <a:br>
              <a:rPr lang="ru-RU" sz="2000" dirty="0"/>
            </a:br>
            <a:r>
              <a:rPr lang="ru-RU" sz="2000" dirty="0"/>
              <a:t>шаблоне презентаций</a:t>
            </a:r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4DABABCE-DD08-EFA9-5E52-D32E480D1F2A}"/>
              </a:ext>
            </a:extLst>
          </p:cNvPr>
          <p:cNvSpPr/>
          <p:nvPr userDrawn="1"/>
        </p:nvSpPr>
        <p:spPr>
          <a:xfrm>
            <a:off x="8319540" y="1337597"/>
            <a:ext cx="14340092" cy="762000"/>
          </a:xfrm>
          <a:prstGeom prst="rect">
            <a:avLst/>
          </a:prstGeom>
          <a:noFill/>
          <a:ln/>
        </p:spPr>
      </p:sp>
      <p:sp>
        <p:nvSpPr>
          <p:cNvPr id="37" name="Text 5">
            <a:extLst>
              <a:ext uri="{FF2B5EF4-FFF2-40B4-BE49-F238E27FC236}">
                <a16:creationId xmlns:a16="http://schemas.microsoft.com/office/drawing/2014/main" id="{71FCB125-F04B-1C14-8366-E078D96F30D2}"/>
              </a:ext>
            </a:extLst>
          </p:cNvPr>
          <p:cNvSpPr/>
          <p:nvPr userDrawn="1"/>
        </p:nvSpPr>
        <p:spPr>
          <a:xfrm>
            <a:off x="8319540" y="1520477"/>
            <a:ext cx="3810476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400" dirty="0">
                <a:solidFill>
                  <a:srgbClr val="E6E6E6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Base Black</a:t>
            </a:r>
            <a:endParaRPr lang="en-US" sz="2400" dirty="0"/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83C739C4-0174-C1DE-9EA8-D28D08A3B343}"/>
              </a:ext>
            </a:extLst>
          </p:cNvPr>
          <p:cNvSpPr/>
          <p:nvPr userDrawn="1"/>
        </p:nvSpPr>
        <p:spPr>
          <a:xfrm>
            <a:off x="8319540" y="2028477"/>
            <a:ext cx="378507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800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#141414</a:t>
            </a:r>
            <a:endParaRPr lang="en-US" sz="1800" dirty="0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F35086F2-D6AA-39DF-4D8A-18A80F0170E5}"/>
              </a:ext>
            </a:extLst>
          </p:cNvPr>
          <p:cNvSpPr/>
          <p:nvPr userDrawn="1"/>
        </p:nvSpPr>
        <p:spPr>
          <a:xfrm>
            <a:off x="8319540" y="8436897"/>
            <a:ext cx="14340092" cy="762000"/>
          </a:xfrm>
          <a:prstGeom prst="rect">
            <a:avLst/>
          </a:prstGeom>
          <a:noFill/>
          <a:ln/>
        </p:spPr>
      </p:sp>
      <p:sp>
        <p:nvSpPr>
          <p:cNvPr id="40" name="Text 9">
            <a:extLst>
              <a:ext uri="{FF2B5EF4-FFF2-40B4-BE49-F238E27FC236}">
                <a16:creationId xmlns:a16="http://schemas.microsoft.com/office/drawing/2014/main" id="{CF9B8D04-9918-A79F-EA30-DB4FA281CA4A}"/>
              </a:ext>
            </a:extLst>
          </p:cNvPr>
          <p:cNvSpPr/>
          <p:nvPr userDrawn="1"/>
        </p:nvSpPr>
        <p:spPr>
          <a:xfrm>
            <a:off x="8319540" y="8436897"/>
            <a:ext cx="3810476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Base Grey</a:t>
            </a:r>
            <a:endParaRPr lang="en-US" sz="2400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DE8B4A21-B416-DC6A-D52D-FE815A388BF0}"/>
              </a:ext>
            </a:extLst>
          </p:cNvPr>
          <p:cNvSpPr/>
          <p:nvPr userDrawn="1"/>
        </p:nvSpPr>
        <p:spPr>
          <a:xfrm>
            <a:off x="8319540" y="8944897"/>
            <a:ext cx="378507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8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#E6E6E6</a:t>
            </a:r>
            <a:endParaRPr lang="en-US" sz="18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ED38EBDE-7076-450E-B02C-AAB461A18E81}"/>
              </a:ext>
            </a:extLst>
          </p:cNvPr>
          <p:cNvSpPr/>
          <p:nvPr userDrawn="1"/>
        </p:nvSpPr>
        <p:spPr>
          <a:xfrm>
            <a:off x="8010614" y="10926097"/>
            <a:ext cx="524999" cy="32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000000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00</a:t>
            </a:r>
            <a:endParaRPr lang="en-US" sz="10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000000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#FFFFFF</a:t>
            </a:r>
            <a:endParaRPr lang="en-US" sz="1000" dirty="0"/>
          </a:p>
        </p:txBody>
      </p:sp>
      <p:sp>
        <p:nvSpPr>
          <p:cNvPr id="43" name="Text 12">
            <a:extLst>
              <a:ext uri="{FF2B5EF4-FFF2-40B4-BE49-F238E27FC236}">
                <a16:creationId xmlns:a16="http://schemas.microsoft.com/office/drawing/2014/main" id="{B58C1321-00F2-C751-A62A-00035998C6B9}"/>
              </a:ext>
            </a:extLst>
          </p:cNvPr>
          <p:cNvSpPr/>
          <p:nvPr userDrawn="1"/>
        </p:nvSpPr>
        <p:spPr>
          <a:xfrm>
            <a:off x="9211400" y="10926097"/>
            <a:ext cx="550402" cy="32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000000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50</a:t>
            </a:r>
            <a:endParaRPr lang="en-US" sz="10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000000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#F6F6F6</a:t>
            </a:r>
            <a:endParaRPr lang="en-US" sz="1000" dirty="0"/>
          </a:p>
        </p:txBody>
      </p:sp>
      <p:sp>
        <p:nvSpPr>
          <p:cNvPr id="44" name="Text 13">
            <a:extLst>
              <a:ext uri="{FF2B5EF4-FFF2-40B4-BE49-F238E27FC236}">
                <a16:creationId xmlns:a16="http://schemas.microsoft.com/office/drawing/2014/main" id="{5266907E-0650-54D0-2EE6-691C71A6739A}"/>
              </a:ext>
            </a:extLst>
          </p:cNvPr>
          <p:cNvSpPr/>
          <p:nvPr userDrawn="1"/>
        </p:nvSpPr>
        <p:spPr>
          <a:xfrm>
            <a:off x="10412186" y="10926097"/>
            <a:ext cx="588507" cy="1439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000000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100</a:t>
            </a:r>
            <a:endParaRPr lang="en-US" sz="10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000000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#E6E6E6</a:t>
            </a:r>
            <a:endParaRPr lang="en-US" sz="10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000000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endParaRPr lang="en-US" sz="10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000000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endParaRPr lang="en-US" sz="10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000000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endParaRPr lang="en-US" sz="10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000000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endParaRPr lang="en-US" sz="10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000000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endParaRPr lang="en-US" sz="10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000000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endParaRPr lang="en-US" sz="10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000000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base  grey</a:t>
            </a:r>
            <a:endParaRPr lang="en-US" sz="1000" dirty="0"/>
          </a:p>
        </p:txBody>
      </p:sp>
      <p:sp>
        <p:nvSpPr>
          <p:cNvPr id="45" name="Text 14">
            <a:extLst>
              <a:ext uri="{FF2B5EF4-FFF2-40B4-BE49-F238E27FC236}">
                <a16:creationId xmlns:a16="http://schemas.microsoft.com/office/drawing/2014/main" id="{7CCEF170-E150-8B50-97E6-462D74141C1F}"/>
              </a:ext>
            </a:extLst>
          </p:cNvPr>
          <p:cNvSpPr/>
          <p:nvPr userDrawn="1"/>
        </p:nvSpPr>
        <p:spPr>
          <a:xfrm>
            <a:off x="11612973" y="10926097"/>
            <a:ext cx="524999" cy="32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000000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200</a:t>
            </a:r>
            <a:endParaRPr lang="en-US" sz="10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000000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#D1D1D1</a:t>
            </a:r>
            <a:endParaRPr lang="en-US" sz="1000" dirty="0"/>
          </a:p>
        </p:txBody>
      </p:sp>
      <p:sp>
        <p:nvSpPr>
          <p:cNvPr id="46" name="Text 15">
            <a:extLst>
              <a:ext uri="{FF2B5EF4-FFF2-40B4-BE49-F238E27FC236}">
                <a16:creationId xmlns:a16="http://schemas.microsoft.com/office/drawing/2014/main" id="{9DAF85B8-F563-8F83-0D8F-C5A03B96271E}"/>
              </a:ext>
            </a:extLst>
          </p:cNvPr>
          <p:cNvSpPr/>
          <p:nvPr userDrawn="1"/>
        </p:nvSpPr>
        <p:spPr>
          <a:xfrm>
            <a:off x="12813758" y="10926097"/>
            <a:ext cx="613910" cy="32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000000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300</a:t>
            </a:r>
            <a:endParaRPr lang="en-US" sz="10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000000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#B0B0B0</a:t>
            </a:r>
            <a:endParaRPr lang="en-US" sz="1000" dirty="0"/>
          </a:p>
        </p:txBody>
      </p:sp>
      <p:sp>
        <p:nvSpPr>
          <p:cNvPr id="47" name="Text 16">
            <a:extLst>
              <a:ext uri="{FF2B5EF4-FFF2-40B4-BE49-F238E27FC236}">
                <a16:creationId xmlns:a16="http://schemas.microsoft.com/office/drawing/2014/main" id="{4EA8441E-2A58-F7EA-5543-C9DB25C0381D}"/>
              </a:ext>
            </a:extLst>
          </p:cNvPr>
          <p:cNvSpPr/>
          <p:nvPr userDrawn="1"/>
        </p:nvSpPr>
        <p:spPr>
          <a:xfrm>
            <a:off x="14014544" y="10926097"/>
            <a:ext cx="563104" cy="32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400</a:t>
            </a:r>
            <a:endParaRPr lang="en-US" sz="10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#888888</a:t>
            </a:r>
            <a:endParaRPr lang="en-US" sz="1000" dirty="0"/>
          </a:p>
        </p:txBody>
      </p:sp>
      <p:sp>
        <p:nvSpPr>
          <p:cNvPr id="48" name="Text 17">
            <a:extLst>
              <a:ext uri="{FF2B5EF4-FFF2-40B4-BE49-F238E27FC236}">
                <a16:creationId xmlns:a16="http://schemas.microsoft.com/office/drawing/2014/main" id="{2C20BFD5-0D3F-2735-E112-E5BE461F459D}"/>
              </a:ext>
            </a:extLst>
          </p:cNvPr>
          <p:cNvSpPr/>
          <p:nvPr userDrawn="1"/>
        </p:nvSpPr>
        <p:spPr>
          <a:xfrm>
            <a:off x="15215331" y="10926097"/>
            <a:ext cx="613910" cy="32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500</a:t>
            </a:r>
            <a:endParaRPr lang="en-US" sz="10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#6D6D6D</a:t>
            </a:r>
            <a:endParaRPr lang="en-US" sz="1000" dirty="0"/>
          </a:p>
        </p:txBody>
      </p:sp>
      <p:sp>
        <p:nvSpPr>
          <p:cNvPr id="49" name="Text 18">
            <a:extLst>
              <a:ext uri="{FF2B5EF4-FFF2-40B4-BE49-F238E27FC236}">
                <a16:creationId xmlns:a16="http://schemas.microsoft.com/office/drawing/2014/main" id="{7CE66338-CB58-CBDB-EAB1-94033C2A8CBD}"/>
              </a:ext>
            </a:extLst>
          </p:cNvPr>
          <p:cNvSpPr/>
          <p:nvPr userDrawn="1"/>
        </p:nvSpPr>
        <p:spPr>
          <a:xfrm>
            <a:off x="16416117" y="10926097"/>
            <a:ext cx="601208" cy="32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600</a:t>
            </a:r>
            <a:endParaRPr lang="en-US" sz="10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#5D5D5D</a:t>
            </a:r>
            <a:endParaRPr lang="en-US" sz="1000" dirty="0"/>
          </a:p>
        </p:txBody>
      </p:sp>
      <p:sp>
        <p:nvSpPr>
          <p:cNvPr id="50" name="Text 19">
            <a:extLst>
              <a:ext uri="{FF2B5EF4-FFF2-40B4-BE49-F238E27FC236}">
                <a16:creationId xmlns:a16="http://schemas.microsoft.com/office/drawing/2014/main" id="{89D00A81-57D2-4399-F18B-FC83A4D197A2}"/>
              </a:ext>
            </a:extLst>
          </p:cNvPr>
          <p:cNvSpPr/>
          <p:nvPr userDrawn="1"/>
        </p:nvSpPr>
        <p:spPr>
          <a:xfrm>
            <a:off x="17616902" y="10926097"/>
            <a:ext cx="550402" cy="32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700</a:t>
            </a:r>
            <a:endParaRPr lang="en-US" sz="10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#4F4F4F</a:t>
            </a:r>
            <a:endParaRPr lang="en-US" sz="1000" dirty="0"/>
          </a:p>
        </p:txBody>
      </p:sp>
      <p:sp>
        <p:nvSpPr>
          <p:cNvPr id="51" name="Text 20">
            <a:extLst>
              <a:ext uri="{FF2B5EF4-FFF2-40B4-BE49-F238E27FC236}">
                <a16:creationId xmlns:a16="http://schemas.microsoft.com/office/drawing/2014/main" id="{B177338D-809F-8B52-F422-FD4EB209A822}"/>
              </a:ext>
            </a:extLst>
          </p:cNvPr>
          <p:cNvSpPr/>
          <p:nvPr userDrawn="1"/>
        </p:nvSpPr>
        <p:spPr>
          <a:xfrm>
            <a:off x="18817688" y="10926097"/>
            <a:ext cx="563104" cy="32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800</a:t>
            </a:r>
            <a:endParaRPr lang="en-US" sz="10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#454545</a:t>
            </a:r>
            <a:endParaRPr lang="en-US" sz="1000" dirty="0"/>
          </a:p>
        </p:txBody>
      </p:sp>
      <p:sp>
        <p:nvSpPr>
          <p:cNvPr id="52" name="Text 21">
            <a:extLst>
              <a:ext uri="{FF2B5EF4-FFF2-40B4-BE49-F238E27FC236}">
                <a16:creationId xmlns:a16="http://schemas.microsoft.com/office/drawing/2014/main" id="{20ED6393-F8AA-F990-BF31-46E47E1BC4C0}"/>
              </a:ext>
            </a:extLst>
          </p:cNvPr>
          <p:cNvSpPr/>
          <p:nvPr userDrawn="1"/>
        </p:nvSpPr>
        <p:spPr>
          <a:xfrm>
            <a:off x="20018474" y="10926097"/>
            <a:ext cx="613910" cy="32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900</a:t>
            </a:r>
            <a:endParaRPr lang="en-US" sz="10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#3D3D3D</a:t>
            </a:r>
            <a:endParaRPr lang="en-US" sz="1000" dirty="0"/>
          </a:p>
        </p:txBody>
      </p:sp>
      <p:sp>
        <p:nvSpPr>
          <p:cNvPr id="53" name="Text 22">
            <a:extLst>
              <a:ext uri="{FF2B5EF4-FFF2-40B4-BE49-F238E27FC236}">
                <a16:creationId xmlns:a16="http://schemas.microsoft.com/office/drawing/2014/main" id="{6B07A622-C44A-2914-D1FD-B3C46EC9E006}"/>
              </a:ext>
            </a:extLst>
          </p:cNvPr>
          <p:cNvSpPr/>
          <p:nvPr userDrawn="1"/>
        </p:nvSpPr>
        <p:spPr>
          <a:xfrm>
            <a:off x="21219259" y="10926097"/>
            <a:ext cx="512297" cy="1439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E6E6E6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950</a:t>
            </a:r>
            <a:endParaRPr lang="en-US" sz="10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E6E6E6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#141414</a:t>
            </a:r>
            <a:endParaRPr lang="en-US" sz="10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E6E6E6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endParaRPr lang="en-US" sz="10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E6E6E6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endParaRPr lang="en-US" sz="10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E6E6E6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endParaRPr lang="en-US" sz="10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E6E6E6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endParaRPr lang="en-US" sz="10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E6E6E6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endParaRPr lang="en-US" sz="10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E6E6E6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endParaRPr lang="en-US" sz="10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E6E6E6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base  black</a:t>
            </a:r>
            <a:endParaRPr lang="en-US" sz="1000" dirty="0"/>
          </a:p>
        </p:txBody>
      </p:sp>
      <p:sp>
        <p:nvSpPr>
          <p:cNvPr id="54" name="Text 23">
            <a:extLst>
              <a:ext uri="{FF2B5EF4-FFF2-40B4-BE49-F238E27FC236}">
                <a16:creationId xmlns:a16="http://schemas.microsoft.com/office/drawing/2014/main" id="{588A0A92-DCCE-9695-3147-86B34E53D3B4}"/>
              </a:ext>
            </a:extLst>
          </p:cNvPr>
          <p:cNvSpPr/>
          <p:nvPr userDrawn="1"/>
        </p:nvSpPr>
        <p:spPr>
          <a:xfrm>
            <a:off x="22420045" y="10926097"/>
            <a:ext cx="626612" cy="32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1000</a:t>
            </a:r>
            <a:endParaRPr lang="en-US" sz="10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#000000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0340012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закрывающий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A2FCA844-8081-5220-9A20-027AC6CD6A90}"/>
              </a:ext>
            </a:extLst>
          </p:cNvPr>
          <p:cNvSpPr/>
          <p:nvPr userDrawn="1"/>
        </p:nvSpPr>
        <p:spPr>
          <a:xfrm>
            <a:off x="1219352" y="817780"/>
            <a:ext cx="12908128" cy="346248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Дополни-</a:t>
            </a:r>
            <a:b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тельная</a:t>
            </a:r>
            <a:b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палитра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B2E519-4ED4-5E43-3CA2-FC2308AC3615}"/>
              </a:ext>
            </a:extLst>
          </p:cNvPr>
          <p:cNvSpPr txBox="1"/>
          <p:nvPr userDrawn="1"/>
        </p:nvSpPr>
        <p:spPr>
          <a:xfrm>
            <a:off x="1219352" y="4798716"/>
            <a:ext cx="6401376" cy="557678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buNone/>
            </a:pPr>
            <a:r>
              <a:rPr lang="ru-RU" sz="2000" dirty="0">
                <a:effectLst/>
              </a:rPr>
              <a:t>Количество дополнительных цветов, которые могут применяться на макете зависит от уровня яркости данного макета</a:t>
            </a:r>
            <a:endParaRPr lang="ru-RU" dirty="0"/>
          </a:p>
          <a:p>
            <a:r>
              <a:rPr lang="ru-RU" sz="2000" dirty="0">
                <a:effectLst/>
              </a:rPr>
              <a:t>Для учебных презентаций рекомендуется использовать первый уровень яркости –  </a:t>
            </a:r>
            <a:br>
              <a:rPr lang="ru-RU" sz="2000" dirty="0">
                <a:effectLst/>
              </a:rPr>
            </a:br>
            <a:r>
              <a:rPr lang="ru-RU" sz="2000" dirty="0">
                <a:effectLst/>
              </a:rPr>
              <a:t>1-2 </a:t>
            </a:r>
            <a:r>
              <a:rPr lang="ru-RU" sz="2000" dirty="0" err="1">
                <a:effectLst/>
              </a:rPr>
              <a:t>доп</a:t>
            </a:r>
            <a:r>
              <a:rPr lang="ru-RU" sz="2000" dirty="0">
                <a:effectLst/>
              </a:rPr>
              <a:t> цвета</a:t>
            </a:r>
          </a:p>
          <a:p>
            <a:pPr>
              <a:spcAft>
                <a:spcPts val="1800"/>
              </a:spcAft>
            </a:pPr>
            <a:r>
              <a:rPr lang="ru-RU" sz="2000" dirty="0">
                <a:effectLst/>
              </a:rPr>
              <a:t>В презентациях для выступлений рекомендуется использовать второй уровень яркости – </a:t>
            </a:r>
            <a:br>
              <a:rPr lang="ru-RU" sz="2000" dirty="0">
                <a:effectLst/>
              </a:rPr>
            </a:br>
            <a:r>
              <a:rPr lang="ru-RU" sz="2000" dirty="0">
                <a:effectLst/>
              </a:rPr>
              <a:t>2-3 </a:t>
            </a:r>
            <a:r>
              <a:rPr lang="ru-RU" sz="2000" dirty="0" err="1">
                <a:effectLst/>
              </a:rPr>
              <a:t>доп</a:t>
            </a:r>
            <a:r>
              <a:rPr lang="ru-RU" sz="2000" dirty="0">
                <a:effectLst/>
              </a:rPr>
              <a:t> цвета</a:t>
            </a:r>
          </a:p>
          <a:p>
            <a:pPr>
              <a:spcAft>
                <a:spcPts val="1800"/>
              </a:spcAft>
            </a:pPr>
            <a:endParaRPr lang="ru-RU" dirty="0"/>
          </a:p>
          <a:p>
            <a:pPr marL="0" indent="0">
              <a:buNone/>
            </a:pPr>
            <a:r>
              <a:rPr lang="en" sz="2400" dirty="0">
                <a:latin typeface="Graphik LC Medium" panose="020B0503030202060203" pitchFamily="34" charset="0"/>
              </a:rPr>
              <a:t>Education green</a:t>
            </a:r>
            <a:br>
              <a:rPr lang="ru-RU" sz="2000" dirty="0">
                <a:effectLst/>
              </a:rPr>
            </a:br>
            <a:r>
              <a:rPr lang="ru-RU" sz="2000" dirty="0">
                <a:effectLst/>
              </a:rPr>
              <a:t>Используется как доминирующий акцентный цвет Центрального университета в коммуникациях</a:t>
            </a:r>
            <a:endParaRPr lang="ru-RU" dirty="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1C6ACE35-05B1-51BE-CC82-59248A09AEAB}"/>
              </a:ext>
            </a:extLst>
          </p:cNvPr>
          <p:cNvSpPr/>
          <p:nvPr userDrawn="1"/>
        </p:nvSpPr>
        <p:spPr>
          <a:xfrm>
            <a:off x="9409631" y="1219200"/>
            <a:ext cx="13794642" cy="2066576"/>
          </a:xfrm>
          <a:prstGeom prst="rect">
            <a:avLst/>
          </a:prstGeom>
          <a:noFill/>
          <a:ln/>
        </p:spPr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62E2E33E-7146-7F90-CB5D-FC8A915B51B2}"/>
              </a:ext>
            </a:extLst>
          </p:cNvPr>
          <p:cNvSpPr/>
          <p:nvPr userDrawn="1"/>
        </p:nvSpPr>
        <p:spPr>
          <a:xfrm>
            <a:off x="9409631" y="1219200"/>
            <a:ext cx="13794642" cy="1322609"/>
          </a:xfrm>
          <a:prstGeom prst="roundRect">
            <a:avLst>
              <a:gd name="adj" fmla="val 8988"/>
            </a:avLst>
          </a:prstGeom>
          <a:solidFill>
            <a:schemeClr val="accent1"/>
          </a:solidFill>
          <a:ln/>
        </p:spPr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CB792520-A15A-047C-6458-92C9C4898A51}"/>
              </a:ext>
            </a:extLst>
          </p:cNvPr>
          <p:cNvSpPr/>
          <p:nvPr userDrawn="1"/>
        </p:nvSpPr>
        <p:spPr>
          <a:xfrm>
            <a:off x="9622222" y="1431762"/>
            <a:ext cx="13369466" cy="897484"/>
          </a:xfrm>
          <a:prstGeom prst="rect">
            <a:avLst/>
          </a:prstGeom>
          <a:noFill/>
          <a:ln/>
        </p:spPr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911CABB0-4BFC-41A0-5CEE-8CB2AA0033BD}"/>
              </a:ext>
            </a:extLst>
          </p:cNvPr>
          <p:cNvSpPr/>
          <p:nvPr userDrawn="1"/>
        </p:nvSpPr>
        <p:spPr>
          <a:xfrm>
            <a:off x="9622222" y="1431762"/>
            <a:ext cx="3543144" cy="41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5"/>
              </a:lnSpc>
              <a:buNone/>
            </a:pPr>
            <a:r>
              <a:rPr lang="en-US" sz="2232" dirty="0">
                <a:solidFill>
                  <a:srgbClr val="E6E6E6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Education Green</a:t>
            </a:r>
            <a:endParaRPr lang="en-US" sz="2232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5A394EDA-5194-BC46-E108-29165F4CA0FE}"/>
              </a:ext>
            </a:extLst>
          </p:cNvPr>
          <p:cNvSpPr/>
          <p:nvPr userDrawn="1"/>
        </p:nvSpPr>
        <p:spPr>
          <a:xfrm>
            <a:off x="9622222" y="1867352"/>
            <a:ext cx="3511650" cy="26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37"/>
              </a:lnSpc>
              <a:buNone/>
            </a:pPr>
            <a:r>
              <a:rPr lang="en-US" sz="1488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#00A651</a:t>
            </a:r>
            <a:endParaRPr lang="en-US" sz="1488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E627B8CD-5E85-D287-B628-53D5C828719A}"/>
              </a:ext>
            </a:extLst>
          </p:cNvPr>
          <p:cNvSpPr/>
          <p:nvPr userDrawn="1"/>
        </p:nvSpPr>
        <p:spPr>
          <a:xfrm>
            <a:off x="9622222" y="2117788"/>
            <a:ext cx="1282342" cy="26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37"/>
              </a:lnSpc>
              <a:buNone/>
            </a:pPr>
            <a:r>
              <a:rPr lang="en-US" sz="1488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RGB: 0 166 81 </a:t>
            </a:r>
            <a:endParaRPr lang="en-US" sz="1488" dirty="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8EC221D0-D290-77DA-B7A8-67EA7ABA86E2}"/>
              </a:ext>
            </a:extLst>
          </p:cNvPr>
          <p:cNvSpPr/>
          <p:nvPr userDrawn="1"/>
        </p:nvSpPr>
        <p:spPr>
          <a:xfrm>
            <a:off x="9409634" y="2659899"/>
            <a:ext cx="1135954" cy="625877"/>
          </a:xfrm>
          <a:prstGeom prst="roundRect">
            <a:avLst>
              <a:gd name="adj" fmla="val 18993"/>
            </a:avLst>
          </a:prstGeom>
          <a:solidFill>
            <a:srgbClr val="EDFFF5">
              <a:alpha val="100000"/>
            </a:srgbClr>
          </a:solidFill>
          <a:ln/>
        </p:spPr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568A12EB-EA23-6BFF-E261-030425AB4679}"/>
              </a:ext>
            </a:extLst>
          </p:cNvPr>
          <p:cNvSpPr/>
          <p:nvPr userDrawn="1"/>
        </p:nvSpPr>
        <p:spPr>
          <a:xfrm>
            <a:off x="9574981" y="2769638"/>
            <a:ext cx="715598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50</a:t>
            </a:r>
            <a:endParaRPr lang="en-US" sz="1302" dirty="0"/>
          </a:p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#EDFFF5</a:t>
            </a:r>
            <a:endParaRPr lang="en-US" sz="1302" dirty="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813EDA94-95FB-BC06-0898-5BFCBD30099D}"/>
              </a:ext>
            </a:extLst>
          </p:cNvPr>
          <p:cNvSpPr/>
          <p:nvPr userDrawn="1"/>
        </p:nvSpPr>
        <p:spPr>
          <a:xfrm>
            <a:off x="10675504" y="2659899"/>
            <a:ext cx="1135954" cy="625877"/>
          </a:xfrm>
          <a:prstGeom prst="roundRect">
            <a:avLst>
              <a:gd name="adj" fmla="val 18993"/>
            </a:avLst>
          </a:prstGeom>
          <a:solidFill>
            <a:srgbClr val="D6FFEA">
              <a:alpha val="100000"/>
            </a:srgbClr>
          </a:solidFill>
          <a:ln/>
        </p:spPr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37851351-E3E6-5128-3D1A-D712F2138547}"/>
              </a:ext>
            </a:extLst>
          </p:cNvPr>
          <p:cNvSpPr/>
          <p:nvPr userDrawn="1"/>
        </p:nvSpPr>
        <p:spPr>
          <a:xfrm>
            <a:off x="10840851" y="2769638"/>
            <a:ext cx="753703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100</a:t>
            </a:r>
            <a:endParaRPr lang="en-US" sz="1302" dirty="0"/>
          </a:p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#D6FFEA</a:t>
            </a:r>
            <a:endParaRPr lang="en-US" sz="1302" dirty="0"/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DB06E639-0412-941E-5659-5B7425B48C08}"/>
              </a:ext>
            </a:extLst>
          </p:cNvPr>
          <p:cNvSpPr/>
          <p:nvPr userDrawn="1"/>
        </p:nvSpPr>
        <p:spPr>
          <a:xfrm>
            <a:off x="11941371" y="2659899"/>
            <a:ext cx="1135954" cy="625877"/>
          </a:xfrm>
          <a:prstGeom prst="roundRect">
            <a:avLst>
              <a:gd name="adj" fmla="val 18993"/>
            </a:avLst>
          </a:prstGeom>
          <a:solidFill>
            <a:srgbClr val="AFFFD5">
              <a:alpha val="100000"/>
            </a:srgbClr>
          </a:solidFill>
          <a:ln/>
        </p:spPr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ED207F41-2302-D878-59FA-9E15DC79FC77}"/>
              </a:ext>
            </a:extLst>
          </p:cNvPr>
          <p:cNvSpPr/>
          <p:nvPr userDrawn="1"/>
        </p:nvSpPr>
        <p:spPr>
          <a:xfrm>
            <a:off x="12106718" y="2769638"/>
            <a:ext cx="741001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200</a:t>
            </a:r>
            <a:endParaRPr lang="en-US" sz="1302" dirty="0"/>
          </a:p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#AFFFD5</a:t>
            </a:r>
            <a:endParaRPr lang="en-US" sz="1302" dirty="0"/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2B30AB19-B32C-5B11-9EFF-A400A2EF15E3}"/>
              </a:ext>
            </a:extLst>
          </p:cNvPr>
          <p:cNvSpPr/>
          <p:nvPr userDrawn="1"/>
        </p:nvSpPr>
        <p:spPr>
          <a:xfrm>
            <a:off x="13207238" y="2659899"/>
            <a:ext cx="1135954" cy="625877"/>
          </a:xfrm>
          <a:prstGeom prst="roundRect">
            <a:avLst>
              <a:gd name="adj" fmla="val 18993"/>
            </a:avLst>
          </a:prstGeom>
          <a:solidFill>
            <a:srgbClr val="71FFB6">
              <a:alpha val="100000"/>
            </a:srgbClr>
          </a:solidFill>
          <a:ln/>
        </p:spPr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E2EC344B-053D-9F2E-6A54-CD50EDF7394E}"/>
              </a:ext>
            </a:extLst>
          </p:cNvPr>
          <p:cNvSpPr/>
          <p:nvPr userDrawn="1"/>
        </p:nvSpPr>
        <p:spPr>
          <a:xfrm>
            <a:off x="13372585" y="2769638"/>
            <a:ext cx="677493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300</a:t>
            </a:r>
            <a:endParaRPr lang="en-US" sz="1302" dirty="0"/>
          </a:p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#71FFB6</a:t>
            </a:r>
            <a:endParaRPr lang="en-US" sz="1302" dirty="0"/>
          </a:p>
        </p:txBody>
      </p:sp>
      <p:sp>
        <p:nvSpPr>
          <p:cNvPr id="56" name="Shape 20">
            <a:extLst>
              <a:ext uri="{FF2B5EF4-FFF2-40B4-BE49-F238E27FC236}">
                <a16:creationId xmlns:a16="http://schemas.microsoft.com/office/drawing/2014/main" id="{26F017E2-773E-0F78-B800-CA3323A6EFB1}"/>
              </a:ext>
            </a:extLst>
          </p:cNvPr>
          <p:cNvSpPr/>
          <p:nvPr userDrawn="1"/>
        </p:nvSpPr>
        <p:spPr>
          <a:xfrm>
            <a:off x="14473110" y="2659899"/>
            <a:ext cx="1135954" cy="625877"/>
          </a:xfrm>
          <a:prstGeom prst="roundRect">
            <a:avLst>
              <a:gd name="adj" fmla="val 18993"/>
            </a:avLst>
          </a:prstGeom>
          <a:solidFill>
            <a:srgbClr val="2DFB90">
              <a:alpha val="100000"/>
            </a:srgbClr>
          </a:solidFill>
          <a:ln/>
        </p:spPr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36D83019-BD32-348C-BC41-215213C039F8}"/>
              </a:ext>
            </a:extLst>
          </p:cNvPr>
          <p:cNvSpPr/>
          <p:nvPr userDrawn="1"/>
        </p:nvSpPr>
        <p:spPr>
          <a:xfrm>
            <a:off x="14638457" y="2769638"/>
            <a:ext cx="766404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400</a:t>
            </a:r>
            <a:endParaRPr lang="en-US" sz="1302" dirty="0"/>
          </a:p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#2DFB90</a:t>
            </a:r>
            <a:endParaRPr lang="en-US" sz="1302" dirty="0"/>
          </a:p>
        </p:txBody>
      </p:sp>
      <p:sp>
        <p:nvSpPr>
          <p:cNvPr id="58" name="Shape 22">
            <a:extLst>
              <a:ext uri="{FF2B5EF4-FFF2-40B4-BE49-F238E27FC236}">
                <a16:creationId xmlns:a16="http://schemas.microsoft.com/office/drawing/2014/main" id="{0F4687D5-63C7-D698-5277-8188A134793F}"/>
              </a:ext>
            </a:extLst>
          </p:cNvPr>
          <p:cNvSpPr/>
          <p:nvPr userDrawn="1"/>
        </p:nvSpPr>
        <p:spPr>
          <a:xfrm>
            <a:off x="15738980" y="2659899"/>
            <a:ext cx="1135954" cy="625877"/>
          </a:xfrm>
          <a:prstGeom prst="roundRect">
            <a:avLst>
              <a:gd name="adj" fmla="val 18993"/>
            </a:avLst>
          </a:prstGeom>
          <a:solidFill>
            <a:srgbClr val="02E570">
              <a:alpha val="100000"/>
            </a:srgbClr>
          </a:solidFill>
          <a:ln/>
        </p:spPr>
      </p:sp>
      <p:sp>
        <p:nvSpPr>
          <p:cNvPr id="59" name="Text 23">
            <a:extLst>
              <a:ext uri="{FF2B5EF4-FFF2-40B4-BE49-F238E27FC236}">
                <a16:creationId xmlns:a16="http://schemas.microsoft.com/office/drawing/2014/main" id="{2FE20223-0DD0-F06A-B7DB-35CDE818C8C3}"/>
              </a:ext>
            </a:extLst>
          </p:cNvPr>
          <p:cNvSpPr/>
          <p:nvPr userDrawn="1"/>
        </p:nvSpPr>
        <p:spPr>
          <a:xfrm>
            <a:off x="15904327" y="2769638"/>
            <a:ext cx="728300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500</a:t>
            </a:r>
            <a:endParaRPr lang="en-US" sz="1302" dirty="0"/>
          </a:p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#02E570</a:t>
            </a:r>
            <a:endParaRPr lang="en-US" sz="1302" dirty="0"/>
          </a:p>
        </p:txBody>
      </p:sp>
      <p:sp>
        <p:nvSpPr>
          <p:cNvPr id="60" name="Shape 24">
            <a:extLst>
              <a:ext uri="{FF2B5EF4-FFF2-40B4-BE49-F238E27FC236}">
                <a16:creationId xmlns:a16="http://schemas.microsoft.com/office/drawing/2014/main" id="{4DF5CC3A-2537-99A5-8003-7A62748F48F7}"/>
              </a:ext>
            </a:extLst>
          </p:cNvPr>
          <p:cNvSpPr/>
          <p:nvPr userDrawn="1"/>
        </p:nvSpPr>
        <p:spPr>
          <a:xfrm>
            <a:off x="17004847" y="2659899"/>
            <a:ext cx="1135953" cy="625877"/>
          </a:xfrm>
          <a:prstGeom prst="roundRect">
            <a:avLst>
              <a:gd name="adj" fmla="val 18993"/>
            </a:avLst>
          </a:prstGeom>
          <a:solidFill>
            <a:srgbClr val="00BF59">
              <a:alpha val="100000"/>
            </a:srgbClr>
          </a:solidFill>
          <a:ln/>
        </p:spPr>
      </p:sp>
      <p:sp>
        <p:nvSpPr>
          <p:cNvPr id="61" name="Text 25">
            <a:extLst>
              <a:ext uri="{FF2B5EF4-FFF2-40B4-BE49-F238E27FC236}">
                <a16:creationId xmlns:a16="http://schemas.microsoft.com/office/drawing/2014/main" id="{1D385043-38A2-5257-83BC-0C7128372631}"/>
              </a:ext>
            </a:extLst>
          </p:cNvPr>
          <p:cNvSpPr/>
          <p:nvPr userDrawn="1"/>
        </p:nvSpPr>
        <p:spPr>
          <a:xfrm>
            <a:off x="17170194" y="2769638"/>
            <a:ext cx="766404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600</a:t>
            </a:r>
            <a:endParaRPr lang="en-US" sz="1302" dirty="0"/>
          </a:p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#00BF59</a:t>
            </a:r>
            <a:endParaRPr lang="en-US" sz="1302" dirty="0"/>
          </a:p>
        </p:txBody>
      </p:sp>
      <p:sp>
        <p:nvSpPr>
          <p:cNvPr id="62" name="Shape 26">
            <a:extLst>
              <a:ext uri="{FF2B5EF4-FFF2-40B4-BE49-F238E27FC236}">
                <a16:creationId xmlns:a16="http://schemas.microsoft.com/office/drawing/2014/main" id="{C1646B41-7722-0832-E961-423D16573758}"/>
              </a:ext>
            </a:extLst>
          </p:cNvPr>
          <p:cNvSpPr/>
          <p:nvPr userDrawn="1"/>
        </p:nvSpPr>
        <p:spPr>
          <a:xfrm>
            <a:off x="18270716" y="2659899"/>
            <a:ext cx="1135953" cy="625877"/>
          </a:xfrm>
          <a:prstGeom prst="roundRect">
            <a:avLst>
              <a:gd name="adj" fmla="val 18993"/>
            </a:avLst>
          </a:prstGeom>
          <a:solidFill>
            <a:srgbClr val="00A651">
              <a:alpha val="100000"/>
            </a:srgbClr>
          </a:solidFill>
          <a:ln/>
        </p:spPr>
      </p:sp>
      <p:sp>
        <p:nvSpPr>
          <p:cNvPr id="63" name="Text 27">
            <a:extLst>
              <a:ext uri="{FF2B5EF4-FFF2-40B4-BE49-F238E27FC236}">
                <a16:creationId xmlns:a16="http://schemas.microsoft.com/office/drawing/2014/main" id="{C4D09BF0-08CC-581D-155E-21815E6441BE}"/>
              </a:ext>
            </a:extLst>
          </p:cNvPr>
          <p:cNvSpPr/>
          <p:nvPr userDrawn="1"/>
        </p:nvSpPr>
        <p:spPr>
          <a:xfrm>
            <a:off x="18436063" y="2769638"/>
            <a:ext cx="766404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E6E6E6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700</a:t>
            </a:r>
            <a:endParaRPr lang="en-US" sz="1302" dirty="0"/>
          </a:p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E6E6E6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#00A651</a:t>
            </a:r>
            <a:endParaRPr lang="en-US" sz="1302" dirty="0"/>
          </a:p>
        </p:txBody>
      </p:sp>
      <p:sp>
        <p:nvSpPr>
          <p:cNvPr id="64" name="Shape 28">
            <a:extLst>
              <a:ext uri="{FF2B5EF4-FFF2-40B4-BE49-F238E27FC236}">
                <a16:creationId xmlns:a16="http://schemas.microsoft.com/office/drawing/2014/main" id="{0FEA7230-00E3-5316-B066-8DA47546A24F}"/>
              </a:ext>
            </a:extLst>
          </p:cNvPr>
          <p:cNvSpPr/>
          <p:nvPr userDrawn="1"/>
        </p:nvSpPr>
        <p:spPr>
          <a:xfrm>
            <a:off x="19536584" y="2659899"/>
            <a:ext cx="1135953" cy="625877"/>
          </a:xfrm>
          <a:prstGeom prst="roundRect">
            <a:avLst>
              <a:gd name="adj" fmla="val 18993"/>
            </a:avLst>
          </a:prstGeom>
          <a:solidFill>
            <a:srgbClr val="06753D">
              <a:alpha val="100000"/>
            </a:srgbClr>
          </a:solidFill>
          <a:ln/>
        </p:spPr>
      </p:sp>
      <p:sp>
        <p:nvSpPr>
          <p:cNvPr id="65" name="Text 29">
            <a:extLst>
              <a:ext uri="{FF2B5EF4-FFF2-40B4-BE49-F238E27FC236}">
                <a16:creationId xmlns:a16="http://schemas.microsoft.com/office/drawing/2014/main" id="{EC147CCE-0405-FD5A-6BFD-E403746590E1}"/>
              </a:ext>
            </a:extLst>
          </p:cNvPr>
          <p:cNvSpPr/>
          <p:nvPr userDrawn="1"/>
        </p:nvSpPr>
        <p:spPr>
          <a:xfrm>
            <a:off x="19701931" y="2769638"/>
            <a:ext cx="753703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800</a:t>
            </a:r>
            <a:endParaRPr lang="en-US" sz="1302" dirty="0"/>
          </a:p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#06753D</a:t>
            </a:r>
            <a:endParaRPr lang="en-US" sz="1302" dirty="0"/>
          </a:p>
        </p:txBody>
      </p:sp>
      <p:sp>
        <p:nvSpPr>
          <p:cNvPr id="66" name="Shape 30">
            <a:extLst>
              <a:ext uri="{FF2B5EF4-FFF2-40B4-BE49-F238E27FC236}">
                <a16:creationId xmlns:a16="http://schemas.microsoft.com/office/drawing/2014/main" id="{0036A4BA-2EBD-C1DC-3DFA-F7DAEE0A727F}"/>
              </a:ext>
            </a:extLst>
          </p:cNvPr>
          <p:cNvSpPr/>
          <p:nvPr userDrawn="1"/>
        </p:nvSpPr>
        <p:spPr>
          <a:xfrm>
            <a:off x="20802453" y="2659899"/>
            <a:ext cx="1135953" cy="625877"/>
          </a:xfrm>
          <a:prstGeom prst="roundRect">
            <a:avLst>
              <a:gd name="adj" fmla="val 18993"/>
            </a:avLst>
          </a:prstGeom>
          <a:solidFill>
            <a:srgbClr val="085F34">
              <a:alpha val="100000"/>
            </a:srgbClr>
          </a:solidFill>
          <a:ln/>
        </p:spPr>
      </p:sp>
      <p:sp>
        <p:nvSpPr>
          <p:cNvPr id="67" name="Text 31">
            <a:extLst>
              <a:ext uri="{FF2B5EF4-FFF2-40B4-BE49-F238E27FC236}">
                <a16:creationId xmlns:a16="http://schemas.microsoft.com/office/drawing/2014/main" id="{41A4C62E-50F9-E768-2576-3BBDB06F48B9}"/>
              </a:ext>
            </a:extLst>
          </p:cNvPr>
          <p:cNvSpPr/>
          <p:nvPr userDrawn="1"/>
        </p:nvSpPr>
        <p:spPr>
          <a:xfrm>
            <a:off x="20967800" y="2769638"/>
            <a:ext cx="740123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900</a:t>
            </a:r>
            <a:endParaRPr lang="en-US" sz="1302" dirty="0"/>
          </a:p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#085F34</a:t>
            </a:r>
            <a:endParaRPr lang="en-US" sz="1302" dirty="0"/>
          </a:p>
        </p:txBody>
      </p:sp>
      <p:sp>
        <p:nvSpPr>
          <p:cNvPr id="68" name="Shape 32">
            <a:extLst>
              <a:ext uri="{FF2B5EF4-FFF2-40B4-BE49-F238E27FC236}">
                <a16:creationId xmlns:a16="http://schemas.microsoft.com/office/drawing/2014/main" id="{487332EE-3EC5-D1F1-6240-34B5F776F88F}"/>
              </a:ext>
            </a:extLst>
          </p:cNvPr>
          <p:cNvSpPr/>
          <p:nvPr userDrawn="1"/>
        </p:nvSpPr>
        <p:spPr>
          <a:xfrm>
            <a:off x="22068323" y="2659899"/>
            <a:ext cx="1135953" cy="625877"/>
          </a:xfrm>
          <a:prstGeom prst="roundRect">
            <a:avLst>
              <a:gd name="adj" fmla="val 18993"/>
            </a:avLst>
          </a:prstGeom>
          <a:solidFill>
            <a:srgbClr val="00361B">
              <a:alpha val="100000"/>
            </a:srgbClr>
          </a:solidFill>
          <a:ln/>
        </p:spPr>
      </p:sp>
      <p:sp>
        <p:nvSpPr>
          <p:cNvPr id="69" name="Text 33">
            <a:extLst>
              <a:ext uri="{FF2B5EF4-FFF2-40B4-BE49-F238E27FC236}">
                <a16:creationId xmlns:a16="http://schemas.microsoft.com/office/drawing/2014/main" id="{E2D82DF3-1625-0D4A-0430-0F4641CBC385}"/>
              </a:ext>
            </a:extLst>
          </p:cNvPr>
          <p:cNvSpPr/>
          <p:nvPr userDrawn="1"/>
        </p:nvSpPr>
        <p:spPr>
          <a:xfrm>
            <a:off x="22233670" y="2769638"/>
            <a:ext cx="741001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950</a:t>
            </a:r>
            <a:endParaRPr lang="en-US" sz="1302" dirty="0"/>
          </a:p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#00361B</a:t>
            </a:r>
            <a:endParaRPr lang="en-US" sz="1302" dirty="0"/>
          </a:p>
        </p:txBody>
      </p:sp>
      <p:sp>
        <p:nvSpPr>
          <p:cNvPr id="70" name="Shape 34">
            <a:extLst>
              <a:ext uri="{FF2B5EF4-FFF2-40B4-BE49-F238E27FC236}">
                <a16:creationId xmlns:a16="http://schemas.microsoft.com/office/drawing/2014/main" id="{8744AEC2-A32A-34C5-BCBA-0BD76182FBE1}"/>
              </a:ext>
            </a:extLst>
          </p:cNvPr>
          <p:cNvSpPr/>
          <p:nvPr userDrawn="1"/>
        </p:nvSpPr>
        <p:spPr>
          <a:xfrm>
            <a:off x="9409631" y="3521956"/>
            <a:ext cx="6779216" cy="2066576"/>
          </a:xfrm>
          <a:prstGeom prst="roundRect">
            <a:avLst>
              <a:gd name="adj" fmla="val 5752"/>
            </a:avLst>
          </a:prstGeom>
          <a:noFill/>
          <a:ln/>
        </p:spPr>
      </p:sp>
      <p:sp>
        <p:nvSpPr>
          <p:cNvPr id="71" name="Shape 35">
            <a:extLst>
              <a:ext uri="{FF2B5EF4-FFF2-40B4-BE49-F238E27FC236}">
                <a16:creationId xmlns:a16="http://schemas.microsoft.com/office/drawing/2014/main" id="{52B307B9-2D1E-66B1-205D-C5728F7F2125}"/>
              </a:ext>
            </a:extLst>
          </p:cNvPr>
          <p:cNvSpPr/>
          <p:nvPr userDrawn="1"/>
        </p:nvSpPr>
        <p:spPr>
          <a:xfrm>
            <a:off x="9409631" y="3521956"/>
            <a:ext cx="6779216" cy="1322609"/>
          </a:xfrm>
          <a:prstGeom prst="roundRect">
            <a:avLst>
              <a:gd name="adj" fmla="val 8988"/>
            </a:avLst>
          </a:prstGeom>
          <a:solidFill>
            <a:schemeClr val="accent2"/>
          </a:solidFill>
          <a:ln/>
        </p:spPr>
      </p:sp>
      <p:sp>
        <p:nvSpPr>
          <p:cNvPr id="72" name="Text 37">
            <a:extLst>
              <a:ext uri="{FF2B5EF4-FFF2-40B4-BE49-F238E27FC236}">
                <a16:creationId xmlns:a16="http://schemas.microsoft.com/office/drawing/2014/main" id="{796849AF-1000-1CB1-5104-2509BFC2233E}"/>
              </a:ext>
            </a:extLst>
          </p:cNvPr>
          <p:cNvSpPr/>
          <p:nvPr userDrawn="1"/>
        </p:nvSpPr>
        <p:spPr>
          <a:xfrm>
            <a:off x="9645841" y="3734518"/>
            <a:ext cx="1656779" cy="41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5"/>
              </a:lnSpc>
              <a:buNone/>
            </a:pPr>
            <a:r>
              <a:rPr lang="en-US" sz="2232" dirty="0">
                <a:solidFill>
                  <a:srgbClr val="E6E6E6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Expert Blue</a:t>
            </a:r>
            <a:endParaRPr lang="en-US" sz="2232" dirty="0"/>
          </a:p>
        </p:txBody>
      </p:sp>
      <p:sp>
        <p:nvSpPr>
          <p:cNvPr id="73" name="Text 39">
            <a:extLst>
              <a:ext uri="{FF2B5EF4-FFF2-40B4-BE49-F238E27FC236}">
                <a16:creationId xmlns:a16="http://schemas.microsoft.com/office/drawing/2014/main" id="{F95BF64A-5403-0C88-2F4D-A90CC8262DF8}"/>
              </a:ext>
            </a:extLst>
          </p:cNvPr>
          <p:cNvSpPr/>
          <p:nvPr userDrawn="1"/>
        </p:nvSpPr>
        <p:spPr>
          <a:xfrm>
            <a:off x="9645841" y="4170108"/>
            <a:ext cx="812383" cy="26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37"/>
              </a:lnSpc>
              <a:buNone/>
            </a:pPr>
            <a:r>
              <a:rPr lang="en-US" sz="1488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#775AFF</a:t>
            </a:r>
            <a:endParaRPr lang="en-US" sz="1488" dirty="0"/>
          </a:p>
        </p:txBody>
      </p:sp>
      <p:sp>
        <p:nvSpPr>
          <p:cNvPr id="74" name="Text 40">
            <a:extLst>
              <a:ext uri="{FF2B5EF4-FFF2-40B4-BE49-F238E27FC236}">
                <a16:creationId xmlns:a16="http://schemas.microsoft.com/office/drawing/2014/main" id="{FF232B2C-C355-2095-9D56-540419DE581C}"/>
              </a:ext>
            </a:extLst>
          </p:cNvPr>
          <p:cNvSpPr/>
          <p:nvPr userDrawn="1"/>
        </p:nvSpPr>
        <p:spPr>
          <a:xfrm>
            <a:off x="9645841" y="4420544"/>
            <a:ext cx="1485567" cy="26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37"/>
              </a:lnSpc>
              <a:buNone/>
            </a:pPr>
            <a:r>
              <a:rPr lang="en-US" sz="1488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RGB: 119 90 255 </a:t>
            </a:r>
            <a:endParaRPr lang="en-US" sz="1488" dirty="0"/>
          </a:p>
        </p:txBody>
      </p:sp>
      <p:sp>
        <p:nvSpPr>
          <p:cNvPr id="75" name="Shape 42">
            <a:extLst>
              <a:ext uri="{FF2B5EF4-FFF2-40B4-BE49-F238E27FC236}">
                <a16:creationId xmlns:a16="http://schemas.microsoft.com/office/drawing/2014/main" id="{AD34E63F-78AA-58B3-09BC-9E9614A1D664}"/>
              </a:ext>
            </a:extLst>
          </p:cNvPr>
          <p:cNvSpPr/>
          <p:nvPr userDrawn="1"/>
        </p:nvSpPr>
        <p:spPr>
          <a:xfrm>
            <a:off x="9409631" y="4962654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D5D4FF">
              <a:alpha val="100000"/>
            </a:srgbClr>
          </a:solidFill>
          <a:ln/>
        </p:spPr>
      </p:sp>
      <p:sp>
        <p:nvSpPr>
          <p:cNvPr id="76" name="Text 43">
            <a:extLst>
              <a:ext uri="{FF2B5EF4-FFF2-40B4-BE49-F238E27FC236}">
                <a16:creationId xmlns:a16="http://schemas.microsoft.com/office/drawing/2014/main" id="{C5B3865B-53D5-81F7-0FAC-5769ECF8143D}"/>
              </a:ext>
            </a:extLst>
          </p:cNvPr>
          <p:cNvSpPr/>
          <p:nvPr userDrawn="1"/>
        </p:nvSpPr>
        <p:spPr>
          <a:xfrm>
            <a:off x="9574978" y="5072393"/>
            <a:ext cx="753703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200</a:t>
            </a:r>
            <a:endParaRPr lang="en-US" sz="1302" dirty="0"/>
          </a:p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#D5D4FF</a:t>
            </a:r>
            <a:endParaRPr lang="en-US" sz="1302" dirty="0"/>
          </a:p>
        </p:txBody>
      </p:sp>
      <p:sp>
        <p:nvSpPr>
          <p:cNvPr id="77" name="Shape 44">
            <a:extLst>
              <a:ext uri="{FF2B5EF4-FFF2-40B4-BE49-F238E27FC236}">
                <a16:creationId xmlns:a16="http://schemas.microsoft.com/office/drawing/2014/main" id="{4262FD38-2A4A-4E10-0992-75CD0274966B}"/>
              </a:ext>
            </a:extLst>
          </p:cNvPr>
          <p:cNvSpPr/>
          <p:nvPr userDrawn="1"/>
        </p:nvSpPr>
        <p:spPr>
          <a:xfrm>
            <a:off x="11133962" y="4962654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B8B1FF">
              <a:alpha val="100000"/>
            </a:srgbClr>
          </a:solidFill>
          <a:ln/>
        </p:spPr>
      </p:sp>
      <p:sp>
        <p:nvSpPr>
          <p:cNvPr id="78" name="Text 45">
            <a:extLst>
              <a:ext uri="{FF2B5EF4-FFF2-40B4-BE49-F238E27FC236}">
                <a16:creationId xmlns:a16="http://schemas.microsoft.com/office/drawing/2014/main" id="{AEE322C9-9093-AB9E-CFA6-A38AC778EB69}"/>
              </a:ext>
            </a:extLst>
          </p:cNvPr>
          <p:cNvSpPr/>
          <p:nvPr userDrawn="1"/>
        </p:nvSpPr>
        <p:spPr>
          <a:xfrm>
            <a:off x="11299309" y="5072393"/>
            <a:ext cx="702897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300</a:t>
            </a:r>
            <a:endParaRPr lang="en-US" sz="1302" dirty="0"/>
          </a:p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#B8B1FF</a:t>
            </a:r>
            <a:endParaRPr lang="en-US" sz="1302" dirty="0"/>
          </a:p>
        </p:txBody>
      </p:sp>
      <p:sp>
        <p:nvSpPr>
          <p:cNvPr id="79" name="Shape 46">
            <a:extLst>
              <a:ext uri="{FF2B5EF4-FFF2-40B4-BE49-F238E27FC236}">
                <a16:creationId xmlns:a16="http://schemas.microsoft.com/office/drawing/2014/main" id="{52DF7059-74A1-A8FA-4002-947A78E35170}"/>
              </a:ext>
            </a:extLst>
          </p:cNvPr>
          <p:cNvSpPr/>
          <p:nvPr userDrawn="1"/>
        </p:nvSpPr>
        <p:spPr>
          <a:xfrm>
            <a:off x="12858292" y="4962654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9485FF">
              <a:alpha val="100000"/>
            </a:srgbClr>
          </a:solidFill>
          <a:ln/>
        </p:spPr>
      </p:sp>
      <p:sp>
        <p:nvSpPr>
          <p:cNvPr id="80" name="Text 47">
            <a:extLst>
              <a:ext uri="{FF2B5EF4-FFF2-40B4-BE49-F238E27FC236}">
                <a16:creationId xmlns:a16="http://schemas.microsoft.com/office/drawing/2014/main" id="{1A368C1D-2A69-7733-8815-8027E943BDFC}"/>
              </a:ext>
            </a:extLst>
          </p:cNvPr>
          <p:cNvSpPr/>
          <p:nvPr userDrawn="1"/>
        </p:nvSpPr>
        <p:spPr>
          <a:xfrm>
            <a:off x="13023639" y="5072393"/>
            <a:ext cx="728300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400</a:t>
            </a:r>
            <a:endParaRPr lang="en-US" sz="1302" dirty="0"/>
          </a:p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#9485FF</a:t>
            </a:r>
            <a:endParaRPr lang="en-US" sz="1302" dirty="0"/>
          </a:p>
        </p:txBody>
      </p:sp>
      <p:sp>
        <p:nvSpPr>
          <p:cNvPr id="81" name="Shape 48">
            <a:extLst>
              <a:ext uri="{FF2B5EF4-FFF2-40B4-BE49-F238E27FC236}">
                <a16:creationId xmlns:a16="http://schemas.microsoft.com/office/drawing/2014/main" id="{2671EC0E-1822-3F83-BB90-E046984F5D7D}"/>
              </a:ext>
            </a:extLst>
          </p:cNvPr>
          <p:cNvSpPr/>
          <p:nvPr userDrawn="1"/>
        </p:nvSpPr>
        <p:spPr>
          <a:xfrm>
            <a:off x="14582623" y="4962654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775AFF">
              <a:alpha val="100000"/>
            </a:srgbClr>
          </a:solidFill>
          <a:ln/>
        </p:spPr>
      </p:sp>
      <p:sp>
        <p:nvSpPr>
          <p:cNvPr id="82" name="Text 49">
            <a:extLst>
              <a:ext uri="{FF2B5EF4-FFF2-40B4-BE49-F238E27FC236}">
                <a16:creationId xmlns:a16="http://schemas.microsoft.com/office/drawing/2014/main" id="{100B083B-1CB3-C1CA-355A-C4F89492FEB2}"/>
              </a:ext>
            </a:extLst>
          </p:cNvPr>
          <p:cNvSpPr/>
          <p:nvPr userDrawn="1"/>
        </p:nvSpPr>
        <p:spPr>
          <a:xfrm>
            <a:off x="14747970" y="5072393"/>
            <a:ext cx="702897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500</a:t>
            </a:r>
            <a:endParaRPr lang="en-US" sz="1302" dirty="0"/>
          </a:p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#775AFF</a:t>
            </a:r>
            <a:endParaRPr lang="en-US" sz="1302" dirty="0"/>
          </a:p>
        </p:txBody>
      </p:sp>
      <p:sp>
        <p:nvSpPr>
          <p:cNvPr id="83" name="Shape 50">
            <a:extLst>
              <a:ext uri="{FF2B5EF4-FFF2-40B4-BE49-F238E27FC236}">
                <a16:creationId xmlns:a16="http://schemas.microsoft.com/office/drawing/2014/main" id="{7D8BB204-2193-4094-219D-0B0B60F30BF2}"/>
              </a:ext>
            </a:extLst>
          </p:cNvPr>
          <p:cNvSpPr/>
          <p:nvPr userDrawn="1"/>
        </p:nvSpPr>
        <p:spPr>
          <a:xfrm>
            <a:off x="16425057" y="3521956"/>
            <a:ext cx="6779216" cy="2066576"/>
          </a:xfrm>
          <a:prstGeom prst="roundRect">
            <a:avLst>
              <a:gd name="adj" fmla="val 5752"/>
            </a:avLst>
          </a:prstGeom>
          <a:noFill/>
          <a:ln/>
        </p:spPr>
      </p:sp>
      <p:sp>
        <p:nvSpPr>
          <p:cNvPr id="84" name="Shape 51">
            <a:extLst>
              <a:ext uri="{FF2B5EF4-FFF2-40B4-BE49-F238E27FC236}">
                <a16:creationId xmlns:a16="http://schemas.microsoft.com/office/drawing/2014/main" id="{5542EDB8-FA26-AE34-DDDA-9101F7FB8BFF}"/>
              </a:ext>
            </a:extLst>
          </p:cNvPr>
          <p:cNvSpPr/>
          <p:nvPr userDrawn="1"/>
        </p:nvSpPr>
        <p:spPr>
          <a:xfrm>
            <a:off x="16425057" y="3521956"/>
            <a:ext cx="6779216" cy="1322609"/>
          </a:xfrm>
          <a:prstGeom prst="roundRect">
            <a:avLst>
              <a:gd name="adj" fmla="val 8988"/>
            </a:avLst>
          </a:prstGeom>
          <a:solidFill>
            <a:schemeClr val="accent3"/>
          </a:solidFill>
          <a:ln/>
        </p:spPr>
      </p:sp>
      <p:sp>
        <p:nvSpPr>
          <p:cNvPr id="85" name="Text 53">
            <a:extLst>
              <a:ext uri="{FF2B5EF4-FFF2-40B4-BE49-F238E27FC236}">
                <a16:creationId xmlns:a16="http://schemas.microsoft.com/office/drawing/2014/main" id="{1EC60B58-E39D-5BB0-B74B-19AC12EE1BAA}"/>
              </a:ext>
            </a:extLst>
          </p:cNvPr>
          <p:cNvSpPr/>
          <p:nvPr userDrawn="1"/>
        </p:nvSpPr>
        <p:spPr>
          <a:xfrm>
            <a:off x="16661266" y="3758136"/>
            <a:ext cx="2063230" cy="41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5"/>
              </a:lnSpc>
              <a:buNone/>
            </a:pPr>
            <a:r>
              <a:rPr lang="en-US" sz="2232" dirty="0">
                <a:solidFill>
                  <a:srgbClr val="E6E6E6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Expert Orange</a:t>
            </a:r>
            <a:endParaRPr lang="en-US" sz="2232" dirty="0"/>
          </a:p>
        </p:txBody>
      </p:sp>
      <p:sp>
        <p:nvSpPr>
          <p:cNvPr id="86" name="Text 55">
            <a:extLst>
              <a:ext uri="{FF2B5EF4-FFF2-40B4-BE49-F238E27FC236}">
                <a16:creationId xmlns:a16="http://schemas.microsoft.com/office/drawing/2014/main" id="{FD7B6A8C-EE73-36D4-D1A3-6603774F2B34}"/>
              </a:ext>
            </a:extLst>
          </p:cNvPr>
          <p:cNvSpPr/>
          <p:nvPr userDrawn="1"/>
        </p:nvSpPr>
        <p:spPr>
          <a:xfrm>
            <a:off x="16661266" y="4193727"/>
            <a:ext cx="850488" cy="26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37"/>
              </a:lnSpc>
              <a:buNone/>
            </a:pPr>
            <a:r>
              <a:rPr lang="en-US" sz="1488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#FF662C</a:t>
            </a:r>
            <a:endParaRPr lang="en-US" sz="1488" dirty="0"/>
          </a:p>
        </p:txBody>
      </p:sp>
      <p:sp>
        <p:nvSpPr>
          <p:cNvPr id="87" name="Text 56">
            <a:extLst>
              <a:ext uri="{FF2B5EF4-FFF2-40B4-BE49-F238E27FC236}">
                <a16:creationId xmlns:a16="http://schemas.microsoft.com/office/drawing/2014/main" id="{FD81BEF4-3D94-70F5-FAC0-FCB2DFA8249D}"/>
              </a:ext>
            </a:extLst>
          </p:cNvPr>
          <p:cNvSpPr/>
          <p:nvPr userDrawn="1"/>
        </p:nvSpPr>
        <p:spPr>
          <a:xfrm>
            <a:off x="16661266" y="4444163"/>
            <a:ext cx="1523672" cy="26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37"/>
              </a:lnSpc>
              <a:buNone/>
            </a:pPr>
            <a:r>
              <a:rPr lang="en-US" sz="1488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RGB: 255 102 44 </a:t>
            </a:r>
            <a:endParaRPr lang="en-US" sz="1488" dirty="0"/>
          </a:p>
        </p:txBody>
      </p:sp>
      <p:sp>
        <p:nvSpPr>
          <p:cNvPr id="88" name="Shape 58">
            <a:extLst>
              <a:ext uri="{FF2B5EF4-FFF2-40B4-BE49-F238E27FC236}">
                <a16:creationId xmlns:a16="http://schemas.microsoft.com/office/drawing/2014/main" id="{8C2D8398-9E6C-7EE1-7B96-98E9B4FD15DD}"/>
              </a:ext>
            </a:extLst>
          </p:cNvPr>
          <p:cNvSpPr/>
          <p:nvPr userDrawn="1"/>
        </p:nvSpPr>
        <p:spPr>
          <a:xfrm>
            <a:off x="16425057" y="4962655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FFE5D4">
              <a:alpha val="100000"/>
            </a:srgbClr>
          </a:solidFill>
          <a:ln/>
        </p:spPr>
      </p:sp>
      <p:sp>
        <p:nvSpPr>
          <p:cNvPr id="89" name="Text 59">
            <a:extLst>
              <a:ext uri="{FF2B5EF4-FFF2-40B4-BE49-F238E27FC236}">
                <a16:creationId xmlns:a16="http://schemas.microsoft.com/office/drawing/2014/main" id="{E2934F71-D106-9920-AF03-73962A4D8C6A}"/>
              </a:ext>
            </a:extLst>
          </p:cNvPr>
          <p:cNvSpPr/>
          <p:nvPr userDrawn="1"/>
        </p:nvSpPr>
        <p:spPr>
          <a:xfrm>
            <a:off x="16590404" y="5072394"/>
            <a:ext cx="728300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100</a:t>
            </a:r>
            <a:endParaRPr lang="en-US" sz="1302" dirty="0"/>
          </a:p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#FFE5D4</a:t>
            </a:r>
            <a:endParaRPr lang="en-US" sz="1302" dirty="0"/>
          </a:p>
        </p:txBody>
      </p:sp>
      <p:sp>
        <p:nvSpPr>
          <p:cNvPr id="90" name="Shape 60">
            <a:extLst>
              <a:ext uri="{FF2B5EF4-FFF2-40B4-BE49-F238E27FC236}">
                <a16:creationId xmlns:a16="http://schemas.microsoft.com/office/drawing/2014/main" id="{31236FFF-9762-2E10-9572-8265DFDF5E23}"/>
              </a:ext>
            </a:extLst>
          </p:cNvPr>
          <p:cNvSpPr/>
          <p:nvPr userDrawn="1"/>
        </p:nvSpPr>
        <p:spPr>
          <a:xfrm>
            <a:off x="18149387" y="4962655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FFC8A8">
              <a:alpha val="100000"/>
            </a:srgbClr>
          </a:solidFill>
          <a:ln/>
        </p:spPr>
      </p:sp>
      <p:sp>
        <p:nvSpPr>
          <p:cNvPr id="91" name="Text 61">
            <a:extLst>
              <a:ext uri="{FF2B5EF4-FFF2-40B4-BE49-F238E27FC236}">
                <a16:creationId xmlns:a16="http://schemas.microsoft.com/office/drawing/2014/main" id="{9D9AACF2-57BB-ED83-D92A-966D7F1C0683}"/>
              </a:ext>
            </a:extLst>
          </p:cNvPr>
          <p:cNvSpPr/>
          <p:nvPr userDrawn="1"/>
        </p:nvSpPr>
        <p:spPr>
          <a:xfrm>
            <a:off x="18314734" y="5072394"/>
            <a:ext cx="753703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200</a:t>
            </a:r>
            <a:endParaRPr lang="en-US" sz="1302" dirty="0"/>
          </a:p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#FFC8A8</a:t>
            </a:r>
            <a:endParaRPr lang="en-US" sz="1302" dirty="0"/>
          </a:p>
        </p:txBody>
      </p:sp>
      <p:sp>
        <p:nvSpPr>
          <p:cNvPr id="92" name="Shape 62">
            <a:extLst>
              <a:ext uri="{FF2B5EF4-FFF2-40B4-BE49-F238E27FC236}">
                <a16:creationId xmlns:a16="http://schemas.microsoft.com/office/drawing/2014/main" id="{694071BD-7F8A-C4C8-A88B-F7639CA60D3E}"/>
              </a:ext>
            </a:extLst>
          </p:cNvPr>
          <p:cNvSpPr/>
          <p:nvPr userDrawn="1"/>
        </p:nvSpPr>
        <p:spPr>
          <a:xfrm>
            <a:off x="19873718" y="4962655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FFA171">
              <a:alpha val="100000"/>
            </a:srgbClr>
          </a:solidFill>
          <a:ln/>
        </p:spPr>
      </p:sp>
      <p:sp>
        <p:nvSpPr>
          <p:cNvPr id="93" name="Text 63">
            <a:extLst>
              <a:ext uri="{FF2B5EF4-FFF2-40B4-BE49-F238E27FC236}">
                <a16:creationId xmlns:a16="http://schemas.microsoft.com/office/drawing/2014/main" id="{7E814AF6-948B-4345-8B6B-7FCDF0945E96}"/>
              </a:ext>
            </a:extLst>
          </p:cNvPr>
          <p:cNvSpPr/>
          <p:nvPr userDrawn="1"/>
        </p:nvSpPr>
        <p:spPr>
          <a:xfrm>
            <a:off x="20039065" y="5072394"/>
            <a:ext cx="652090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300</a:t>
            </a:r>
            <a:endParaRPr lang="en-US" sz="1302" dirty="0"/>
          </a:p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#FFA171</a:t>
            </a:r>
            <a:endParaRPr lang="en-US" sz="1302" dirty="0"/>
          </a:p>
        </p:txBody>
      </p:sp>
      <p:sp>
        <p:nvSpPr>
          <p:cNvPr id="94" name="Shape 64">
            <a:extLst>
              <a:ext uri="{FF2B5EF4-FFF2-40B4-BE49-F238E27FC236}">
                <a16:creationId xmlns:a16="http://schemas.microsoft.com/office/drawing/2014/main" id="{34AB0EBC-ECA3-4FB5-A27B-64743604E491}"/>
              </a:ext>
            </a:extLst>
          </p:cNvPr>
          <p:cNvSpPr/>
          <p:nvPr userDrawn="1"/>
        </p:nvSpPr>
        <p:spPr>
          <a:xfrm>
            <a:off x="21598048" y="4962655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FF662C">
              <a:alpha val="100000"/>
            </a:srgbClr>
          </a:solidFill>
          <a:ln/>
        </p:spPr>
      </p:sp>
      <p:sp>
        <p:nvSpPr>
          <p:cNvPr id="95" name="Text 65">
            <a:extLst>
              <a:ext uri="{FF2B5EF4-FFF2-40B4-BE49-F238E27FC236}">
                <a16:creationId xmlns:a16="http://schemas.microsoft.com/office/drawing/2014/main" id="{5E176CB0-4AC0-ECFD-7467-A7E80EB5A64B}"/>
              </a:ext>
            </a:extLst>
          </p:cNvPr>
          <p:cNvSpPr/>
          <p:nvPr userDrawn="1"/>
        </p:nvSpPr>
        <p:spPr>
          <a:xfrm>
            <a:off x="21763395" y="5072394"/>
            <a:ext cx="741001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400</a:t>
            </a:r>
            <a:endParaRPr lang="en-US" sz="1302" dirty="0"/>
          </a:p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#FF662C</a:t>
            </a:r>
            <a:endParaRPr lang="en-US" sz="1302" dirty="0"/>
          </a:p>
        </p:txBody>
      </p:sp>
      <p:sp>
        <p:nvSpPr>
          <p:cNvPr id="96" name="Shape 66">
            <a:extLst>
              <a:ext uri="{FF2B5EF4-FFF2-40B4-BE49-F238E27FC236}">
                <a16:creationId xmlns:a16="http://schemas.microsoft.com/office/drawing/2014/main" id="{257745AA-F3D5-234C-4F73-44371A73A766}"/>
              </a:ext>
            </a:extLst>
          </p:cNvPr>
          <p:cNvSpPr/>
          <p:nvPr userDrawn="1"/>
        </p:nvSpPr>
        <p:spPr>
          <a:xfrm>
            <a:off x="9409631" y="5824712"/>
            <a:ext cx="6779216" cy="2066576"/>
          </a:xfrm>
          <a:prstGeom prst="roundRect">
            <a:avLst>
              <a:gd name="adj" fmla="val 5752"/>
            </a:avLst>
          </a:prstGeom>
          <a:noFill/>
          <a:ln/>
        </p:spPr>
      </p:sp>
      <p:sp>
        <p:nvSpPr>
          <p:cNvPr id="97" name="Shape 67">
            <a:extLst>
              <a:ext uri="{FF2B5EF4-FFF2-40B4-BE49-F238E27FC236}">
                <a16:creationId xmlns:a16="http://schemas.microsoft.com/office/drawing/2014/main" id="{DD19F792-21FD-FEDF-FADE-DB9976FDCCB6}"/>
              </a:ext>
            </a:extLst>
          </p:cNvPr>
          <p:cNvSpPr/>
          <p:nvPr userDrawn="1"/>
        </p:nvSpPr>
        <p:spPr>
          <a:xfrm>
            <a:off x="9409631" y="5824712"/>
            <a:ext cx="6779216" cy="1322609"/>
          </a:xfrm>
          <a:prstGeom prst="roundRect">
            <a:avLst>
              <a:gd name="adj" fmla="val 8988"/>
            </a:avLst>
          </a:prstGeom>
          <a:solidFill>
            <a:schemeClr val="accent4"/>
          </a:solidFill>
          <a:ln/>
        </p:spPr>
      </p:sp>
      <p:sp>
        <p:nvSpPr>
          <p:cNvPr id="98" name="Text 69">
            <a:extLst>
              <a:ext uri="{FF2B5EF4-FFF2-40B4-BE49-F238E27FC236}">
                <a16:creationId xmlns:a16="http://schemas.microsoft.com/office/drawing/2014/main" id="{1227152E-C747-D932-E7F2-31540D4C3743}"/>
              </a:ext>
            </a:extLst>
          </p:cNvPr>
          <p:cNvSpPr/>
          <p:nvPr userDrawn="1"/>
        </p:nvSpPr>
        <p:spPr>
          <a:xfrm>
            <a:off x="9645841" y="6037274"/>
            <a:ext cx="2241052" cy="41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5"/>
              </a:lnSpc>
              <a:buNone/>
            </a:pPr>
            <a:r>
              <a:rPr lang="en-US" sz="2232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Optimistic Lime</a:t>
            </a:r>
            <a:endParaRPr lang="en-US" sz="2232" dirty="0"/>
          </a:p>
        </p:txBody>
      </p:sp>
      <p:sp>
        <p:nvSpPr>
          <p:cNvPr id="99" name="Text 71">
            <a:extLst>
              <a:ext uri="{FF2B5EF4-FFF2-40B4-BE49-F238E27FC236}">
                <a16:creationId xmlns:a16="http://schemas.microsoft.com/office/drawing/2014/main" id="{A500065B-D34D-7E83-C555-821E6B82B7A6}"/>
              </a:ext>
            </a:extLst>
          </p:cNvPr>
          <p:cNvSpPr/>
          <p:nvPr userDrawn="1"/>
        </p:nvSpPr>
        <p:spPr>
          <a:xfrm>
            <a:off x="9645841" y="6472864"/>
            <a:ext cx="825084" cy="26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37"/>
              </a:lnSpc>
              <a:buNone/>
            </a:pPr>
            <a:r>
              <a:rPr lang="en-US" sz="1488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#E3FF7C</a:t>
            </a:r>
            <a:endParaRPr lang="en-US" sz="1488" dirty="0"/>
          </a:p>
        </p:txBody>
      </p:sp>
      <p:sp>
        <p:nvSpPr>
          <p:cNvPr id="100" name="Text 72">
            <a:extLst>
              <a:ext uri="{FF2B5EF4-FFF2-40B4-BE49-F238E27FC236}">
                <a16:creationId xmlns:a16="http://schemas.microsoft.com/office/drawing/2014/main" id="{63E3FF30-ED22-FAB7-CD9B-BF261388E0F4}"/>
              </a:ext>
            </a:extLst>
          </p:cNvPr>
          <p:cNvSpPr/>
          <p:nvPr userDrawn="1"/>
        </p:nvSpPr>
        <p:spPr>
          <a:xfrm>
            <a:off x="9645841" y="6723301"/>
            <a:ext cx="1574478" cy="26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37"/>
              </a:lnSpc>
              <a:buNone/>
            </a:pPr>
            <a:r>
              <a:rPr lang="en-US" sz="1488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RGB: 227 255 124 </a:t>
            </a:r>
            <a:endParaRPr lang="en-US" sz="1488" dirty="0"/>
          </a:p>
        </p:txBody>
      </p:sp>
      <p:sp>
        <p:nvSpPr>
          <p:cNvPr id="101" name="Shape 74">
            <a:extLst>
              <a:ext uri="{FF2B5EF4-FFF2-40B4-BE49-F238E27FC236}">
                <a16:creationId xmlns:a16="http://schemas.microsoft.com/office/drawing/2014/main" id="{0013C1EC-04F6-C07E-8FE8-F3C5C2A49DF0}"/>
              </a:ext>
            </a:extLst>
          </p:cNvPr>
          <p:cNvSpPr/>
          <p:nvPr userDrawn="1"/>
        </p:nvSpPr>
        <p:spPr>
          <a:xfrm>
            <a:off x="9409631" y="7265411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F4FFC8">
              <a:alpha val="100000"/>
            </a:srgbClr>
          </a:solidFill>
          <a:ln/>
        </p:spPr>
      </p:sp>
      <p:sp>
        <p:nvSpPr>
          <p:cNvPr id="102" name="Text 75">
            <a:extLst>
              <a:ext uri="{FF2B5EF4-FFF2-40B4-BE49-F238E27FC236}">
                <a16:creationId xmlns:a16="http://schemas.microsoft.com/office/drawing/2014/main" id="{6FA2713A-A29B-D192-6FC6-BA72B03190C5}"/>
              </a:ext>
            </a:extLst>
          </p:cNvPr>
          <p:cNvSpPr/>
          <p:nvPr userDrawn="1"/>
        </p:nvSpPr>
        <p:spPr>
          <a:xfrm>
            <a:off x="9574978" y="7375150"/>
            <a:ext cx="741001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100</a:t>
            </a:r>
            <a:endParaRPr lang="en-US" sz="1302" dirty="0"/>
          </a:p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#F4FFC8</a:t>
            </a:r>
            <a:endParaRPr lang="en-US" sz="1302" dirty="0"/>
          </a:p>
        </p:txBody>
      </p:sp>
      <p:sp>
        <p:nvSpPr>
          <p:cNvPr id="103" name="Shape 76">
            <a:extLst>
              <a:ext uri="{FF2B5EF4-FFF2-40B4-BE49-F238E27FC236}">
                <a16:creationId xmlns:a16="http://schemas.microsoft.com/office/drawing/2014/main" id="{346FC109-AD75-EB85-E50E-5B82E938F11B}"/>
              </a:ext>
            </a:extLst>
          </p:cNvPr>
          <p:cNvSpPr/>
          <p:nvPr userDrawn="1"/>
        </p:nvSpPr>
        <p:spPr>
          <a:xfrm>
            <a:off x="11133962" y="7265411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E3FF7C">
              <a:alpha val="100000"/>
            </a:srgbClr>
          </a:solidFill>
          <a:ln/>
        </p:spPr>
      </p:sp>
      <p:sp>
        <p:nvSpPr>
          <p:cNvPr id="104" name="Text 77">
            <a:extLst>
              <a:ext uri="{FF2B5EF4-FFF2-40B4-BE49-F238E27FC236}">
                <a16:creationId xmlns:a16="http://schemas.microsoft.com/office/drawing/2014/main" id="{1909D647-A8B9-D4E7-EEC3-0F65A380C9DC}"/>
              </a:ext>
            </a:extLst>
          </p:cNvPr>
          <p:cNvSpPr/>
          <p:nvPr userDrawn="1"/>
        </p:nvSpPr>
        <p:spPr>
          <a:xfrm>
            <a:off x="11299309" y="7375150"/>
            <a:ext cx="728300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200</a:t>
            </a:r>
            <a:endParaRPr lang="en-US" sz="1302" dirty="0"/>
          </a:p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#E3FF7C</a:t>
            </a:r>
            <a:endParaRPr lang="en-US" sz="1302" dirty="0"/>
          </a:p>
        </p:txBody>
      </p:sp>
      <p:sp>
        <p:nvSpPr>
          <p:cNvPr id="105" name="Shape 78">
            <a:extLst>
              <a:ext uri="{FF2B5EF4-FFF2-40B4-BE49-F238E27FC236}">
                <a16:creationId xmlns:a16="http://schemas.microsoft.com/office/drawing/2014/main" id="{8C75D80F-79FC-6D6C-5CEB-69A66599C8F7}"/>
              </a:ext>
            </a:extLst>
          </p:cNvPr>
          <p:cNvSpPr/>
          <p:nvPr userDrawn="1"/>
        </p:nvSpPr>
        <p:spPr>
          <a:xfrm>
            <a:off x="12858292" y="7265411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D5FB5B">
              <a:alpha val="100000"/>
            </a:srgbClr>
          </a:solidFill>
          <a:ln/>
        </p:spPr>
      </p:sp>
      <p:sp>
        <p:nvSpPr>
          <p:cNvPr id="106" name="Text 79">
            <a:extLst>
              <a:ext uri="{FF2B5EF4-FFF2-40B4-BE49-F238E27FC236}">
                <a16:creationId xmlns:a16="http://schemas.microsoft.com/office/drawing/2014/main" id="{4D0AACFB-DDD7-49E8-DFD0-90D29262904C}"/>
              </a:ext>
            </a:extLst>
          </p:cNvPr>
          <p:cNvSpPr/>
          <p:nvPr userDrawn="1"/>
        </p:nvSpPr>
        <p:spPr>
          <a:xfrm>
            <a:off x="13023639" y="7375150"/>
            <a:ext cx="753703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300</a:t>
            </a:r>
            <a:endParaRPr lang="en-US" sz="1302" dirty="0"/>
          </a:p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#D5FB5B</a:t>
            </a:r>
            <a:endParaRPr lang="en-US" sz="1302" dirty="0"/>
          </a:p>
        </p:txBody>
      </p:sp>
      <p:sp>
        <p:nvSpPr>
          <p:cNvPr id="107" name="Shape 80">
            <a:extLst>
              <a:ext uri="{FF2B5EF4-FFF2-40B4-BE49-F238E27FC236}">
                <a16:creationId xmlns:a16="http://schemas.microsoft.com/office/drawing/2014/main" id="{78DA3D47-7C2E-1926-4BEA-2E222FE944B0}"/>
              </a:ext>
            </a:extLst>
          </p:cNvPr>
          <p:cNvSpPr/>
          <p:nvPr userDrawn="1"/>
        </p:nvSpPr>
        <p:spPr>
          <a:xfrm>
            <a:off x="14582623" y="7265411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C1F229">
              <a:alpha val="100000"/>
            </a:srgbClr>
          </a:solidFill>
          <a:ln/>
        </p:spPr>
      </p:sp>
      <p:sp>
        <p:nvSpPr>
          <p:cNvPr id="108" name="Text 81">
            <a:extLst>
              <a:ext uri="{FF2B5EF4-FFF2-40B4-BE49-F238E27FC236}">
                <a16:creationId xmlns:a16="http://schemas.microsoft.com/office/drawing/2014/main" id="{DE7BA38E-5AEB-4A8C-B24F-CA060372FA95}"/>
              </a:ext>
            </a:extLst>
          </p:cNvPr>
          <p:cNvSpPr/>
          <p:nvPr userDrawn="1"/>
        </p:nvSpPr>
        <p:spPr>
          <a:xfrm>
            <a:off x="14747970" y="7375150"/>
            <a:ext cx="702897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400</a:t>
            </a:r>
            <a:endParaRPr lang="en-US" sz="1302" dirty="0"/>
          </a:p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#C1F229</a:t>
            </a:r>
            <a:endParaRPr lang="en-US" sz="1302" dirty="0"/>
          </a:p>
        </p:txBody>
      </p:sp>
      <p:sp>
        <p:nvSpPr>
          <p:cNvPr id="109" name="Shape 82">
            <a:extLst>
              <a:ext uri="{FF2B5EF4-FFF2-40B4-BE49-F238E27FC236}">
                <a16:creationId xmlns:a16="http://schemas.microsoft.com/office/drawing/2014/main" id="{B22E1B73-6894-2735-557F-1F0DE5B2CE05}"/>
              </a:ext>
            </a:extLst>
          </p:cNvPr>
          <p:cNvSpPr/>
          <p:nvPr userDrawn="1"/>
        </p:nvSpPr>
        <p:spPr>
          <a:xfrm>
            <a:off x="16425057" y="5824712"/>
            <a:ext cx="6779216" cy="2066576"/>
          </a:xfrm>
          <a:prstGeom prst="roundRect">
            <a:avLst>
              <a:gd name="adj" fmla="val 5752"/>
            </a:avLst>
          </a:prstGeom>
          <a:noFill/>
          <a:ln/>
        </p:spPr>
      </p:sp>
      <p:sp>
        <p:nvSpPr>
          <p:cNvPr id="110" name="Shape 83">
            <a:extLst>
              <a:ext uri="{FF2B5EF4-FFF2-40B4-BE49-F238E27FC236}">
                <a16:creationId xmlns:a16="http://schemas.microsoft.com/office/drawing/2014/main" id="{08BEDC8D-0286-7827-7F31-19DED1028F5E}"/>
              </a:ext>
            </a:extLst>
          </p:cNvPr>
          <p:cNvSpPr/>
          <p:nvPr userDrawn="1"/>
        </p:nvSpPr>
        <p:spPr>
          <a:xfrm>
            <a:off x="16425057" y="5824712"/>
            <a:ext cx="6779216" cy="1322609"/>
          </a:xfrm>
          <a:prstGeom prst="roundRect">
            <a:avLst>
              <a:gd name="adj" fmla="val 8988"/>
            </a:avLst>
          </a:prstGeom>
          <a:solidFill>
            <a:srgbClr val="FFDD2D">
              <a:alpha val="100000"/>
            </a:srgbClr>
          </a:solidFill>
          <a:ln/>
        </p:spPr>
      </p:sp>
      <p:sp>
        <p:nvSpPr>
          <p:cNvPr id="111" name="Text 85">
            <a:extLst>
              <a:ext uri="{FF2B5EF4-FFF2-40B4-BE49-F238E27FC236}">
                <a16:creationId xmlns:a16="http://schemas.microsoft.com/office/drawing/2014/main" id="{39D649CE-FF4D-F860-9BCA-BF28B66ECCC0}"/>
              </a:ext>
            </a:extLst>
          </p:cNvPr>
          <p:cNvSpPr/>
          <p:nvPr userDrawn="1"/>
        </p:nvSpPr>
        <p:spPr>
          <a:xfrm>
            <a:off x="16661266" y="6037274"/>
            <a:ext cx="2672906" cy="41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5"/>
              </a:lnSpc>
              <a:buNone/>
            </a:pPr>
            <a:r>
              <a:rPr lang="en-US" sz="2232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Optimistic T-Yellow</a:t>
            </a:r>
            <a:endParaRPr lang="en-US" sz="2232" dirty="0"/>
          </a:p>
        </p:txBody>
      </p:sp>
      <p:sp>
        <p:nvSpPr>
          <p:cNvPr id="112" name="Text 87">
            <a:extLst>
              <a:ext uri="{FF2B5EF4-FFF2-40B4-BE49-F238E27FC236}">
                <a16:creationId xmlns:a16="http://schemas.microsoft.com/office/drawing/2014/main" id="{17360886-9C70-6157-E8C1-5D9A1F988B31}"/>
              </a:ext>
            </a:extLst>
          </p:cNvPr>
          <p:cNvSpPr/>
          <p:nvPr userDrawn="1"/>
        </p:nvSpPr>
        <p:spPr>
          <a:xfrm>
            <a:off x="16661266" y="6472864"/>
            <a:ext cx="875891" cy="26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37"/>
              </a:lnSpc>
              <a:buNone/>
            </a:pPr>
            <a:r>
              <a:rPr lang="en-US" sz="1488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#FFDD2D</a:t>
            </a:r>
            <a:endParaRPr lang="en-US" sz="1488" dirty="0"/>
          </a:p>
        </p:txBody>
      </p:sp>
      <p:sp>
        <p:nvSpPr>
          <p:cNvPr id="113" name="Text 88">
            <a:extLst>
              <a:ext uri="{FF2B5EF4-FFF2-40B4-BE49-F238E27FC236}">
                <a16:creationId xmlns:a16="http://schemas.microsoft.com/office/drawing/2014/main" id="{9B070E1A-4B30-F50D-CE65-2F96161CFA6D}"/>
              </a:ext>
            </a:extLst>
          </p:cNvPr>
          <p:cNvSpPr/>
          <p:nvPr userDrawn="1"/>
        </p:nvSpPr>
        <p:spPr>
          <a:xfrm>
            <a:off x="16661266" y="6723301"/>
            <a:ext cx="1485567" cy="26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37"/>
              </a:lnSpc>
              <a:buNone/>
            </a:pPr>
            <a:r>
              <a:rPr lang="en-US" sz="1488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RGB: 255 221 45 </a:t>
            </a:r>
            <a:endParaRPr lang="en-US" sz="1488" dirty="0"/>
          </a:p>
        </p:txBody>
      </p:sp>
      <p:sp>
        <p:nvSpPr>
          <p:cNvPr id="114" name="Shape 90">
            <a:extLst>
              <a:ext uri="{FF2B5EF4-FFF2-40B4-BE49-F238E27FC236}">
                <a16:creationId xmlns:a16="http://schemas.microsoft.com/office/drawing/2014/main" id="{C7644EFC-ADD1-8C88-EA6D-D8688441DC09}"/>
              </a:ext>
            </a:extLst>
          </p:cNvPr>
          <p:cNvSpPr/>
          <p:nvPr userDrawn="1"/>
        </p:nvSpPr>
        <p:spPr>
          <a:xfrm>
            <a:off x="16425057" y="7265411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FFFAC2">
              <a:alpha val="100000"/>
            </a:srgbClr>
          </a:solidFill>
          <a:ln/>
        </p:spPr>
      </p:sp>
      <p:sp>
        <p:nvSpPr>
          <p:cNvPr id="115" name="Text 91">
            <a:extLst>
              <a:ext uri="{FF2B5EF4-FFF2-40B4-BE49-F238E27FC236}">
                <a16:creationId xmlns:a16="http://schemas.microsoft.com/office/drawing/2014/main" id="{6F45AF93-B74C-5803-7F37-3C2D1F85A0BE}"/>
              </a:ext>
            </a:extLst>
          </p:cNvPr>
          <p:cNvSpPr/>
          <p:nvPr userDrawn="1"/>
        </p:nvSpPr>
        <p:spPr>
          <a:xfrm>
            <a:off x="16590404" y="7375150"/>
            <a:ext cx="728300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100</a:t>
            </a:r>
            <a:endParaRPr lang="en-US" sz="1302" dirty="0"/>
          </a:p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#FFFAC2</a:t>
            </a:r>
            <a:endParaRPr lang="en-US" sz="1302" dirty="0"/>
          </a:p>
        </p:txBody>
      </p:sp>
      <p:sp>
        <p:nvSpPr>
          <p:cNvPr id="116" name="Shape 92">
            <a:extLst>
              <a:ext uri="{FF2B5EF4-FFF2-40B4-BE49-F238E27FC236}">
                <a16:creationId xmlns:a16="http://schemas.microsoft.com/office/drawing/2014/main" id="{2B0F9D81-1E86-A1E2-7C56-ECAEFCDECD48}"/>
              </a:ext>
            </a:extLst>
          </p:cNvPr>
          <p:cNvSpPr/>
          <p:nvPr userDrawn="1"/>
        </p:nvSpPr>
        <p:spPr>
          <a:xfrm>
            <a:off x="18149387" y="7265411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FFF189">
              <a:alpha val="100000"/>
            </a:srgbClr>
          </a:solidFill>
          <a:ln/>
        </p:spPr>
      </p:sp>
      <p:sp>
        <p:nvSpPr>
          <p:cNvPr id="117" name="Text 93">
            <a:extLst>
              <a:ext uri="{FF2B5EF4-FFF2-40B4-BE49-F238E27FC236}">
                <a16:creationId xmlns:a16="http://schemas.microsoft.com/office/drawing/2014/main" id="{40C660B4-03C2-B865-58C9-C94325874761}"/>
              </a:ext>
            </a:extLst>
          </p:cNvPr>
          <p:cNvSpPr/>
          <p:nvPr userDrawn="1"/>
        </p:nvSpPr>
        <p:spPr>
          <a:xfrm>
            <a:off x="18314734" y="7375150"/>
            <a:ext cx="677493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200</a:t>
            </a:r>
            <a:endParaRPr lang="en-US" sz="1302" dirty="0"/>
          </a:p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#FFF189</a:t>
            </a:r>
            <a:endParaRPr lang="en-US" sz="1302" dirty="0"/>
          </a:p>
        </p:txBody>
      </p:sp>
      <p:sp>
        <p:nvSpPr>
          <p:cNvPr id="118" name="Shape 94">
            <a:extLst>
              <a:ext uri="{FF2B5EF4-FFF2-40B4-BE49-F238E27FC236}">
                <a16:creationId xmlns:a16="http://schemas.microsoft.com/office/drawing/2014/main" id="{D9CDD04A-C755-1BAD-82CF-75FB36161D2F}"/>
              </a:ext>
            </a:extLst>
          </p:cNvPr>
          <p:cNvSpPr/>
          <p:nvPr userDrawn="1"/>
        </p:nvSpPr>
        <p:spPr>
          <a:xfrm>
            <a:off x="19873718" y="7265411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FFDD2D">
              <a:alpha val="100000"/>
            </a:srgbClr>
          </a:solidFill>
          <a:ln/>
        </p:spPr>
      </p:sp>
      <p:sp>
        <p:nvSpPr>
          <p:cNvPr id="119" name="Text 95">
            <a:extLst>
              <a:ext uri="{FF2B5EF4-FFF2-40B4-BE49-F238E27FC236}">
                <a16:creationId xmlns:a16="http://schemas.microsoft.com/office/drawing/2014/main" id="{9870B57F-C380-996B-117A-F7F57212C701}"/>
              </a:ext>
            </a:extLst>
          </p:cNvPr>
          <p:cNvSpPr/>
          <p:nvPr userDrawn="1"/>
        </p:nvSpPr>
        <p:spPr>
          <a:xfrm>
            <a:off x="20039065" y="7375150"/>
            <a:ext cx="766404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300</a:t>
            </a:r>
            <a:endParaRPr lang="en-US" sz="1302" dirty="0"/>
          </a:p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#FFDD2D</a:t>
            </a:r>
            <a:endParaRPr lang="en-US" sz="1302" dirty="0"/>
          </a:p>
        </p:txBody>
      </p:sp>
      <p:sp>
        <p:nvSpPr>
          <p:cNvPr id="120" name="Shape 96">
            <a:extLst>
              <a:ext uri="{FF2B5EF4-FFF2-40B4-BE49-F238E27FC236}">
                <a16:creationId xmlns:a16="http://schemas.microsoft.com/office/drawing/2014/main" id="{8CFF7C92-EF8B-4EF6-3A63-151EE0F3F543}"/>
              </a:ext>
            </a:extLst>
          </p:cNvPr>
          <p:cNvSpPr/>
          <p:nvPr userDrawn="1"/>
        </p:nvSpPr>
        <p:spPr>
          <a:xfrm>
            <a:off x="21598048" y="7265411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FDCD12">
              <a:alpha val="100000"/>
            </a:srgbClr>
          </a:solidFill>
          <a:ln/>
        </p:spPr>
      </p:sp>
      <p:sp>
        <p:nvSpPr>
          <p:cNvPr id="121" name="Text 97">
            <a:extLst>
              <a:ext uri="{FF2B5EF4-FFF2-40B4-BE49-F238E27FC236}">
                <a16:creationId xmlns:a16="http://schemas.microsoft.com/office/drawing/2014/main" id="{AB4E5D1D-210D-8B05-8BBD-8B95EEC4E718}"/>
              </a:ext>
            </a:extLst>
          </p:cNvPr>
          <p:cNvSpPr/>
          <p:nvPr userDrawn="1"/>
        </p:nvSpPr>
        <p:spPr>
          <a:xfrm>
            <a:off x="21763395" y="7375150"/>
            <a:ext cx="741001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400</a:t>
            </a:r>
            <a:endParaRPr lang="en-US" sz="1302" dirty="0"/>
          </a:p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#FDCD12</a:t>
            </a:r>
            <a:endParaRPr lang="en-US" sz="1302" dirty="0"/>
          </a:p>
        </p:txBody>
      </p:sp>
      <p:sp>
        <p:nvSpPr>
          <p:cNvPr id="122" name="Shape 98">
            <a:extLst>
              <a:ext uri="{FF2B5EF4-FFF2-40B4-BE49-F238E27FC236}">
                <a16:creationId xmlns:a16="http://schemas.microsoft.com/office/drawing/2014/main" id="{959AE423-D1F0-8AFB-FB87-AB3656C911FA}"/>
              </a:ext>
            </a:extLst>
          </p:cNvPr>
          <p:cNvSpPr/>
          <p:nvPr userDrawn="1"/>
        </p:nvSpPr>
        <p:spPr>
          <a:xfrm>
            <a:off x="9409631" y="8127468"/>
            <a:ext cx="6779216" cy="2066576"/>
          </a:xfrm>
          <a:prstGeom prst="roundRect">
            <a:avLst>
              <a:gd name="adj" fmla="val 5752"/>
            </a:avLst>
          </a:prstGeom>
          <a:noFill/>
          <a:ln/>
        </p:spPr>
      </p:sp>
      <p:sp>
        <p:nvSpPr>
          <p:cNvPr id="123" name="Shape 99">
            <a:extLst>
              <a:ext uri="{FF2B5EF4-FFF2-40B4-BE49-F238E27FC236}">
                <a16:creationId xmlns:a16="http://schemas.microsoft.com/office/drawing/2014/main" id="{0CF82998-5132-096F-7777-4817E13E890C}"/>
              </a:ext>
            </a:extLst>
          </p:cNvPr>
          <p:cNvSpPr/>
          <p:nvPr userDrawn="1"/>
        </p:nvSpPr>
        <p:spPr>
          <a:xfrm>
            <a:off x="9409631" y="8127468"/>
            <a:ext cx="6779216" cy="1322609"/>
          </a:xfrm>
          <a:prstGeom prst="roundRect">
            <a:avLst>
              <a:gd name="adj" fmla="val 8988"/>
            </a:avLst>
          </a:prstGeom>
          <a:solidFill>
            <a:schemeClr val="accent6"/>
          </a:solidFill>
          <a:ln/>
        </p:spPr>
      </p:sp>
      <p:sp>
        <p:nvSpPr>
          <p:cNvPr id="124" name="Text 101">
            <a:extLst>
              <a:ext uri="{FF2B5EF4-FFF2-40B4-BE49-F238E27FC236}">
                <a16:creationId xmlns:a16="http://schemas.microsoft.com/office/drawing/2014/main" id="{064E8EF6-0989-9F21-F1F4-160A493404F5}"/>
              </a:ext>
            </a:extLst>
          </p:cNvPr>
          <p:cNvSpPr/>
          <p:nvPr userDrawn="1"/>
        </p:nvSpPr>
        <p:spPr>
          <a:xfrm>
            <a:off x="9645841" y="8340030"/>
            <a:ext cx="1390046" cy="41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5"/>
              </a:lnSpc>
              <a:buNone/>
            </a:pPr>
            <a:r>
              <a:rPr lang="en-US" sz="2232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Sure Blue</a:t>
            </a:r>
            <a:endParaRPr lang="en-US" sz="2232" dirty="0"/>
          </a:p>
        </p:txBody>
      </p:sp>
      <p:sp>
        <p:nvSpPr>
          <p:cNvPr id="125" name="Text 103">
            <a:extLst>
              <a:ext uri="{FF2B5EF4-FFF2-40B4-BE49-F238E27FC236}">
                <a16:creationId xmlns:a16="http://schemas.microsoft.com/office/drawing/2014/main" id="{3D66D891-8D67-9B13-D29D-4C870BC69401}"/>
              </a:ext>
            </a:extLst>
          </p:cNvPr>
          <p:cNvSpPr/>
          <p:nvPr userDrawn="1"/>
        </p:nvSpPr>
        <p:spPr>
          <a:xfrm>
            <a:off x="9645841" y="8775621"/>
            <a:ext cx="850488" cy="26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37"/>
              </a:lnSpc>
              <a:buNone/>
            </a:pPr>
            <a:r>
              <a:rPr lang="en-US" sz="1488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#2CB9FF</a:t>
            </a:r>
            <a:endParaRPr lang="en-US" sz="1488" dirty="0"/>
          </a:p>
        </p:txBody>
      </p:sp>
      <p:sp>
        <p:nvSpPr>
          <p:cNvPr id="126" name="Text 104">
            <a:extLst>
              <a:ext uri="{FF2B5EF4-FFF2-40B4-BE49-F238E27FC236}">
                <a16:creationId xmlns:a16="http://schemas.microsoft.com/office/drawing/2014/main" id="{462A9726-BC3F-BD6B-963B-305200C11422}"/>
              </a:ext>
            </a:extLst>
          </p:cNvPr>
          <p:cNvSpPr/>
          <p:nvPr userDrawn="1"/>
        </p:nvSpPr>
        <p:spPr>
          <a:xfrm>
            <a:off x="9645841" y="9026057"/>
            <a:ext cx="1510970" cy="26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37"/>
              </a:lnSpc>
              <a:buNone/>
            </a:pPr>
            <a:r>
              <a:rPr lang="en-US" sz="1488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RGB: 44 185 255 </a:t>
            </a:r>
            <a:endParaRPr lang="en-US" sz="1488" dirty="0"/>
          </a:p>
        </p:txBody>
      </p:sp>
      <p:sp>
        <p:nvSpPr>
          <p:cNvPr id="127" name="Shape 106">
            <a:extLst>
              <a:ext uri="{FF2B5EF4-FFF2-40B4-BE49-F238E27FC236}">
                <a16:creationId xmlns:a16="http://schemas.microsoft.com/office/drawing/2014/main" id="{43B6D203-0286-1926-9270-48279F8FF8E9}"/>
              </a:ext>
            </a:extLst>
          </p:cNvPr>
          <p:cNvSpPr/>
          <p:nvPr userDrawn="1"/>
        </p:nvSpPr>
        <p:spPr>
          <a:xfrm>
            <a:off x="9409631" y="9568167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DEF1FF">
              <a:alpha val="100000"/>
            </a:srgbClr>
          </a:solidFill>
          <a:ln/>
        </p:spPr>
      </p:sp>
      <p:sp>
        <p:nvSpPr>
          <p:cNvPr id="128" name="Text 107">
            <a:extLst>
              <a:ext uri="{FF2B5EF4-FFF2-40B4-BE49-F238E27FC236}">
                <a16:creationId xmlns:a16="http://schemas.microsoft.com/office/drawing/2014/main" id="{473AA59D-8F2F-25FD-BC5D-801EC32FB60B}"/>
              </a:ext>
            </a:extLst>
          </p:cNvPr>
          <p:cNvSpPr/>
          <p:nvPr userDrawn="1"/>
        </p:nvSpPr>
        <p:spPr>
          <a:xfrm>
            <a:off x="9574978" y="9677906"/>
            <a:ext cx="690195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100</a:t>
            </a:r>
            <a:endParaRPr lang="en-US" sz="1302" dirty="0"/>
          </a:p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#DEF1FF</a:t>
            </a:r>
            <a:endParaRPr lang="en-US" sz="1302" dirty="0"/>
          </a:p>
        </p:txBody>
      </p:sp>
      <p:sp>
        <p:nvSpPr>
          <p:cNvPr id="129" name="Shape 108">
            <a:extLst>
              <a:ext uri="{FF2B5EF4-FFF2-40B4-BE49-F238E27FC236}">
                <a16:creationId xmlns:a16="http://schemas.microsoft.com/office/drawing/2014/main" id="{2D87D5C0-6A38-88D2-2F5C-2B89580AFB35}"/>
              </a:ext>
            </a:extLst>
          </p:cNvPr>
          <p:cNvSpPr/>
          <p:nvPr userDrawn="1"/>
        </p:nvSpPr>
        <p:spPr>
          <a:xfrm>
            <a:off x="11133962" y="9568167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B6E4FF">
              <a:alpha val="100000"/>
            </a:srgbClr>
          </a:solidFill>
          <a:ln/>
        </p:spPr>
      </p:sp>
      <p:sp>
        <p:nvSpPr>
          <p:cNvPr id="130" name="Text 109">
            <a:extLst>
              <a:ext uri="{FF2B5EF4-FFF2-40B4-BE49-F238E27FC236}">
                <a16:creationId xmlns:a16="http://schemas.microsoft.com/office/drawing/2014/main" id="{15F8EB6C-1C72-843F-D12E-AF28071A1179}"/>
              </a:ext>
            </a:extLst>
          </p:cNvPr>
          <p:cNvSpPr/>
          <p:nvPr userDrawn="1"/>
        </p:nvSpPr>
        <p:spPr>
          <a:xfrm>
            <a:off x="11299309" y="9677906"/>
            <a:ext cx="728300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200</a:t>
            </a:r>
            <a:endParaRPr lang="en-US" sz="1302" dirty="0"/>
          </a:p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#B6E4FF</a:t>
            </a:r>
            <a:endParaRPr lang="en-US" sz="1302" dirty="0"/>
          </a:p>
        </p:txBody>
      </p:sp>
      <p:sp>
        <p:nvSpPr>
          <p:cNvPr id="131" name="Shape 110">
            <a:extLst>
              <a:ext uri="{FF2B5EF4-FFF2-40B4-BE49-F238E27FC236}">
                <a16:creationId xmlns:a16="http://schemas.microsoft.com/office/drawing/2014/main" id="{3E3C4813-BDE9-7183-9F42-124709AC03BB}"/>
              </a:ext>
            </a:extLst>
          </p:cNvPr>
          <p:cNvSpPr/>
          <p:nvPr userDrawn="1"/>
        </p:nvSpPr>
        <p:spPr>
          <a:xfrm>
            <a:off x="12858292" y="9568167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75D0FF">
              <a:alpha val="100000"/>
            </a:srgbClr>
          </a:solidFill>
          <a:ln/>
        </p:spPr>
      </p:sp>
      <p:sp>
        <p:nvSpPr>
          <p:cNvPr id="132" name="Text 111">
            <a:extLst>
              <a:ext uri="{FF2B5EF4-FFF2-40B4-BE49-F238E27FC236}">
                <a16:creationId xmlns:a16="http://schemas.microsoft.com/office/drawing/2014/main" id="{418C76B9-D420-C9D1-0712-D81F5FF155B6}"/>
              </a:ext>
            </a:extLst>
          </p:cNvPr>
          <p:cNvSpPr/>
          <p:nvPr userDrawn="1"/>
        </p:nvSpPr>
        <p:spPr>
          <a:xfrm>
            <a:off x="13023639" y="9677906"/>
            <a:ext cx="741001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300</a:t>
            </a:r>
            <a:endParaRPr lang="en-US" sz="1302" dirty="0"/>
          </a:p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#75D0FF</a:t>
            </a:r>
            <a:endParaRPr lang="en-US" sz="1302" dirty="0"/>
          </a:p>
        </p:txBody>
      </p:sp>
      <p:sp>
        <p:nvSpPr>
          <p:cNvPr id="133" name="Shape 112">
            <a:extLst>
              <a:ext uri="{FF2B5EF4-FFF2-40B4-BE49-F238E27FC236}">
                <a16:creationId xmlns:a16="http://schemas.microsoft.com/office/drawing/2014/main" id="{41713454-9DC5-B22E-D563-F1CA0E5C1CA4}"/>
              </a:ext>
            </a:extLst>
          </p:cNvPr>
          <p:cNvSpPr/>
          <p:nvPr userDrawn="1"/>
        </p:nvSpPr>
        <p:spPr>
          <a:xfrm>
            <a:off x="14582623" y="9568167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2CB9FF">
              <a:alpha val="100000"/>
            </a:srgbClr>
          </a:solidFill>
          <a:ln/>
        </p:spPr>
      </p:sp>
      <p:sp>
        <p:nvSpPr>
          <p:cNvPr id="134" name="Text 113">
            <a:extLst>
              <a:ext uri="{FF2B5EF4-FFF2-40B4-BE49-F238E27FC236}">
                <a16:creationId xmlns:a16="http://schemas.microsoft.com/office/drawing/2014/main" id="{A4157D4D-BC3D-9698-908B-BA1BCEEC9072}"/>
              </a:ext>
            </a:extLst>
          </p:cNvPr>
          <p:cNvSpPr/>
          <p:nvPr userDrawn="1"/>
        </p:nvSpPr>
        <p:spPr>
          <a:xfrm>
            <a:off x="14747970" y="9677906"/>
            <a:ext cx="741001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400</a:t>
            </a:r>
            <a:endParaRPr lang="en-US" sz="1302" dirty="0"/>
          </a:p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#2CB9FF</a:t>
            </a:r>
            <a:endParaRPr lang="en-US" sz="1302" dirty="0"/>
          </a:p>
        </p:txBody>
      </p:sp>
      <p:sp>
        <p:nvSpPr>
          <p:cNvPr id="135" name="Shape 114">
            <a:extLst>
              <a:ext uri="{FF2B5EF4-FFF2-40B4-BE49-F238E27FC236}">
                <a16:creationId xmlns:a16="http://schemas.microsoft.com/office/drawing/2014/main" id="{213E04C1-C03B-B74B-4AEA-D5324053B334}"/>
              </a:ext>
            </a:extLst>
          </p:cNvPr>
          <p:cNvSpPr/>
          <p:nvPr userDrawn="1"/>
        </p:nvSpPr>
        <p:spPr>
          <a:xfrm>
            <a:off x="16425057" y="8127468"/>
            <a:ext cx="6779216" cy="2066576"/>
          </a:xfrm>
          <a:prstGeom prst="roundRect">
            <a:avLst>
              <a:gd name="adj" fmla="val 5752"/>
            </a:avLst>
          </a:prstGeom>
          <a:noFill/>
          <a:ln/>
        </p:spPr>
      </p:sp>
      <p:sp>
        <p:nvSpPr>
          <p:cNvPr id="136" name="Shape 115">
            <a:extLst>
              <a:ext uri="{FF2B5EF4-FFF2-40B4-BE49-F238E27FC236}">
                <a16:creationId xmlns:a16="http://schemas.microsoft.com/office/drawing/2014/main" id="{A2A1355F-296D-A623-7C53-D77BC5D866F2}"/>
              </a:ext>
            </a:extLst>
          </p:cNvPr>
          <p:cNvSpPr/>
          <p:nvPr userDrawn="1"/>
        </p:nvSpPr>
        <p:spPr>
          <a:xfrm>
            <a:off x="16425057" y="8127468"/>
            <a:ext cx="6779216" cy="1322609"/>
          </a:xfrm>
          <a:prstGeom prst="roundRect">
            <a:avLst>
              <a:gd name="adj" fmla="val 8988"/>
            </a:avLst>
          </a:prstGeom>
          <a:solidFill>
            <a:schemeClr val="accent5"/>
          </a:solidFill>
          <a:ln/>
        </p:spPr>
      </p:sp>
      <p:sp>
        <p:nvSpPr>
          <p:cNvPr id="137" name="Text 117">
            <a:extLst>
              <a:ext uri="{FF2B5EF4-FFF2-40B4-BE49-F238E27FC236}">
                <a16:creationId xmlns:a16="http://schemas.microsoft.com/office/drawing/2014/main" id="{85A883CA-5A48-BF7B-AAFA-1DB206A2F317}"/>
              </a:ext>
            </a:extLst>
          </p:cNvPr>
          <p:cNvSpPr/>
          <p:nvPr userDrawn="1"/>
        </p:nvSpPr>
        <p:spPr>
          <a:xfrm>
            <a:off x="16661266" y="8340030"/>
            <a:ext cx="1364643" cy="41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5"/>
              </a:lnSpc>
              <a:buNone/>
            </a:pPr>
            <a:r>
              <a:rPr lang="en-US" sz="2232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Sure Pink</a:t>
            </a:r>
            <a:endParaRPr lang="en-US" sz="2232" dirty="0"/>
          </a:p>
        </p:txBody>
      </p:sp>
      <p:sp>
        <p:nvSpPr>
          <p:cNvPr id="138" name="Text 119">
            <a:extLst>
              <a:ext uri="{FF2B5EF4-FFF2-40B4-BE49-F238E27FC236}">
                <a16:creationId xmlns:a16="http://schemas.microsoft.com/office/drawing/2014/main" id="{ED8D0567-7598-A0E9-0882-0C0D6C594E39}"/>
              </a:ext>
            </a:extLst>
          </p:cNvPr>
          <p:cNvSpPr/>
          <p:nvPr userDrawn="1"/>
        </p:nvSpPr>
        <p:spPr>
          <a:xfrm>
            <a:off x="16661266" y="8775621"/>
            <a:ext cx="837786" cy="26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37"/>
              </a:lnSpc>
              <a:buNone/>
            </a:pPr>
            <a:r>
              <a:rPr lang="en-US" sz="1488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#FE68B9</a:t>
            </a:r>
            <a:endParaRPr lang="en-US" sz="1488" dirty="0"/>
          </a:p>
        </p:txBody>
      </p:sp>
      <p:sp>
        <p:nvSpPr>
          <p:cNvPr id="139" name="Text 120">
            <a:extLst>
              <a:ext uri="{FF2B5EF4-FFF2-40B4-BE49-F238E27FC236}">
                <a16:creationId xmlns:a16="http://schemas.microsoft.com/office/drawing/2014/main" id="{F2CD4B62-9620-BAE8-B9D8-9212FFDC5B56}"/>
              </a:ext>
            </a:extLst>
          </p:cNvPr>
          <p:cNvSpPr/>
          <p:nvPr userDrawn="1"/>
        </p:nvSpPr>
        <p:spPr>
          <a:xfrm>
            <a:off x="16661266" y="9026057"/>
            <a:ext cx="1599881" cy="26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37"/>
              </a:lnSpc>
              <a:buNone/>
            </a:pPr>
            <a:r>
              <a:rPr lang="en-US" sz="1488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RGB: 254 104 185 </a:t>
            </a:r>
            <a:endParaRPr lang="en-US" sz="1488" dirty="0"/>
          </a:p>
        </p:txBody>
      </p:sp>
      <p:sp>
        <p:nvSpPr>
          <p:cNvPr id="140" name="Shape 122">
            <a:extLst>
              <a:ext uri="{FF2B5EF4-FFF2-40B4-BE49-F238E27FC236}">
                <a16:creationId xmlns:a16="http://schemas.microsoft.com/office/drawing/2014/main" id="{A1B4C5CB-DB86-E62C-EFFA-2AD827783FA0}"/>
              </a:ext>
            </a:extLst>
          </p:cNvPr>
          <p:cNvSpPr/>
          <p:nvPr userDrawn="1"/>
        </p:nvSpPr>
        <p:spPr>
          <a:xfrm>
            <a:off x="16425057" y="9568167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FEE5F4">
              <a:alpha val="100000"/>
            </a:srgbClr>
          </a:solidFill>
          <a:ln/>
        </p:spPr>
      </p:sp>
      <p:sp>
        <p:nvSpPr>
          <p:cNvPr id="141" name="Text 123">
            <a:extLst>
              <a:ext uri="{FF2B5EF4-FFF2-40B4-BE49-F238E27FC236}">
                <a16:creationId xmlns:a16="http://schemas.microsoft.com/office/drawing/2014/main" id="{8A62644D-DF4E-3F94-8894-FA87CDDBF33E}"/>
              </a:ext>
            </a:extLst>
          </p:cNvPr>
          <p:cNvSpPr/>
          <p:nvPr userDrawn="1"/>
        </p:nvSpPr>
        <p:spPr>
          <a:xfrm>
            <a:off x="16590404" y="9677906"/>
            <a:ext cx="715598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100</a:t>
            </a:r>
            <a:endParaRPr lang="en-US" sz="1302" dirty="0"/>
          </a:p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#FEE5F4</a:t>
            </a:r>
            <a:endParaRPr lang="en-US" sz="1302" dirty="0"/>
          </a:p>
        </p:txBody>
      </p:sp>
      <p:sp>
        <p:nvSpPr>
          <p:cNvPr id="142" name="Shape 124">
            <a:extLst>
              <a:ext uri="{FF2B5EF4-FFF2-40B4-BE49-F238E27FC236}">
                <a16:creationId xmlns:a16="http://schemas.microsoft.com/office/drawing/2014/main" id="{843B99F3-234E-187F-B092-3BC8BA9BCEB4}"/>
              </a:ext>
            </a:extLst>
          </p:cNvPr>
          <p:cNvSpPr/>
          <p:nvPr userDrawn="1"/>
        </p:nvSpPr>
        <p:spPr>
          <a:xfrm>
            <a:off x="18149387" y="9568167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FECCE9">
              <a:alpha val="100000"/>
            </a:srgbClr>
          </a:solidFill>
          <a:ln/>
        </p:spPr>
      </p:sp>
      <p:sp>
        <p:nvSpPr>
          <p:cNvPr id="143" name="Text 125">
            <a:extLst>
              <a:ext uri="{FF2B5EF4-FFF2-40B4-BE49-F238E27FC236}">
                <a16:creationId xmlns:a16="http://schemas.microsoft.com/office/drawing/2014/main" id="{AF795A68-5318-AD83-BF31-4A93B945D2E5}"/>
              </a:ext>
            </a:extLst>
          </p:cNvPr>
          <p:cNvSpPr/>
          <p:nvPr userDrawn="1"/>
        </p:nvSpPr>
        <p:spPr>
          <a:xfrm>
            <a:off x="18314734" y="9677906"/>
            <a:ext cx="766404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200</a:t>
            </a:r>
            <a:endParaRPr lang="en-US" sz="1302" dirty="0"/>
          </a:p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#FECCE9</a:t>
            </a:r>
            <a:endParaRPr lang="en-US" sz="1302" dirty="0"/>
          </a:p>
        </p:txBody>
      </p:sp>
      <p:sp>
        <p:nvSpPr>
          <p:cNvPr id="144" name="Shape 126">
            <a:extLst>
              <a:ext uri="{FF2B5EF4-FFF2-40B4-BE49-F238E27FC236}">
                <a16:creationId xmlns:a16="http://schemas.microsoft.com/office/drawing/2014/main" id="{A4C83A8C-68FE-A201-D4D1-054C3CD87DBE}"/>
              </a:ext>
            </a:extLst>
          </p:cNvPr>
          <p:cNvSpPr/>
          <p:nvPr userDrawn="1"/>
        </p:nvSpPr>
        <p:spPr>
          <a:xfrm>
            <a:off x="19873718" y="9568167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FFA3D7">
              <a:alpha val="100000"/>
            </a:srgbClr>
          </a:solidFill>
          <a:ln/>
        </p:spPr>
      </p:sp>
      <p:sp>
        <p:nvSpPr>
          <p:cNvPr id="145" name="Text 127">
            <a:extLst>
              <a:ext uri="{FF2B5EF4-FFF2-40B4-BE49-F238E27FC236}">
                <a16:creationId xmlns:a16="http://schemas.microsoft.com/office/drawing/2014/main" id="{1AD5A45D-D95F-4540-DD51-FB7F2031249B}"/>
              </a:ext>
            </a:extLst>
          </p:cNvPr>
          <p:cNvSpPr/>
          <p:nvPr userDrawn="1"/>
        </p:nvSpPr>
        <p:spPr>
          <a:xfrm>
            <a:off x="20039065" y="9677906"/>
            <a:ext cx="728300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300</a:t>
            </a:r>
            <a:endParaRPr lang="en-US" sz="1302" dirty="0"/>
          </a:p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#FFA3D7</a:t>
            </a:r>
            <a:endParaRPr lang="en-US" sz="1302" dirty="0"/>
          </a:p>
        </p:txBody>
      </p:sp>
      <p:sp>
        <p:nvSpPr>
          <p:cNvPr id="146" name="Shape 128">
            <a:extLst>
              <a:ext uri="{FF2B5EF4-FFF2-40B4-BE49-F238E27FC236}">
                <a16:creationId xmlns:a16="http://schemas.microsoft.com/office/drawing/2014/main" id="{AE317090-7049-6217-7AAB-E34DEC94F0C0}"/>
              </a:ext>
            </a:extLst>
          </p:cNvPr>
          <p:cNvSpPr/>
          <p:nvPr userDrawn="1"/>
        </p:nvSpPr>
        <p:spPr>
          <a:xfrm>
            <a:off x="21598048" y="9568167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FE68B9">
              <a:alpha val="100000"/>
            </a:srgbClr>
          </a:solidFill>
          <a:ln/>
        </p:spPr>
      </p:sp>
      <p:sp>
        <p:nvSpPr>
          <p:cNvPr id="147" name="Text 129">
            <a:extLst>
              <a:ext uri="{FF2B5EF4-FFF2-40B4-BE49-F238E27FC236}">
                <a16:creationId xmlns:a16="http://schemas.microsoft.com/office/drawing/2014/main" id="{41716D5B-1B22-3770-44B3-60D534DDBFE0}"/>
              </a:ext>
            </a:extLst>
          </p:cNvPr>
          <p:cNvSpPr/>
          <p:nvPr userDrawn="1"/>
        </p:nvSpPr>
        <p:spPr>
          <a:xfrm>
            <a:off x="21763395" y="9677906"/>
            <a:ext cx="741001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400</a:t>
            </a:r>
            <a:endParaRPr lang="en-US" sz="1302" dirty="0"/>
          </a:p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#FE68B9</a:t>
            </a:r>
            <a:endParaRPr lang="en-US" sz="1302" dirty="0"/>
          </a:p>
        </p:txBody>
      </p:sp>
      <p:sp>
        <p:nvSpPr>
          <p:cNvPr id="148" name="Shape 130">
            <a:extLst>
              <a:ext uri="{FF2B5EF4-FFF2-40B4-BE49-F238E27FC236}">
                <a16:creationId xmlns:a16="http://schemas.microsoft.com/office/drawing/2014/main" id="{A60B739A-2C78-0BFA-3242-508E63BF4ABF}"/>
              </a:ext>
            </a:extLst>
          </p:cNvPr>
          <p:cNvSpPr/>
          <p:nvPr userDrawn="1"/>
        </p:nvSpPr>
        <p:spPr>
          <a:xfrm>
            <a:off x="9409631" y="10430225"/>
            <a:ext cx="6779216" cy="2066576"/>
          </a:xfrm>
          <a:prstGeom prst="roundRect">
            <a:avLst>
              <a:gd name="adj" fmla="val 5752"/>
            </a:avLst>
          </a:prstGeom>
          <a:noFill/>
          <a:ln/>
        </p:spPr>
      </p:sp>
      <p:sp>
        <p:nvSpPr>
          <p:cNvPr id="149" name="Shape 131">
            <a:extLst>
              <a:ext uri="{FF2B5EF4-FFF2-40B4-BE49-F238E27FC236}">
                <a16:creationId xmlns:a16="http://schemas.microsoft.com/office/drawing/2014/main" id="{F35E837E-CEA0-9F0C-78EC-18BA530BEA7E}"/>
              </a:ext>
            </a:extLst>
          </p:cNvPr>
          <p:cNvSpPr/>
          <p:nvPr userDrawn="1"/>
        </p:nvSpPr>
        <p:spPr>
          <a:xfrm>
            <a:off x="9409631" y="10430225"/>
            <a:ext cx="6779216" cy="1322609"/>
          </a:xfrm>
          <a:prstGeom prst="roundRect">
            <a:avLst>
              <a:gd name="adj" fmla="val 8988"/>
            </a:avLst>
          </a:prstGeom>
          <a:solidFill>
            <a:srgbClr val="71C3CB">
              <a:alpha val="100000"/>
            </a:srgbClr>
          </a:solidFill>
          <a:ln/>
        </p:spPr>
      </p:sp>
      <p:sp>
        <p:nvSpPr>
          <p:cNvPr id="150" name="Text 133">
            <a:extLst>
              <a:ext uri="{FF2B5EF4-FFF2-40B4-BE49-F238E27FC236}">
                <a16:creationId xmlns:a16="http://schemas.microsoft.com/office/drawing/2014/main" id="{3AD20FF3-71FC-E689-08B1-05087E3D629D}"/>
              </a:ext>
            </a:extLst>
          </p:cNvPr>
          <p:cNvSpPr/>
          <p:nvPr userDrawn="1"/>
        </p:nvSpPr>
        <p:spPr>
          <a:xfrm>
            <a:off x="9645841" y="10642787"/>
            <a:ext cx="1377344" cy="41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5"/>
              </a:lnSpc>
              <a:buNone/>
            </a:pPr>
            <a:r>
              <a:rPr lang="en-US" sz="2232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Care Tiny</a:t>
            </a:r>
            <a:endParaRPr lang="en-US" sz="2232" dirty="0"/>
          </a:p>
        </p:txBody>
      </p:sp>
      <p:sp>
        <p:nvSpPr>
          <p:cNvPr id="151" name="Text 135">
            <a:extLst>
              <a:ext uri="{FF2B5EF4-FFF2-40B4-BE49-F238E27FC236}">
                <a16:creationId xmlns:a16="http://schemas.microsoft.com/office/drawing/2014/main" id="{1E097178-29D4-CD52-3D22-FD31EAC6BDAD}"/>
              </a:ext>
            </a:extLst>
          </p:cNvPr>
          <p:cNvSpPr/>
          <p:nvPr userDrawn="1"/>
        </p:nvSpPr>
        <p:spPr>
          <a:xfrm>
            <a:off x="9645841" y="11078377"/>
            <a:ext cx="850488" cy="26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37"/>
              </a:lnSpc>
              <a:buNone/>
            </a:pPr>
            <a:r>
              <a:rPr lang="en-US" sz="1488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#71C3CB</a:t>
            </a:r>
            <a:endParaRPr lang="en-US" sz="1488" dirty="0"/>
          </a:p>
        </p:txBody>
      </p:sp>
      <p:sp>
        <p:nvSpPr>
          <p:cNvPr id="152" name="Text 136">
            <a:extLst>
              <a:ext uri="{FF2B5EF4-FFF2-40B4-BE49-F238E27FC236}">
                <a16:creationId xmlns:a16="http://schemas.microsoft.com/office/drawing/2014/main" id="{0ED335B1-5BFD-8541-FE04-316286627C9D}"/>
              </a:ext>
            </a:extLst>
          </p:cNvPr>
          <p:cNvSpPr/>
          <p:nvPr userDrawn="1"/>
        </p:nvSpPr>
        <p:spPr>
          <a:xfrm>
            <a:off x="9645841" y="11328813"/>
            <a:ext cx="1485567" cy="26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37"/>
              </a:lnSpc>
              <a:buNone/>
            </a:pPr>
            <a:r>
              <a:rPr lang="en-US" sz="1488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RGB: 119 90 255 </a:t>
            </a:r>
            <a:endParaRPr lang="en-US" sz="1488" dirty="0"/>
          </a:p>
        </p:txBody>
      </p:sp>
      <p:sp>
        <p:nvSpPr>
          <p:cNvPr id="153" name="Shape 138">
            <a:extLst>
              <a:ext uri="{FF2B5EF4-FFF2-40B4-BE49-F238E27FC236}">
                <a16:creationId xmlns:a16="http://schemas.microsoft.com/office/drawing/2014/main" id="{914C1DF2-F101-4754-293C-9C9E0397B477}"/>
              </a:ext>
            </a:extLst>
          </p:cNvPr>
          <p:cNvSpPr/>
          <p:nvPr userDrawn="1"/>
        </p:nvSpPr>
        <p:spPr>
          <a:xfrm>
            <a:off x="9409631" y="11870923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DBF1F2">
              <a:alpha val="100000"/>
            </a:srgbClr>
          </a:solidFill>
          <a:ln/>
        </p:spPr>
      </p:sp>
      <p:sp>
        <p:nvSpPr>
          <p:cNvPr id="154" name="Text 139">
            <a:extLst>
              <a:ext uri="{FF2B5EF4-FFF2-40B4-BE49-F238E27FC236}">
                <a16:creationId xmlns:a16="http://schemas.microsoft.com/office/drawing/2014/main" id="{06EE32B1-55FA-6C3B-D8E5-1603671578C5}"/>
              </a:ext>
            </a:extLst>
          </p:cNvPr>
          <p:cNvSpPr/>
          <p:nvPr userDrawn="1"/>
        </p:nvSpPr>
        <p:spPr>
          <a:xfrm>
            <a:off x="9574978" y="11980662"/>
            <a:ext cx="702897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100</a:t>
            </a:r>
            <a:endParaRPr lang="en-US" sz="1302" dirty="0"/>
          </a:p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#DBF1F2</a:t>
            </a:r>
            <a:endParaRPr lang="en-US" sz="1302" dirty="0"/>
          </a:p>
        </p:txBody>
      </p:sp>
      <p:sp>
        <p:nvSpPr>
          <p:cNvPr id="155" name="Shape 140">
            <a:extLst>
              <a:ext uri="{FF2B5EF4-FFF2-40B4-BE49-F238E27FC236}">
                <a16:creationId xmlns:a16="http://schemas.microsoft.com/office/drawing/2014/main" id="{75EA7F55-8D9A-34A4-8806-BE7A9EF3BB10}"/>
              </a:ext>
            </a:extLst>
          </p:cNvPr>
          <p:cNvSpPr/>
          <p:nvPr userDrawn="1"/>
        </p:nvSpPr>
        <p:spPr>
          <a:xfrm>
            <a:off x="11133962" y="11870923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BBE3E6">
              <a:alpha val="100000"/>
            </a:srgbClr>
          </a:solidFill>
          <a:ln/>
        </p:spPr>
      </p:sp>
      <p:sp>
        <p:nvSpPr>
          <p:cNvPr id="156" name="Text 141">
            <a:extLst>
              <a:ext uri="{FF2B5EF4-FFF2-40B4-BE49-F238E27FC236}">
                <a16:creationId xmlns:a16="http://schemas.microsoft.com/office/drawing/2014/main" id="{F5D5056A-0FEE-D1ED-5EA4-CB47187E5D3E}"/>
              </a:ext>
            </a:extLst>
          </p:cNvPr>
          <p:cNvSpPr/>
          <p:nvPr userDrawn="1"/>
        </p:nvSpPr>
        <p:spPr>
          <a:xfrm>
            <a:off x="11299309" y="11980662"/>
            <a:ext cx="741001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200</a:t>
            </a:r>
            <a:endParaRPr lang="en-US" sz="1302" dirty="0"/>
          </a:p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#BBE3E6</a:t>
            </a:r>
            <a:endParaRPr lang="en-US" sz="1302" dirty="0"/>
          </a:p>
        </p:txBody>
      </p:sp>
      <p:sp>
        <p:nvSpPr>
          <p:cNvPr id="157" name="Shape 142">
            <a:extLst>
              <a:ext uri="{FF2B5EF4-FFF2-40B4-BE49-F238E27FC236}">
                <a16:creationId xmlns:a16="http://schemas.microsoft.com/office/drawing/2014/main" id="{0633FFC5-6109-459C-A1B5-B72F0AAF30DD}"/>
              </a:ext>
            </a:extLst>
          </p:cNvPr>
          <p:cNvSpPr/>
          <p:nvPr userDrawn="1"/>
        </p:nvSpPr>
        <p:spPr>
          <a:xfrm>
            <a:off x="12858292" y="11870923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71C3CB">
              <a:alpha val="100000"/>
            </a:srgbClr>
          </a:solidFill>
          <a:ln/>
        </p:spPr>
      </p:sp>
      <p:sp>
        <p:nvSpPr>
          <p:cNvPr id="158" name="Text 143">
            <a:extLst>
              <a:ext uri="{FF2B5EF4-FFF2-40B4-BE49-F238E27FC236}">
                <a16:creationId xmlns:a16="http://schemas.microsoft.com/office/drawing/2014/main" id="{42C6A148-548E-38D6-65E6-7C7E7EE92881}"/>
              </a:ext>
            </a:extLst>
          </p:cNvPr>
          <p:cNvSpPr/>
          <p:nvPr userDrawn="1"/>
        </p:nvSpPr>
        <p:spPr>
          <a:xfrm>
            <a:off x="13023639" y="11980662"/>
            <a:ext cx="741001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300</a:t>
            </a:r>
            <a:endParaRPr lang="en-US" sz="1302" dirty="0"/>
          </a:p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#71C3CB</a:t>
            </a:r>
            <a:endParaRPr lang="en-US" sz="1302" dirty="0"/>
          </a:p>
        </p:txBody>
      </p:sp>
      <p:sp>
        <p:nvSpPr>
          <p:cNvPr id="159" name="Shape 144">
            <a:extLst>
              <a:ext uri="{FF2B5EF4-FFF2-40B4-BE49-F238E27FC236}">
                <a16:creationId xmlns:a16="http://schemas.microsoft.com/office/drawing/2014/main" id="{6B210F70-502B-8AC9-8FDC-23707DAD9F05}"/>
              </a:ext>
            </a:extLst>
          </p:cNvPr>
          <p:cNvSpPr/>
          <p:nvPr userDrawn="1"/>
        </p:nvSpPr>
        <p:spPr>
          <a:xfrm>
            <a:off x="14582623" y="11870923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55B1BB">
              <a:alpha val="100000"/>
            </a:srgbClr>
          </a:solidFill>
          <a:ln/>
        </p:spPr>
      </p:sp>
      <p:sp>
        <p:nvSpPr>
          <p:cNvPr id="160" name="Text 145">
            <a:extLst>
              <a:ext uri="{FF2B5EF4-FFF2-40B4-BE49-F238E27FC236}">
                <a16:creationId xmlns:a16="http://schemas.microsoft.com/office/drawing/2014/main" id="{7D9F9F3F-F1E2-09E3-4F31-084A8ACFA9EA}"/>
              </a:ext>
            </a:extLst>
          </p:cNvPr>
          <p:cNvSpPr/>
          <p:nvPr userDrawn="1"/>
        </p:nvSpPr>
        <p:spPr>
          <a:xfrm>
            <a:off x="14747970" y="11980662"/>
            <a:ext cx="715598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400</a:t>
            </a:r>
            <a:endParaRPr lang="en-US" sz="1302" dirty="0"/>
          </a:p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#55B1BB</a:t>
            </a:r>
            <a:endParaRPr lang="en-US" sz="1302" dirty="0"/>
          </a:p>
        </p:txBody>
      </p:sp>
      <p:sp>
        <p:nvSpPr>
          <p:cNvPr id="161" name="Shape 146">
            <a:extLst>
              <a:ext uri="{FF2B5EF4-FFF2-40B4-BE49-F238E27FC236}">
                <a16:creationId xmlns:a16="http://schemas.microsoft.com/office/drawing/2014/main" id="{D532AA31-B648-C93A-A751-B6C949BAEA91}"/>
              </a:ext>
            </a:extLst>
          </p:cNvPr>
          <p:cNvSpPr/>
          <p:nvPr userDrawn="1"/>
        </p:nvSpPr>
        <p:spPr>
          <a:xfrm>
            <a:off x="16425057" y="10430225"/>
            <a:ext cx="6779216" cy="2066576"/>
          </a:xfrm>
          <a:prstGeom prst="roundRect">
            <a:avLst>
              <a:gd name="adj" fmla="val 5752"/>
            </a:avLst>
          </a:prstGeom>
          <a:noFill/>
          <a:ln/>
        </p:spPr>
      </p:sp>
      <p:sp>
        <p:nvSpPr>
          <p:cNvPr id="162" name="Shape 147">
            <a:extLst>
              <a:ext uri="{FF2B5EF4-FFF2-40B4-BE49-F238E27FC236}">
                <a16:creationId xmlns:a16="http://schemas.microsoft.com/office/drawing/2014/main" id="{71D9E350-1824-B212-1825-AF671A0E61D9}"/>
              </a:ext>
            </a:extLst>
          </p:cNvPr>
          <p:cNvSpPr/>
          <p:nvPr userDrawn="1"/>
        </p:nvSpPr>
        <p:spPr>
          <a:xfrm>
            <a:off x="16425057" y="10430225"/>
            <a:ext cx="6779216" cy="1322609"/>
          </a:xfrm>
          <a:prstGeom prst="roundRect">
            <a:avLst>
              <a:gd name="adj" fmla="val 8988"/>
            </a:avLst>
          </a:prstGeom>
          <a:solidFill>
            <a:srgbClr val="D9B8FE">
              <a:alpha val="100000"/>
            </a:srgbClr>
          </a:solidFill>
          <a:ln/>
        </p:spPr>
      </p:sp>
      <p:sp>
        <p:nvSpPr>
          <p:cNvPr id="163" name="Text 149">
            <a:extLst>
              <a:ext uri="{FF2B5EF4-FFF2-40B4-BE49-F238E27FC236}">
                <a16:creationId xmlns:a16="http://schemas.microsoft.com/office/drawing/2014/main" id="{CCE1BCCE-0484-40D6-617E-92C8D01E1AAF}"/>
              </a:ext>
            </a:extLst>
          </p:cNvPr>
          <p:cNvSpPr/>
          <p:nvPr userDrawn="1"/>
        </p:nvSpPr>
        <p:spPr>
          <a:xfrm>
            <a:off x="16661266" y="10642787"/>
            <a:ext cx="1593271" cy="41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5"/>
              </a:lnSpc>
              <a:buNone/>
            </a:pPr>
            <a:r>
              <a:rPr lang="en-US" sz="2232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Care Violet</a:t>
            </a:r>
            <a:endParaRPr lang="en-US" sz="2232" dirty="0"/>
          </a:p>
        </p:txBody>
      </p:sp>
      <p:sp>
        <p:nvSpPr>
          <p:cNvPr id="164" name="Text 151">
            <a:extLst>
              <a:ext uri="{FF2B5EF4-FFF2-40B4-BE49-F238E27FC236}">
                <a16:creationId xmlns:a16="http://schemas.microsoft.com/office/drawing/2014/main" id="{FE68400E-C08B-4F0F-C167-A580D0C51588}"/>
              </a:ext>
            </a:extLst>
          </p:cNvPr>
          <p:cNvSpPr/>
          <p:nvPr userDrawn="1"/>
        </p:nvSpPr>
        <p:spPr>
          <a:xfrm>
            <a:off x="16661266" y="11078377"/>
            <a:ext cx="850488" cy="26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37"/>
              </a:lnSpc>
              <a:buNone/>
            </a:pPr>
            <a:r>
              <a:rPr lang="en-US" sz="1488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#D9B8FE</a:t>
            </a:r>
            <a:endParaRPr lang="en-US" sz="1488" dirty="0"/>
          </a:p>
        </p:txBody>
      </p:sp>
      <p:sp>
        <p:nvSpPr>
          <p:cNvPr id="165" name="Text 152">
            <a:extLst>
              <a:ext uri="{FF2B5EF4-FFF2-40B4-BE49-F238E27FC236}">
                <a16:creationId xmlns:a16="http://schemas.microsoft.com/office/drawing/2014/main" id="{B82E4BB5-4ECE-D1A1-7027-72B066366B50}"/>
              </a:ext>
            </a:extLst>
          </p:cNvPr>
          <p:cNvSpPr/>
          <p:nvPr userDrawn="1"/>
        </p:nvSpPr>
        <p:spPr>
          <a:xfrm>
            <a:off x="16661266" y="11328813"/>
            <a:ext cx="1561777" cy="26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37"/>
              </a:lnSpc>
              <a:buNone/>
            </a:pPr>
            <a:r>
              <a:rPr lang="en-US" sz="1488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RGB: 217 184 254</a:t>
            </a:r>
            <a:endParaRPr lang="en-US" sz="1488" dirty="0"/>
          </a:p>
        </p:txBody>
      </p:sp>
      <p:sp>
        <p:nvSpPr>
          <p:cNvPr id="166" name="Shape 154">
            <a:extLst>
              <a:ext uri="{FF2B5EF4-FFF2-40B4-BE49-F238E27FC236}">
                <a16:creationId xmlns:a16="http://schemas.microsoft.com/office/drawing/2014/main" id="{DC911CA6-A3EE-0CE9-C5BA-B6C42A2E2293}"/>
              </a:ext>
            </a:extLst>
          </p:cNvPr>
          <p:cNvSpPr/>
          <p:nvPr userDrawn="1"/>
        </p:nvSpPr>
        <p:spPr>
          <a:xfrm>
            <a:off x="16425057" y="11870923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F3E8FF">
              <a:alpha val="100000"/>
            </a:srgbClr>
          </a:solidFill>
          <a:ln/>
        </p:spPr>
      </p:sp>
      <p:sp>
        <p:nvSpPr>
          <p:cNvPr id="167" name="Text 155">
            <a:extLst>
              <a:ext uri="{FF2B5EF4-FFF2-40B4-BE49-F238E27FC236}">
                <a16:creationId xmlns:a16="http://schemas.microsoft.com/office/drawing/2014/main" id="{2DD0D843-5F8B-D36F-C876-CA865F2F6C67}"/>
              </a:ext>
            </a:extLst>
          </p:cNvPr>
          <p:cNvSpPr/>
          <p:nvPr userDrawn="1"/>
        </p:nvSpPr>
        <p:spPr>
          <a:xfrm>
            <a:off x="16590404" y="11980662"/>
            <a:ext cx="715598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100</a:t>
            </a:r>
            <a:endParaRPr lang="en-US" sz="1302" dirty="0"/>
          </a:p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#F3E8FF</a:t>
            </a:r>
            <a:endParaRPr lang="en-US" sz="1302" dirty="0"/>
          </a:p>
        </p:txBody>
      </p:sp>
      <p:sp>
        <p:nvSpPr>
          <p:cNvPr id="168" name="Shape 156">
            <a:extLst>
              <a:ext uri="{FF2B5EF4-FFF2-40B4-BE49-F238E27FC236}">
                <a16:creationId xmlns:a16="http://schemas.microsoft.com/office/drawing/2014/main" id="{0ADF1F7C-9848-82EC-7005-1AE8D63CD8DD}"/>
              </a:ext>
            </a:extLst>
          </p:cNvPr>
          <p:cNvSpPr/>
          <p:nvPr userDrawn="1"/>
        </p:nvSpPr>
        <p:spPr>
          <a:xfrm>
            <a:off x="18149387" y="11870923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E8D5FF">
              <a:alpha val="100000"/>
            </a:srgbClr>
          </a:solidFill>
          <a:ln/>
        </p:spPr>
      </p:sp>
      <p:sp>
        <p:nvSpPr>
          <p:cNvPr id="169" name="Text 157">
            <a:extLst>
              <a:ext uri="{FF2B5EF4-FFF2-40B4-BE49-F238E27FC236}">
                <a16:creationId xmlns:a16="http://schemas.microsoft.com/office/drawing/2014/main" id="{E1EBA44A-97A9-472D-CC1B-DB370DE8C782}"/>
              </a:ext>
            </a:extLst>
          </p:cNvPr>
          <p:cNvSpPr/>
          <p:nvPr userDrawn="1"/>
        </p:nvSpPr>
        <p:spPr>
          <a:xfrm>
            <a:off x="18314734" y="11980662"/>
            <a:ext cx="728300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200</a:t>
            </a:r>
            <a:endParaRPr lang="en-US" sz="1302" dirty="0"/>
          </a:p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#E8D5FF</a:t>
            </a:r>
            <a:endParaRPr lang="en-US" sz="1302" dirty="0"/>
          </a:p>
        </p:txBody>
      </p:sp>
      <p:sp>
        <p:nvSpPr>
          <p:cNvPr id="170" name="Shape 158">
            <a:extLst>
              <a:ext uri="{FF2B5EF4-FFF2-40B4-BE49-F238E27FC236}">
                <a16:creationId xmlns:a16="http://schemas.microsoft.com/office/drawing/2014/main" id="{6E5ACFF1-C143-EB60-6904-032B5E063143}"/>
              </a:ext>
            </a:extLst>
          </p:cNvPr>
          <p:cNvSpPr/>
          <p:nvPr userDrawn="1"/>
        </p:nvSpPr>
        <p:spPr>
          <a:xfrm>
            <a:off x="19873718" y="11870923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D9B8FE">
              <a:alpha val="100000"/>
            </a:srgbClr>
          </a:solidFill>
          <a:ln/>
        </p:spPr>
      </p:sp>
      <p:sp>
        <p:nvSpPr>
          <p:cNvPr id="171" name="Text 159">
            <a:extLst>
              <a:ext uri="{FF2B5EF4-FFF2-40B4-BE49-F238E27FC236}">
                <a16:creationId xmlns:a16="http://schemas.microsoft.com/office/drawing/2014/main" id="{405F90EF-F18E-BAE5-45B8-51D5118A8FD9}"/>
              </a:ext>
            </a:extLst>
          </p:cNvPr>
          <p:cNvSpPr/>
          <p:nvPr userDrawn="1"/>
        </p:nvSpPr>
        <p:spPr>
          <a:xfrm>
            <a:off x="20039065" y="11980662"/>
            <a:ext cx="753703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300</a:t>
            </a:r>
            <a:endParaRPr lang="en-US" sz="1302" dirty="0"/>
          </a:p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#D9B8FE</a:t>
            </a:r>
            <a:endParaRPr lang="en-US" sz="1302" dirty="0"/>
          </a:p>
        </p:txBody>
      </p:sp>
      <p:sp>
        <p:nvSpPr>
          <p:cNvPr id="172" name="Shape 160">
            <a:extLst>
              <a:ext uri="{FF2B5EF4-FFF2-40B4-BE49-F238E27FC236}">
                <a16:creationId xmlns:a16="http://schemas.microsoft.com/office/drawing/2014/main" id="{E59D1701-D63B-2D9B-F71A-0978B8BBC4BD}"/>
              </a:ext>
            </a:extLst>
          </p:cNvPr>
          <p:cNvSpPr/>
          <p:nvPr userDrawn="1"/>
        </p:nvSpPr>
        <p:spPr>
          <a:xfrm>
            <a:off x="21598048" y="11870923"/>
            <a:ext cx="1606226" cy="625877"/>
          </a:xfrm>
          <a:prstGeom prst="roundRect">
            <a:avLst>
              <a:gd name="adj" fmla="val 18993"/>
            </a:avLst>
          </a:prstGeom>
          <a:solidFill>
            <a:srgbClr val="BE84FC">
              <a:alpha val="100000"/>
            </a:srgbClr>
          </a:solidFill>
          <a:ln/>
        </p:spPr>
      </p:sp>
      <p:sp>
        <p:nvSpPr>
          <p:cNvPr id="173" name="Text 161">
            <a:extLst>
              <a:ext uri="{FF2B5EF4-FFF2-40B4-BE49-F238E27FC236}">
                <a16:creationId xmlns:a16="http://schemas.microsoft.com/office/drawing/2014/main" id="{7EFF6A79-062A-8896-1EB1-602AC5202960}"/>
              </a:ext>
            </a:extLst>
          </p:cNvPr>
          <p:cNvSpPr/>
          <p:nvPr userDrawn="1"/>
        </p:nvSpPr>
        <p:spPr>
          <a:xfrm>
            <a:off x="21763395" y="11980662"/>
            <a:ext cx="753703" cy="4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400</a:t>
            </a:r>
            <a:endParaRPr lang="en-US" sz="1302" dirty="0"/>
          </a:p>
          <a:p>
            <a:pPr marL="0" indent="0" algn="l">
              <a:lnSpc>
                <a:spcPts val="1562"/>
              </a:lnSpc>
              <a:buNone/>
            </a:pPr>
            <a:r>
              <a:rPr lang="en-US" sz="1302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#BE84FC</a:t>
            </a:r>
            <a:endParaRPr lang="en-US" sz="1302" dirty="0"/>
          </a:p>
        </p:txBody>
      </p:sp>
    </p:spTree>
    <p:extLst>
      <p:ext uri="{BB962C8B-B14F-4D97-AF65-F5344CB8AC3E}">
        <p14:creationId xmlns:p14="http://schemas.microsoft.com/office/powerpoint/2010/main" val="19833675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закрывающий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3162348-1E0A-BC84-C558-C8C650F997C9}"/>
              </a:ext>
            </a:extLst>
          </p:cNvPr>
          <p:cNvSpPr/>
          <p:nvPr userDrawn="1"/>
        </p:nvSpPr>
        <p:spPr>
          <a:xfrm>
            <a:off x="1219352" y="817780"/>
            <a:ext cx="938768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Типографика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46924B-C804-6BF0-9D05-224C1C7685B0}"/>
              </a:ext>
            </a:extLst>
          </p:cNvPr>
          <p:cNvSpPr txBox="1"/>
          <p:nvPr userDrawn="1"/>
        </p:nvSpPr>
        <p:spPr>
          <a:xfrm>
            <a:off x="1219352" y="2510198"/>
            <a:ext cx="17068648" cy="1513235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defTabSz="1488104">
              <a:lnSpc>
                <a:spcPts val="11800"/>
              </a:lnSpc>
              <a:spcBef>
                <a:spcPct val="0"/>
              </a:spcBef>
              <a:defRPr sz="10800" b="1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tx1"/>
                </a:solidFill>
              </a:rPr>
              <a:t>Заголовок презентации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16C5D6-EB06-3485-7137-950175E79897}"/>
              </a:ext>
            </a:extLst>
          </p:cNvPr>
          <p:cNvSpPr txBox="1"/>
          <p:nvPr userDrawn="1"/>
        </p:nvSpPr>
        <p:spPr>
          <a:xfrm>
            <a:off x="1219352" y="4591334"/>
            <a:ext cx="17068648" cy="74385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defTabSz="1488104">
              <a:lnSpc>
                <a:spcPct val="110000"/>
              </a:lnSpc>
              <a:spcBef>
                <a:spcPct val="0"/>
              </a:spcBef>
              <a:defRPr sz="480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tx1"/>
                </a:solidFill>
              </a:rPr>
              <a:t>Подзаголовок презентации</a:t>
            </a: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4426900D-34E2-BCCF-F8F8-F5A2B7A40987}"/>
              </a:ext>
            </a:extLst>
          </p:cNvPr>
          <p:cNvSpPr/>
          <p:nvPr userDrawn="1"/>
        </p:nvSpPr>
        <p:spPr>
          <a:xfrm>
            <a:off x="1219352" y="5861685"/>
            <a:ext cx="938768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Заголовок слайда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788A57-C3B1-A035-0A26-8A924A98B158}"/>
              </a:ext>
            </a:extLst>
          </p:cNvPr>
          <p:cNvSpPr txBox="1"/>
          <p:nvPr userDrawn="1"/>
        </p:nvSpPr>
        <p:spPr>
          <a:xfrm>
            <a:off x="1219352" y="8925437"/>
            <a:ext cx="567674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defTabSz="1485991">
              <a:lnSpc>
                <a:spcPts val="4600"/>
              </a:lnSpc>
              <a:defRPr sz="3600">
                <a:latin typeface="Graphik LC Medium" panose="020B0503030202060203" pitchFamily="34" charset="0"/>
              </a:defRPr>
            </a:lvl1pPr>
          </a:lstStyle>
          <a:p>
            <a:r>
              <a:rPr lang="ru-RU" dirty="0"/>
              <a:t>Подзаголовок слайда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04F175-D976-E073-61EB-17F939DFD660}"/>
              </a:ext>
            </a:extLst>
          </p:cNvPr>
          <p:cNvSpPr txBox="1"/>
          <p:nvPr userDrawn="1"/>
        </p:nvSpPr>
        <p:spPr>
          <a:xfrm>
            <a:off x="1219352" y="10288307"/>
            <a:ext cx="5676748" cy="4687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4000"/>
              </a:lnSpc>
              <a:spcBef>
                <a:spcPct val="0"/>
              </a:spcBef>
              <a:defRPr sz="300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tx1"/>
                </a:solidFill>
              </a:rPr>
              <a:t>Наборный текст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323D9D-2B9A-37DF-72F5-392581FC5AC9}"/>
              </a:ext>
            </a:extLst>
          </p:cNvPr>
          <p:cNvSpPr txBox="1"/>
          <p:nvPr userDrawn="1"/>
        </p:nvSpPr>
        <p:spPr>
          <a:xfrm>
            <a:off x="1219352" y="11675990"/>
            <a:ext cx="5676748" cy="344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4000"/>
              </a:lnSpc>
              <a:spcBef>
                <a:spcPct val="0"/>
              </a:spcBef>
              <a:defRPr sz="300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3000"/>
              </a:lnSpc>
            </a:pPr>
            <a:r>
              <a:rPr lang="ru-RU" sz="2000" dirty="0">
                <a:solidFill>
                  <a:schemeClr val="tx1"/>
                </a:solidFill>
              </a:rPr>
              <a:t>Ссылка/сноска</a:t>
            </a:r>
          </a:p>
        </p:txBody>
      </p: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1B6BB9FE-40E7-6C3B-D234-458AF817A18C}"/>
              </a:ext>
            </a:extLst>
          </p:cNvPr>
          <p:cNvGrpSpPr/>
          <p:nvPr userDrawn="1"/>
        </p:nvGrpSpPr>
        <p:grpSpPr>
          <a:xfrm>
            <a:off x="12715120" y="11429181"/>
            <a:ext cx="2862791" cy="838200"/>
            <a:chOff x="1430871" y="9337422"/>
            <a:chExt cx="2862791" cy="838200"/>
          </a:xfrm>
        </p:grpSpPr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5D16A36F-AF7F-1763-EADA-B8BBF6F7E956}"/>
                </a:ext>
              </a:extLst>
            </p:cNvPr>
            <p:cNvSpPr/>
            <p:nvPr/>
          </p:nvSpPr>
          <p:spPr>
            <a:xfrm>
              <a:off x="1430871" y="9337422"/>
              <a:ext cx="2862791" cy="838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ru-RU">
                <a:solidFill>
                  <a:srgbClr val="FAFAFA"/>
                </a:solidFill>
              </a:endParaRPr>
            </a:p>
          </p:txBody>
        </p:sp>
        <p:sp>
          <p:nvSpPr>
            <p:cNvPr id="26" name="Text 4">
              <a:extLst>
                <a:ext uri="{FF2B5EF4-FFF2-40B4-BE49-F238E27FC236}">
                  <a16:creationId xmlns:a16="http://schemas.microsoft.com/office/drawing/2014/main" id="{C25A2A18-6D3F-FCEF-54EF-F1D5797ED087}"/>
                </a:ext>
              </a:extLst>
            </p:cNvPr>
            <p:cNvSpPr/>
            <p:nvPr/>
          </p:nvSpPr>
          <p:spPr>
            <a:xfrm>
              <a:off x="1723926" y="9524087"/>
              <a:ext cx="2276680" cy="464871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/>
            <a:p>
              <a:pPr algn="ctr" defTabSz="1488104">
                <a:lnSpc>
                  <a:spcPct val="110000"/>
                </a:lnSpc>
                <a:spcBef>
                  <a:spcPct val="0"/>
                </a:spcBef>
              </a:pPr>
              <a:r>
                <a:rPr lang="ru-RU" sz="3000" b="1" spc="300" dirty="0">
                  <a:solidFill>
                    <a:schemeClr val="bg1"/>
                  </a:solidFill>
                  <a:latin typeface="Graphik LC Semibold" panose="020B0503030202060203" pitchFamily="34" charset="0"/>
                  <a:ea typeface="+mj-ea"/>
                  <a:cs typeface="+mj-cs"/>
                </a:rPr>
                <a:t>ТЕГ</a:t>
              </a:r>
              <a:endParaRPr lang="en-US" sz="3000" b="1" spc="300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0E9B4A5C-D113-56EC-3FE7-BDB5FAD7DCA6}"/>
              </a:ext>
            </a:extLst>
          </p:cNvPr>
          <p:cNvSpPr txBox="1"/>
          <p:nvPr userDrawn="1"/>
        </p:nvSpPr>
        <p:spPr>
          <a:xfrm>
            <a:off x="19852575" y="2805150"/>
            <a:ext cx="3321750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dirty="0" err="1"/>
              <a:t>Graphik</a:t>
            </a:r>
            <a:r>
              <a:rPr lang="en" dirty="0"/>
              <a:t> </a:t>
            </a:r>
            <a:r>
              <a:rPr lang="en" dirty="0" err="1"/>
              <a:t>Semibold</a:t>
            </a:r>
            <a:br>
              <a:rPr lang="en" dirty="0"/>
            </a:br>
            <a:r>
              <a:rPr lang="ru-RU" dirty="0"/>
              <a:t>Размер: 108</a:t>
            </a:r>
            <a:br>
              <a:rPr lang="ru-RU" dirty="0"/>
            </a:br>
            <a:r>
              <a:rPr lang="ru-RU" dirty="0"/>
              <a:t>Интерлиньяж: кегль + 10 </a:t>
            </a:r>
            <a:r>
              <a:rPr lang="ru-RU" dirty="0" err="1"/>
              <a:t>пт</a:t>
            </a:r>
            <a:endParaRPr lang="ru-RU" dirty="0"/>
          </a:p>
        </p:txBody>
      </p: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D70E188F-C5F1-271B-AE5B-1E2C129D91CE}"/>
              </a:ext>
            </a:extLst>
          </p:cNvPr>
          <p:cNvCxnSpPr>
            <a:cxnSpLocks/>
          </p:cNvCxnSpPr>
          <p:nvPr userDrawn="1"/>
        </p:nvCxnSpPr>
        <p:spPr>
          <a:xfrm>
            <a:off x="1219352" y="4202915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8FC7C7E9-0BCD-CB50-FBC4-23EFB0918888}"/>
              </a:ext>
            </a:extLst>
          </p:cNvPr>
          <p:cNvCxnSpPr>
            <a:cxnSpLocks/>
          </p:cNvCxnSpPr>
          <p:nvPr userDrawn="1"/>
        </p:nvCxnSpPr>
        <p:spPr>
          <a:xfrm>
            <a:off x="1219352" y="5723611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75EB302B-9424-3CF6-F08C-B1E2CD40FB18}"/>
              </a:ext>
            </a:extLst>
          </p:cNvPr>
          <p:cNvCxnSpPr>
            <a:cxnSpLocks/>
          </p:cNvCxnSpPr>
          <p:nvPr userDrawn="1"/>
        </p:nvCxnSpPr>
        <p:spPr>
          <a:xfrm>
            <a:off x="1219352" y="8534242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87E7E745-4FFF-E5F0-C1C9-481308C55322}"/>
              </a:ext>
            </a:extLst>
          </p:cNvPr>
          <p:cNvCxnSpPr>
            <a:cxnSpLocks/>
          </p:cNvCxnSpPr>
          <p:nvPr userDrawn="1"/>
        </p:nvCxnSpPr>
        <p:spPr>
          <a:xfrm>
            <a:off x="1219352" y="9859858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58BFACCC-6875-F12A-69CD-B8A15C6DBB51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1185474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FD0E3626-1DC7-7D37-5596-0C9C14376C4D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511088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B67295F-3EE6-E679-BCF9-224A59A44E8F}"/>
              </a:ext>
            </a:extLst>
          </p:cNvPr>
          <p:cNvSpPr txBox="1"/>
          <p:nvPr userDrawn="1"/>
        </p:nvSpPr>
        <p:spPr>
          <a:xfrm>
            <a:off x="19852575" y="4501598"/>
            <a:ext cx="3321750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dirty="0" err="1"/>
              <a:t>Graphik</a:t>
            </a:r>
            <a:r>
              <a:rPr lang="en" dirty="0"/>
              <a:t> Medium</a:t>
            </a:r>
            <a:br>
              <a:rPr lang="en" dirty="0"/>
            </a:br>
            <a:r>
              <a:rPr lang="ru-RU" dirty="0"/>
              <a:t>Размер: 48</a:t>
            </a:r>
            <a:br>
              <a:rPr lang="ru-RU" dirty="0"/>
            </a:br>
            <a:r>
              <a:rPr lang="ru-RU" dirty="0"/>
              <a:t>Интерлиньяж: кегль + 10 </a:t>
            </a:r>
            <a:r>
              <a:rPr lang="ru-RU" dirty="0" err="1"/>
              <a:t>пт</a:t>
            </a:r>
            <a:endParaRPr lang="ru-RU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57AE480-682C-6575-AC67-5BEE736495E7}"/>
              </a:ext>
            </a:extLst>
          </p:cNvPr>
          <p:cNvSpPr txBox="1"/>
          <p:nvPr userDrawn="1"/>
        </p:nvSpPr>
        <p:spPr>
          <a:xfrm>
            <a:off x="19852575" y="5977101"/>
            <a:ext cx="3321750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dirty="0" err="1"/>
              <a:t>Graphik</a:t>
            </a:r>
            <a:r>
              <a:rPr lang="en" dirty="0"/>
              <a:t> </a:t>
            </a:r>
            <a:r>
              <a:rPr lang="en" dirty="0" err="1"/>
              <a:t>Semibold</a:t>
            </a:r>
            <a:br>
              <a:rPr lang="en" dirty="0"/>
            </a:br>
            <a:r>
              <a:rPr lang="ru-RU" dirty="0"/>
              <a:t>Размер: 80</a:t>
            </a:r>
            <a:r>
              <a:rPr lang="en-US" dirty="0"/>
              <a:t>-70</a:t>
            </a:r>
            <a:br>
              <a:rPr lang="ru-RU" dirty="0"/>
            </a:br>
            <a:r>
              <a:rPr lang="ru-RU" dirty="0"/>
              <a:t>Интерлиньяж: кегль + 10 </a:t>
            </a:r>
            <a:r>
              <a:rPr lang="ru-RU" dirty="0" err="1"/>
              <a:t>пт</a:t>
            </a:r>
            <a:endParaRPr lang="ru-RU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6D553D9-A959-D5B7-77A7-3E0C8FB66C63}"/>
              </a:ext>
            </a:extLst>
          </p:cNvPr>
          <p:cNvSpPr txBox="1"/>
          <p:nvPr userDrawn="1"/>
        </p:nvSpPr>
        <p:spPr>
          <a:xfrm>
            <a:off x="8468295" y="8735385"/>
            <a:ext cx="3321750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dirty="0" err="1"/>
              <a:t>Graphik</a:t>
            </a:r>
            <a:r>
              <a:rPr lang="en" dirty="0"/>
              <a:t> Medium</a:t>
            </a:r>
            <a:br>
              <a:rPr lang="en" dirty="0"/>
            </a:br>
            <a:r>
              <a:rPr lang="ru-RU" dirty="0"/>
              <a:t>Размер: 4</a:t>
            </a:r>
            <a:r>
              <a:rPr lang="en-US" dirty="0"/>
              <a:t>0-36-30</a:t>
            </a:r>
            <a:br>
              <a:rPr lang="ru-RU" dirty="0"/>
            </a:br>
            <a:r>
              <a:rPr lang="ru-RU" dirty="0"/>
              <a:t>Интерлиньяж: кегль + 10 </a:t>
            </a:r>
            <a:r>
              <a:rPr lang="ru-RU" dirty="0" err="1"/>
              <a:t>пт</a:t>
            </a:r>
            <a:endParaRPr lang="ru-RU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32C280A-56B3-3344-B096-246B6C19616E}"/>
              </a:ext>
            </a:extLst>
          </p:cNvPr>
          <p:cNvSpPr txBox="1"/>
          <p:nvPr userDrawn="1"/>
        </p:nvSpPr>
        <p:spPr>
          <a:xfrm>
            <a:off x="8468295" y="10061001"/>
            <a:ext cx="3321750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dirty="0" err="1"/>
              <a:t>Graphik</a:t>
            </a:r>
            <a:r>
              <a:rPr lang="en" dirty="0"/>
              <a:t> </a:t>
            </a:r>
            <a:r>
              <a:rPr lang="en-US" dirty="0"/>
              <a:t>Regular</a:t>
            </a:r>
            <a:br>
              <a:rPr lang="en" dirty="0"/>
            </a:br>
            <a:r>
              <a:rPr lang="ru-RU" dirty="0"/>
              <a:t>Размер: </a:t>
            </a:r>
            <a:r>
              <a:rPr lang="en-US" dirty="0"/>
              <a:t>30-24</a:t>
            </a:r>
            <a:br>
              <a:rPr lang="ru-RU" dirty="0"/>
            </a:br>
            <a:r>
              <a:rPr lang="ru-RU" dirty="0"/>
              <a:t>Интерлиньяж: кегль + 10 </a:t>
            </a:r>
            <a:r>
              <a:rPr lang="ru-RU" dirty="0" err="1"/>
              <a:t>пт</a:t>
            </a:r>
            <a:endParaRPr lang="ru-RU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F5F571D-1F22-400E-D5CC-502415B806C1}"/>
              </a:ext>
            </a:extLst>
          </p:cNvPr>
          <p:cNvSpPr txBox="1"/>
          <p:nvPr userDrawn="1"/>
        </p:nvSpPr>
        <p:spPr>
          <a:xfrm>
            <a:off x="8468295" y="11386617"/>
            <a:ext cx="3321750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dirty="0" err="1"/>
              <a:t>Graphik</a:t>
            </a:r>
            <a:r>
              <a:rPr lang="en" dirty="0"/>
              <a:t> </a:t>
            </a:r>
            <a:r>
              <a:rPr lang="en-US" dirty="0"/>
              <a:t>Regular</a:t>
            </a:r>
            <a:br>
              <a:rPr lang="en" dirty="0"/>
            </a:br>
            <a:r>
              <a:rPr lang="ru-RU" dirty="0"/>
              <a:t>Размер: </a:t>
            </a:r>
            <a:r>
              <a:rPr lang="en-US" dirty="0"/>
              <a:t>20-18</a:t>
            </a:r>
            <a:br>
              <a:rPr lang="ru-RU" dirty="0"/>
            </a:br>
            <a:r>
              <a:rPr lang="ru-RU" dirty="0"/>
              <a:t>Интерлиньяж: кегль + </a:t>
            </a:r>
            <a:r>
              <a:rPr lang="en-US" dirty="0"/>
              <a:t>5</a:t>
            </a:r>
            <a:r>
              <a:rPr lang="ru-RU" dirty="0"/>
              <a:t> </a:t>
            </a:r>
            <a:r>
              <a:rPr lang="ru-RU" dirty="0" err="1"/>
              <a:t>пт</a:t>
            </a:r>
            <a:endParaRPr lang="ru-RU" dirty="0"/>
          </a:p>
        </p:txBody>
      </p: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7CA4FF76-4CF2-3280-8E0A-CDADB0F5E320}"/>
              </a:ext>
            </a:extLst>
          </p:cNvPr>
          <p:cNvCxnSpPr>
            <a:cxnSpLocks/>
          </p:cNvCxnSpPr>
          <p:nvPr userDrawn="1"/>
        </p:nvCxnSpPr>
        <p:spPr>
          <a:xfrm>
            <a:off x="12193588" y="8534242"/>
            <a:ext cx="0" cy="397684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5965058C-CC87-F907-55D3-D7AF72B4540C}"/>
              </a:ext>
            </a:extLst>
          </p:cNvPr>
          <p:cNvSpPr txBox="1"/>
          <p:nvPr userDrawn="1"/>
        </p:nvSpPr>
        <p:spPr>
          <a:xfrm>
            <a:off x="12715120" y="10338000"/>
            <a:ext cx="6500529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indent="0">
              <a:lnSpc>
                <a:spcPts val="3120"/>
              </a:lnSpc>
              <a:spcAft>
                <a:spcPts val="800"/>
              </a:spcAft>
              <a:buNone/>
              <a:defRPr sz="260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defRPr>
            </a:lvl1pPr>
          </a:lstStyle>
          <a:p>
            <a:r>
              <a:rPr lang="ru-RU" dirty="0"/>
              <a:t>Математический шрифт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B070350-52EA-74C3-A9C3-7BDFBEB6E495}"/>
              </a:ext>
            </a:extLst>
          </p:cNvPr>
          <p:cNvSpPr txBox="1"/>
          <p:nvPr userDrawn="1"/>
        </p:nvSpPr>
        <p:spPr>
          <a:xfrm>
            <a:off x="19852575" y="10061001"/>
            <a:ext cx="3321750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dirty="0"/>
              <a:t>STIX Two Math</a:t>
            </a:r>
            <a:br>
              <a:rPr lang="en" dirty="0"/>
            </a:br>
            <a:r>
              <a:rPr lang="ru-RU" dirty="0"/>
              <a:t>Размер: 26</a:t>
            </a:r>
            <a:br>
              <a:rPr lang="ru-RU" dirty="0"/>
            </a:br>
            <a:r>
              <a:rPr lang="ru-RU" dirty="0"/>
              <a:t>Интерлиньяж: кегль + 5 </a:t>
            </a:r>
            <a:r>
              <a:rPr lang="ru-RU" dirty="0" err="1"/>
              <a:t>пт</a:t>
            </a:r>
            <a:endParaRPr lang="ru-RU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E0FF324-C145-786B-7B3B-63AED0F7AA14}"/>
              </a:ext>
            </a:extLst>
          </p:cNvPr>
          <p:cNvSpPr txBox="1"/>
          <p:nvPr userDrawn="1"/>
        </p:nvSpPr>
        <p:spPr>
          <a:xfrm>
            <a:off x="12715120" y="9012384"/>
            <a:ext cx="6500529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indent="0">
              <a:lnSpc>
                <a:spcPts val="3120"/>
              </a:lnSpc>
              <a:spcAft>
                <a:spcPts val="800"/>
              </a:spcAft>
              <a:buNone/>
              <a:defRPr sz="260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defRPr>
            </a:lvl1pPr>
          </a:lstStyle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Код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AE6FB85-8A6F-C2FE-9CAB-431A5BA66857}"/>
              </a:ext>
            </a:extLst>
          </p:cNvPr>
          <p:cNvSpPr txBox="1"/>
          <p:nvPr userDrawn="1"/>
        </p:nvSpPr>
        <p:spPr>
          <a:xfrm>
            <a:off x="19852575" y="8735385"/>
            <a:ext cx="3321750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dirty="0"/>
              <a:t>Courier New</a:t>
            </a:r>
            <a:br>
              <a:rPr lang="en" dirty="0"/>
            </a:br>
            <a:r>
              <a:rPr lang="ru-RU" dirty="0"/>
              <a:t>Размер: 26-20</a:t>
            </a:r>
            <a:br>
              <a:rPr lang="ru-RU" dirty="0"/>
            </a:br>
            <a:r>
              <a:rPr lang="ru-RU" dirty="0"/>
              <a:t>Интерлиньяж: кегль + 5 </a:t>
            </a:r>
            <a:r>
              <a:rPr lang="ru-RU" dirty="0" err="1"/>
              <a:t>пт</a:t>
            </a:r>
            <a:endParaRPr lang="ru-RU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8E861CA-F283-EF50-C5DE-FB067A82EEB5}"/>
              </a:ext>
            </a:extLst>
          </p:cNvPr>
          <p:cNvSpPr txBox="1"/>
          <p:nvPr userDrawn="1"/>
        </p:nvSpPr>
        <p:spPr>
          <a:xfrm>
            <a:off x="19852575" y="11386617"/>
            <a:ext cx="3321750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dirty="0" err="1"/>
              <a:t>Graphik</a:t>
            </a:r>
            <a:r>
              <a:rPr lang="en" dirty="0"/>
              <a:t> </a:t>
            </a:r>
            <a:r>
              <a:rPr lang="en" dirty="0" err="1"/>
              <a:t>Semibold</a:t>
            </a:r>
            <a:br>
              <a:rPr lang="en" dirty="0"/>
            </a:br>
            <a:r>
              <a:rPr lang="ru-RU" dirty="0"/>
              <a:t>Размер: 30</a:t>
            </a:r>
            <a:br>
              <a:rPr lang="ru-RU" dirty="0"/>
            </a:br>
            <a:r>
              <a:rPr lang="ru-RU" dirty="0"/>
              <a:t>Интерлиньяж: кегль + 10 </a:t>
            </a:r>
            <a:r>
              <a:rPr lang="ru-RU" dirty="0" err="1"/>
              <a:t>пт</a:t>
            </a:r>
            <a:endParaRPr lang="ru-RU" dirty="0"/>
          </a:p>
        </p:txBody>
      </p: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id="{DA887BCB-9CE5-17F7-AAFC-6050B165B5AB}"/>
              </a:ext>
            </a:extLst>
          </p:cNvPr>
          <p:cNvCxnSpPr>
            <a:cxnSpLocks/>
          </p:cNvCxnSpPr>
          <p:nvPr userDrawn="1"/>
        </p:nvCxnSpPr>
        <p:spPr>
          <a:xfrm>
            <a:off x="1219352" y="2330716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единительная линия 45">
            <a:extLst>
              <a:ext uri="{FF2B5EF4-FFF2-40B4-BE49-F238E27FC236}">
                <a16:creationId xmlns:a16="http://schemas.microsoft.com/office/drawing/2014/main" id="{0AEB5071-310C-765E-28A1-79C8BC7E4A61}"/>
              </a:ext>
            </a:extLst>
          </p:cNvPr>
          <p:cNvCxnSpPr>
            <a:cxnSpLocks/>
          </p:cNvCxnSpPr>
          <p:nvPr userDrawn="1"/>
        </p:nvCxnSpPr>
        <p:spPr>
          <a:xfrm>
            <a:off x="1219352" y="7153921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787EEFC3-48D8-92C8-8469-6A8E74B6F210}"/>
              </a:ext>
            </a:extLst>
          </p:cNvPr>
          <p:cNvSpPr txBox="1"/>
          <p:nvPr userDrawn="1"/>
        </p:nvSpPr>
        <p:spPr>
          <a:xfrm>
            <a:off x="18288000" y="7382417"/>
            <a:ext cx="4886325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dirty="0">
                <a:effectLst/>
              </a:rPr>
              <a:t>OFFORM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акцидентный шрифт для больших </a:t>
            </a:r>
            <a:r>
              <a:rPr lang="ru-RU" dirty="0" err="1">
                <a:effectLst/>
              </a:rPr>
              <a:t>цирф</a:t>
            </a:r>
            <a:r>
              <a:rPr lang="ru-RU" dirty="0">
                <a:effectLst/>
              </a:rPr>
              <a:t> и крупных заголовков в одно слово</a:t>
            </a:r>
            <a:endParaRPr lang="ru-RU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7D25B00-DF08-7427-38D3-06E2E67C0A5A}"/>
              </a:ext>
            </a:extLst>
          </p:cNvPr>
          <p:cNvSpPr txBox="1"/>
          <p:nvPr userDrawn="1"/>
        </p:nvSpPr>
        <p:spPr>
          <a:xfrm>
            <a:off x="1219352" y="7027423"/>
            <a:ext cx="2895448" cy="15388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0000" dirty="0">
                <a:latin typeface="Ofform" pitchFamily="2" charset="0"/>
              </a:rPr>
              <a:t>00</a:t>
            </a:r>
            <a:endParaRPr lang="ru-RU" sz="10000" dirty="0"/>
          </a:p>
        </p:txBody>
      </p:sp>
    </p:spTree>
    <p:extLst>
      <p:ext uri="{BB962C8B-B14F-4D97-AF65-F5344CB8AC3E}">
        <p14:creationId xmlns:p14="http://schemas.microsoft.com/office/powerpoint/2010/main" val="3893160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закрывающий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1DBDF12B-BD63-C522-912D-6F1AFEFDF11B}"/>
              </a:ext>
            </a:extLst>
          </p:cNvPr>
          <p:cNvSpPr/>
          <p:nvPr userDrawn="1"/>
        </p:nvSpPr>
        <p:spPr>
          <a:xfrm>
            <a:off x="1219352" y="817780"/>
            <a:ext cx="1272524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Тёмная/светлая версия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C220FD-3350-F4C6-66D1-E0B65D6D2948}"/>
              </a:ext>
            </a:extLst>
          </p:cNvPr>
          <p:cNvSpPr txBox="1"/>
          <p:nvPr userDrawn="1"/>
        </p:nvSpPr>
        <p:spPr>
          <a:xfrm>
            <a:off x="1219352" y="2332607"/>
            <a:ext cx="12192000" cy="249901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/>
              <a:t>Темные и светлые слайды существуют в презентациях вместе, нет отдельных версий</a:t>
            </a:r>
          </a:p>
          <a:p>
            <a:r>
              <a:rPr lang="ru-RU" dirty="0"/>
              <a:t>Открывающий и закрывающий слайды – всегда темные</a:t>
            </a:r>
          </a:p>
          <a:p>
            <a:r>
              <a:rPr lang="ru-RU" dirty="0"/>
              <a:t>Фон слайдов внутри презентации зависит от материала. Для учебных презентаций чаще используются светлый и белый фон. В презентациях для выступлений/мероприятий количество темных и светлых слайдов примерно равно.</a:t>
            </a:r>
          </a:p>
          <a:p>
            <a:r>
              <a:rPr lang="ru-RU" dirty="0" err="1"/>
              <a:t>Перебивочные</a:t>
            </a:r>
            <a:r>
              <a:rPr lang="ru-RU" dirty="0"/>
              <a:t> слайды могут быть темными, светлыми или акцентными. </a:t>
            </a:r>
          </a:p>
        </p:txBody>
      </p:sp>
    </p:spTree>
    <p:extLst>
      <p:ext uri="{BB962C8B-B14F-4D97-AF65-F5344CB8AC3E}">
        <p14:creationId xmlns:p14="http://schemas.microsoft.com/office/powerpoint/2010/main" val="27651242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закрывающий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DC32FCC-FFA9-1201-2AAF-22649BBC1FEF}"/>
              </a:ext>
            </a:extLst>
          </p:cNvPr>
          <p:cNvSpPr/>
          <p:nvPr userDrawn="1"/>
        </p:nvSpPr>
        <p:spPr>
          <a:xfrm>
            <a:off x="1219352" y="817780"/>
            <a:ext cx="1272524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Иконки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2B107F-4F37-A678-BCA0-8194A61487F4}"/>
              </a:ext>
            </a:extLst>
          </p:cNvPr>
          <p:cNvSpPr txBox="1"/>
          <p:nvPr userDrawn="1"/>
        </p:nvSpPr>
        <p:spPr>
          <a:xfrm>
            <a:off x="1219352" y="2332607"/>
            <a:ext cx="8074439" cy="12679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/>
              <a:t>Иконки используются в круге – размер 2,5 см</a:t>
            </a:r>
          </a:p>
          <a:p>
            <a:r>
              <a:rPr lang="ru-RU" dirty="0"/>
              <a:t>Для больших карточек может использоваться размер 3 см</a:t>
            </a:r>
          </a:p>
          <a:p>
            <a:r>
              <a:rPr lang="ru-RU" dirty="0"/>
              <a:t>Толщина линии – 2 </a:t>
            </a:r>
            <a:r>
              <a:rPr lang="ru-RU" dirty="0" err="1"/>
              <a:t>пт</a:t>
            </a:r>
            <a:endParaRPr lang="ru-RU" dirty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EE11623E-1582-7DA9-DCD7-AFE7A689A499}"/>
              </a:ext>
            </a:extLst>
          </p:cNvPr>
          <p:cNvGrpSpPr/>
          <p:nvPr userDrawn="1"/>
        </p:nvGrpSpPr>
        <p:grpSpPr>
          <a:xfrm>
            <a:off x="6453760" y="4557941"/>
            <a:ext cx="900000" cy="900000"/>
            <a:chOff x="7810351" y="6891770"/>
            <a:chExt cx="1440000" cy="1440000"/>
          </a:xfrm>
        </p:grpSpPr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00624EAC-D5FC-A53C-B5C4-4E86D15F41B7}"/>
                </a:ext>
              </a:extLst>
            </p:cNvPr>
            <p:cNvSpPr/>
            <p:nvPr/>
          </p:nvSpPr>
          <p:spPr>
            <a:xfrm>
              <a:off x="7810351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C2AE46D0-1A77-30A9-1D7C-B633BA54AB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061325" y="7305340"/>
              <a:ext cx="938052" cy="612861"/>
            </a:xfrm>
            <a:prstGeom prst="rect">
              <a:avLst/>
            </a:prstGeom>
          </p:spPr>
        </p:pic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1512695C-F97D-7D48-4C31-430F6A1FD775}"/>
              </a:ext>
            </a:extLst>
          </p:cNvPr>
          <p:cNvGrpSpPr/>
          <p:nvPr userDrawn="1"/>
        </p:nvGrpSpPr>
        <p:grpSpPr>
          <a:xfrm>
            <a:off x="6453760" y="5963958"/>
            <a:ext cx="900000" cy="900000"/>
            <a:chOff x="7828984" y="8625567"/>
            <a:chExt cx="1440000" cy="1440000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9799D145-7D46-8765-3F9B-023396CB05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115354" y="8819016"/>
              <a:ext cx="867260" cy="1053102"/>
            </a:xfrm>
            <a:prstGeom prst="rect">
              <a:avLst/>
            </a:prstGeom>
          </p:spPr>
        </p:pic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1CAE97E5-35CE-05DD-1381-13DA3ECF6D87}"/>
                </a:ext>
              </a:extLst>
            </p:cNvPr>
            <p:cNvSpPr/>
            <p:nvPr/>
          </p:nvSpPr>
          <p:spPr>
            <a:xfrm>
              <a:off x="7828984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906E86DD-E5C0-C65E-3A60-E1B4DE35CC5F}"/>
              </a:ext>
            </a:extLst>
          </p:cNvPr>
          <p:cNvGrpSpPr/>
          <p:nvPr userDrawn="1"/>
        </p:nvGrpSpPr>
        <p:grpSpPr>
          <a:xfrm>
            <a:off x="6453760" y="7369975"/>
            <a:ext cx="900000" cy="900000"/>
            <a:chOff x="10133872" y="6891770"/>
            <a:chExt cx="1440000" cy="1440000"/>
          </a:xfrm>
        </p:grpSpPr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988244FB-62FB-BFAC-7938-96292543D9C1}"/>
                </a:ext>
              </a:extLst>
            </p:cNvPr>
            <p:cNvSpPr/>
            <p:nvPr/>
          </p:nvSpPr>
          <p:spPr>
            <a:xfrm>
              <a:off x="10133872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1D1D424C-091D-0CBC-2AFF-DCCE7081F73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420338" y="7203738"/>
              <a:ext cx="867069" cy="816065"/>
            </a:xfrm>
            <a:prstGeom prst="rect">
              <a:avLst/>
            </a:prstGeom>
          </p:spPr>
        </p:pic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EA84E6A7-6B74-B9D3-BB49-86E1F2AFE54E}"/>
              </a:ext>
            </a:extLst>
          </p:cNvPr>
          <p:cNvGrpSpPr/>
          <p:nvPr userDrawn="1"/>
        </p:nvGrpSpPr>
        <p:grpSpPr>
          <a:xfrm>
            <a:off x="6453760" y="8775992"/>
            <a:ext cx="900000" cy="900000"/>
            <a:chOff x="9729345" y="8625567"/>
            <a:chExt cx="1440000" cy="1440000"/>
          </a:xfrm>
        </p:grpSpPr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37D57351-98A2-AE6E-8B0E-42BD441D5D4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922067" y="8973371"/>
              <a:ext cx="1054557" cy="744392"/>
            </a:xfrm>
            <a:prstGeom prst="rect">
              <a:avLst/>
            </a:prstGeom>
          </p:spPr>
        </p:pic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7CE4971A-8BEA-3FC9-E846-FC37449FDB60}"/>
                </a:ext>
              </a:extLst>
            </p:cNvPr>
            <p:cNvSpPr/>
            <p:nvPr/>
          </p:nvSpPr>
          <p:spPr>
            <a:xfrm>
              <a:off x="9729345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65BE94BB-A54E-1E13-9EAB-C7D7605ACD98}"/>
              </a:ext>
            </a:extLst>
          </p:cNvPr>
          <p:cNvGrpSpPr/>
          <p:nvPr userDrawn="1"/>
        </p:nvGrpSpPr>
        <p:grpSpPr>
          <a:xfrm>
            <a:off x="6453760" y="10182009"/>
            <a:ext cx="900000" cy="900000"/>
            <a:chOff x="9527999" y="5789636"/>
            <a:chExt cx="818181" cy="818181"/>
          </a:xfrm>
        </p:grpSpPr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1DC4D6F0-6278-997C-87BF-6BEBD5DD64B8}"/>
                </a:ext>
              </a:extLst>
            </p:cNvPr>
            <p:cNvSpPr/>
            <p:nvPr/>
          </p:nvSpPr>
          <p:spPr>
            <a:xfrm>
              <a:off x="9527999" y="5789636"/>
              <a:ext cx="818181" cy="818181"/>
            </a:xfrm>
            <a:custGeom>
              <a:avLst/>
              <a:gdLst>
                <a:gd name="connsiteX0" fmla="*/ 818182 w 818181"/>
                <a:gd name="connsiteY0" fmla="*/ 409091 h 818181"/>
                <a:gd name="connsiteX1" fmla="*/ 409091 w 818181"/>
                <a:gd name="connsiteY1" fmla="*/ 818182 h 818181"/>
                <a:gd name="connsiteX2" fmla="*/ 0 w 818181"/>
                <a:gd name="connsiteY2" fmla="*/ 409091 h 818181"/>
                <a:gd name="connsiteX3" fmla="*/ 409091 w 818181"/>
                <a:gd name="connsiteY3" fmla="*/ 0 h 818181"/>
                <a:gd name="connsiteX4" fmla="*/ 818182 w 818181"/>
                <a:gd name="connsiteY4" fmla="*/ 409091 h 81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8181" h="818181">
                  <a:moveTo>
                    <a:pt x="818182" y="409091"/>
                  </a:moveTo>
                  <a:cubicBezTo>
                    <a:pt x="818182" y="635026"/>
                    <a:pt x="635026" y="818182"/>
                    <a:pt x="409091" y="818182"/>
                  </a:cubicBezTo>
                  <a:cubicBezTo>
                    <a:pt x="183156" y="818182"/>
                    <a:pt x="0" y="635026"/>
                    <a:pt x="0" y="409091"/>
                  </a:cubicBezTo>
                  <a:cubicBezTo>
                    <a:pt x="0" y="183156"/>
                    <a:pt x="183156" y="0"/>
                    <a:pt x="409091" y="0"/>
                  </a:cubicBezTo>
                  <a:cubicBezTo>
                    <a:pt x="635026" y="0"/>
                    <a:pt x="818182" y="183156"/>
                    <a:pt x="818182" y="409091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0BBC5605-71DC-7446-DE15-48FAC8F7432C}"/>
                </a:ext>
              </a:extLst>
            </p:cNvPr>
            <p:cNvSpPr/>
            <p:nvPr/>
          </p:nvSpPr>
          <p:spPr>
            <a:xfrm>
              <a:off x="9916635" y="5973727"/>
              <a:ext cx="163636" cy="327272"/>
            </a:xfrm>
            <a:custGeom>
              <a:avLst/>
              <a:gdLst>
                <a:gd name="connsiteX0" fmla="*/ 0 w 163636"/>
                <a:gd name="connsiteY0" fmla="*/ 0 h 327272"/>
                <a:gd name="connsiteX1" fmla="*/ 0 w 163636"/>
                <a:gd name="connsiteY1" fmla="*/ 225000 h 327272"/>
                <a:gd name="connsiteX2" fmla="*/ 163636 w 163636"/>
                <a:gd name="connsiteY2" fmla="*/ 327273 h 327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3636" h="327272">
                  <a:moveTo>
                    <a:pt x="0" y="0"/>
                  </a:moveTo>
                  <a:lnTo>
                    <a:pt x="0" y="225000"/>
                  </a:lnTo>
                  <a:lnTo>
                    <a:pt x="163636" y="327273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84C90BB9-5F2B-834C-D8B9-EA5BC884E609}"/>
              </a:ext>
            </a:extLst>
          </p:cNvPr>
          <p:cNvGrpSpPr/>
          <p:nvPr userDrawn="1"/>
        </p:nvGrpSpPr>
        <p:grpSpPr>
          <a:xfrm>
            <a:off x="6453760" y="11588024"/>
            <a:ext cx="900000" cy="900000"/>
            <a:chOff x="12138591" y="8625567"/>
            <a:chExt cx="1440000" cy="1440000"/>
          </a:xfrm>
        </p:grpSpPr>
        <p:pic>
          <p:nvPicPr>
            <p:cNvPr id="22" name="Рисунок 21">
              <a:extLst>
                <a:ext uri="{FF2B5EF4-FFF2-40B4-BE49-F238E27FC236}">
                  <a16:creationId xmlns:a16="http://schemas.microsoft.com/office/drawing/2014/main" id="{55CC8A4B-9CA8-F283-8320-32E00011E7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2485354" y="8879020"/>
              <a:ext cx="746475" cy="933094"/>
            </a:xfrm>
            <a:prstGeom prst="rect">
              <a:avLst/>
            </a:prstGeom>
          </p:spPr>
        </p:pic>
        <p:sp>
          <p:nvSpPr>
            <p:cNvPr id="23" name="Овал 22">
              <a:extLst>
                <a:ext uri="{FF2B5EF4-FFF2-40B4-BE49-F238E27FC236}">
                  <a16:creationId xmlns:a16="http://schemas.microsoft.com/office/drawing/2014/main" id="{5CC6C43E-4036-AE21-7F41-FF30AE8523DB}"/>
                </a:ext>
              </a:extLst>
            </p:cNvPr>
            <p:cNvSpPr/>
            <p:nvPr/>
          </p:nvSpPr>
          <p:spPr>
            <a:xfrm>
              <a:off x="12138591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FCCC2719-6355-79D7-0853-3F30F0F1DB0B}"/>
              </a:ext>
            </a:extLst>
          </p:cNvPr>
          <p:cNvGrpSpPr/>
          <p:nvPr userDrawn="1"/>
        </p:nvGrpSpPr>
        <p:grpSpPr>
          <a:xfrm>
            <a:off x="5056227" y="10182009"/>
            <a:ext cx="900000" cy="900000"/>
            <a:chOff x="13050442" y="8871148"/>
            <a:chExt cx="946509" cy="946509"/>
          </a:xfrm>
        </p:grpSpPr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75943874-EAEE-DDCC-9F65-6A0DB5379629}"/>
                </a:ext>
              </a:extLst>
            </p:cNvPr>
            <p:cNvSpPr/>
            <p:nvPr/>
          </p:nvSpPr>
          <p:spPr>
            <a:xfrm>
              <a:off x="13050442" y="8871148"/>
              <a:ext cx="946509" cy="946509"/>
            </a:xfrm>
            <a:custGeom>
              <a:avLst/>
              <a:gdLst>
                <a:gd name="connsiteX0" fmla="*/ 946509 w 946509"/>
                <a:gd name="connsiteY0" fmla="*/ 473255 h 946509"/>
                <a:gd name="connsiteX1" fmla="*/ 473255 w 946509"/>
                <a:gd name="connsiteY1" fmla="*/ 946509 h 946509"/>
                <a:gd name="connsiteX2" fmla="*/ 0 w 946509"/>
                <a:gd name="connsiteY2" fmla="*/ 473255 h 946509"/>
                <a:gd name="connsiteX3" fmla="*/ 473255 w 946509"/>
                <a:gd name="connsiteY3" fmla="*/ 0 h 946509"/>
                <a:gd name="connsiteX4" fmla="*/ 946509 w 946509"/>
                <a:gd name="connsiteY4" fmla="*/ 473255 h 946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6509" h="946509">
                  <a:moveTo>
                    <a:pt x="946509" y="473255"/>
                  </a:moveTo>
                  <a:cubicBezTo>
                    <a:pt x="946509" y="734626"/>
                    <a:pt x="734626" y="946509"/>
                    <a:pt x="473255" y="946509"/>
                  </a:cubicBezTo>
                  <a:cubicBezTo>
                    <a:pt x="211883" y="946509"/>
                    <a:pt x="0" y="734626"/>
                    <a:pt x="0" y="473255"/>
                  </a:cubicBezTo>
                  <a:cubicBezTo>
                    <a:pt x="0" y="211883"/>
                    <a:pt x="211883" y="0"/>
                    <a:pt x="473255" y="0"/>
                  </a:cubicBezTo>
                  <a:cubicBezTo>
                    <a:pt x="734626" y="0"/>
                    <a:pt x="946509" y="211883"/>
                    <a:pt x="946509" y="473255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6" name="Полилиния 25">
              <a:extLst>
                <a:ext uri="{FF2B5EF4-FFF2-40B4-BE49-F238E27FC236}">
                  <a16:creationId xmlns:a16="http://schemas.microsoft.com/office/drawing/2014/main" id="{89FB73D2-B686-4102-4F6F-32F2A7439A1B}"/>
                </a:ext>
              </a:extLst>
            </p:cNvPr>
            <p:cNvSpPr/>
            <p:nvPr/>
          </p:nvSpPr>
          <p:spPr>
            <a:xfrm>
              <a:off x="13358057" y="9226089"/>
              <a:ext cx="47325" cy="47325"/>
            </a:xfrm>
            <a:custGeom>
              <a:avLst/>
              <a:gdLst>
                <a:gd name="connsiteX0" fmla="*/ 47325 w 47325"/>
                <a:gd name="connsiteY0" fmla="*/ 23663 h 47325"/>
                <a:gd name="connsiteX1" fmla="*/ 23663 w 47325"/>
                <a:gd name="connsiteY1" fmla="*/ 47325 h 47325"/>
                <a:gd name="connsiteX2" fmla="*/ 0 w 47325"/>
                <a:gd name="connsiteY2" fmla="*/ 23663 h 47325"/>
                <a:gd name="connsiteX3" fmla="*/ 23663 w 47325"/>
                <a:gd name="connsiteY3" fmla="*/ 0 h 47325"/>
                <a:gd name="connsiteX4" fmla="*/ 47325 w 47325"/>
                <a:gd name="connsiteY4" fmla="*/ 23663 h 4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325" h="47325">
                  <a:moveTo>
                    <a:pt x="47325" y="23663"/>
                  </a:moveTo>
                  <a:cubicBezTo>
                    <a:pt x="47325" y="36731"/>
                    <a:pt x="36731" y="47325"/>
                    <a:pt x="23663" y="47325"/>
                  </a:cubicBezTo>
                  <a:cubicBezTo>
                    <a:pt x="10594" y="47325"/>
                    <a:pt x="0" y="36731"/>
                    <a:pt x="0" y="23663"/>
                  </a:cubicBezTo>
                  <a:cubicBezTo>
                    <a:pt x="0" y="10594"/>
                    <a:pt x="10594" y="0"/>
                    <a:pt x="23663" y="0"/>
                  </a:cubicBezTo>
                  <a:cubicBezTo>
                    <a:pt x="36731" y="0"/>
                    <a:pt x="47325" y="10594"/>
                    <a:pt x="47325" y="23663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" name="Полилиния 26">
              <a:extLst>
                <a:ext uri="{FF2B5EF4-FFF2-40B4-BE49-F238E27FC236}">
                  <a16:creationId xmlns:a16="http://schemas.microsoft.com/office/drawing/2014/main" id="{9DF9DC05-5161-3541-D055-2D7F694F39B4}"/>
                </a:ext>
              </a:extLst>
            </p:cNvPr>
            <p:cNvSpPr/>
            <p:nvPr/>
          </p:nvSpPr>
          <p:spPr>
            <a:xfrm>
              <a:off x="13642010" y="9226089"/>
              <a:ext cx="47325" cy="47325"/>
            </a:xfrm>
            <a:custGeom>
              <a:avLst/>
              <a:gdLst>
                <a:gd name="connsiteX0" fmla="*/ 47325 w 47325"/>
                <a:gd name="connsiteY0" fmla="*/ 23663 h 47325"/>
                <a:gd name="connsiteX1" fmla="*/ 23663 w 47325"/>
                <a:gd name="connsiteY1" fmla="*/ 47325 h 47325"/>
                <a:gd name="connsiteX2" fmla="*/ 0 w 47325"/>
                <a:gd name="connsiteY2" fmla="*/ 23663 h 47325"/>
                <a:gd name="connsiteX3" fmla="*/ 23663 w 47325"/>
                <a:gd name="connsiteY3" fmla="*/ 0 h 47325"/>
                <a:gd name="connsiteX4" fmla="*/ 47325 w 47325"/>
                <a:gd name="connsiteY4" fmla="*/ 23663 h 4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325" h="47325">
                  <a:moveTo>
                    <a:pt x="47325" y="23663"/>
                  </a:moveTo>
                  <a:cubicBezTo>
                    <a:pt x="47325" y="36731"/>
                    <a:pt x="36731" y="47325"/>
                    <a:pt x="23663" y="47325"/>
                  </a:cubicBezTo>
                  <a:cubicBezTo>
                    <a:pt x="10594" y="47325"/>
                    <a:pt x="0" y="36731"/>
                    <a:pt x="0" y="23663"/>
                  </a:cubicBezTo>
                  <a:cubicBezTo>
                    <a:pt x="0" y="10594"/>
                    <a:pt x="10594" y="0"/>
                    <a:pt x="23663" y="0"/>
                  </a:cubicBezTo>
                  <a:cubicBezTo>
                    <a:pt x="36731" y="0"/>
                    <a:pt x="47325" y="10594"/>
                    <a:pt x="47325" y="23663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8" name="Полилиния 27">
              <a:extLst>
                <a:ext uri="{FF2B5EF4-FFF2-40B4-BE49-F238E27FC236}">
                  <a16:creationId xmlns:a16="http://schemas.microsoft.com/office/drawing/2014/main" id="{531456AC-1ABA-3276-FFA9-2AD27E3D0973}"/>
                </a:ext>
              </a:extLst>
            </p:cNvPr>
            <p:cNvSpPr/>
            <p:nvPr/>
          </p:nvSpPr>
          <p:spPr>
            <a:xfrm>
              <a:off x="13405383" y="9443638"/>
              <a:ext cx="236627" cy="46142"/>
            </a:xfrm>
            <a:custGeom>
              <a:avLst/>
              <a:gdLst>
                <a:gd name="connsiteX0" fmla="*/ 0 w 236627"/>
                <a:gd name="connsiteY0" fmla="*/ 0 h 46142"/>
                <a:gd name="connsiteX1" fmla="*/ 236627 w 236627"/>
                <a:gd name="connsiteY1" fmla="*/ 0 h 46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6627" h="46142">
                  <a:moveTo>
                    <a:pt x="0" y="0"/>
                  </a:moveTo>
                  <a:cubicBezTo>
                    <a:pt x="47325" y="61523"/>
                    <a:pt x="189302" y="61523"/>
                    <a:pt x="236627" y="0"/>
                  </a:cubicBezTo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B4A41DCB-77D5-1F01-9ED6-A6632413254B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213086" y="4816422"/>
            <a:ext cx="586283" cy="383038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C793C111-3676-AA78-05DD-3FC1EFC37084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235208" y="6084864"/>
            <a:ext cx="542038" cy="658189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86B69189-C7C7-5EB5-C46D-E91524380E1A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235268" y="7564955"/>
            <a:ext cx="541918" cy="510041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2D1C0DEF-C455-6EF5-9141-DF2BB9FA427E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176678" y="8993370"/>
            <a:ext cx="659098" cy="465245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A222BCD0-7AAF-389F-1E77-C68FF40ED37E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272954" y="11746432"/>
            <a:ext cx="466547" cy="583184"/>
          </a:xfrm>
          <a:prstGeom prst="rect">
            <a:avLst/>
          </a:prstGeom>
        </p:spPr>
      </p:pic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28E157D5-A94C-AF2F-459F-A919984BF601}"/>
              </a:ext>
            </a:extLst>
          </p:cNvPr>
          <p:cNvGrpSpPr/>
          <p:nvPr userDrawn="1"/>
        </p:nvGrpSpPr>
        <p:grpSpPr>
          <a:xfrm>
            <a:off x="10416324" y="7369975"/>
            <a:ext cx="900000" cy="900000"/>
            <a:chOff x="17104435" y="6891770"/>
            <a:chExt cx="1440000" cy="1440000"/>
          </a:xfrm>
        </p:grpSpPr>
        <p:sp>
          <p:nvSpPr>
            <p:cNvPr id="35" name="Овал 34">
              <a:extLst>
                <a:ext uri="{FF2B5EF4-FFF2-40B4-BE49-F238E27FC236}">
                  <a16:creationId xmlns:a16="http://schemas.microsoft.com/office/drawing/2014/main" id="{28DE680F-B793-B156-5980-F8BB69D1CD16}"/>
                </a:ext>
              </a:extLst>
            </p:cNvPr>
            <p:cNvSpPr/>
            <p:nvPr/>
          </p:nvSpPr>
          <p:spPr>
            <a:xfrm>
              <a:off x="17104435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6" name="Рисунок 35">
              <a:extLst>
                <a:ext uri="{FF2B5EF4-FFF2-40B4-BE49-F238E27FC236}">
                  <a16:creationId xmlns:a16="http://schemas.microsoft.com/office/drawing/2014/main" id="{6579DF66-2553-F88A-915C-F7DAB0DECA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7486927" y="7152956"/>
              <a:ext cx="836321" cy="917629"/>
            </a:xfrm>
            <a:prstGeom prst="rect">
              <a:avLst/>
            </a:prstGeom>
          </p:spPr>
        </p:pic>
      </p:grp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F0B0E09A-55E4-B13E-AB4C-032100920B98}"/>
              </a:ext>
            </a:extLst>
          </p:cNvPr>
          <p:cNvGrpSpPr/>
          <p:nvPr userDrawn="1"/>
        </p:nvGrpSpPr>
        <p:grpSpPr>
          <a:xfrm>
            <a:off x="10416324" y="4557941"/>
            <a:ext cx="900000" cy="900000"/>
            <a:chOff x="14780914" y="6891770"/>
            <a:chExt cx="1440000" cy="1440000"/>
          </a:xfrm>
        </p:grpSpPr>
        <p:sp>
          <p:nvSpPr>
            <p:cNvPr id="38" name="Овал 37">
              <a:extLst>
                <a:ext uri="{FF2B5EF4-FFF2-40B4-BE49-F238E27FC236}">
                  <a16:creationId xmlns:a16="http://schemas.microsoft.com/office/drawing/2014/main" id="{0F5696C4-A7FB-1ACF-C5D7-FBC00898899F}"/>
                </a:ext>
              </a:extLst>
            </p:cNvPr>
            <p:cNvSpPr/>
            <p:nvPr/>
          </p:nvSpPr>
          <p:spPr>
            <a:xfrm>
              <a:off x="14780914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9" name="Рисунок 38">
              <a:extLst>
                <a:ext uri="{FF2B5EF4-FFF2-40B4-BE49-F238E27FC236}">
                  <a16:creationId xmlns:a16="http://schemas.microsoft.com/office/drawing/2014/main" id="{D4647BF6-18B6-DDA1-23DF-E8D5C7A35C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15056281" y="7138451"/>
              <a:ext cx="889267" cy="946639"/>
            </a:xfrm>
            <a:prstGeom prst="rect">
              <a:avLst/>
            </a:prstGeom>
          </p:spPr>
        </p:pic>
      </p:grp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F82A36AA-65B2-477A-8DA6-82DD4692EF72}"/>
              </a:ext>
            </a:extLst>
          </p:cNvPr>
          <p:cNvGrpSpPr/>
          <p:nvPr userDrawn="1"/>
        </p:nvGrpSpPr>
        <p:grpSpPr>
          <a:xfrm>
            <a:off x="10416324" y="5963958"/>
            <a:ext cx="900000" cy="900000"/>
            <a:chOff x="14030453" y="8625567"/>
            <a:chExt cx="1440000" cy="1440000"/>
          </a:xfrm>
        </p:grpSpPr>
        <p:pic>
          <p:nvPicPr>
            <p:cNvPr id="41" name="Рисунок 40">
              <a:extLst>
                <a:ext uri="{FF2B5EF4-FFF2-40B4-BE49-F238E27FC236}">
                  <a16:creationId xmlns:a16="http://schemas.microsoft.com/office/drawing/2014/main" id="{0CC0BE5C-DD14-D257-30F5-74D6C18662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4326052" y="8944744"/>
              <a:ext cx="848803" cy="801647"/>
            </a:xfrm>
            <a:prstGeom prst="rect">
              <a:avLst/>
            </a:prstGeom>
          </p:spPr>
        </p:pic>
        <p:sp>
          <p:nvSpPr>
            <p:cNvPr id="42" name="Овал 41">
              <a:extLst>
                <a:ext uri="{FF2B5EF4-FFF2-40B4-BE49-F238E27FC236}">
                  <a16:creationId xmlns:a16="http://schemas.microsoft.com/office/drawing/2014/main" id="{7CDB9DD1-7B0C-8F04-3742-35B55BADB436}"/>
                </a:ext>
              </a:extLst>
            </p:cNvPr>
            <p:cNvSpPr/>
            <p:nvPr/>
          </p:nvSpPr>
          <p:spPr>
            <a:xfrm>
              <a:off x="14030453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AADE869F-338C-D669-F9CF-F9671374B03C}"/>
              </a:ext>
            </a:extLst>
          </p:cNvPr>
          <p:cNvGrpSpPr/>
          <p:nvPr userDrawn="1"/>
        </p:nvGrpSpPr>
        <p:grpSpPr>
          <a:xfrm>
            <a:off x="10416324" y="8775992"/>
            <a:ext cx="900000" cy="900000"/>
            <a:chOff x="16032673" y="8625567"/>
            <a:chExt cx="1440000" cy="1440000"/>
          </a:xfrm>
        </p:grpSpPr>
        <p:pic>
          <p:nvPicPr>
            <p:cNvPr id="44" name="Рисунок 43">
              <a:extLst>
                <a:ext uri="{FF2B5EF4-FFF2-40B4-BE49-F238E27FC236}">
                  <a16:creationId xmlns:a16="http://schemas.microsoft.com/office/drawing/2014/main" id="{A63500FA-6259-55A8-45BC-6CE0CBD68F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16282750" y="9006508"/>
              <a:ext cx="939847" cy="678118"/>
            </a:xfrm>
            <a:prstGeom prst="rect">
              <a:avLst/>
            </a:prstGeom>
          </p:spPr>
        </p:pic>
        <p:sp>
          <p:nvSpPr>
            <p:cNvPr id="45" name="Овал 44">
              <a:extLst>
                <a:ext uri="{FF2B5EF4-FFF2-40B4-BE49-F238E27FC236}">
                  <a16:creationId xmlns:a16="http://schemas.microsoft.com/office/drawing/2014/main" id="{7497AE55-0401-D2B0-82F8-5F44C66DC320}"/>
                </a:ext>
              </a:extLst>
            </p:cNvPr>
            <p:cNvSpPr/>
            <p:nvPr/>
          </p:nvSpPr>
          <p:spPr>
            <a:xfrm>
              <a:off x="16032673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id="{8ABA1EEF-F181-0DA1-6EFB-933746679297}"/>
              </a:ext>
            </a:extLst>
          </p:cNvPr>
          <p:cNvGrpSpPr/>
          <p:nvPr userDrawn="1"/>
        </p:nvGrpSpPr>
        <p:grpSpPr>
          <a:xfrm>
            <a:off x="10416324" y="11588024"/>
            <a:ext cx="900000" cy="900000"/>
            <a:chOff x="14720471" y="7311893"/>
            <a:chExt cx="810000" cy="810000"/>
          </a:xfrm>
        </p:grpSpPr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C1F9177B-C0A2-5C4A-AD60-BD6FCBA7F242}"/>
                </a:ext>
              </a:extLst>
            </p:cNvPr>
            <p:cNvSpPr/>
            <p:nvPr/>
          </p:nvSpPr>
          <p:spPr>
            <a:xfrm>
              <a:off x="14720471" y="7311893"/>
              <a:ext cx="810000" cy="810000"/>
            </a:xfrm>
            <a:custGeom>
              <a:avLst/>
              <a:gdLst>
                <a:gd name="connsiteX0" fmla="*/ 810000 w 810000"/>
                <a:gd name="connsiteY0" fmla="*/ 405000 h 810000"/>
                <a:gd name="connsiteX1" fmla="*/ 405000 w 810000"/>
                <a:gd name="connsiteY1" fmla="*/ 810000 h 810000"/>
                <a:gd name="connsiteX2" fmla="*/ 0 w 810000"/>
                <a:gd name="connsiteY2" fmla="*/ 405000 h 810000"/>
                <a:gd name="connsiteX3" fmla="*/ 405000 w 810000"/>
                <a:gd name="connsiteY3" fmla="*/ 0 h 810000"/>
                <a:gd name="connsiteX4" fmla="*/ 810000 w 810000"/>
                <a:gd name="connsiteY4" fmla="*/ 405000 h 8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0000" h="810000">
                  <a:moveTo>
                    <a:pt x="810000" y="405000"/>
                  </a:moveTo>
                  <a:cubicBezTo>
                    <a:pt x="810000" y="628675"/>
                    <a:pt x="628675" y="810000"/>
                    <a:pt x="405000" y="810000"/>
                  </a:cubicBezTo>
                  <a:cubicBezTo>
                    <a:pt x="181325" y="810000"/>
                    <a:pt x="0" y="628675"/>
                    <a:pt x="0" y="405000"/>
                  </a:cubicBezTo>
                  <a:cubicBezTo>
                    <a:pt x="0" y="181325"/>
                    <a:pt x="181325" y="0"/>
                    <a:pt x="405000" y="0"/>
                  </a:cubicBezTo>
                  <a:cubicBezTo>
                    <a:pt x="628675" y="0"/>
                    <a:pt x="810000" y="181325"/>
                    <a:pt x="810000" y="405000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CD7E7B97-72C5-BC23-CC1F-6AD6FAEDC582}"/>
                </a:ext>
              </a:extLst>
            </p:cNvPr>
            <p:cNvSpPr/>
            <p:nvPr/>
          </p:nvSpPr>
          <p:spPr>
            <a:xfrm>
              <a:off x="1492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61FBC8ED-DFD4-D8BD-61BC-57FFE87D39E7}"/>
                </a:ext>
              </a:extLst>
            </p:cNvPr>
            <p:cNvSpPr/>
            <p:nvPr/>
          </p:nvSpPr>
          <p:spPr>
            <a:xfrm>
              <a:off x="1510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DF960113-7306-5F5E-E537-BB8A9CCD0A2D}"/>
                </a:ext>
              </a:extLst>
            </p:cNvPr>
            <p:cNvSpPr/>
            <p:nvPr/>
          </p:nvSpPr>
          <p:spPr>
            <a:xfrm>
              <a:off x="1528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51" name="Группа 50">
            <a:extLst>
              <a:ext uri="{FF2B5EF4-FFF2-40B4-BE49-F238E27FC236}">
                <a16:creationId xmlns:a16="http://schemas.microsoft.com/office/drawing/2014/main" id="{338CBC22-F525-2902-5BC9-5076EA367AAE}"/>
              </a:ext>
            </a:extLst>
          </p:cNvPr>
          <p:cNvGrpSpPr/>
          <p:nvPr userDrawn="1"/>
        </p:nvGrpSpPr>
        <p:grpSpPr>
          <a:xfrm>
            <a:off x="10416324" y="10182009"/>
            <a:ext cx="900000" cy="900000"/>
            <a:chOff x="14693106" y="6504339"/>
            <a:chExt cx="900000" cy="900000"/>
          </a:xfrm>
        </p:grpSpPr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360C70BE-6149-AFCE-79D8-E3050A31E946}"/>
                </a:ext>
              </a:extLst>
            </p:cNvPr>
            <p:cNvSpPr/>
            <p:nvPr userDrawn="1"/>
          </p:nvSpPr>
          <p:spPr>
            <a:xfrm>
              <a:off x="14693106" y="6504339"/>
              <a:ext cx="900000" cy="900000"/>
            </a:xfrm>
            <a:custGeom>
              <a:avLst/>
              <a:gdLst>
                <a:gd name="connsiteX0" fmla="*/ 475923 w 475922"/>
                <a:gd name="connsiteY0" fmla="*/ 237961 h 475922"/>
                <a:gd name="connsiteX1" fmla="*/ 237961 w 475922"/>
                <a:gd name="connsiteY1" fmla="*/ 475923 h 475922"/>
                <a:gd name="connsiteX2" fmla="*/ 0 w 475922"/>
                <a:gd name="connsiteY2" fmla="*/ 237961 h 475922"/>
                <a:gd name="connsiteX3" fmla="*/ 237961 w 475922"/>
                <a:gd name="connsiteY3" fmla="*/ 0 h 475922"/>
                <a:gd name="connsiteX4" fmla="*/ 475923 w 475922"/>
                <a:gd name="connsiteY4" fmla="*/ 237961 h 475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922" h="475922">
                  <a:moveTo>
                    <a:pt x="475923" y="237961"/>
                  </a:moveTo>
                  <a:cubicBezTo>
                    <a:pt x="475923" y="369384"/>
                    <a:pt x="369384" y="475923"/>
                    <a:pt x="237961" y="475923"/>
                  </a:cubicBezTo>
                  <a:cubicBezTo>
                    <a:pt x="106539" y="475923"/>
                    <a:pt x="0" y="369384"/>
                    <a:pt x="0" y="237961"/>
                  </a:cubicBezTo>
                  <a:cubicBezTo>
                    <a:pt x="0" y="106539"/>
                    <a:pt x="106539" y="0"/>
                    <a:pt x="237961" y="0"/>
                  </a:cubicBezTo>
                  <a:cubicBezTo>
                    <a:pt x="369384" y="0"/>
                    <a:pt x="475923" y="106539"/>
                    <a:pt x="475923" y="237961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53" name="Группа 52">
              <a:extLst>
                <a:ext uri="{FF2B5EF4-FFF2-40B4-BE49-F238E27FC236}">
                  <a16:creationId xmlns:a16="http://schemas.microsoft.com/office/drawing/2014/main" id="{1DF96AD2-6741-9443-EA76-06A010733F6A}"/>
                </a:ext>
              </a:extLst>
            </p:cNvPr>
            <p:cNvGrpSpPr/>
            <p:nvPr userDrawn="1"/>
          </p:nvGrpSpPr>
          <p:grpSpPr>
            <a:xfrm>
              <a:off x="14870687" y="6646481"/>
              <a:ext cx="544839" cy="615717"/>
              <a:chOff x="14857167" y="2618468"/>
              <a:chExt cx="859616" cy="971444"/>
            </a:xfrm>
          </p:grpSpPr>
          <p:sp>
            <p:nvSpPr>
              <p:cNvPr id="54" name="Полилиния 53">
                <a:extLst>
                  <a:ext uri="{FF2B5EF4-FFF2-40B4-BE49-F238E27FC236}">
                    <a16:creationId xmlns:a16="http://schemas.microsoft.com/office/drawing/2014/main" id="{DA561872-8F5D-4531-12AE-6A8C21FDCA82}"/>
                  </a:ext>
                </a:extLst>
              </p:cNvPr>
              <p:cNvSpPr/>
              <p:nvPr/>
            </p:nvSpPr>
            <p:spPr>
              <a:xfrm>
                <a:off x="14857167" y="2618468"/>
                <a:ext cx="859616" cy="813912"/>
              </a:xfrm>
              <a:custGeom>
                <a:avLst/>
                <a:gdLst>
                  <a:gd name="connsiteX0" fmla="*/ 859616 w 859616"/>
                  <a:gd name="connsiteY0" fmla="*/ 813913 h 813912"/>
                  <a:gd name="connsiteX1" fmla="*/ 0 w 859616"/>
                  <a:gd name="connsiteY1" fmla="*/ 813913 h 813912"/>
                  <a:gd name="connsiteX2" fmla="*/ 49553 w 859616"/>
                  <a:gd name="connsiteY2" fmla="*/ 731576 h 813912"/>
                  <a:gd name="connsiteX3" fmla="*/ 126414 w 859616"/>
                  <a:gd name="connsiteY3" fmla="*/ 453273 h 813912"/>
                  <a:gd name="connsiteX4" fmla="*/ 126414 w 859616"/>
                  <a:gd name="connsiteY4" fmla="*/ 315063 h 813912"/>
                  <a:gd name="connsiteX5" fmla="*/ 429808 w 859616"/>
                  <a:gd name="connsiteY5" fmla="*/ 0 h 813912"/>
                  <a:gd name="connsiteX6" fmla="*/ 733202 w 859616"/>
                  <a:gd name="connsiteY6" fmla="*/ 315063 h 813912"/>
                  <a:gd name="connsiteX7" fmla="*/ 733202 w 859616"/>
                  <a:gd name="connsiteY7" fmla="*/ 453273 h 813912"/>
                  <a:gd name="connsiteX8" fmla="*/ 810062 w 859616"/>
                  <a:gd name="connsiteY8" fmla="*/ 731576 h 813912"/>
                  <a:gd name="connsiteX9" fmla="*/ 859616 w 859616"/>
                  <a:gd name="connsiteY9" fmla="*/ 813913 h 813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59616" h="813912">
                    <a:moveTo>
                      <a:pt x="859616" y="813913"/>
                    </a:moveTo>
                    <a:lnTo>
                      <a:pt x="0" y="813913"/>
                    </a:lnTo>
                    <a:lnTo>
                      <a:pt x="49553" y="731576"/>
                    </a:lnTo>
                    <a:cubicBezTo>
                      <a:pt x="99782" y="648121"/>
                      <a:pt x="126414" y="551686"/>
                      <a:pt x="126414" y="453273"/>
                    </a:cubicBezTo>
                    <a:lnTo>
                      <a:pt x="126414" y="315063"/>
                    </a:lnTo>
                    <a:cubicBezTo>
                      <a:pt x="126414" y="141058"/>
                      <a:pt x="262248" y="0"/>
                      <a:pt x="429808" y="0"/>
                    </a:cubicBezTo>
                    <a:cubicBezTo>
                      <a:pt x="597368" y="0"/>
                      <a:pt x="733202" y="141058"/>
                      <a:pt x="733202" y="315063"/>
                    </a:cubicBezTo>
                    <a:lnTo>
                      <a:pt x="733202" y="453273"/>
                    </a:lnTo>
                    <a:cubicBezTo>
                      <a:pt x="733202" y="551686"/>
                      <a:pt x="759835" y="648121"/>
                      <a:pt x="810062" y="731576"/>
                    </a:cubicBezTo>
                    <a:lnTo>
                      <a:pt x="859616" y="813913"/>
                    </a:lnTo>
                    <a:close/>
                  </a:path>
                </a:pathLst>
              </a:custGeom>
              <a:noFill/>
              <a:ln w="254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55" name="Полилиния 54">
                <a:extLst>
                  <a:ext uri="{FF2B5EF4-FFF2-40B4-BE49-F238E27FC236}">
                    <a16:creationId xmlns:a16="http://schemas.microsoft.com/office/drawing/2014/main" id="{677C0FB4-384A-54C7-CB09-ACC64837A7A1}"/>
                  </a:ext>
                </a:extLst>
              </p:cNvPr>
              <p:cNvSpPr/>
              <p:nvPr/>
            </p:nvSpPr>
            <p:spPr>
              <a:xfrm>
                <a:off x="15135279" y="3432381"/>
                <a:ext cx="303394" cy="157531"/>
              </a:xfrm>
              <a:custGeom>
                <a:avLst/>
                <a:gdLst>
                  <a:gd name="connsiteX0" fmla="*/ 303394 w 303394"/>
                  <a:gd name="connsiteY0" fmla="*/ 0 h 157531"/>
                  <a:gd name="connsiteX1" fmla="*/ 151593 w 303394"/>
                  <a:gd name="connsiteY1" fmla="*/ 157532 h 157531"/>
                  <a:gd name="connsiteX2" fmla="*/ 0 w 303394"/>
                  <a:gd name="connsiteY2" fmla="*/ 0 h 157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03394" h="157531">
                    <a:moveTo>
                      <a:pt x="303394" y="0"/>
                    </a:moveTo>
                    <a:cubicBezTo>
                      <a:pt x="303394" y="86942"/>
                      <a:pt x="235373" y="157532"/>
                      <a:pt x="151593" y="157532"/>
                    </a:cubicBezTo>
                    <a:cubicBezTo>
                      <a:pt x="67813" y="157532"/>
                      <a:pt x="0" y="86942"/>
                      <a:pt x="0" y="0"/>
                    </a:cubicBezTo>
                  </a:path>
                </a:pathLst>
              </a:custGeom>
              <a:noFill/>
              <a:ln w="254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AD15E6D3-690C-8D43-9012-26FE56C95647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257849" y="7533216"/>
            <a:ext cx="522701" cy="573518"/>
          </a:xfrm>
          <a:prstGeom prst="rect">
            <a:avLst/>
          </a:prstGeom>
        </p:spPr>
      </p:pic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C59743DE-E9B3-B903-53FD-814177C782B2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190895" y="4712117"/>
            <a:ext cx="555792" cy="591649"/>
          </a:xfrm>
          <a:prstGeom prst="rect">
            <a:avLst/>
          </a:prstGeom>
        </p:spPr>
      </p:pic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C2417B80-1DAA-70C2-4FE8-B5F65A4B2C27}"/>
              </a:ext>
            </a:extLst>
          </p:cNvPr>
          <p:cNvPicPr>
            <a:picLocks noChangeAspect="1"/>
          </p:cNvPicPr>
          <p:nvPr userDrawn="1"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203540" y="6163444"/>
            <a:ext cx="530502" cy="501029"/>
          </a:xfrm>
          <a:prstGeom prst="rect">
            <a:avLst/>
          </a:prstGeom>
        </p:spPr>
      </p:pic>
      <p:pic>
        <p:nvPicPr>
          <p:cNvPr id="59" name="Рисунок 58">
            <a:extLst>
              <a:ext uri="{FF2B5EF4-FFF2-40B4-BE49-F238E27FC236}">
                <a16:creationId xmlns:a16="http://schemas.microsoft.com/office/drawing/2014/main" id="{1831956D-3939-B0C2-EE55-55C2576C0B9A}"/>
              </a:ext>
            </a:extLst>
          </p:cNvPr>
          <p:cNvPicPr>
            <a:picLocks noChangeAspect="1"/>
          </p:cNvPicPr>
          <p:nvPr userDrawn="1"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175089" y="9014080"/>
            <a:ext cx="587404" cy="423824"/>
          </a:xfrm>
          <a:prstGeom prst="rect">
            <a:avLst/>
          </a:prstGeom>
        </p:spPr>
      </p:pic>
      <p:grpSp>
        <p:nvGrpSpPr>
          <p:cNvPr id="60" name="Группа 59">
            <a:extLst>
              <a:ext uri="{FF2B5EF4-FFF2-40B4-BE49-F238E27FC236}">
                <a16:creationId xmlns:a16="http://schemas.microsoft.com/office/drawing/2014/main" id="{FE3374C6-3662-746F-A4B7-AEA827B2B58A}"/>
              </a:ext>
            </a:extLst>
          </p:cNvPr>
          <p:cNvGrpSpPr/>
          <p:nvPr userDrawn="1"/>
        </p:nvGrpSpPr>
        <p:grpSpPr>
          <a:xfrm>
            <a:off x="9243791" y="12013024"/>
            <a:ext cx="450000" cy="50000"/>
            <a:chOff x="14922971" y="7694393"/>
            <a:chExt cx="405000" cy="45000"/>
          </a:xfrm>
        </p:grpSpPr>
        <p:sp>
          <p:nvSpPr>
            <p:cNvPr id="61" name="Полилиния 60">
              <a:extLst>
                <a:ext uri="{FF2B5EF4-FFF2-40B4-BE49-F238E27FC236}">
                  <a16:creationId xmlns:a16="http://schemas.microsoft.com/office/drawing/2014/main" id="{50215B43-A76F-7B7E-CA09-915D992B3C39}"/>
                </a:ext>
              </a:extLst>
            </p:cNvPr>
            <p:cNvSpPr/>
            <p:nvPr/>
          </p:nvSpPr>
          <p:spPr>
            <a:xfrm>
              <a:off x="1492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62" name="Полилиния 61">
              <a:extLst>
                <a:ext uri="{FF2B5EF4-FFF2-40B4-BE49-F238E27FC236}">
                  <a16:creationId xmlns:a16="http://schemas.microsoft.com/office/drawing/2014/main" id="{887C640F-3305-7D79-AE66-7D2B545BD508}"/>
                </a:ext>
              </a:extLst>
            </p:cNvPr>
            <p:cNvSpPr/>
            <p:nvPr/>
          </p:nvSpPr>
          <p:spPr>
            <a:xfrm>
              <a:off x="1510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3" name="Полилиния 62">
              <a:extLst>
                <a:ext uri="{FF2B5EF4-FFF2-40B4-BE49-F238E27FC236}">
                  <a16:creationId xmlns:a16="http://schemas.microsoft.com/office/drawing/2014/main" id="{4188A412-1740-0F93-2C20-D631337DBC52}"/>
                </a:ext>
              </a:extLst>
            </p:cNvPr>
            <p:cNvSpPr/>
            <p:nvPr/>
          </p:nvSpPr>
          <p:spPr>
            <a:xfrm>
              <a:off x="1528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64" name="Группа 63">
            <a:extLst>
              <a:ext uri="{FF2B5EF4-FFF2-40B4-BE49-F238E27FC236}">
                <a16:creationId xmlns:a16="http://schemas.microsoft.com/office/drawing/2014/main" id="{66C026D5-9A42-0EC3-BED3-FA784BF9A947}"/>
              </a:ext>
            </a:extLst>
          </p:cNvPr>
          <p:cNvGrpSpPr/>
          <p:nvPr userDrawn="1"/>
        </p:nvGrpSpPr>
        <p:grpSpPr>
          <a:xfrm>
            <a:off x="9196372" y="10324151"/>
            <a:ext cx="544839" cy="615717"/>
            <a:chOff x="14857167" y="2618468"/>
            <a:chExt cx="859616" cy="971444"/>
          </a:xfrm>
        </p:grpSpPr>
        <p:sp>
          <p:nvSpPr>
            <p:cNvPr id="65" name="Полилиния 64">
              <a:extLst>
                <a:ext uri="{FF2B5EF4-FFF2-40B4-BE49-F238E27FC236}">
                  <a16:creationId xmlns:a16="http://schemas.microsoft.com/office/drawing/2014/main" id="{DE6FEA24-3DA9-255D-7643-4A71AA46A1C6}"/>
                </a:ext>
              </a:extLst>
            </p:cNvPr>
            <p:cNvSpPr/>
            <p:nvPr/>
          </p:nvSpPr>
          <p:spPr>
            <a:xfrm>
              <a:off x="14857167" y="2618468"/>
              <a:ext cx="859616" cy="813912"/>
            </a:xfrm>
            <a:custGeom>
              <a:avLst/>
              <a:gdLst>
                <a:gd name="connsiteX0" fmla="*/ 859616 w 859616"/>
                <a:gd name="connsiteY0" fmla="*/ 813913 h 813912"/>
                <a:gd name="connsiteX1" fmla="*/ 0 w 859616"/>
                <a:gd name="connsiteY1" fmla="*/ 813913 h 813912"/>
                <a:gd name="connsiteX2" fmla="*/ 49553 w 859616"/>
                <a:gd name="connsiteY2" fmla="*/ 731576 h 813912"/>
                <a:gd name="connsiteX3" fmla="*/ 126414 w 859616"/>
                <a:gd name="connsiteY3" fmla="*/ 453273 h 813912"/>
                <a:gd name="connsiteX4" fmla="*/ 126414 w 859616"/>
                <a:gd name="connsiteY4" fmla="*/ 315063 h 813912"/>
                <a:gd name="connsiteX5" fmla="*/ 429808 w 859616"/>
                <a:gd name="connsiteY5" fmla="*/ 0 h 813912"/>
                <a:gd name="connsiteX6" fmla="*/ 733202 w 859616"/>
                <a:gd name="connsiteY6" fmla="*/ 315063 h 813912"/>
                <a:gd name="connsiteX7" fmla="*/ 733202 w 859616"/>
                <a:gd name="connsiteY7" fmla="*/ 453273 h 813912"/>
                <a:gd name="connsiteX8" fmla="*/ 810062 w 859616"/>
                <a:gd name="connsiteY8" fmla="*/ 731576 h 813912"/>
                <a:gd name="connsiteX9" fmla="*/ 859616 w 859616"/>
                <a:gd name="connsiteY9" fmla="*/ 813913 h 813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59616" h="813912">
                  <a:moveTo>
                    <a:pt x="859616" y="813913"/>
                  </a:moveTo>
                  <a:lnTo>
                    <a:pt x="0" y="813913"/>
                  </a:lnTo>
                  <a:lnTo>
                    <a:pt x="49553" y="731576"/>
                  </a:lnTo>
                  <a:cubicBezTo>
                    <a:pt x="99782" y="648121"/>
                    <a:pt x="126414" y="551686"/>
                    <a:pt x="126414" y="453273"/>
                  </a:cubicBezTo>
                  <a:lnTo>
                    <a:pt x="126414" y="315063"/>
                  </a:lnTo>
                  <a:cubicBezTo>
                    <a:pt x="126414" y="141058"/>
                    <a:pt x="262248" y="0"/>
                    <a:pt x="429808" y="0"/>
                  </a:cubicBezTo>
                  <a:cubicBezTo>
                    <a:pt x="597368" y="0"/>
                    <a:pt x="733202" y="141058"/>
                    <a:pt x="733202" y="315063"/>
                  </a:cubicBezTo>
                  <a:lnTo>
                    <a:pt x="733202" y="453273"/>
                  </a:lnTo>
                  <a:cubicBezTo>
                    <a:pt x="733202" y="551686"/>
                    <a:pt x="759835" y="648121"/>
                    <a:pt x="810062" y="731576"/>
                  </a:cubicBezTo>
                  <a:lnTo>
                    <a:pt x="859616" y="813913"/>
                  </a:ln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6" name="Полилиния 65">
              <a:extLst>
                <a:ext uri="{FF2B5EF4-FFF2-40B4-BE49-F238E27FC236}">
                  <a16:creationId xmlns:a16="http://schemas.microsoft.com/office/drawing/2014/main" id="{0B44088A-AC9A-A23A-72E9-11D7D6F8646A}"/>
                </a:ext>
              </a:extLst>
            </p:cNvPr>
            <p:cNvSpPr/>
            <p:nvPr/>
          </p:nvSpPr>
          <p:spPr>
            <a:xfrm>
              <a:off x="15135279" y="3432381"/>
              <a:ext cx="303394" cy="157531"/>
            </a:xfrm>
            <a:custGeom>
              <a:avLst/>
              <a:gdLst>
                <a:gd name="connsiteX0" fmla="*/ 303394 w 303394"/>
                <a:gd name="connsiteY0" fmla="*/ 0 h 157531"/>
                <a:gd name="connsiteX1" fmla="*/ 151593 w 303394"/>
                <a:gd name="connsiteY1" fmla="*/ 157532 h 157531"/>
                <a:gd name="connsiteX2" fmla="*/ 0 w 303394"/>
                <a:gd name="connsiteY2" fmla="*/ 0 h 157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3394" h="157531">
                  <a:moveTo>
                    <a:pt x="303394" y="0"/>
                  </a:moveTo>
                  <a:cubicBezTo>
                    <a:pt x="303394" y="86942"/>
                    <a:pt x="235373" y="157532"/>
                    <a:pt x="151593" y="157532"/>
                  </a:cubicBezTo>
                  <a:cubicBezTo>
                    <a:pt x="67813" y="157532"/>
                    <a:pt x="0" y="86942"/>
                    <a:pt x="0" y="0"/>
                  </a:cubicBezTo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67" name="Группа 66">
            <a:extLst>
              <a:ext uri="{FF2B5EF4-FFF2-40B4-BE49-F238E27FC236}">
                <a16:creationId xmlns:a16="http://schemas.microsoft.com/office/drawing/2014/main" id="{8EBB2C5B-FDC3-3B75-8BF3-E3052E77A6A6}"/>
              </a:ext>
            </a:extLst>
          </p:cNvPr>
          <p:cNvGrpSpPr/>
          <p:nvPr userDrawn="1"/>
        </p:nvGrpSpPr>
        <p:grpSpPr>
          <a:xfrm>
            <a:off x="2491196" y="4557941"/>
            <a:ext cx="900000" cy="900000"/>
            <a:chOff x="2237196" y="2392685"/>
            <a:chExt cx="900000" cy="900000"/>
          </a:xfrm>
        </p:grpSpPr>
        <p:sp>
          <p:nvSpPr>
            <p:cNvPr id="68" name="Овал 67">
              <a:extLst>
                <a:ext uri="{FF2B5EF4-FFF2-40B4-BE49-F238E27FC236}">
                  <a16:creationId xmlns:a16="http://schemas.microsoft.com/office/drawing/2014/main" id="{4E1B69BB-E538-0751-8CDF-521DAE4DCBC7}"/>
                </a:ext>
              </a:extLst>
            </p:cNvPr>
            <p:cNvSpPr/>
            <p:nvPr/>
          </p:nvSpPr>
          <p:spPr>
            <a:xfrm>
              <a:off x="2237196" y="2392685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69" name="Рисунок 68">
              <a:extLst>
                <a:ext uri="{FF2B5EF4-FFF2-40B4-BE49-F238E27FC236}">
                  <a16:creationId xmlns:a16="http://schemas.microsoft.com/office/drawing/2014/main" id="{DE630A3B-56AC-2FEE-F60A-710F28AC6C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2355987" y="2599798"/>
              <a:ext cx="662419" cy="485774"/>
            </a:xfrm>
            <a:prstGeom prst="rect">
              <a:avLst/>
            </a:prstGeom>
          </p:spPr>
        </p:pic>
      </p:grpSp>
      <p:grpSp>
        <p:nvGrpSpPr>
          <p:cNvPr id="70" name="Группа 69">
            <a:extLst>
              <a:ext uri="{FF2B5EF4-FFF2-40B4-BE49-F238E27FC236}">
                <a16:creationId xmlns:a16="http://schemas.microsoft.com/office/drawing/2014/main" id="{156AE014-B5B3-4071-1FE0-1E8BD871578B}"/>
              </a:ext>
            </a:extLst>
          </p:cNvPr>
          <p:cNvGrpSpPr/>
          <p:nvPr userDrawn="1"/>
        </p:nvGrpSpPr>
        <p:grpSpPr>
          <a:xfrm>
            <a:off x="2491196" y="5963958"/>
            <a:ext cx="900000" cy="900000"/>
            <a:chOff x="2771013" y="3798702"/>
            <a:chExt cx="900000" cy="900000"/>
          </a:xfrm>
        </p:grpSpPr>
        <p:pic>
          <p:nvPicPr>
            <p:cNvPr id="71" name="Рисунок 70">
              <a:extLst>
                <a:ext uri="{FF2B5EF4-FFF2-40B4-BE49-F238E27FC236}">
                  <a16:creationId xmlns:a16="http://schemas.microsoft.com/office/drawing/2014/main" id="{318ECD5C-369C-1380-D044-148FB0C979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3020556" y="3952467"/>
              <a:ext cx="400914" cy="623644"/>
            </a:xfrm>
            <a:prstGeom prst="rect">
              <a:avLst/>
            </a:prstGeom>
          </p:spPr>
        </p:pic>
        <p:sp>
          <p:nvSpPr>
            <p:cNvPr id="72" name="Овал 71">
              <a:extLst>
                <a:ext uri="{FF2B5EF4-FFF2-40B4-BE49-F238E27FC236}">
                  <a16:creationId xmlns:a16="http://schemas.microsoft.com/office/drawing/2014/main" id="{26C51DFB-3DC3-3711-B4E9-5BD4B7B2F15C}"/>
                </a:ext>
              </a:extLst>
            </p:cNvPr>
            <p:cNvSpPr/>
            <p:nvPr/>
          </p:nvSpPr>
          <p:spPr>
            <a:xfrm>
              <a:off x="2771013" y="3798702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3" name="Группа 72">
            <a:extLst>
              <a:ext uri="{FF2B5EF4-FFF2-40B4-BE49-F238E27FC236}">
                <a16:creationId xmlns:a16="http://schemas.microsoft.com/office/drawing/2014/main" id="{600BC511-3319-2FB8-4267-63013AB7D7CE}"/>
              </a:ext>
            </a:extLst>
          </p:cNvPr>
          <p:cNvGrpSpPr/>
          <p:nvPr userDrawn="1"/>
        </p:nvGrpSpPr>
        <p:grpSpPr>
          <a:xfrm>
            <a:off x="2491196" y="7369975"/>
            <a:ext cx="900000" cy="900000"/>
            <a:chOff x="2771013" y="5204719"/>
            <a:chExt cx="900000" cy="900000"/>
          </a:xfrm>
        </p:grpSpPr>
        <p:sp>
          <p:nvSpPr>
            <p:cNvPr id="74" name="Овал 73">
              <a:extLst>
                <a:ext uri="{FF2B5EF4-FFF2-40B4-BE49-F238E27FC236}">
                  <a16:creationId xmlns:a16="http://schemas.microsoft.com/office/drawing/2014/main" id="{70EA65C0-5922-D232-EC77-01E3035C61D9}"/>
                </a:ext>
              </a:extLst>
            </p:cNvPr>
            <p:cNvSpPr/>
            <p:nvPr/>
          </p:nvSpPr>
          <p:spPr>
            <a:xfrm>
              <a:off x="2771013" y="5204719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75" name="Рисунок 74">
              <a:extLst>
                <a:ext uri="{FF2B5EF4-FFF2-40B4-BE49-F238E27FC236}">
                  <a16:creationId xmlns:a16="http://schemas.microsoft.com/office/drawing/2014/main" id="{BB843AA5-00C4-8B9A-1A7E-CE39BCBEF0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3081778" y="5339266"/>
              <a:ext cx="436705" cy="641689"/>
            </a:xfrm>
            <a:prstGeom prst="rect">
              <a:avLst/>
            </a:prstGeom>
          </p:spPr>
        </p:pic>
      </p:grpSp>
      <p:grpSp>
        <p:nvGrpSpPr>
          <p:cNvPr id="76" name="Группа 75">
            <a:extLst>
              <a:ext uri="{FF2B5EF4-FFF2-40B4-BE49-F238E27FC236}">
                <a16:creationId xmlns:a16="http://schemas.microsoft.com/office/drawing/2014/main" id="{1752CC45-2D16-26A7-072D-EA14A2878F04}"/>
              </a:ext>
            </a:extLst>
          </p:cNvPr>
          <p:cNvGrpSpPr/>
          <p:nvPr userDrawn="1"/>
        </p:nvGrpSpPr>
        <p:grpSpPr>
          <a:xfrm>
            <a:off x="2491196" y="8775992"/>
            <a:ext cx="900000" cy="900000"/>
            <a:chOff x="2771013" y="6610736"/>
            <a:chExt cx="900000" cy="900000"/>
          </a:xfrm>
        </p:grpSpPr>
        <p:pic>
          <p:nvPicPr>
            <p:cNvPr id="77" name="Рисунок 76">
              <a:extLst>
                <a:ext uri="{FF2B5EF4-FFF2-40B4-BE49-F238E27FC236}">
                  <a16:creationId xmlns:a16="http://schemas.microsoft.com/office/drawing/2014/main" id="{70E9075E-0B68-F82C-53C2-1DB9386CC8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2892880" y="6737525"/>
              <a:ext cx="656266" cy="615249"/>
            </a:xfrm>
            <a:prstGeom prst="rect">
              <a:avLst/>
            </a:prstGeom>
          </p:spPr>
        </p:pic>
        <p:sp>
          <p:nvSpPr>
            <p:cNvPr id="78" name="Овал 77">
              <a:extLst>
                <a:ext uri="{FF2B5EF4-FFF2-40B4-BE49-F238E27FC236}">
                  <a16:creationId xmlns:a16="http://schemas.microsoft.com/office/drawing/2014/main" id="{811EE2B6-D658-F0F1-46DD-EEB63DCBF32D}"/>
                </a:ext>
              </a:extLst>
            </p:cNvPr>
            <p:cNvSpPr/>
            <p:nvPr/>
          </p:nvSpPr>
          <p:spPr>
            <a:xfrm>
              <a:off x="2771013" y="6610736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9" name="Группа 78">
            <a:extLst>
              <a:ext uri="{FF2B5EF4-FFF2-40B4-BE49-F238E27FC236}">
                <a16:creationId xmlns:a16="http://schemas.microsoft.com/office/drawing/2014/main" id="{D0DF8E09-6FA0-2165-98ED-C5406CCD8E82}"/>
              </a:ext>
            </a:extLst>
          </p:cNvPr>
          <p:cNvGrpSpPr/>
          <p:nvPr userDrawn="1"/>
        </p:nvGrpSpPr>
        <p:grpSpPr>
          <a:xfrm>
            <a:off x="2491196" y="10182009"/>
            <a:ext cx="900000" cy="900000"/>
            <a:chOff x="2771013" y="8016753"/>
            <a:chExt cx="900000" cy="900000"/>
          </a:xfrm>
        </p:grpSpPr>
        <p:sp>
          <p:nvSpPr>
            <p:cNvPr id="80" name="Овал 79">
              <a:extLst>
                <a:ext uri="{FF2B5EF4-FFF2-40B4-BE49-F238E27FC236}">
                  <a16:creationId xmlns:a16="http://schemas.microsoft.com/office/drawing/2014/main" id="{C6786371-E03B-7D55-FE1C-E945AF694FD4}"/>
                </a:ext>
              </a:extLst>
            </p:cNvPr>
            <p:cNvSpPr/>
            <p:nvPr/>
          </p:nvSpPr>
          <p:spPr>
            <a:xfrm>
              <a:off x="2771013" y="8016753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81" name="Рисунок 80">
              <a:extLst>
                <a:ext uri="{FF2B5EF4-FFF2-40B4-BE49-F238E27FC236}">
                  <a16:creationId xmlns:a16="http://schemas.microsoft.com/office/drawing/2014/main" id="{2EE51893-8766-E2DA-1C29-7CD6074355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2953795" y="8241992"/>
              <a:ext cx="534437" cy="470305"/>
            </a:xfrm>
            <a:prstGeom prst="rect">
              <a:avLst/>
            </a:prstGeom>
          </p:spPr>
        </p:pic>
      </p:grpSp>
      <p:grpSp>
        <p:nvGrpSpPr>
          <p:cNvPr id="82" name="Группа 81">
            <a:extLst>
              <a:ext uri="{FF2B5EF4-FFF2-40B4-BE49-F238E27FC236}">
                <a16:creationId xmlns:a16="http://schemas.microsoft.com/office/drawing/2014/main" id="{307A3A2A-D656-8E7E-A8DB-A3D64E507AC8}"/>
              </a:ext>
            </a:extLst>
          </p:cNvPr>
          <p:cNvGrpSpPr/>
          <p:nvPr userDrawn="1"/>
        </p:nvGrpSpPr>
        <p:grpSpPr>
          <a:xfrm>
            <a:off x="2491196" y="11588024"/>
            <a:ext cx="900000" cy="900000"/>
            <a:chOff x="2771013" y="9422768"/>
            <a:chExt cx="900000" cy="900000"/>
          </a:xfrm>
        </p:grpSpPr>
        <p:pic>
          <p:nvPicPr>
            <p:cNvPr id="83" name="Рисунок 82">
              <a:extLst>
                <a:ext uri="{FF2B5EF4-FFF2-40B4-BE49-F238E27FC236}">
                  <a16:creationId xmlns:a16="http://schemas.microsoft.com/office/drawing/2014/main" id="{53EDE976-F05E-19C1-4092-E2050054A3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2888212" y="9626054"/>
              <a:ext cx="665603" cy="576856"/>
            </a:xfrm>
            <a:prstGeom prst="rect">
              <a:avLst/>
            </a:prstGeom>
          </p:spPr>
        </p:pic>
        <p:sp>
          <p:nvSpPr>
            <p:cNvPr id="84" name="Овал 83">
              <a:extLst>
                <a:ext uri="{FF2B5EF4-FFF2-40B4-BE49-F238E27FC236}">
                  <a16:creationId xmlns:a16="http://schemas.microsoft.com/office/drawing/2014/main" id="{9BB030BD-6E4C-87E0-648C-12FF53F21914}"/>
                </a:ext>
              </a:extLst>
            </p:cNvPr>
            <p:cNvSpPr/>
            <p:nvPr/>
          </p:nvSpPr>
          <p:spPr>
            <a:xfrm>
              <a:off x="2771013" y="9422768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85" name="Рисунок 84">
            <a:extLst>
              <a:ext uri="{FF2B5EF4-FFF2-40B4-BE49-F238E27FC236}">
                <a16:creationId xmlns:a16="http://schemas.microsoft.com/office/drawing/2014/main" id="{0396ED1D-CE51-2A69-8587-E512F8C879DC}"/>
              </a:ext>
            </a:extLst>
          </p:cNvPr>
          <p:cNvPicPr>
            <a:picLocks noChangeAspect="1"/>
          </p:cNvPicPr>
          <p:nvPr userDrawn="1"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217032" y="4765054"/>
            <a:ext cx="662419" cy="485774"/>
          </a:xfrm>
          <a:prstGeom prst="rect">
            <a:avLst/>
          </a:prstGeom>
        </p:spPr>
      </p:pic>
      <p:pic>
        <p:nvPicPr>
          <p:cNvPr id="86" name="Рисунок 85">
            <a:extLst>
              <a:ext uri="{FF2B5EF4-FFF2-40B4-BE49-F238E27FC236}">
                <a16:creationId xmlns:a16="http://schemas.microsoft.com/office/drawing/2014/main" id="{4DE84F8E-856A-6BB5-D8E8-BE286BAF5E6D}"/>
              </a:ext>
            </a:extLst>
          </p:cNvPr>
          <p:cNvPicPr>
            <a:picLocks noChangeAspect="1"/>
          </p:cNvPicPr>
          <p:nvPr userDrawn="1"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347784" y="6117723"/>
            <a:ext cx="400914" cy="623644"/>
          </a:xfrm>
          <a:prstGeom prst="rect">
            <a:avLst/>
          </a:prstGeom>
        </p:spPr>
      </p:pic>
      <p:pic>
        <p:nvPicPr>
          <p:cNvPr id="87" name="Рисунок 86">
            <a:extLst>
              <a:ext uri="{FF2B5EF4-FFF2-40B4-BE49-F238E27FC236}">
                <a16:creationId xmlns:a16="http://schemas.microsoft.com/office/drawing/2014/main" id="{B40CAFC1-FCF5-18C2-BB71-5948ADF96666}"/>
              </a:ext>
            </a:extLst>
          </p:cNvPr>
          <p:cNvPicPr>
            <a:picLocks noChangeAspect="1"/>
          </p:cNvPicPr>
          <p:nvPr userDrawn="1"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409006" y="7504522"/>
            <a:ext cx="436705" cy="641689"/>
          </a:xfrm>
          <a:prstGeom prst="rect">
            <a:avLst/>
          </a:prstGeom>
        </p:spPr>
      </p:pic>
      <p:pic>
        <p:nvPicPr>
          <p:cNvPr id="88" name="Рисунок 87">
            <a:extLst>
              <a:ext uri="{FF2B5EF4-FFF2-40B4-BE49-F238E27FC236}">
                <a16:creationId xmlns:a16="http://schemas.microsoft.com/office/drawing/2014/main" id="{D15842C0-3E62-2A03-AB37-00EDA9DCCD0C}"/>
              </a:ext>
            </a:extLst>
          </p:cNvPr>
          <p:cNvPicPr>
            <a:picLocks noChangeAspect="1"/>
          </p:cNvPicPr>
          <p:nvPr userDrawn="1"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220108" y="8902781"/>
            <a:ext cx="656266" cy="615249"/>
          </a:xfrm>
          <a:prstGeom prst="rect">
            <a:avLst/>
          </a:prstGeom>
        </p:spPr>
      </p:pic>
      <p:pic>
        <p:nvPicPr>
          <p:cNvPr id="89" name="Рисунок 88">
            <a:extLst>
              <a:ext uri="{FF2B5EF4-FFF2-40B4-BE49-F238E27FC236}">
                <a16:creationId xmlns:a16="http://schemas.microsoft.com/office/drawing/2014/main" id="{969C243E-499D-96A4-7540-6D9EF1F5AE99}"/>
              </a:ext>
            </a:extLst>
          </p:cNvPr>
          <p:cNvPicPr>
            <a:picLocks noChangeAspect="1"/>
          </p:cNvPicPr>
          <p:nvPr userDrawn="1"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281023" y="10407248"/>
            <a:ext cx="534437" cy="470305"/>
          </a:xfrm>
          <a:prstGeom prst="rect">
            <a:avLst/>
          </a:prstGeom>
        </p:spPr>
      </p:pic>
      <p:pic>
        <p:nvPicPr>
          <p:cNvPr id="90" name="Рисунок 89">
            <a:extLst>
              <a:ext uri="{FF2B5EF4-FFF2-40B4-BE49-F238E27FC236}">
                <a16:creationId xmlns:a16="http://schemas.microsoft.com/office/drawing/2014/main" id="{9B459ED4-9E5F-7C6A-25DA-E6DC95327419}"/>
              </a:ext>
            </a:extLst>
          </p:cNvPr>
          <p:cNvPicPr>
            <a:picLocks noChangeAspect="1"/>
          </p:cNvPicPr>
          <p:nvPr userDrawn="1"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215440" y="11791310"/>
            <a:ext cx="665603" cy="576856"/>
          </a:xfrm>
          <a:prstGeom prst="rect">
            <a:avLst/>
          </a:prstGeom>
        </p:spPr>
      </p:pic>
      <p:grpSp>
        <p:nvGrpSpPr>
          <p:cNvPr id="91" name="Группа 90">
            <a:extLst>
              <a:ext uri="{FF2B5EF4-FFF2-40B4-BE49-F238E27FC236}">
                <a16:creationId xmlns:a16="http://schemas.microsoft.com/office/drawing/2014/main" id="{8E7CF205-373F-A6C4-3FA1-18DB708CB89A}"/>
              </a:ext>
            </a:extLst>
          </p:cNvPr>
          <p:cNvGrpSpPr/>
          <p:nvPr userDrawn="1"/>
        </p:nvGrpSpPr>
        <p:grpSpPr>
          <a:xfrm>
            <a:off x="12981355" y="4557941"/>
            <a:ext cx="900000" cy="900000"/>
            <a:chOff x="12727355" y="2392685"/>
            <a:chExt cx="900000" cy="900000"/>
          </a:xfrm>
        </p:grpSpPr>
        <p:sp>
          <p:nvSpPr>
            <p:cNvPr id="92" name="Полилиния 91">
              <a:extLst>
                <a:ext uri="{FF2B5EF4-FFF2-40B4-BE49-F238E27FC236}">
                  <a16:creationId xmlns:a16="http://schemas.microsoft.com/office/drawing/2014/main" id="{90E32522-7B31-D8D0-32E5-94F5809C7719}"/>
                </a:ext>
              </a:extLst>
            </p:cNvPr>
            <p:cNvSpPr/>
            <p:nvPr/>
          </p:nvSpPr>
          <p:spPr>
            <a:xfrm>
              <a:off x="12727355" y="2392685"/>
              <a:ext cx="900000" cy="900000"/>
            </a:xfrm>
            <a:custGeom>
              <a:avLst/>
              <a:gdLst>
                <a:gd name="connsiteX0" fmla="*/ 645743 w 645742"/>
                <a:gd name="connsiteY0" fmla="*/ 322871 h 645742"/>
                <a:gd name="connsiteX1" fmla="*/ 322871 w 645742"/>
                <a:gd name="connsiteY1" fmla="*/ 645743 h 645742"/>
                <a:gd name="connsiteX2" fmla="*/ 0 w 645742"/>
                <a:gd name="connsiteY2" fmla="*/ 322871 h 645742"/>
                <a:gd name="connsiteX3" fmla="*/ 322871 w 645742"/>
                <a:gd name="connsiteY3" fmla="*/ 0 h 645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5742" h="645742">
                  <a:moveTo>
                    <a:pt x="645743" y="322871"/>
                  </a:moveTo>
                  <a:cubicBezTo>
                    <a:pt x="645743" y="501096"/>
                    <a:pt x="501096" y="645743"/>
                    <a:pt x="322871" y="645743"/>
                  </a:cubicBezTo>
                  <a:cubicBezTo>
                    <a:pt x="144646" y="645743"/>
                    <a:pt x="0" y="501096"/>
                    <a:pt x="0" y="322871"/>
                  </a:cubicBezTo>
                  <a:cubicBezTo>
                    <a:pt x="0" y="144646"/>
                    <a:pt x="144646" y="0"/>
                    <a:pt x="322871" y="0"/>
                  </a:cubicBezTo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3" name="Полилиния 92">
              <a:extLst>
                <a:ext uri="{FF2B5EF4-FFF2-40B4-BE49-F238E27FC236}">
                  <a16:creationId xmlns:a16="http://schemas.microsoft.com/office/drawing/2014/main" id="{F5C70A84-A935-FF8E-C4A3-53E061966D38}"/>
                </a:ext>
              </a:extLst>
            </p:cNvPr>
            <p:cNvSpPr/>
            <p:nvPr/>
          </p:nvSpPr>
          <p:spPr>
            <a:xfrm>
              <a:off x="13296327" y="2408597"/>
              <a:ext cx="316309" cy="319554"/>
            </a:xfrm>
            <a:custGeom>
              <a:avLst/>
              <a:gdLst>
                <a:gd name="connsiteX0" fmla="*/ 0 w 226949"/>
                <a:gd name="connsiteY0" fmla="*/ 0 h 229277"/>
                <a:gd name="connsiteX1" fmla="*/ 226950 w 226949"/>
                <a:gd name="connsiteY1" fmla="*/ 229277 h 22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6949" h="229277">
                  <a:moveTo>
                    <a:pt x="0" y="0"/>
                  </a:moveTo>
                  <a:cubicBezTo>
                    <a:pt x="110713" y="30306"/>
                    <a:pt x="197744" y="118114"/>
                    <a:pt x="226950" y="229277"/>
                  </a:cubicBezTo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94" name="Группа 93">
            <a:extLst>
              <a:ext uri="{FF2B5EF4-FFF2-40B4-BE49-F238E27FC236}">
                <a16:creationId xmlns:a16="http://schemas.microsoft.com/office/drawing/2014/main" id="{634BE71F-DFB2-0BF7-41E2-491A29CD6006}"/>
              </a:ext>
            </a:extLst>
          </p:cNvPr>
          <p:cNvGrpSpPr/>
          <p:nvPr userDrawn="1"/>
        </p:nvGrpSpPr>
        <p:grpSpPr>
          <a:xfrm>
            <a:off x="14378888" y="4557941"/>
            <a:ext cx="900000" cy="900000"/>
            <a:chOff x="14693106" y="4815321"/>
            <a:chExt cx="900000" cy="900000"/>
          </a:xfrm>
        </p:grpSpPr>
        <p:sp>
          <p:nvSpPr>
            <p:cNvPr id="95" name="Полилиния 94">
              <a:extLst>
                <a:ext uri="{FF2B5EF4-FFF2-40B4-BE49-F238E27FC236}">
                  <a16:creationId xmlns:a16="http://schemas.microsoft.com/office/drawing/2014/main" id="{DF81037F-616A-3411-6926-F8085FF4F696}"/>
                </a:ext>
              </a:extLst>
            </p:cNvPr>
            <p:cNvSpPr/>
            <p:nvPr/>
          </p:nvSpPr>
          <p:spPr>
            <a:xfrm>
              <a:off x="14693106" y="4815321"/>
              <a:ext cx="900000" cy="900000"/>
            </a:xfrm>
            <a:custGeom>
              <a:avLst/>
              <a:gdLst>
                <a:gd name="connsiteX0" fmla="*/ 475923 w 475922"/>
                <a:gd name="connsiteY0" fmla="*/ 237961 h 475922"/>
                <a:gd name="connsiteX1" fmla="*/ 237961 w 475922"/>
                <a:gd name="connsiteY1" fmla="*/ 475923 h 475922"/>
                <a:gd name="connsiteX2" fmla="*/ 0 w 475922"/>
                <a:gd name="connsiteY2" fmla="*/ 237961 h 475922"/>
                <a:gd name="connsiteX3" fmla="*/ 237961 w 475922"/>
                <a:gd name="connsiteY3" fmla="*/ 0 h 475922"/>
                <a:gd name="connsiteX4" fmla="*/ 475923 w 475922"/>
                <a:gd name="connsiteY4" fmla="*/ 237961 h 475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922" h="475922">
                  <a:moveTo>
                    <a:pt x="475923" y="237961"/>
                  </a:moveTo>
                  <a:cubicBezTo>
                    <a:pt x="475923" y="369384"/>
                    <a:pt x="369384" y="475923"/>
                    <a:pt x="237961" y="475923"/>
                  </a:cubicBezTo>
                  <a:cubicBezTo>
                    <a:pt x="106539" y="475923"/>
                    <a:pt x="0" y="369384"/>
                    <a:pt x="0" y="237961"/>
                  </a:cubicBezTo>
                  <a:cubicBezTo>
                    <a:pt x="0" y="106539"/>
                    <a:pt x="106539" y="0"/>
                    <a:pt x="237961" y="0"/>
                  </a:cubicBezTo>
                  <a:cubicBezTo>
                    <a:pt x="369384" y="0"/>
                    <a:pt x="475923" y="106539"/>
                    <a:pt x="475923" y="237961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6" name="Полилиния 95">
              <a:extLst>
                <a:ext uri="{FF2B5EF4-FFF2-40B4-BE49-F238E27FC236}">
                  <a16:creationId xmlns:a16="http://schemas.microsoft.com/office/drawing/2014/main" id="{443F9CAE-C525-EAD0-B162-0937EE6C4C83}"/>
                </a:ext>
              </a:extLst>
            </p:cNvPr>
            <p:cNvSpPr/>
            <p:nvPr/>
          </p:nvSpPr>
          <p:spPr>
            <a:xfrm>
              <a:off x="14893105" y="5265321"/>
              <a:ext cx="500000" cy="50000"/>
            </a:xfrm>
            <a:custGeom>
              <a:avLst/>
              <a:gdLst>
                <a:gd name="connsiteX0" fmla="*/ 0 w 264401"/>
                <a:gd name="connsiteY0" fmla="*/ 0 h 26440"/>
                <a:gd name="connsiteX1" fmla="*/ 264402 w 264401"/>
                <a:gd name="connsiteY1" fmla="*/ 0 h 26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4401" h="26440">
                  <a:moveTo>
                    <a:pt x="0" y="0"/>
                  </a:moveTo>
                  <a:lnTo>
                    <a:pt x="264402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97" name="Группа 96">
            <a:extLst>
              <a:ext uri="{FF2B5EF4-FFF2-40B4-BE49-F238E27FC236}">
                <a16:creationId xmlns:a16="http://schemas.microsoft.com/office/drawing/2014/main" id="{CBAFB5C6-B344-9905-599C-6EFD59D42F90}"/>
              </a:ext>
            </a:extLst>
          </p:cNvPr>
          <p:cNvGrpSpPr/>
          <p:nvPr userDrawn="1"/>
        </p:nvGrpSpPr>
        <p:grpSpPr>
          <a:xfrm>
            <a:off x="14378888" y="5963958"/>
            <a:ext cx="900000" cy="900000"/>
            <a:chOff x="14124888" y="3798702"/>
            <a:chExt cx="900000" cy="900000"/>
          </a:xfrm>
        </p:grpSpPr>
        <p:pic>
          <p:nvPicPr>
            <p:cNvPr id="98" name="Рисунок 97">
              <a:extLst>
                <a:ext uri="{FF2B5EF4-FFF2-40B4-BE49-F238E27FC236}">
                  <a16:creationId xmlns:a16="http://schemas.microsoft.com/office/drawing/2014/main" id="{037501B7-334A-313F-2EED-6431E5E08FB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14264814" y="4000643"/>
              <a:ext cx="620148" cy="496119"/>
            </a:xfrm>
            <a:prstGeom prst="rect">
              <a:avLst/>
            </a:prstGeom>
          </p:spPr>
        </p:pic>
        <p:sp>
          <p:nvSpPr>
            <p:cNvPr id="99" name="Овал 98">
              <a:extLst>
                <a:ext uri="{FF2B5EF4-FFF2-40B4-BE49-F238E27FC236}">
                  <a16:creationId xmlns:a16="http://schemas.microsoft.com/office/drawing/2014/main" id="{6FE03F64-CD91-8E71-941C-A531B5BDE038}"/>
                </a:ext>
              </a:extLst>
            </p:cNvPr>
            <p:cNvSpPr/>
            <p:nvPr/>
          </p:nvSpPr>
          <p:spPr>
            <a:xfrm>
              <a:off x="14124888" y="3798702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0" name="Группа 99">
            <a:extLst>
              <a:ext uri="{FF2B5EF4-FFF2-40B4-BE49-F238E27FC236}">
                <a16:creationId xmlns:a16="http://schemas.microsoft.com/office/drawing/2014/main" id="{2BAC1A6D-C233-0B4D-7AB9-58B99D1E3098}"/>
              </a:ext>
            </a:extLst>
          </p:cNvPr>
          <p:cNvGrpSpPr/>
          <p:nvPr userDrawn="1"/>
        </p:nvGrpSpPr>
        <p:grpSpPr>
          <a:xfrm>
            <a:off x="14378888" y="7369975"/>
            <a:ext cx="900000" cy="900000"/>
            <a:chOff x="14124888" y="5204719"/>
            <a:chExt cx="900000" cy="900000"/>
          </a:xfrm>
        </p:grpSpPr>
        <p:pic>
          <p:nvPicPr>
            <p:cNvPr id="101" name="Рисунок 100">
              <a:extLst>
                <a:ext uri="{FF2B5EF4-FFF2-40B4-BE49-F238E27FC236}">
                  <a16:creationId xmlns:a16="http://schemas.microsoft.com/office/drawing/2014/main" id="{6B886FA7-E540-5522-6C9D-24793A4CA0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14280336" y="5339127"/>
              <a:ext cx="589105" cy="631184"/>
            </a:xfrm>
            <a:prstGeom prst="rect">
              <a:avLst/>
            </a:prstGeom>
          </p:spPr>
        </p:pic>
        <p:sp>
          <p:nvSpPr>
            <p:cNvPr id="102" name="Овал 101">
              <a:extLst>
                <a:ext uri="{FF2B5EF4-FFF2-40B4-BE49-F238E27FC236}">
                  <a16:creationId xmlns:a16="http://schemas.microsoft.com/office/drawing/2014/main" id="{79803268-6B7A-FE14-50DA-130EF7387272}"/>
                </a:ext>
              </a:extLst>
            </p:cNvPr>
            <p:cNvSpPr/>
            <p:nvPr/>
          </p:nvSpPr>
          <p:spPr>
            <a:xfrm>
              <a:off x="14124888" y="5204719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3" name="Группа 102">
            <a:extLst>
              <a:ext uri="{FF2B5EF4-FFF2-40B4-BE49-F238E27FC236}">
                <a16:creationId xmlns:a16="http://schemas.microsoft.com/office/drawing/2014/main" id="{44EB8524-34C5-197E-301A-D2FDAF68D364}"/>
              </a:ext>
            </a:extLst>
          </p:cNvPr>
          <p:cNvGrpSpPr/>
          <p:nvPr userDrawn="1"/>
        </p:nvGrpSpPr>
        <p:grpSpPr>
          <a:xfrm>
            <a:off x="14378888" y="8775992"/>
            <a:ext cx="900000" cy="900000"/>
            <a:chOff x="14124888" y="6610736"/>
            <a:chExt cx="900000" cy="900000"/>
          </a:xfrm>
        </p:grpSpPr>
        <p:sp>
          <p:nvSpPr>
            <p:cNvPr id="104" name="Рисунок 26">
              <a:extLst>
                <a:ext uri="{FF2B5EF4-FFF2-40B4-BE49-F238E27FC236}">
                  <a16:creationId xmlns:a16="http://schemas.microsoft.com/office/drawing/2014/main" id="{C8FB234B-1281-587C-B767-39D03BCF9312}"/>
                </a:ext>
              </a:extLst>
            </p:cNvPr>
            <p:cNvSpPr/>
            <p:nvPr/>
          </p:nvSpPr>
          <p:spPr>
            <a:xfrm>
              <a:off x="14372966" y="6805750"/>
              <a:ext cx="389157" cy="524660"/>
            </a:xfrm>
            <a:custGeom>
              <a:avLst/>
              <a:gdLst>
                <a:gd name="connsiteX0" fmla="*/ 731267 w 731267"/>
                <a:gd name="connsiteY0" fmla="*/ 0 h 985890"/>
                <a:gd name="connsiteX1" fmla="*/ 731267 w 731267"/>
                <a:gd name="connsiteY1" fmla="*/ 985890 h 985890"/>
                <a:gd name="connsiteX2" fmla="*/ 365634 w 731267"/>
                <a:gd name="connsiteY2" fmla="*/ 739408 h 985890"/>
                <a:gd name="connsiteX3" fmla="*/ 0 w 731267"/>
                <a:gd name="connsiteY3" fmla="*/ 985890 h 985890"/>
                <a:gd name="connsiteX4" fmla="*/ 0 w 731267"/>
                <a:gd name="connsiteY4" fmla="*/ 184848 h 985890"/>
                <a:gd name="connsiteX5" fmla="*/ 182817 w 731267"/>
                <a:gd name="connsiteY5" fmla="*/ 0 h 985890"/>
                <a:gd name="connsiteX6" fmla="*/ 731267 w 731267"/>
                <a:gd name="connsiteY6" fmla="*/ 0 h 985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1267" h="985890">
                  <a:moveTo>
                    <a:pt x="731267" y="0"/>
                  </a:moveTo>
                  <a:lnTo>
                    <a:pt x="731267" y="985890"/>
                  </a:lnTo>
                  <a:lnTo>
                    <a:pt x="365634" y="739408"/>
                  </a:lnTo>
                  <a:lnTo>
                    <a:pt x="0" y="985890"/>
                  </a:lnTo>
                  <a:lnTo>
                    <a:pt x="0" y="184848"/>
                  </a:lnTo>
                  <a:cubicBezTo>
                    <a:pt x="0" y="82759"/>
                    <a:pt x="81850" y="0"/>
                    <a:pt x="182817" y="0"/>
                  </a:cubicBezTo>
                  <a:lnTo>
                    <a:pt x="731267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5" name="Овал 104">
              <a:extLst>
                <a:ext uri="{FF2B5EF4-FFF2-40B4-BE49-F238E27FC236}">
                  <a16:creationId xmlns:a16="http://schemas.microsoft.com/office/drawing/2014/main" id="{61EE0E80-EDB1-3CF4-B5DE-AE420D702F1F}"/>
                </a:ext>
              </a:extLst>
            </p:cNvPr>
            <p:cNvSpPr/>
            <p:nvPr/>
          </p:nvSpPr>
          <p:spPr>
            <a:xfrm>
              <a:off x="14124888" y="6610736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6" name="Группа 105">
            <a:extLst>
              <a:ext uri="{FF2B5EF4-FFF2-40B4-BE49-F238E27FC236}">
                <a16:creationId xmlns:a16="http://schemas.microsoft.com/office/drawing/2014/main" id="{2F674A25-02C4-F648-F914-03ED059B8F30}"/>
              </a:ext>
            </a:extLst>
          </p:cNvPr>
          <p:cNvGrpSpPr/>
          <p:nvPr userDrawn="1"/>
        </p:nvGrpSpPr>
        <p:grpSpPr>
          <a:xfrm>
            <a:off x="14378888" y="10182009"/>
            <a:ext cx="900000" cy="900000"/>
            <a:chOff x="14124888" y="8016753"/>
            <a:chExt cx="900000" cy="900000"/>
          </a:xfrm>
        </p:grpSpPr>
        <p:pic>
          <p:nvPicPr>
            <p:cNvPr id="107" name="Рисунок 106">
              <a:extLst>
                <a:ext uri="{FF2B5EF4-FFF2-40B4-BE49-F238E27FC236}">
                  <a16:creationId xmlns:a16="http://schemas.microsoft.com/office/drawing/2014/main" id="{A2DD94FF-B138-3813-4388-AA838377DB6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p:blipFill>
          <p:spPr>
            <a:xfrm>
              <a:off x="14299583" y="8139375"/>
              <a:ext cx="491068" cy="654757"/>
            </a:xfrm>
            <a:prstGeom prst="rect">
              <a:avLst/>
            </a:prstGeom>
          </p:spPr>
        </p:pic>
        <p:sp>
          <p:nvSpPr>
            <p:cNvPr id="108" name="Овал 107">
              <a:extLst>
                <a:ext uri="{FF2B5EF4-FFF2-40B4-BE49-F238E27FC236}">
                  <a16:creationId xmlns:a16="http://schemas.microsoft.com/office/drawing/2014/main" id="{659B0E53-7B1A-4CDD-3F61-D4D18FC712AA}"/>
                </a:ext>
              </a:extLst>
            </p:cNvPr>
            <p:cNvSpPr/>
            <p:nvPr/>
          </p:nvSpPr>
          <p:spPr>
            <a:xfrm>
              <a:off x="14124888" y="8016753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109" name="Рисунок 108">
            <a:extLst>
              <a:ext uri="{FF2B5EF4-FFF2-40B4-BE49-F238E27FC236}">
                <a16:creationId xmlns:a16="http://schemas.microsoft.com/office/drawing/2014/main" id="{F80DDA20-13EB-BBCE-2DA7-70FCB58E2AC6}"/>
              </a:ext>
            </a:extLst>
          </p:cNvPr>
          <p:cNvPicPr>
            <a:picLocks noChangeAspect="1"/>
          </p:cNvPicPr>
          <p:nvPr userDrawn="1"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3121281" y="6165899"/>
            <a:ext cx="620148" cy="496119"/>
          </a:xfrm>
          <a:prstGeom prst="rect">
            <a:avLst/>
          </a:prstGeom>
        </p:spPr>
      </p:pic>
      <p:pic>
        <p:nvPicPr>
          <p:cNvPr id="110" name="Рисунок 109">
            <a:extLst>
              <a:ext uri="{FF2B5EF4-FFF2-40B4-BE49-F238E27FC236}">
                <a16:creationId xmlns:a16="http://schemas.microsoft.com/office/drawing/2014/main" id="{09447578-A936-1B07-2AC2-7508BB7B0CC7}"/>
              </a:ext>
            </a:extLst>
          </p:cNvPr>
          <p:cNvPicPr>
            <a:picLocks noChangeAspect="1"/>
          </p:cNvPicPr>
          <p:nvPr userDrawn="1"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13136803" y="7504383"/>
            <a:ext cx="589105" cy="631184"/>
          </a:xfrm>
          <a:prstGeom prst="rect">
            <a:avLst/>
          </a:prstGeom>
        </p:spPr>
      </p:pic>
      <p:sp>
        <p:nvSpPr>
          <p:cNvPr id="111" name="Рисунок 26">
            <a:extLst>
              <a:ext uri="{FF2B5EF4-FFF2-40B4-BE49-F238E27FC236}">
                <a16:creationId xmlns:a16="http://schemas.microsoft.com/office/drawing/2014/main" id="{1B9D9FBE-6C57-64BA-1B25-942150CB672B}"/>
              </a:ext>
            </a:extLst>
          </p:cNvPr>
          <p:cNvSpPr/>
          <p:nvPr userDrawn="1"/>
        </p:nvSpPr>
        <p:spPr>
          <a:xfrm>
            <a:off x="13236777" y="8971006"/>
            <a:ext cx="389157" cy="524660"/>
          </a:xfrm>
          <a:custGeom>
            <a:avLst/>
            <a:gdLst>
              <a:gd name="connsiteX0" fmla="*/ 731267 w 731267"/>
              <a:gd name="connsiteY0" fmla="*/ 0 h 985890"/>
              <a:gd name="connsiteX1" fmla="*/ 731267 w 731267"/>
              <a:gd name="connsiteY1" fmla="*/ 985890 h 985890"/>
              <a:gd name="connsiteX2" fmla="*/ 365634 w 731267"/>
              <a:gd name="connsiteY2" fmla="*/ 739408 h 985890"/>
              <a:gd name="connsiteX3" fmla="*/ 0 w 731267"/>
              <a:gd name="connsiteY3" fmla="*/ 985890 h 985890"/>
              <a:gd name="connsiteX4" fmla="*/ 0 w 731267"/>
              <a:gd name="connsiteY4" fmla="*/ 184848 h 985890"/>
              <a:gd name="connsiteX5" fmla="*/ 182817 w 731267"/>
              <a:gd name="connsiteY5" fmla="*/ 0 h 985890"/>
              <a:gd name="connsiteX6" fmla="*/ 731267 w 731267"/>
              <a:gd name="connsiteY6" fmla="*/ 0 h 985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1267" h="985890">
                <a:moveTo>
                  <a:pt x="731267" y="0"/>
                </a:moveTo>
                <a:lnTo>
                  <a:pt x="731267" y="985890"/>
                </a:lnTo>
                <a:lnTo>
                  <a:pt x="365634" y="739408"/>
                </a:lnTo>
                <a:lnTo>
                  <a:pt x="0" y="985890"/>
                </a:lnTo>
                <a:lnTo>
                  <a:pt x="0" y="184848"/>
                </a:lnTo>
                <a:cubicBezTo>
                  <a:pt x="0" y="82759"/>
                  <a:pt x="81850" y="0"/>
                  <a:pt x="182817" y="0"/>
                </a:cubicBezTo>
                <a:lnTo>
                  <a:pt x="731267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prstDash val="solid"/>
            <a:round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112" name="Рисунок 111">
            <a:extLst>
              <a:ext uri="{FF2B5EF4-FFF2-40B4-BE49-F238E27FC236}">
                <a16:creationId xmlns:a16="http://schemas.microsoft.com/office/drawing/2014/main" id="{1DB513E2-22D2-7D36-2016-31BDA4CE73F0}"/>
              </a:ext>
            </a:extLst>
          </p:cNvPr>
          <p:cNvPicPr>
            <a:picLocks noChangeAspect="1"/>
          </p:cNvPicPr>
          <p:nvPr userDrawn="1"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13185821" y="10304631"/>
            <a:ext cx="491068" cy="654757"/>
          </a:xfrm>
          <a:prstGeom prst="rect">
            <a:avLst/>
          </a:prstGeom>
        </p:spPr>
      </p:pic>
      <p:grpSp>
        <p:nvGrpSpPr>
          <p:cNvPr id="113" name="Группа 112">
            <a:extLst>
              <a:ext uri="{FF2B5EF4-FFF2-40B4-BE49-F238E27FC236}">
                <a16:creationId xmlns:a16="http://schemas.microsoft.com/office/drawing/2014/main" id="{734998DE-CB4C-3BD4-6E8E-B789D15E768C}"/>
              </a:ext>
            </a:extLst>
          </p:cNvPr>
          <p:cNvGrpSpPr/>
          <p:nvPr userDrawn="1"/>
        </p:nvGrpSpPr>
        <p:grpSpPr>
          <a:xfrm>
            <a:off x="14378888" y="11588024"/>
            <a:ext cx="900000" cy="900000"/>
            <a:chOff x="839608" y="7340770"/>
            <a:chExt cx="918854" cy="918854"/>
          </a:xfrm>
        </p:grpSpPr>
        <p:sp>
          <p:nvSpPr>
            <p:cNvPr id="114" name="Овал 113">
              <a:extLst>
                <a:ext uri="{FF2B5EF4-FFF2-40B4-BE49-F238E27FC236}">
                  <a16:creationId xmlns:a16="http://schemas.microsoft.com/office/drawing/2014/main" id="{85C9E7BB-107D-77C2-2B88-77D5E630795A}"/>
                </a:ext>
              </a:extLst>
            </p:cNvPr>
            <p:cNvSpPr/>
            <p:nvPr/>
          </p:nvSpPr>
          <p:spPr>
            <a:xfrm>
              <a:off x="839608" y="7340770"/>
              <a:ext cx="918854" cy="91885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760" b="0" i="0" dirty="0">
                <a:latin typeface="Graphik LCG" panose="020B0503030202060203" pitchFamily="34" charset="0"/>
              </a:endParaRPr>
            </a:p>
          </p:txBody>
        </p:sp>
        <p:pic>
          <p:nvPicPr>
            <p:cNvPr id="115" name="Рисунок 114">
              <a:extLst>
                <a:ext uri="{FF2B5EF4-FFF2-40B4-BE49-F238E27FC236}">
                  <a16:creationId xmlns:a16="http://schemas.microsoft.com/office/drawing/2014/main" id="{C7B954E2-63AF-6525-7445-9240D0E0F5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1052575" y="7612218"/>
              <a:ext cx="492921" cy="375957"/>
            </a:xfrm>
            <a:prstGeom prst="rect">
              <a:avLst/>
            </a:prstGeom>
          </p:spPr>
        </p:pic>
      </p:grpSp>
      <p:pic>
        <p:nvPicPr>
          <p:cNvPr id="116" name="Рисунок 115">
            <a:extLst>
              <a:ext uri="{FF2B5EF4-FFF2-40B4-BE49-F238E27FC236}">
                <a16:creationId xmlns:a16="http://schemas.microsoft.com/office/drawing/2014/main" id="{84E9D600-73AB-08D6-571B-A7443863E2DE}"/>
              </a:ext>
            </a:extLst>
          </p:cNvPr>
          <p:cNvPicPr>
            <a:picLocks noChangeAspect="1"/>
          </p:cNvPicPr>
          <p:nvPr userDrawn="1"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13192135" y="11853902"/>
            <a:ext cx="482807" cy="368243"/>
          </a:xfrm>
          <a:prstGeom prst="rect">
            <a:avLst/>
          </a:prstGeom>
        </p:spPr>
      </p:pic>
      <p:sp>
        <p:nvSpPr>
          <p:cNvPr id="117" name="TextBox 116">
            <a:extLst>
              <a:ext uri="{FF2B5EF4-FFF2-40B4-BE49-F238E27FC236}">
                <a16:creationId xmlns:a16="http://schemas.microsoft.com/office/drawing/2014/main" id="{2C63CBC6-C894-3827-2B9B-E12CE362215C}"/>
              </a:ext>
            </a:extLst>
          </p:cNvPr>
          <p:cNvSpPr txBox="1"/>
          <p:nvPr userDrawn="1"/>
        </p:nvSpPr>
        <p:spPr>
          <a:xfrm>
            <a:off x="12981355" y="2332607"/>
            <a:ext cx="10980738" cy="119096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/>
              <a:t>Если иконка используется без окружности – </a:t>
            </a:r>
            <a:br>
              <a:rPr lang="ru-RU" dirty="0"/>
            </a:br>
            <a:r>
              <a:rPr lang="ru-RU" dirty="0"/>
              <a:t>размер внутренней части не меняется</a:t>
            </a:r>
          </a:p>
          <a:p>
            <a:r>
              <a:rPr lang="ru-RU" dirty="0"/>
              <a:t>Иконки используются в темной или светлой заливке</a:t>
            </a:r>
          </a:p>
        </p:txBody>
      </p:sp>
    </p:spTree>
    <p:extLst>
      <p:ext uri="{BB962C8B-B14F-4D97-AF65-F5344CB8AC3E}">
        <p14:creationId xmlns:p14="http://schemas.microsoft.com/office/powerpoint/2010/main" val="42275357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закрывающий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905157-E746-D078-CAEB-3EFF26761D3A}"/>
              </a:ext>
            </a:extLst>
          </p:cNvPr>
          <p:cNvSpPr txBox="1"/>
          <p:nvPr userDrawn="1"/>
        </p:nvSpPr>
        <p:spPr>
          <a:xfrm>
            <a:off x="1219351" y="817780"/>
            <a:ext cx="1895286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9000"/>
              </a:lnSpc>
              <a:spcBef>
                <a:spcPct val="0"/>
              </a:spcBef>
              <a:defRPr sz="8000" b="1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bg1"/>
                </a:solidFill>
              </a:rPr>
              <a:t>Линейная графика</a:t>
            </a: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8C3B8903-D742-583E-682C-92B5AB2A66FD}"/>
              </a:ext>
            </a:extLst>
          </p:cNvPr>
          <p:cNvSpPr/>
          <p:nvPr userDrawn="1"/>
        </p:nvSpPr>
        <p:spPr>
          <a:xfrm>
            <a:off x="15990849" y="2438400"/>
            <a:ext cx="7161945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1485991">
              <a:lnSpc>
                <a:spcPts val="4600"/>
              </a:lnSpc>
            </a:pPr>
            <a:r>
              <a:rPr lang="ru-RU" sz="3600" dirty="0">
                <a:solidFill>
                  <a:schemeClr val="bg1"/>
                </a:solidFill>
                <a:latin typeface="Graphik LC Regular" panose="020B0503030202060203" pitchFamily="34" charset="0"/>
              </a:rPr>
              <a:t>Толщина линии при масштабировании – 2 </a:t>
            </a:r>
            <a:r>
              <a:rPr lang="ru-RU" sz="36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пт</a:t>
            </a:r>
            <a:endParaRPr lang="en-US" sz="36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grpSp>
        <p:nvGrpSpPr>
          <p:cNvPr id="118" name="Группа 117">
            <a:extLst>
              <a:ext uri="{FF2B5EF4-FFF2-40B4-BE49-F238E27FC236}">
                <a16:creationId xmlns:a16="http://schemas.microsoft.com/office/drawing/2014/main" id="{7D1AB9F1-FA8C-9F62-F481-2E2494ECC21F}"/>
              </a:ext>
            </a:extLst>
          </p:cNvPr>
          <p:cNvGrpSpPr/>
          <p:nvPr userDrawn="1"/>
        </p:nvGrpSpPr>
        <p:grpSpPr>
          <a:xfrm>
            <a:off x="1275664" y="8925425"/>
            <a:ext cx="4111963" cy="2875201"/>
            <a:chOff x="1275664" y="8925425"/>
            <a:chExt cx="4111963" cy="2875201"/>
          </a:xfrm>
        </p:grpSpPr>
        <p:sp>
          <p:nvSpPr>
            <p:cNvPr id="119" name="Полилиния 118">
              <a:extLst>
                <a:ext uri="{FF2B5EF4-FFF2-40B4-BE49-F238E27FC236}">
                  <a16:creationId xmlns:a16="http://schemas.microsoft.com/office/drawing/2014/main" id="{01F8A4AE-2224-B92A-D351-6ED5CE1AB806}"/>
                </a:ext>
              </a:extLst>
            </p:cNvPr>
            <p:cNvSpPr/>
            <p:nvPr/>
          </p:nvSpPr>
          <p:spPr>
            <a:xfrm>
              <a:off x="1494583" y="9202121"/>
              <a:ext cx="1313711" cy="2525374"/>
            </a:xfrm>
            <a:custGeom>
              <a:avLst/>
              <a:gdLst>
                <a:gd name="connsiteX0" fmla="*/ 656854 w 1313711"/>
                <a:gd name="connsiteY0" fmla="*/ 0 h 2525374"/>
                <a:gd name="connsiteX1" fmla="*/ 0 w 1313711"/>
                <a:gd name="connsiteY1" fmla="*/ 1262688 h 2525374"/>
                <a:gd name="connsiteX2" fmla="*/ 656854 w 1313711"/>
                <a:gd name="connsiteY2" fmla="*/ 2525374 h 2525374"/>
                <a:gd name="connsiteX3" fmla="*/ 1154464 w 1313711"/>
                <a:gd name="connsiteY3" fmla="*/ 2086941 h 2525374"/>
                <a:gd name="connsiteX4" fmla="*/ 905206 w 1313711"/>
                <a:gd name="connsiteY4" fmla="*/ 93373 h 2525374"/>
                <a:gd name="connsiteX5" fmla="*/ 1313712 w 1313711"/>
                <a:gd name="connsiteY5" fmla="*/ 1262688 h 2525374"/>
                <a:gd name="connsiteX6" fmla="*/ 1238162 w 1313711"/>
                <a:gd name="connsiteY6" fmla="*/ 1851157 h 25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13711" h="2525374">
                  <a:moveTo>
                    <a:pt x="656854" y="0"/>
                  </a:moveTo>
                  <a:cubicBezTo>
                    <a:pt x="294083" y="0"/>
                    <a:pt x="0" y="565325"/>
                    <a:pt x="0" y="1262688"/>
                  </a:cubicBezTo>
                  <a:cubicBezTo>
                    <a:pt x="0" y="1960048"/>
                    <a:pt x="294083" y="2525374"/>
                    <a:pt x="656854" y="2525374"/>
                  </a:cubicBezTo>
                  <a:cubicBezTo>
                    <a:pt x="855759" y="2525374"/>
                    <a:pt x="1034008" y="2355419"/>
                    <a:pt x="1154464" y="2086941"/>
                  </a:cubicBezTo>
                  <a:moveTo>
                    <a:pt x="905206" y="93373"/>
                  </a:moveTo>
                  <a:cubicBezTo>
                    <a:pt x="1144858" y="281654"/>
                    <a:pt x="1313712" y="734263"/>
                    <a:pt x="1313712" y="1262688"/>
                  </a:cubicBezTo>
                  <a:cubicBezTo>
                    <a:pt x="1313712" y="1475193"/>
                    <a:pt x="1286401" y="1675437"/>
                    <a:pt x="1238162" y="1851157"/>
                  </a:cubicBezTo>
                </a:path>
              </a:pathLst>
            </a:custGeom>
            <a:noFill/>
            <a:ln w="12250" cap="flat">
              <a:solidFill>
                <a:srgbClr val="D9B8F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0" name="Полилиния 119">
              <a:extLst>
                <a:ext uri="{FF2B5EF4-FFF2-40B4-BE49-F238E27FC236}">
                  <a16:creationId xmlns:a16="http://schemas.microsoft.com/office/drawing/2014/main" id="{BB1EEBF6-8461-08BA-12A9-F509E9D243EB}"/>
                </a:ext>
              </a:extLst>
            </p:cNvPr>
            <p:cNvSpPr/>
            <p:nvPr/>
          </p:nvSpPr>
          <p:spPr>
            <a:xfrm>
              <a:off x="3750586" y="9202121"/>
              <a:ext cx="1313705" cy="2525374"/>
            </a:xfrm>
            <a:custGeom>
              <a:avLst/>
              <a:gdLst>
                <a:gd name="connsiteX0" fmla="*/ 656853 w 1313705"/>
                <a:gd name="connsiteY0" fmla="*/ 2525374 h 2525374"/>
                <a:gd name="connsiteX1" fmla="*/ 1313706 w 1313705"/>
                <a:gd name="connsiteY1" fmla="*/ 1262688 h 2525374"/>
                <a:gd name="connsiteX2" fmla="*/ 656853 w 1313705"/>
                <a:gd name="connsiteY2" fmla="*/ 0 h 2525374"/>
                <a:gd name="connsiteX3" fmla="*/ 0 w 1313705"/>
                <a:gd name="connsiteY3" fmla="*/ 1262688 h 2525374"/>
                <a:gd name="connsiteX4" fmla="*/ 373976 w 1313705"/>
                <a:gd name="connsiteY4" fmla="*/ 2402609 h 2525374"/>
                <a:gd name="connsiteX5" fmla="*/ 469179 w 1313705"/>
                <a:gd name="connsiteY5" fmla="*/ 2478611 h 25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13705" h="2525374">
                  <a:moveTo>
                    <a:pt x="656853" y="2525374"/>
                  </a:moveTo>
                  <a:cubicBezTo>
                    <a:pt x="1019617" y="2525374"/>
                    <a:pt x="1313706" y="1960048"/>
                    <a:pt x="1313706" y="1262688"/>
                  </a:cubicBezTo>
                  <a:cubicBezTo>
                    <a:pt x="1313706" y="565324"/>
                    <a:pt x="1019617" y="0"/>
                    <a:pt x="656853" y="0"/>
                  </a:cubicBezTo>
                  <a:cubicBezTo>
                    <a:pt x="294076" y="0"/>
                    <a:pt x="0" y="565324"/>
                    <a:pt x="0" y="1262688"/>
                  </a:cubicBezTo>
                  <a:cubicBezTo>
                    <a:pt x="0" y="1765361"/>
                    <a:pt x="152791" y="2199422"/>
                    <a:pt x="373976" y="2402609"/>
                  </a:cubicBezTo>
                  <a:cubicBezTo>
                    <a:pt x="395283" y="2423396"/>
                    <a:pt x="444159" y="2467692"/>
                    <a:pt x="469179" y="2478611"/>
                  </a:cubicBezTo>
                </a:path>
              </a:pathLst>
            </a:custGeom>
            <a:noFill/>
            <a:ln w="12250" cap="flat">
              <a:solidFill>
                <a:srgbClr val="D9B8F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1" name="Полилиния 120">
              <a:extLst>
                <a:ext uri="{FF2B5EF4-FFF2-40B4-BE49-F238E27FC236}">
                  <a16:creationId xmlns:a16="http://schemas.microsoft.com/office/drawing/2014/main" id="{3DB98CA2-C3FC-7911-0A5A-A386BDFEE2A5}"/>
                </a:ext>
              </a:extLst>
            </p:cNvPr>
            <p:cNvSpPr/>
            <p:nvPr/>
          </p:nvSpPr>
          <p:spPr>
            <a:xfrm>
              <a:off x="2679275" y="10970829"/>
              <a:ext cx="140170" cy="85771"/>
            </a:xfrm>
            <a:custGeom>
              <a:avLst/>
              <a:gdLst>
                <a:gd name="connsiteX0" fmla="*/ 0 w 140170"/>
                <a:gd name="connsiteY0" fmla="*/ 0 h 85771"/>
                <a:gd name="connsiteX1" fmla="*/ 54120 w 140170"/>
                <a:gd name="connsiteY1" fmla="*/ 85772 h 85771"/>
                <a:gd name="connsiteX2" fmla="*/ 140170 w 140170"/>
                <a:gd name="connsiteY2" fmla="*/ 31827 h 85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0170" h="85771">
                  <a:moveTo>
                    <a:pt x="0" y="0"/>
                  </a:moveTo>
                  <a:lnTo>
                    <a:pt x="54120" y="85772"/>
                  </a:lnTo>
                  <a:lnTo>
                    <a:pt x="140170" y="31827"/>
                  </a:lnTo>
                </a:path>
              </a:pathLst>
            </a:custGeom>
            <a:noFill/>
            <a:ln w="12250" cap="flat">
              <a:solidFill>
                <a:srgbClr val="D9B8F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2" name="Полилиния 121">
              <a:extLst>
                <a:ext uri="{FF2B5EF4-FFF2-40B4-BE49-F238E27FC236}">
                  <a16:creationId xmlns:a16="http://schemas.microsoft.com/office/drawing/2014/main" id="{97FD0029-5B5F-7577-F492-53D18B24895F}"/>
                </a:ext>
              </a:extLst>
            </p:cNvPr>
            <p:cNvSpPr/>
            <p:nvPr/>
          </p:nvSpPr>
          <p:spPr>
            <a:xfrm>
              <a:off x="4403518" y="11657344"/>
              <a:ext cx="73001" cy="143282"/>
            </a:xfrm>
            <a:custGeom>
              <a:avLst/>
              <a:gdLst>
                <a:gd name="connsiteX0" fmla="*/ 73001 w 73001"/>
                <a:gd name="connsiteY0" fmla="*/ 0 h 143282"/>
                <a:gd name="connsiteX1" fmla="*/ 0 w 73001"/>
                <a:gd name="connsiteY1" fmla="*/ 70518 h 143282"/>
                <a:gd name="connsiteX2" fmla="*/ 70735 w 73001"/>
                <a:gd name="connsiteY2" fmla="*/ 143282 h 143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3001" h="143282">
                  <a:moveTo>
                    <a:pt x="73001" y="0"/>
                  </a:moveTo>
                  <a:lnTo>
                    <a:pt x="0" y="70518"/>
                  </a:lnTo>
                  <a:lnTo>
                    <a:pt x="70735" y="143282"/>
                  </a:lnTo>
                </a:path>
              </a:pathLst>
            </a:custGeom>
            <a:noFill/>
            <a:ln w="1225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3" name="Полилиния 122">
              <a:extLst>
                <a:ext uri="{FF2B5EF4-FFF2-40B4-BE49-F238E27FC236}">
                  <a16:creationId xmlns:a16="http://schemas.microsoft.com/office/drawing/2014/main" id="{D880CEA4-E163-D394-7486-97E81064509A}"/>
                </a:ext>
              </a:extLst>
            </p:cNvPr>
            <p:cNvSpPr/>
            <p:nvPr/>
          </p:nvSpPr>
          <p:spPr>
            <a:xfrm>
              <a:off x="2068993" y="9143671"/>
              <a:ext cx="83286" cy="141114"/>
            </a:xfrm>
            <a:custGeom>
              <a:avLst/>
              <a:gdLst>
                <a:gd name="connsiteX0" fmla="*/ 24999 w 83286"/>
                <a:gd name="connsiteY0" fmla="*/ 141115 h 141114"/>
                <a:gd name="connsiteX1" fmla="*/ 83286 w 83286"/>
                <a:gd name="connsiteY1" fmla="*/ 58098 h 141114"/>
                <a:gd name="connsiteX2" fmla="*/ 0 w 83286"/>
                <a:gd name="connsiteY2" fmla="*/ 0 h 141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286" h="141114">
                  <a:moveTo>
                    <a:pt x="24999" y="141115"/>
                  </a:moveTo>
                  <a:lnTo>
                    <a:pt x="83286" y="58098"/>
                  </a:lnTo>
                  <a:lnTo>
                    <a:pt x="0" y="0"/>
                  </a:lnTo>
                </a:path>
              </a:pathLst>
            </a:custGeom>
            <a:noFill/>
            <a:ln w="12250" cap="flat">
              <a:solidFill>
                <a:srgbClr val="D9B8F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4" name="Полилиния 123">
              <a:extLst>
                <a:ext uri="{FF2B5EF4-FFF2-40B4-BE49-F238E27FC236}">
                  <a16:creationId xmlns:a16="http://schemas.microsoft.com/office/drawing/2014/main" id="{FF70A679-035B-6BF3-693A-D2E89BFC55CD}"/>
                </a:ext>
              </a:extLst>
            </p:cNvPr>
            <p:cNvSpPr/>
            <p:nvPr/>
          </p:nvSpPr>
          <p:spPr>
            <a:xfrm>
              <a:off x="1275664" y="10408812"/>
              <a:ext cx="4081871" cy="1193988"/>
            </a:xfrm>
            <a:custGeom>
              <a:avLst/>
              <a:gdLst>
                <a:gd name="connsiteX0" fmla="*/ 762420 w 4081871"/>
                <a:gd name="connsiteY0" fmla="*/ 1062088 h 1193988"/>
                <a:gd name="connsiteX1" fmla="*/ 0 w 4081871"/>
                <a:gd name="connsiteY1" fmla="*/ 595773 h 1193988"/>
                <a:gd name="connsiteX2" fmla="*/ 1855220 w 4081871"/>
                <a:gd name="connsiteY2" fmla="*/ 0 h 1193988"/>
                <a:gd name="connsiteX3" fmla="*/ 905129 w 4081871"/>
                <a:gd name="connsiteY3" fmla="*/ 1098508 h 1193988"/>
                <a:gd name="connsiteX4" fmla="*/ 2040934 w 4081871"/>
                <a:gd name="connsiteY4" fmla="*/ 1193988 h 1193988"/>
                <a:gd name="connsiteX5" fmla="*/ 4081872 w 4081871"/>
                <a:gd name="connsiteY5" fmla="*/ 595773 h 1193988"/>
                <a:gd name="connsiteX6" fmla="*/ 2369366 w 4081871"/>
                <a:gd name="connsiteY6" fmla="*/ 5252 h 1193988"/>
                <a:gd name="connsiteX7" fmla="*/ 1994018 w 4081871"/>
                <a:gd name="connsiteY7" fmla="*/ 0 h 1193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81871" h="1193988">
                  <a:moveTo>
                    <a:pt x="762420" y="1062088"/>
                  </a:moveTo>
                  <a:cubicBezTo>
                    <a:pt x="297510" y="952440"/>
                    <a:pt x="0" y="784292"/>
                    <a:pt x="0" y="595773"/>
                  </a:cubicBezTo>
                  <a:cubicBezTo>
                    <a:pt x="0" y="283732"/>
                    <a:pt x="815077" y="27491"/>
                    <a:pt x="1855220" y="0"/>
                  </a:cubicBezTo>
                  <a:moveTo>
                    <a:pt x="905129" y="1098508"/>
                  </a:moveTo>
                  <a:cubicBezTo>
                    <a:pt x="1190773" y="1143085"/>
                    <a:pt x="1694735" y="1193988"/>
                    <a:pt x="2040934" y="1193988"/>
                  </a:cubicBezTo>
                  <a:cubicBezTo>
                    <a:pt x="3168117" y="1193988"/>
                    <a:pt x="4081872" y="926158"/>
                    <a:pt x="4081872" y="595773"/>
                  </a:cubicBezTo>
                  <a:cubicBezTo>
                    <a:pt x="4081872" y="298155"/>
                    <a:pt x="3340402" y="51295"/>
                    <a:pt x="2369366" y="5252"/>
                  </a:cubicBezTo>
                  <a:cubicBezTo>
                    <a:pt x="2258590" y="1746"/>
                    <a:pt x="2066358" y="5252"/>
                    <a:pt x="1994018" y="0"/>
                  </a:cubicBezTo>
                </a:path>
              </a:pathLst>
            </a:custGeom>
            <a:noFill/>
            <a:ln w="1225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5" name="Полилиния 124">
              <a:extLst>
                <a:ext uri="{FF2B5EF4-FFF2-40B4-BE49-F238E27FC236}">
                  <a16:creationId xmlns:a16="http://schemas.microsoft.com/office/drawing/2014/main" id="{E1E700D1-1D38-58FC-81EA-435A8BD3D348}"/>
                </a:ext>
              </a:extLst>
            </p:cNvPr>
            <p:cNvSpPr/>
            <p:nvPr/>
          </p:nvSpPr>
          <p:spPr>
            <a:xfrm>
              <a:off x="3059512" y="10336218"/>
              <a:ext cx="72400" cy="143282"/>
            </a:xfrm>
            <a:custGeom>
              <a:avLst/>
              <a:gdLst>
                <a:gd name="connsiteX0" fmla="*/ 0 w 72400"/>
                <a:gd name="connsiteY0" fmla="*/ 143283 h 143282"/>
                <a:gd name="connsiteX1" fmla="*/ 72401 w 72400"/>
                <a:gd name="connsiteY1" fmla="*/ 72166 h 143282"/>
                <a:gd name="connsiteX2" fmla="*/ 1054 w 72400"/>
                <a:gd name="connsiteY2" fmla="*/ 0 h 143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400" h="143282">
                  <a:moveTo>
                    <a:pt x="0" y="143283"/>
                  </a:moveTo>
                  <a:lnTo>
                    <a:pt x="72401" y="72166"/>
                  </a:lnTo>
                  <a:lnTo>
                    <a:pt x="1054" y="0"/>
                  </a:lnTo>
                </a:path>
              </a:pathLst>
            </a:custGeom>
            <a:noFill/>
            <a:ln w="1225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6" name="Полилиния 125">
              <a:extLst>
                <a:ext uri="{FF2B5EF4-FFF2-40B4-BE49-F238E27FC236}">
                  <a16:creationId xmlns:a16="http://schemas.microsoft.com/office/drawing/2014/main" id="{8B8DE30B-B28A-4B7E-9B2E-279425CEB043}"/>
                </a:ext>
              </a:extLst>
            </p:cNvPr>
            <p:cNvSpPr/>
            <p:nvPr/>
          </p:nvSpPr>
          <p:spPr>
            <a:xfrm>
              <a:off x="2174942" y="11443006"/>
              <a:ext cx="79599" cy="142366"/>
            </a:xfrm>
            <a:custGeom>
              <a:avLst/>
              <a:gdLst>
                <a:gd name="connsiteX0" fmla="*/ 79599 w 79599"/>
                <a:gd name="connsiteY0" fmla="*/ 0 h 142366"/>
                <a:gd name="connsiteX1" fmla="*/ 0 w 79599"/>
                <a:gd name="connsiteY1" fmla="*/ 63019 h 142366"/>
                <a:gd name="connsiteX2" fmla="*/ 63229 w 79599"/>
                <a:gd name="connsiteY2" fmla="*/ 142367 h 142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599" h="142366">
                  <a:moveTo>
                    <a:pt x="79599" y="0"/>
                  </a:moveTo>
                  <a:lnTo>
                    <a:pt x="0" y="63019"/>
                  </a:lnTo>
                  <a:lnTo>
                    <a:pt x="63229" y="142367"/>
                  </a:lnTo>
                </a:path>
              </a:pathLst>
            </a:custGeom>
            <a:noFill/>
            <a:ln w="1225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7" name="Полилиния 126">
              <a:extLst>
                <a:ext uri="{FF2B5EF4-FFF2-40B4-BE49-F238E27FC236}">
                  <a16:creationId xmlns:a16="http://schemas.microsoft.com/office/drawing/2014/main" id="{964AE560-4A8B-0DB5-0FBF-4BE39BFCC55F}"/>
                </a:ext>
              </a:extLst>
            </p:cNvPr>
            <p:cNvSpPr/>
            <p:nvPr/>
          </p:nvSpPr>
          <p:spPr>
            <a:xfrm rot="10800000" flipV="1">
              <a:off x="3278693" y="10360767"/>
              <a:ext cx="95405" cy="95096"/>
            </a:xfrm>
            <a:custGeom>
              <a:avLst/>
              <a:gdLst>
                <a:gd name="connsiteX0" fmla="*/ 95572 w 95405"/>
                <a:gd name="connsiteY0" fmla="*/ 47668 h 95096"/>
                <a:gd name="connsiteX1" fmla="*/ 47869 w 95405"/>
                <a:gd name="connsiteY1" fmla="*/ 95217 h 95096"/>
                <a:gd name="connsiteX2" fmla="*/ 166 w 95405"/>
                <a:gd name="connsiteY2" fmla="*/ 47668 h 95096"/>
                <a:gd name="connsiteX3" fmla="*/ 47869 w 95405"/>
                <a:gd name="connsiteY3" fmla="*/ 120 h 95096"/>
                <a:gd name="connsiteX4" fmla="*/ 95572 w 95405"/>
                <a:gd name="connsiteY4" fmla="*/ 47668 h 95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405" h="95096">
                  <a:moveTo>
                    <a:pt x="95572" y="47668"/>
                  </a:moveTo>
                  <a:cubicBezTo>
                    <a:pt x="95572" y="73928"/>
                    <a:pt x="74215" y="95217"/>
                    <a:pt x="47869" y="95217"/>
                  </a:cubicBezTo>
                  <a:cubicBezTo>
                    <a:pt x="21524" y="95217"/>
                    <a:pt x="166" y="73928"/>
                    <a:pt x="166" y="47668"/>
                  </a:cubicBezTo>
                  <a:cubicBezTo>
                    <a:pt x="166" y="21408"/>
                    <a:pt x="21524" y="120"/>
                    <a:pt x="47869" y="120"/>
                  </a:cubicBezTo>
                  <a:cubicBezTo>
                    <a:pt x="74215" y="120"/>
                    <a:pt x="95572" y="21408"/>
                    <a:pt x="95572" y="47668"/>
                  </a:cubicBezTo>
                  <a:close/>
                </a:path>
              </a:pathLst>
            </a:custGeom>
            <a:solidFill>
              <a:srgbClr val="D9B8FE"/>
            </a:solidFill>
            <a:ln w="36751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8" name="Полилиния 127">
              <a:extLst>
                <a:ext uri="{FF2B5EF4-FFF2-40B4-BE49-F238E27FC236}">
                  <a16:creationId xmlns:a16="http://schemas.microsoft.com/office/drawing/2014/main" id="{142E35DF-A4D1-4A6E-6CF5-2F8CD80BCE2F}"/>
                </a:ext>
              </a:extLst>
            </p:cNvPr>
            <p:cNvSpPr/>
            <p:nvPr/>
          </p:nvSpPr>
          <p:spPr>
            <a:xfrm rot="10800000" flipV="1">
              <a:off x="3560174" y="11553302"/>
              <a:ext cx="95405" cy="95096"/>
            </a:xfrm>
            <a:custGeom>
              <a:avLst/>
              <a:gdLst>
                <a:gd name="connsiteX0" fmla="*/ 95595 w 95405"/>
                <a:gd name="connsiteY0" fmla="*/ 47766 h 95096"/>
                <a:gd name="connsiteX1" fmla="*/ 47892 w 95405"/>
                <a:gd name="connsiteY1" fmla="*/ 95314 h 95096"/>
                <a:gd name="connsiteX2" fmla="*/ 189 w 95405"/>
                <a:gd name="connsiteY2" fmla="*/ 47766 h 95096"/>
                <a:gd name="connsiteX3" fmla="*/ 47892 w 95405"/>
                <a:gd name="connsiteY3" fmla="*/ 218 h 95096"/>
                <a:gd name="connsiteX4" fmla="*/ 95595 w 95405"/>
                <a:gd name="connsiteY4" fmla="*/ 47766 h 95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405" h="95096">
                  <a:moveTo>
                    <a:pt x="95595" y="47766"/>
                  </a:moveTo>
                  <a:cubicBezTo>
                    <a:pt x="95595" y="74026"/>
                    <a:pt x="74238" y="95314"/>
                    <a:pt x="47892" y="95314"/>
                  </a:cubicBezTo>
                  <a:cubicBezTo>
                    <a:pt x="21547" y="95314"/>
                    <a:pt x="189" y="74026"/>
                    <a:pt x="189" y="47766"/>
                  </a:cubicBezTo>
                  <a:cubicBezTo>
                    <a:pt x="189" y="21506"/>
                    <a:pt x="21547" y="218"/>
                    <a:pt x="47892" y="218"/>
                  </a:cubicBezTo>
                  <a:cubicBezTo>
                    <a:pt x="74238" y="218"/>
                    <a:pt x="95595" y="21506"/>
                    <a:pt x="95595" y="47766"/>
                  </a:cubicBezTo>
                  <a:close/>
                </a:path>
              </a:pathLst>
            </a:custGeom>
            <a:solidFill>
              <a:srgbClr val="D9B8FE"/>
            </a:solidFill>
            <a:ln w="36751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9" name="Полилиния 128">
              <a:extLst>
                <a:ext uri="{FF2B5EF4-FFF2-40B4-BE49-F238E27FC236}">
                  <a16:creationId xmlns:a16="http://schemas.microsoft.com/office/drawing/2014/main" id="{E6F94E76-8BB9-EB14-85B5-A6E591605BBC}"/>
                </a:ext>
              </a:extLst>
            </p:cNvPr>
            <p:cNvSpPr/>
            <p:nvPr/>
          </p:nvSpPr>
          <p:spPr>
            <a:xfrm rot="10800000" flipV="1">
              <a:off x="1976681" y="11424687"/>
              <a:ext cx="95405" cy="95096"/>
            </a:xfrm>
            <a:custGeom>
              <a:avLst/>
              <a:gdLst>
                <a:gd name="connsiteX0" fmla="*/ 95466 w 95405"/>
                <a:gd name="connsiteY0" fmla="*/ 47755 h 95096"/>
                <a:gd name="connsiteX1" fmla="*/ 47763 w 95405"/>
                <a:gd name="connsiteY1" fmla="*/ 95304 h 95096"/>
                <a:gd name="connsiteX2" fmla="*/ 60 w 95405"/>
                <a:gd name="connsiteY2" fmla="*/ 47755 h 95096"/>
                <a:gd name="connsiteX3" fmla="*/ 47763 w 95405"/>
                <a:gd name="connsiteY3" fmla="*/ 207 h 95096"/>
                <a:gd name="connsiteX4" fmla="*/ 95466 w 95405"/>
                <a:gd name="connsiteY4" fmla="*/ 47755 h 95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405" h="95096">
                  <a:moveTo>
                    <a:pt x="95466" y="47755"/>
                  </a:moveTo>
                  <a:cubicBezTo>
                    <a:pt x="95466" y="74016"/>
                    <a:pt x="74108" y="95304"/>
                    <a:pt x="47763" y="95304"/>
                  </a:cubicBezTo>
                  <a:cubicBezTo>
                    <a:pt x="21417" y="95304"/>
                    <a:pt x="60" y="74016"/>
                    <a:pt x="60" y="47755"/>
                  </a:cubicBezTo>
                  <a:cubicBezTo>
                    <a:pt x="60" y="21495"/>
                    <a:pt x="21417" y="207"/>
                    <a:pt x="47763" y="207"/>
                  </a:cubicBezTo>
                  <a:cubicBezTo>
                    <a:pt x="74108" y="207"/>
                    <a:pt x="95466" y="21495"/>
                    <a:pt x="95466" y="47755"/>
                  </a:cubicBezTo>
                  <a:close/>
                </a:path>
              </a:pathLst>
            </a:custGeom>
            <a:solidFill>
              <a:srgbClr val="D9B8FE"/>
            </a:solidFill>
            <a:ln w="36751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0" name="Полилиния 129">
              <a:extLst>
                <a:ext uri="{FF2B5EF4-FFF2-40B4-BE49-F238E27FC236}">
                  <a16:creationId xmlns:a16="http://schemas.microsoft.com/office/drawing/2014/main" id="{6E0E3F84-10F1-78A0-1C69-0E825BDFCF59}"/>
                </a:ext>
              </a:extLst>
            </p:cNvPr>
            <p:cNvSpPr/>
            <p:nvPr/>
          </p:nvSpPr>
          <p:spPr>
            <a:xfrm rot="10800000" flipV="1">
              <a:off x="2289459" y="9211087"/>
              <a:ext cx="95405" cy="95096"/>
            </a:xfrm>
            <a:custGeom>
              <a:avLst/>
              <a:gdLst>
                <a:gd name="connsiteX0" fmla="*/ 95491 w 95405"/>
                <a:gd name="connsiteY0" fmla="*/ 47574 h 95096"/>
                <a:gd name="connsiteX1" fmla="*/ 47788 w 95405"/>
                <a:gd name="connsiteY1" fmla="*/ 95122 h 95096"/>
                <a:gd name="connsiteX2" fmla="*/ 86 w 95405"/>
                <a:gd name="connsiteY2" fmla="*/ 47574 h 95096"/>
                <a:gd name="connsiteX3" fmla="*/ 47788 w 95405"/>
                <a:gd name="connsiteY3" fmla="*/ 26 h 95096"/>
                <a:gd name="connsiteX4" fmla="*/ 95491 w 95405"/>
                <a:gd name="connsiteY4" fmla="*/ 47574 h 95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405" h="95096">
                  <a:moveTo>
                    <a:pt x="95491" y="47574"/>
                  </a:moveTo>
                  <a:cubicBezTo>
                    <a:pt x="95491" y="73834"/>
                    <a:pt x="74134" y="95122"/>
                    <a:pt x="47788" y="95122"/>
                  </a:cubicBezTo>
                  <a:cubicBezTo>
                    <a:pt x="21443" y="95122"/>
                    <a:pt x="86" y="73834"/>
                    <a:pt x="86" y="47574"/>
                  </a:cubicBezTo>
                  <a:cubicBezTo>
                    <a:pt x="86" y="21314"/>
                    <a:pt x="21443" y="26"/>
                    <a:pt x="47788" y="26"/>
                  </a:cubicBezTo>
                  <a:cubicBezTo>
                    <a:pt x="74134" y="26"/>
                    <a:pt x="95491" y="21314"/>
                    <a:pt x="95491" y="47574"/>
                  </a:cubicBezTo>
                  <a:close/>
                </a:path>
              </a:pathLst>
            </a:custGeom>
            <a:solidFill>
              <a:srgbClr val="D9B8FE"/>
            </a:solidFill>
            <a:ln w="36751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1" name="Полилиния 130">
              <a:extLst>
                <a:ext uri="{FF2B5EF4-FFF2-40B4-BE49-F238E27FC236}">
                  <a16:creationId xmlns:a16="http://schemas.microsoft.com/office/drawing/2014/main" id="{62082237-C4E1-024F-6FA0-63F31E3FA246}"/>
                </a:ext>
              </a:extLst>
            </p:cNvPr>
            <p:cNvSpPr/>
            <p:nvPr/>
          </p:nvSpPr>
          <p:spPr>
            <a:xfrm rot="10800000" flipV="1">
              <a:off x="2625688" y="11183053"/>
              <a:ext cx="95405" cy="95096"/>
            </a:xfrm>
            <a:custGeom>
              <a:avLst/>
              <a:gdLst>
                <a:gd name="connsiteX0" fmla="*/ 95519 w 95405"/>
                <a:gd name="connsiteY0" fmla="*/ 47736 h 95096"/>
                <a:gd name="connsiteX1" fmla="*/ 47816 w 95405"/>
                <a:gd name="connsiteY1" fmla="*/ 95284 h 95096"/>
                <a:gd name="connsiteX2" fmla="*/ 113 w 95405"/>
                <a:gd name="connsiteY2" fmla="*/ 47736 h 95096"/>
                <a:gd name="connsiteX3" fmla="*/ 47816 w 95405"/>
                <a:gd name="connsiteY3" fmla="*/ 187 h 95096"/>
                <a:gd name="connsiteX4" fmla="*/ 95519 w 95405"/>
                <a:gd name="connsiteY4" fmla="*/ 47736 h 95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405" h="95096">
                  <a:moveTo>
                    <a:pt x="95519" y="47736"/>
                  </a:moveTo>
                  <a:cubicBezTo>
                    <a:pt x="95519" y="73996"/>
                    <a:pt x="74161" y="95284"/>
                    <a:pt x="47816" y="95284"/>
                  </a:cubicBezTo>
                  <a:cubicBezTo>
                    <a:pt x="21470" y="95284"/>
                    <a:pt x="113" y="73996"/>
                    <a:pt x="113" y="47736"/>
                  </a:cubicBezTo>
                  <a:cubicBezTo>
                    <a:pt x="113" y="21475"/>
                    <a:pt x="21470" y="187"/>
                    <a:pt x="47816" y="187"/>
                  </a:cubicBezTo>
                  <a:cubicBezTo>
                    <a:pt x="74161" y="187"/>
                    <a:pt x="95519" y="21475"/>
                    <a:pt x="95519" y="47736"/>
                  </a:cubicBezTo>
                  <a:close/>
                </a:path>
              </a:pathLst>
            </a:custGeom>
            <a:solidFill>
              <a:srgbClr val="D9B8FE"/>
            </a:solidFill>
            <a:ln w="36751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2" name="Полилиния 131">
              <a:extLst>
                <a:ext uri="{FF2B5EF4-FFF2-40B4-BE49-F238E27FC236}">
                  <a16:creationId xmlns:a16="http://schemas.microsoft.com/office/drawing/2014/main" id="{18007EB3-B0FD-6B88-45A4-A7B6FF9539EB}"/>
                </a:ext>
              </a:extLst>
            </p:cNvPr>
            <p:cNvSpPr/>
            <p:nvPr/>
          </p:nvSpPr>
          <p:spPr>
            <a:xfrm rot="10800000" flipV="1">
              <a:off x="4197471" y="11650724"/>
              <a:ext cx="95405" cy="95096"/>
            </a:xfrm>
            <a:custGeom>
              <a:avLst/>
              <a:gdLst>
                <a:gd name="connsiteX0" fmla="*/ 95647 w 95405"/>
                <a:gd name="connsiteY0" fmla="*/ 47774 h 95096"/>
                <a:gd name="connsiteX1" fmla="*/ 47944 w 95405"/>
                <a:gd name="connsiteY1" fmla="*/ 95322 h 95096"/>
                <a:gd name="connsiteX2" fmla="*/ 241 w 95405"/>
                <a:gd name="connsiteY2" fmla="*/ 47774 h 95096"/>
                <a:gd name="connsiteX3" fmla="*/ 47944 w 95405"/>
                <a:gd name="connsiteY3" fmla="*/ 226 h 95096"/>
                <a:gd name="connsiteX4" fmla="*/ 95647 w 95405"/>
                <a:gd name="connsiteY4" fmla="*/ 47774 h 95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405" h="95096">
                  <a:moveTo>
                    <a:pt x="95647" y="47774"/>
                  </a:moveTo>
                  <a:cubicBezTo>
                    <a:pt x="95647" y="74034"/>
                    <a:pt x="74290" y="95322"/>
                    <a:pt x="47944" y="95322"/>
                  </a:cubicBezTo>
                  <a:cubicBezTo>
                    <a:pt x="21599" y="95322"/>
                    <a:pt x="241" y="74034"/>
                    <a:pt x="241" y="47774"/>
                  </a:cubicBezTo>
                  <a:cubicBezTo>
                    <a:pt x="241" y="21514"/>
                    <a:pt x="21599" y="226"/>
                    <a:pt x="47944" y="226"/>
                  </a:cubicBezTo>
                  <a:cubicBezTo>
                    <a:pt x="74290" y="226"/>
                    <a:pt x="95647" y="21514"/>
                    <a:pt x="95647" y="47774"/>
                  </a:cubicBezTo>
                  <a:close/>
                </a:path>
              </a:pathLst>
            </a:custGeom>
            <a:solidFill>
              <a:srgbClr val="D9B8FE"/>
            </a:solidFill>
            <a:ln w="36751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3" name="Полилиния 132">
              <a:extLst>
                <a:ext uri="{FF2B5EF4-FFF2-40B4-BE49-F238E27FC236}">
                  <a16:creationId xmlns:a16="http://schemas.microsoft.com/office/drawing/2014/main" id="{C47B3A30-7B1D-4B91-474E-75B9149FA3C9}"/>
                </a:ext>
              </a:extLst>
            </p:cNvPr>
            <p:cNvSpPr/>
            <p:nvPr/>
          </p:nvSpPr>
          <p:spPr>
            <a:xfrm>
              <a:off x="1275664" y="8925425"/>
              <a:ext cx="4081871" cy="1305553"/>
            </a:xfrm>
            <a:custGeom>
              <a:avLst/>
              <a:gdLst>
                <a:gd name="connsiteX0" fmla="*/ 4081872 w 4081871"/>
                <a:gd name="connsiteY0" fmla="*/ 652777 h 1305553"/>
                <a:gd name="connsiteX1" fmla="*/ 2040934 w 4081871"/>
                <a:gd name="connsiteY1" fmla="*/ 1305554 h 1305553"/>
                <a:gd name="connsiteX2" fmla="*/ 0 w 4081871"/>
                <a:gd name="connsiteY2" fmla="*/ 652777 h 1305553"/>
                <a:gd name="connsiteX3" fmla="*/ 2040934 w 4081871"/>
                <a:gd name="connsiteY3" fmla="*/ 0 h 1305553"/>
                <a:gd name="connsiteX4" fmla="*/ 3849586 w 4081871"/>
                <a:gd name="connsiteY4" fmla="*/ 350041 h 1305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1871" h="1305553">
                  <a:moveTo>
                    <a:pt x="4081872" y="652777"/>
                  </a:moveTo>
                  <a:cubicBezTo>
                    <a:pt x="4081872" y="1013296"/>
                    <a:pt x="3168117" y="1305554"/>
                    <a:pt x="2040934" y="1305554"/>
                  </a:cubicBezTo>
                  <a:cubicBezTo>
                    <a:pt x="913760" y="1305554"/>
                    <a:pt x="0" y="1013296"/>
                    <a:pt x="0" y="652777"/>
                  </a:cubicBezTo>
                  <a:cubicBezTo>
                    <a:pt x="0" y="292259"/>
                    <a:pt x="913760" y="0"/>
                    <a:pt x="2040934" y="0"/>
                  </a:cubicBezTo>
                  <a:cubicBezTo>
                    <a:pt x="2826513" y="0"/>
                    <a:pt x="3508422" y="141956"/>
                    <a:pt x="3849586" y="350041"/>
                  </a:cubicBezTo>
                </a:path>
              </a:pathLst>
            </a:custGeom>
            <a:noFill/>
            <a:ln w="1225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4" name="Полилиния 133">
              <a:extLst>
                <a:ext uri="{FF2B5EF4-FFF2-40B4-BE49-F238E27FC236}">
                  <a16:creationId xmlns:a16="http://schemas.microsoft.com/office/drawing/2014/main" id="{DB1D6FD4-890F-B96E-CAD9-4ED1960F5E2B}"/>
                </a:ext>
              </a:extLst>
            </p:cNvPr>
            <p:cNvSpPr/>
            <p:nvPr/>
          </p:nvSpPr>
          <p:spPr>
            <a:xfrm>
              <a:off x="5031773" y="9178746"/>
              <a:ext cx="95815" cy="129345"/>
            </a:xfrm>
            <a:custGeom>
              <a:avLst/>
              <a:gdLst>
                <a:gd name="connsiteX0" fmla="*/ 0 w 95815"/>
                <a:gd name="connsiteY0" fmla="*/ 129345 h 129345"/>
                <a:gd name="connsiteX1" fmla="*/ 95816 w 95815"/>
                <a:gd name="connsiteY1" fmla="*/ 95510 h 129345"/>
                <a:gd name="connsiteX2" fmla="*/ 61876 w 95815"/>
                <a:gd name="connsiteY2" fmla="*/ 0 h 129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815" h="129345">
                  <a:moveTo>
                    <a:pt x="0" y="129345"/>
                  </a:moveTo>
                  <a:lnTo>
                    <a:pt x="95816" y="95510"/>
                  </a:lnTo>
                  <a:lnTo>
                    <a:pt x="61876" y="0"/>
                  </a:lnTo>
                </a:path>
              </a:pathLst>
            </a:custGeom>
            <a:noFill/>
            <a:ln w="1225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5" name="Полилиния 134">
              <a:extLst>
                <a:ext uri="{FF2B5EF4-FFF2-40B4-BE49-F238E27FC236}">
                  <a16:creationId xmlns:a16="http://schemas.microsoft.com/office/drawing/2014/main" id="{A2241363-0777-483A-C302-3DDA33DA61DB}"/>
                </a:ext>
              </a:extLst>
            </p:cNvPr>
            <p:cNvSpPr/>
            <p:nvPr/>
          </p:nvSpPr>
          <p:spPr>
            <a:xfrm rot="10800000" flipV="1">
              <a:off x="1444959" y="9250051"/>
              <a:ext cx="95405" cy="95096"/>
            </a:xfrm>
            <a:custGeom>
              <a:avLst/>
              <a:gdLst>
                <a:gd name="connsiteX0" fmla="*/ 95422 w 95405"/>
                <a:gd name="connsiteY0" fmla="*/ 47577 h 95096"/>
                <a:gd name="connsiteX1" fmla="*/ 47720 w 95405"/>
                <a:gd name="connsiteY1" fmla="*/ 95126 h 95096"/>
                <a:gd name="connsiteX2" fmla="*/ 17 w 95405"/>
                <a:gd name="connsiteY2" fmla="*/ 47577 h 95096"/>
                <a:gd name="connsiteX3" fmla="*/ 47720 w 95405"/>
                <a:gd name="connsiteY3" fmla="*/ 29 h 95096"/>
                <a:gd name="connsiteX4" fmla="*/ 95422 w 95405"/>
                <a:gd name="connsiteY4" fmla="*/ 47577 h 95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405" h="95096">
                  <a:moveTo>
                    <a:pt x="95422" y="47577"/>
                  </a:moveTo>
                  <a:cubicBezTo>
                    <a:pt x="95422" y="73838"/>
                    <a:pt x="74065" y="95126"/>
                    <a:pt x="47720" y="95126"/>
                  </a:cubicBezTo>
                  <a:cubicBezTo>
                    <a:pt x="21374" y="95126"/>
                    <a:pt x="17" y="73838"/>
                    <a:pt x="17" y="47577"/>
                  </a:cubicBezTo>
                  <a:cubicBezTo>
                    <a:pt x="17" y="21317"/>
                    <a:pt x="21374" y="29"/>
                    <a:pt x="47720" y="29"/>
                  </a:cubicBezTo>
                  <a:cubicBezTo>
                    <a:pt x="74065" y="29"/>
                    <a:pt x="95422" y="21317"/>
                    <a:pt x="95422" y="47577"/>
                  </a:cubicBezTo>
                  <a:close/>
                </a:path>
              </a:pathLst>
            </a:custGeom>
            <a:solidFill>
              <a:srgbClr val="D9B8FE"/>
            </a:solidFill>
            <a:ln w="36751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6" name="Полилиния 135">
              <a:extLst>
                <a:ext uri="{FF2B5EF4-FFF2-40B4-BE49-F238E27FC236}">
                  <a16:creationId xmlns:a16="http://schemas.microsoft.com/office/drawing/2014/main" id="{6953236A-BED6-7F56-13BB-D35501B7B4FE}"/>
                </a:ext>
              </a:extLst>
            </p:cNvPr>
            <p:cNvSpPr/>
            <p:nvPr/>
          </p:nvSpPr>
          <p:spPr>
            <a:xfrm rot="10800000" flipV="1">
              <a:off x="5292222" y="9503365"/>
              <a:ext cx="95405" cy="95096"/>
            </a:xfrm>
            <a:custGeom>
              <a:avLst/>
              <a:gdLst>
                <a:gd name="connsiteX0" fmla="*/ 95736 w 95405"/>
                <a:gd name="connsiteY0" fmla="*/ 47598 h 95096"/>
                <a:gd name="connsiteX1" fmla="*/ 48034 w 95405"/>
                <a:gd name="connsiteY1" fmla="*/ 95146 h 95096"/>
                <a:gd name="connsiteX2" fmla="*/ 331 w 95405"/>
                <a:gd name="connsiteY2" fmla="*/ 47598 h 95096"/>
                <a:gd name="connsiteX3" fmla="*/ 48034 w 95405"/>
                <a:gd name="connsiteY3" fmla="*/ 50 h 95096"/>
                <a:gd name="connsiteX4" fmla="*/ 95736 w 95405"/>
                <a:gd name="connsiteY4" fmla="*/ 47598 h 95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405" h="95096">
                  <a:moveTo>
                    <a:pt x="95736" y="47598"/>
                  </a:moveTo>
                  <a:cubicBezTo>
                    <a:pt x="95736" y="73858"/>
                    <a:pt x="74379" y="95146"/>
                    <a:pt x="48034" y="95146"/>
                  </a:cubicBezTo>
                  <a:cubicBezTo>
                    <a:pt x="21688" y="95146"/>
                    <a:pt x="331" y="73858"/>
                    <a:pt x="331" y="47598"/>
                  </a:cubicBezTo>
                  <a:cubicBezTo>
                    <a:pt x="331" y="21338"/>
                    <a:pt x="21688" y="50"/>
                    <a:pt x="48034" y="50"/>
                  </a:cubicBezTo>
                  <a:cubicBezTo>
                    <a:pt x="74379" y="50"/>
                    <a:pt x="95736" y="21338"/>
                    <a:pt x="95736" y="47598"/>
                  </a:cubicBezTo>
                  <a:close/>
                </a:path>
              </a:pathLst>
            </a:custGeom>
            <a:solidFill>
              <a:srgbClr val="D9B8FE"/>
            </a:solidFill>
            <a:ln w="36751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37" name="Группа 136">
            <a:extLst>
              <a:ext uri="{FF2B5EF4-FFF2-40B4-BE49-F238E27FC236}">
                <a16:creationId xmlns:a16="http://schemas.microsoft.com/office/drawing/2014/main" id="{0CE14DB5-2DFA-2BF9-005B-6E5A7A8BBFCD}"/>
              </a:ext>
            </a:extLst>
          </p:cNvPr>
          <p:cNvGrpSpPr/>
          <p:nvPr userDrawn="1"/>
        </p:nvGrpSpPr>
        <p:grpSpPr>
          <a:xfrm>
            <a:off x="7066706" y="9051474"/>
            <a:ext cx="4148649" cy="2613093"/>
            <a:chOff x="7066706" y="9051474"/>
            <a:chExt cx="4148649" cy="2613093"/>
          </a:xfrm>
        </p:grpSpPr>
        <p:sp>
          <p:nvSpPr>
            <p:cNvPr id="138" name="Полилиния 137">
              <a:extLst>
                <a:ext uri="{FF2B5EF4-FFF2-40B4-BE49-F238E27FC236}">
                  <a16:creationId xmlns:a16="http://schemas.microsoft.com/office/drawing/2014/main" id="{90C76849-782E-60E5-6133-AC2AE9A64316}"/>
                </a:ext>
              </a:extLst>
            </p:cNvPr>
            <p:cNvSpPr/>
            <p:nvPr/>
          </p:nvSpPr>
          <p:spPr>
            <a:xfrm>
              <a:off x="7066706" y="10950026"/>
              <a:ext cx="4144067" cy="713953"/>
            </a:xfrm>
            <a:custGeom>
              <a:avLst/>
              <a:gdLst>
                <a:gd name="connsiteX0" fmla="*/ 0 w 4144067"/>
                <a:gd name="connsiteY0" fmla="*/ 713954 h 713953"/>
                <a:gd name="connsiteX1" fmla="*/ 925650 w 4144067"/>
                <a:gd name="connsiteY1" fmla="*/ 0 h 713953"/>
                <a:gd name="connsiteX2" fmla="*/ 3218418 w 4144067"/>
                <a:gd name="connsiteY2" fmla="*/ 0 h 713953"/>
                <a:gd name="connsiteX3" fmla="*/ 4144068 w 4144067"/>
                <a:gd name="connsiteY3" fmla="*/ 713954 h 713953"/>
                <a:gd name="connsiteX4" fmla="*/ 0 w 4144067"/>
                <a:gd name="connsiteY4" fmla="*/ 713954 h 713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44067" h="713953">
                  <a:moveTo>
                    <a:pt x="0" y="713954"/>
                  </a:moveTo>
                  <a:lnTo>
                    <a:pt x="925650" y="0"/>
                  </a:lnTo>
                  <a:lnTo>
                    <a:pt x="3218418" y="0"/>
                  </a:lnTo>
                  <a:lnTo>
                    <a:pt x="4144068" y="713954"/>
                  </a:lnTo>
                  <a:lnTo>
                    <a:pt x="0" y="713954"/>
                  </a:lnTo>
                  <a:close/>
                </a:path>
              </a:pathLst>
            </a:custGeom>
            <a:noFill/>
            <a:ln w="12246" cap="flat">
              <a:solidFill>
                <a:srgbClr val="FF662C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9" name="Полилиния 138">
              <a:extLst>
                <a:ext uri="{FF2B5EF4-FFF2-40B4-BE49-F238E27FC236}">
                  <a16:creationId xmlns:a16="http://schemas.microsoft.com/office/drawing/2014/main" id="{E4CB1314-B8EF-55FC-9A4F-D336D3C78280}"/>
                </a:ext>
              </a:extLst>
            </p:cNvPr>
            <p:cNvSpPr/>
            <p:nvPr/>
          </p:nvSpPr>
          <p:spPr>
            <a:xfrm>
              <a:off x="7907482" y="10952025"/>
              <a:ext cx="709275" cy="709967"/>
            </a:xfrm>
            <a:custGeom>
              <a:avLst/>
              <a:gdLst>
                <a:gd name="connsiteX0" fmla="*/ 709276 w 709275"/>
                <a:gd name="connsiteY0" fmla="*/ 0 h 709967"/>
                <a:gd name="connsiteX1" fmla="*/ 0 w 709275"/>
                <a:gd name="connsiteY1" fmla="*/ 709968 h 709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09275" h="709967">
                  <a:moveTo>
                    <a:pt x="709276" y="0"/>
                  </a:moveTo>
                  <a:lnTo>
                    <a:pt x="0" y="709968"/>
                  </a:lnTo>
                </a:path>
              </a:pathLst>
            </a:custGeom>
            <a:noFill/>
            <a:ln w="12246" cap="flat">
              <a:solidFill>
                <a:srgbClr val="FF662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0" name="Полилиния 139">
              <a:extLst>
                <a:ext uri="{FF2B5EF4-FFF2-40B4-BE49-F238E27FC236}">
                  <a16:creationId xmlns:a16="http://schemas.microsoft.com/office/drawing/2014/main" id="{1A8F03FF-460A-71D7-9F86-BD921A9755D1}"/>
                </a:ext>
              </a:extLst>
            </p:cNvPr>
            <p:cNvSpPr/>
            <p:nvPr/>
          </p:nvSpPr>
          <p:spPr>
            <a:xfrm>
              <a:off x="9573052" y="10952025"/>
              <a:ext cx="709277" cy="709967"/>
            </a:xfrm>
            <a:custGeom>
              <a:avLst/>
              <a:gdLst>
                <a:gd name="connsiteX0" fmla="*/ 0 w 709277"/>
                <a:gd name="connsiteY0" fmla="*/ 0 h 709967"/>
                <a:gd name="connsiteX1" fmla="*/ 709278 w 709277"/>
                <a:gd name="connsiteY1" fmla="*/ 709968 h 709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09277" h="709967">
                  <a:moveTo>
                    <a:pt x="0" y="0"/>
                  </a:moveTo>
                  <a:lnTo>
                    <a:pt x="709278" y="709968"/>
                  </a:lnTo>
                </a:path>
              </a:pathLst>
            </a:custGeom>
            <a:noFill/>
            <a:ln w="12246" cap="flat">
              <a:solidFill>
                <a:srgbClr val="FF662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1" name="Полилиния 140">
              <a:extLst>
                <a:ext uri="{FF2B5EF4-FFF2-40B4-BE49-F238E27FC236}">
                  <a16:creationId xmlns:a16="http://schemas.microsoft.com/office/drawing/2014/main" id="{FB473D71-4DC7-9E8C-C366-6ED70A20F016}"/>
                </a:ext>
              </a:extLst>
            </p:cNvPr>
            <p:cNvSpPr/>
            <p:nvPr/>
          </p:nvSpPr>
          <p:spPr>
            <a:xfrm>
              <a:off x="9138727" y="10952025"/>
              <a:ext cx="12252" cy="707968"/>
            </a:xfrm>
            <a:custGeom>
              <a:avLst/>
              <a:gdLst>
                <a:gd name="connsiteX0" fmla="*/ 0 w 12252"/>
                <a:gd name="connsiteY0" fmla="*/ 0 h 707968"/>
                <a:gd name="connsiteX1" fmla="*/ 0 w 12252"/>
                <a:gd name="connsiteY1" fmla="*/ 707968 h 707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52" h="707968">
                  <a:moveTo>
                    <a:pt x="0" y="0"/>
                  </a:moveTo>
                  <a:lnTo>
                    <a:pt x="0" y="707968"/>
                  </a:lnTo>
                </a:path>
              </a:pathLst>
            </a:custGeom>
            <a:noFill/>
            <a:ln w="12246" cap="flat">
              <a:solidFill>
                <a:srgbClr val="FF662C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2" name="Полилиния 141">
              <a:extLst>
                <a:ext uri="{FF2B5EF4-FFF2-40B4-BE49-F238E27FC236}">
                  <a16:creationId xmlns:a16="http://schemas.microsoft.com/office/drawing/2014/main" id="{42B05C13-C36C-29C5-D81E-83777AEE35D0}"/>
                </a:ext>
              </a:extLst>
            </p:cNvPr>
            <p:cNvSpPr/>
            <p:nvPr/>
          </p:nvSpPr>
          <p:spPr>
            <a:xfrm>
              <a:off x="7588694" y="11261132"/>
              <a:ext cx="3100072" cy="12264"/>
            </a:xfrm>
            <a:custGeom>
              <a:avLst/>
              <a:gdLst>
                <a:gd name="connsiteX0" fmla="*/ 0 w 3100072"/>
                <a:gd name="connsiteY0" fmla="*/ 0 h 12264"/>
                <a:gd name="connsiteX1" fmla="*/ 3100073 w 3100072"/>
                <a:gd name="connsiteY1" fmla="*/ 0 h 12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00072" h="12264">
                  <a:moveTo>
                    <a:pt x="0" y="0"/>
                  </a:moveTo>
                  <a:lnTo>
                    <a:pt x="3100073" y="0"/>
                  </a:lnTo>
                </a:path>
              </a:pathLst>
            </a:custGeom>
            <a:noFill/>
            <a:ln w="12246" cap="flat">
              <a:solidFill>
                <a:srgbClr val="FF662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3" name="Полилиния 142">
              <a:extLst>
                <a:ext uri="{FF2B5EF4-FFF2-40B4-BE49-F238E27FC236}">
                  <a16:creationId xmlns:a16="http://schemas.microsoft.com/office/drawing/2014/main" id="{7EFDC09B-44CC-9248-540F-8B2710F1AEC1}"/>
                </a:ext>
              </a:extLst>
            </p:cNvPr>
            <p:cNvSpPr/>
            <p:nvPr/>
          </p:nvSpPr>
          <p:spPr>
            <a:xfrm>
              <a:off x="7066745" y="9051474"/>
              <a:ext cx="4144064" cy="713952"/>
            </a:xfrm>
            <a:custGeom>
              <a:avLst/>
              <a:gdLst>
                <a:gd name="connsiteX0" fmla="*/ 4144065 w 4144064"/>
                <a:gd name="connsiteY0" fmla="*/ 1 h 713952"/>
                <a:gd name="connsiteX1" fmla="*/ 3218415 w 4144064"/>
                <a:gd name="connsiteY1" fmla="*/ 713952 h 713952"/>
                <a:gd name="connsiteX2" fmla="*/ 925650 w 4144064"/>
                <a:gd name="connsiteY2" fmla="*/ 713951 h 713952"/>
                <a:gd name="connsiteX3" fmla="*/ 0 w 4144064"/>
                <a:gd name="connsiteY3" fmla="*/ 0 h 713952"/>
                <a:gd name="connsiteX4" fmla="*/ 4144065 w 4144064"/>
                <a:gd name="connsiteY4" fmla="*/ 1 h 713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44064" h="713952">
                  <a:moveTo>
                    <a:pt x="4144065" y="1"/>
                  </a:moveTo>
                  <a:lnTo>
                    <a:pt x="3218415" y="713952"/>
                  </a:lnTo>
                  <a:lnTo>
                    <a:pt x="925650" y="713951"/>
                  </a:lnTo>
                  <a:lnTo>
                    <a:pt x="0" y="0"/>
                  </a:lnTo>
                  <a:lnTo>
                    <a:pt x="4144065" y="1"/>
                  </a:lnTo>
                  <a:close/>
                </a:path>
              </a:pathLst>
            </a:custGeom>
            <a:noFill/>
            <a:ln w="12246" cap="flat">
              <a:solidFill>
                <a:srgbClr val="FF662C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4" name="Полилиния 143">
              <a:extLst>
                <a:ext uri="{FF2B5EF4-FFF2-40B4-BE49-F238E27FC236}">
                  <a16:creationId xmlns:a16="http://schemas.microsoft.com/office/drawing/2014/main" id="{3E6EFE8C-64D0-515C-9931-FD32E66C3037}"/>
                </a:ext>
              </a:extLst>
            </p:cNvPr>
            <p:cNvSpPr/>
            <p:nvPr/>
          </p:nvSpPr>
          <p:spPr>
            <a:xfrm>
              <a:off x="9660757" y="9053471"/>
              <a:ext cx="709278" cy="709961"/>
            </a:xfrm>
            <a:custGeom>
              <a:avLst/>
              <a:gdLst>
                <a:gd name="connsiteX0" fmla="*/ 0 w 709278"/>
                <a:gd name="connsiteY0" fmla="*/ 709962 h 709961"/>
                <a:gd name="connsiteX1" fmla="*/ 709278 w 709278"/>
                <a:gd name="connsiteY1" fmla="*/ 0 h 709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09278" h="709961">
                  <a:moveTo>
                    <a:pt x="0" y="709962"/>
                  </a:moveTo>
                  <a:lnTo>
                    <a:pt x="709278" y="0"/>
                  </a:lnTo>
                </a:path>
              </a:pathLst>
            </a:custGeom>
            <a:noFill/>
            <a:ln w="12246" cap="flat">
              <a:solidFill>
                <a:srgbClr val="FF662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5" name="Полилиния 144">
              <a:extLst>
                <a:ext uri="{FF2B5EF4-FFF2-40B4-BE49-F238E27FC236}">
                  <a16:creationId xmlns:a16="http://schemas.microsoft.com/office/drawing/2014/main" id="{090DED60-C9DA-3F85-5554-131DF5FE31E4}"/>
                </a:ext>
              </a:extLst>
            </p:cNvPr>
            <p:cNvSpPr/>
            <p:nvPr/>
          </p:nvSpPr>
          <p:spPr>
            <a:xfrm>
              <a:off x="7995191" y="9053471"/>
              <a:ext cx="709271" cy="709961"/>
            </a:xfrm>
            <a:custGeom>
              <a:avLst/>
              <a:gdLst>
                <a:gd name="connsiteX0" fmla="*/ 709272 w 709271"/>
                <a:gd name="connsiteY0" fmla="*/ 709962 h 709961"/>
                <a:gd name="connsiteX1" fmla="*/ 0 w 709271"/>
                <a:gd name="connsiteY1" fmla="*/ 0 h 709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09271" h="709961">
                  <a:moveTo>
                    <a:pt x="709272" y="709962"/>
                  </a:moveTo>
                  <a:lnTo>
                    <a:pt x="0" y="0"/>
                  </a:lnTo>
                </a:path>
              </a:pathLst>
            </a:custGeom>
            <a:noFill/>
            <a:ln w="12246" cap="flat">
              <a:solidFill>
                <a:srgbClr val="FF662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6" name="Полилиния 145">
              <a:extLst>
                <a:ext uri="{FF2B5EF4-FFF2-40B4-BE49-F238E27FC236}">
                  <a16:creationId xmlns:a16="http://schemas.microsoft.com/office/drawing/2014/main" id="{A8157A6F-71FA-E47A-EFE5-E6377ED45A67}"/>
                </a:ext>
              </a:extLst>
            </p:cNvPr>
            <p:cNvSpPr/>
            <p:nvPr/>
          </p:nvSpPr>
          <p:spPr>
            <a:xfrm>
              <a:off x="9138812" y="9055460"/>
              <a:ext cx="12252" cy="711956"/>
            </a:xfrm>
            <a:custGeom>
              <a:avLst/>
              <a:gdLst>
                <a:gd name="connsiteX0" fmla="*/ 0 w 12252"/>
                <a:gd name="connsiteY0" fmla="*/ 711957 h 711956"/>
                <a:gd name="connsiteX1" fmla="*/ 0 w 12252"/>
                <a:gd name="connsiteY1" fmla="*/ 0 h 711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52" h="711956">
                  <a:moveTo>
                    <a:pt x="0" y="711957"/>
                  </a:moveTo>
                  <a:lnTo>
                    <a:pt x="0" y="0"/>
                  </a:lnTo>
                </a:path>
              </a:pathLst>
            </a:custGeom>
            <a:noFill/>
            <a:ln w="12246" cap="flat">
              <a:solidFill>
                <a:srgbClr val="FF662C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7" name="Полилиния 146">
              <a:extLst>
                <a:ext uri="{FF2B5EF4-FFF2-40B4-BE49-F238E27FC236}">
                  <a16:creationId xmlns:a16="http://schemas.microsoft.com/office/drawing/2014/main" id="{AF7F46E7-B3D3-87A2-48A1-3C8E02BA56DE}"/>
                </a:ext>
              </a:extLst>
            </p:cNvPr>
            <p:cNvSpPr/>
            <p:nvPr/>
          </p:nvSpPr>
          <p:spPr>
            <a:xfrm>
              <a:off x="7588742" y="9454316"/>
              <a:ext cx="3100074" cy="1"/>
            </a:xfrm>
            <a:custGeom>
              <a:avLst/>
              <a:gdLst>
                <a:gd name="connsiteX0" fmla="*/ 3100074 w 3100074"/>
                <a:gd name="connsiteY0" fmla="*/ 1 h 1"/>
                <a:gd name="connsiteX1" fmla="*/ 0 w 3100074"/>
                <a:gd name="connsiteY1" fmla="*/ 0 h 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00074" h="1">
                  <a:moveTo>
                    <a:pt x="3100074" y="1"/>
                  </a:moveTo>
                  <a:lnTo>
                    <a:pt x="0" y="0"/>
                  </a:lnTo>
                </a:path>
              </a:pathLst>
            </a:custGeom>
            <a:noFill/>
            <a:ln w="12246" cap="flat">
              <a:solidFill>
                <a:srgbClr val="FF662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8" name="Полилиния 147">
              <a:extLst>
                <a:ext uri="{FF2B5EF4-FFF2-40B4-BE49-F238E27FC236}">
                  <a16:creationId xmlns:a16="http://schemas.microsoft.com/office/drawing/2014/main" id="{3F738AB5-7D0A-7BBA-4B06-DF8AEFA4C3B2}"/>
                </a:ext>
              </a:extLst>
            </p:cNvPr>
            <p:cNvSpPr/>
            <p:nvPr/>
          </p:nvSpPr>
          <p:spPr>
            <a:xfrm>
              <a:off x="9138727" y="9055453"/>
              <a:ext cx="12252" cy="2604527"/>
            </a:xfrm>
            <a:custGeom>
              <a:avLst/>
              <a:gdLst>
                <a:gd name="connsiteX0" fmla="*/ 0 w 12252"/>
                <a:gd name="connsiteY0" fmla="*/ 0 h 2604527"/>
                <a:gd name="connsiteX1" fmla="*/ 0 w 12252"/>
                <a:gd name="connsiteY1" fmla="*/ 2604528 h 2604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52" h="2604527">
                  <a:moveTo>
                    <a:pt x="0" y="0"/>
                  </a:moveTo>
                  <a:lnTo>
                    <a:pt x="0" y="2604528"/>
                  </a:lnTo>
                </a:path>
              </a:pathLst>
            </a:custGeom>
            <a:noFill/>
            <a:ln w="1224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9" name="Полилиния 148">
              <a:extLst>
                <a:ext uri="{FF2B5EF4-FFF2-40B4-BE49-F238E27FC236}">
                  <a16:creationId xmlns:a16="http://schemas.microsoft.com/office/drawing/2014/main" id="{3FB8915D-1553-1A4D-1A34-08640011347A}"/>
                </a:ext>
              </a:extLst>
            </p:cNvPr>
            <p:cNvSpPr/>
            <p:nvPr/>
          </p:nvSpPr>
          <p:spPr>
            <a:xfrm>
              <a:off x="7066706" y="10387639"/>
              <a:ext cx="4144067" cy="12264"/>
            </a:xfrm>
            <a:custGeom>
              <a:avLst/>
              <a:gdLst>
                <a:gd name="connsiteX0" fmla="*/ 0 w 4144067"/>
                <a:gd name="connsiteY0" fmla="*/ 0 h 12264"/>
                <a:gd name="connsiteX1" fmla="*/ 4144068 w 4144067"/>
                <a:gd name="connsiteY1" fmla="*/ 0 h 12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144067" h="12264">
                  <a:moveTo>
                    <a:pt x="0" y="0"/>
                  </a:moveTo>
                  <a:lnTo>
                    <a:pt x="4144068" y="0"/>
                  </a:lnTo>
                </a:path>
              </a:pathLst>
            </a:custGeom>
            <a:noFill/>
            <a:ln w="12246" cap="flat">
              <a:solidFill>
                <a:srgbClr val="E6E6E6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0" name="Полилиния 149">
              <a:extLst>
                <a:ext uri="{FF2B5EF4-FFF2-40B4-BE49-F238E27FC236}">
                  <a16:creationId xmlns:a16="http://schemas.microsoft.com/office/drawing/2014/main" id="{56E688FC-397D-8095-D104-7E9AA01833BC}"/>
                </a:ext>
              </a:extLst>
            </p:cNvPr>
            <p:cNvSpPr/>
            <p:nvPr/>
          </p:nvSpPr>
          <p:spPr>
            <a:xfrm>
              <a:off x="9051119" y="9051480"/>
              <a:ext cx="175925" cy="88045"/>
            </a:xfrm>
            <a:custGeom>
              <a:avLst/>
              <a:gdLst>
                <a:gd name="connsiteX0" fmla="*/ 175926 w 175925"/>
                <a:gd name="connsiteY0" fmla="*/ 88045 h 88045"/>
                <a:gd name="connsiteX1" fmla="*/ 87963 w 175925"/>
                <a:gd name="connsiteY1" fmla="*/ 0 h 88045"/>
                <a:gd name="connsiteX2" fmla="*/ 0 w 175925"/>
                <a:gd name="connsiteY2" fmla="*/ 88045 h 88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5925" h="88045">
                  <a:moveTo>
                    <a:pt x="175926" y="88045"/>
                  </a:moveTo>
                  <a:lnTo>
                    <a:pt x="87963" y="0"/>
                  </a:lnTo>
                  <a:lnTo>
                    <a:pt x="0" y="88045"/>
                  </a:lnTo>
                </a:path>
              </a:pathLst>
            </a:custGeom>
            <a:noFill/>
            <a:ln w="1224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1" name="Полилиния 150">
              <a:extLst>
                <a:ext uri="{FF2B5EF4-FFF2-40B4-BE49-F238E27FC236}">
                  <a16:creationId xmlns:a16="http://schemas.microsoft.com/office/drawing/2014/main" id="{0DD9ED28-5D09-540D-A315-E707C9BAD62B}"/>
                </a:ext>
              </a:extLst>
            </p:cNvPr>
            <p:cNvSpPr/>
            <p:nvPr/>
          </p:nvSpPr>
          <p:spPr>
            <a:xfrm>
              <a:off x="7066706" y="10299885"/>
              <a:ext cx="87959" cy="176096"/>
            </a:xfrm>
            <a:custGeom>
              <a:avLst/>
              <a:gdLst>
                <a:gd name="connsiteX0" fmla="*/ 87960 w 87959"/>
                <a:gd name="connsiteY0" fmla="*/ 0 h 176096"/>
                <a:gd name="connsiteX1" fmla="*/ 0 w 87959"/>
                <a:gd name="connsiteY1" fmla="*/ 88048 h 176096"/>
                <a:gd name="connsiteX2" fmla="*/ 87960 w 87959"/>
                <a:gd name="connsiteY2" fmla="*/ 176097 h 17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7959" h="176096">
                  <a:moveTo>
                    <a:pt x="87960" y="0"/>
                  </a:moveTo>
                  <a:lnTo>
                    <a:pt x="0" y="88048"/>
                  </a:lnTo>
                  <a:lnTo>
                    <a:pt x="87960" y="176097"/>
                  </a:lnTo>
                </a:path>
              </a:pathLst>
            </a:custGeom>
            <a:noFill/>
            <a:ln w="1224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2" name="Полилиния 151">
              <a:extLst>
                <a:ext uri="{FF2B5EF4-FFF2-40B4-BE49-F238E27FC236}">
                  <a16:creationId xmlns:a16="http://schemas.microsoft.com/office/drawing/2014/main" id="{DCA5DB93-6B22-19E6-D7DD-B8FD70F23351}"/>
                </a:ext>
              </a:extLst>
            </p:cNvPr>
            <p:cNvSpPr/>
            <p:nvPr/>
          </p:nvSpPr>
          <p:spPr>
            <a:xfrm>
              <a:off x="11127393" y="10299885"/>
              <a:ext cx="87962" cy="176096"/>
            </a:xfrm>
            <a:custGeom>
              <a:avLst/>
              <a:gdLst>
                <a:gd name="connsiteX0" fmla="*/ 0 w 87962"/>
                <a:gd name="connsiteY0" fmla="*/ 176097 h 176096"/>
                <a:gd name="connsiteX1" fmla="*/ 87963 w 87962"/>
                <a:gd name="connsiteY1" fmla="*/ 88048 h 176096"/>
                <a:gd name="connsiteX2" fmla="*/ 0 w 87962"/>
                <a:gd name="connsiteY2" fmla="*/ 0 h 17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7962" h="176096">
                  <a:moveTo>
                    <a:pt x="0" y="176097"/>
                  </a:moveTo>
                  <a:lnTo>
                    <a:pt x="87963" y="88048"/>
                  </a:lnTo>
                  <a:lnTo>
                    <a:pt x="0" y="0"/>
                  </a:lnTo>
                </a:path>
              </a:pathLst>
            </a:custGeom>
            <a:noFill/>
            <a:ln w="1224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3" name="Полилиния 152">
              <a:extLst>
                <a:ext uri="{FF2B5EF4-FFF2-40B4-BE49-F238E27FC236}">
                  <a16:creationId xmlns:a16="http://schemas.microsoft.com/office/drawing/2014/main" id="{7CBE4310-5911-382A-0F62-6ED37F0DFF3B}"/>
                </a:ext>
              </a:extLst>
            </p:cNvPr>
            <p:cNvSpPr/>
            <p:nvPr/>
          </p:nvSpPr>
          <p:spPr>
            <a:xfrm>
              <a:off x="9051119" y="11576519"/>
              <a:ext cx="175925" cy="88048"/>
            </a:xfrm>
            <a:custGeom>
              <a:avLst/>
              <a:gdLst>
                <a:gd name="connsiteX0" fmla="*/ 0 w 175925"/>
                <a:gd name="connsiteY0" fmla="*/ 0 h 88048"/>
                <a:gd name="connsiteX1" fmla="*/ 87963 w 175925"/>
                <a:gd name="connsiteY1" fmla="*/ 88048 h 88048"/>
                <a:gd name="connsiteX2" fmla="*/ 175926 w 175925"/>
                <a:gd name="connsiteY2" fmla="*/ 0 h 88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5925" h="88048">
                  <a:moveTo>
                    <a:pt x="0" y="0"/>
                  </a:moveTo>
                  <a:lnTo>
                    <a:pt x="87963" y="88048"/>
                  </a:lnTo>
                  <a:lnTo>
                    <a:pt x="175926" y="0"/>
                  </a:lnTo>
                </a:path>
              </a:pathLst>
            </a:custGeom>
            <a:noFill/>
            <a:ln w="1224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4" name="Полилиния 153">
              <a:extLst>
                <a:ext uri="{FF2B5EF4-FFF2-40B4-BE49-F238E27FC236}">
                  <a16:creationId xmlns:a16="http://schemas.microsoft.com/office/drawing/2014/main" id="{41816848-C652-CDE2-FFA3-CCF43D36B80C}"/>
                </a:ext>
              </a:extLst>
            </p:cNvPr>
            <p:cNvSpPr/>
            <p:nvPr/>
          </p:nvSpPr>
          <p:spPr>
            <a:xfrm flipV="1">
              <a:off x="9088515" y="9715118"/>
              <a:ext cx="96528" cy="96622"/>
            </a:xfrm>
            <a:custGeom>
              <a:avLst/>
              <a:gdLst>
                <a:gd name="connsiteX0" fmla="*/ 96697 w 96528"/>
                <a:gd name="connsiteY0" fmla="*/ 48368 h 96622"/>
                <a:gd name="connsiteX1" fmla="*/ 48433 w 96528"/>
                <a:gd name="connsiteY1" fmla="*/ 96679 h 96622"/>
                <a:gd name="connsiteX2" fmla="*/ 169 w 96528"/>
                <a:gd name="connsiteY2" fmla="*/ 48368 h 96622"/>
                <a:gd name="connsiteX3" fmla="*/ 48433 w 96528"/>
                <a:gd name="connsiteY3" fmla="*/ 57 h 96622"/>
                <a:gd name="connsiteX4" fmla="*/ 96697 w 96528"/>
                <a:gd name="connsiteY4" fmla="*/ 48368 h 96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528" h="96622">
                  <a:moveTo>
                    <a:pt x="96697" y="48368"/>
                  </a:moveTo>
                  <a:cubicBezTo>
                    <a:pt x="96697" y="75050"/>
                    <a:pt x="75089" y="96679"/>
                    <a:pt x="48433" y="96679"/>
                  </a:cubicBezTo>
                  <a:cubicBezTo>
                    <a:pt x="21778" y="96679"/>
                    <a:pt x="169" y="75050"/>
                    <a:pt x="169" y="48368"/>
                  </a:cubicBezTo>
                  <a:cubicBezTo>
                    <a:pt x="169" y="21687"/>
                    <a:pt x="21778" y="57"/>
                    <a:pt x="48433" y="57"/>
                  </a:cubicBezTo>
                  <a:cubicBezTo>
                    <a:pt x="75089" y="57"/>
                    <a:pt x="96697" y="21687"/>
                    <a:pt x="96697" y="48368"/>
                  </a:cubicBezTo>
                  <a:close/>
                </a:path>
              </a:pathLst>
            </a:custGeom>
            <a:solidFill>
              <a:srgbClr val="FF662C"/>
            </a:solidFill>
            <a:ln w="36739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5" name="Полилиния 154">
              <a:extLst>
                <a:ext uri="{FF2B5EF4-FFF2-40B4-BE49-F238E27FC236}">
                  <a16:creationId xmlns:a16="http://schemas.microsoft.com/office/drawing/2014/main" id="{0FDC4C49-7BF1-9BDF-0DEA-1877E9DDF9D8}"/>
                </a:ext>
              </a:extLst>
            </p:cNvPr>
            <p:cNvSpPr/>
            <p:nvPr/>
          </p:nvSpPr>
          <p:spPr>
            <a:xfrm flipV="1">
              <a:off x="9088515" y="10341315"/>
              <a:ext cx="96528" cy="96622"/>
            </a:xfrm>
            <a:custGeom>
              <a:avLst/>
              <a:gdLst>
                <a:gd name="connsiteX0" fmla="*/ 96697 w 96528"/>
                <a:gd name="connsiteY0" fmla="*/ 48419 h 96622"/>
                <a:gd name="connsiteX1" fmla="*/ 48433 w 96528"/>
                <a:gd name="connsiteY1" fmla="*/ 96730 h 96622"/>
                <a:gd name="connsiteX2" fmla="*/ 169 w 96528"/>
                <a:gd name="connsiteY2" fmla="*/ 48419 h 96622"/>
                <a:gd name="connsiteX3" fmla="*/ 48433 w 96528"/>
                <a:gd name="connsiteY3" fmla="*/ 108 h 96622"/>
                <a:gd name="connsiteX4" fmla="*/ 96697 w 96528"/>
                <a:gd name="connsiteY4" fmla="*/ 48419 h 96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528" h="96622">
                  <a:moveTo>
                    <a:pt x="96697" y="48419"/>
                  </a:moveTo>
                  <a:cubicBezTo>
                    <a:pt x="96697" y="75101"/>
                    <a:pt x="75089" y="96730"/>
                    <a:pt x="48433" y="96730"/>
                  </a:cubicBezTo>
                  <a:cubicBezTo>
                    <a:pt x="21778" y="96730"/>
                    <a:pt x="169" y="75101"/>
                    <a:pt x="169" y="48419"/>
                  </a:cubicBezTo>
                  <a:cubicBezTo>
                    <a:pt x="169" y="21738"/>
                    <a:pt x="21778" y="108"/>
                    <a:pt x="48433" y="108"/>
                  </a:cubicBezTo>
                  <a:cubicBezTo>
                    <a:pt x="75089" y="108"/>
                    <a:pt x="96697" y="21738"/>
                    <a:pt x="96697" y="48419"/>
                  </a:cubicBezTo>
                  <a:close/>
                </a:path>
              </a:pathLst>
            </a:custGeom>
            <a:solidFill>
              <a:srgbClr val="FF662C"/>
            </a:solidFill>
            <a:ln w="36739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6" name="Полилиния 155">
              <a:extLst>
                <a:ext uri="{FF2B5EF4-FFF2-40B4-BE49-F238E27FC236}">
                  <a16:creationId xmlns:a16="http://schemas.microsoft.com/office/drawing/2014/main" id="{8F485ACE-90CF-1FD6-3827-FFDF0ACF723C}"/>
                </a:ext>
              </a:extLst>
            </p:cNvPr>
            <p:cNvSpPr/>
            <p:nvPr/>
          </p:nvSpPr>
          <p:spPr>
            <a:xfrm flipV="1">
              <a:off x="9088515" y="10903701"/>
              <a:ext cx="96528" cy="96622"/>
            </a:xfrm>
            <a:custGeom>
              <a:avLst/>
              <a:gdLst>
                <a:gd name="connsiteX0" fmla="*/ 96697 w 96528"/>
                <a:gd name="connsiteY0" fmla="*/ 48465 h 96622"/>
                <a:gd name="connsiteX1" fmla="*/ 48433 w 96528"/>
                <a:gd name="connsiteY1" fmla="*/ 96776 h 96622"/>
                <a:gd name="connsiteX2" fmla="*/ 169 w 96528"/>
                <a:gd name="connsiteY2" fmla="*/ 48465 h 96622"/>
                <a:gd name="connsiteX3" fmla="*/ 48433 w 96528"/>
                <a:gd name="connsiteY3" fmla="*/ 154 h 96622"/>
                <a:gd name="connsiteX4" fmla="*/ 96697 w 96528"/>
                <a:gd name="connsiteY4" fmla="*/ 48465 h 96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528" h="96622">
                  <a:moveTo>
                    <a:pt x="96697" y="48465"/>
                  </a:moveTo>
                  <a:cubicBezTo>
                    <a:pt x="96697" y="75147"/>
                    <a:pt x="75089" y="96776"/>
                    <a:pt x="48433" y="96776"/>
                  </a:cubicBezTo>
                  <a:cubicBezTo>
                    <a:pt x="21778" y="96776"/>
                    <a:pt x="169" y="75147"/>
                    <a:pt x="169" y="48465"/>
                  </a:cubicBezTo>
                  <a:cubicBezTo>
                    <a:pt x="169" y="21783"/>
                    <a:pt x="21778" y="154"/>
                    <a:pt x="48433" y="154"/>
                  </a:cubicBezTo>
                  <a:cubicBezTo>
                    <a:pt x="75089" y="154"/>
                    <a:pt x="96697" y="21783"/>
                    <a:pt x="96697" y="48465"/>
                  </a:cubicBezTo>
                  <a:close/>
                </a:path>
              </a:pathLst>
            </a:custGeom>
            <a:solidFill>
              <a:srgbClr val="FF662C"/>
            </a:solidFill>
            <a:ln w="36739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57" name="Группа 156">
            <a:extLst>
              <a:ext uri="{FF2B5EF4-FFF2-40B4-BE49-F238E27FC236}">
                <a16:creationId xmlns:a16="http://schemas.microsoft.com/office/drawing/2014/main" id="{D18A5B21-E8EB-5795-BE01-BCC7F8DC6E34}"/>
              </a:ext>
            </a:extLst>
          </p:cNvPr>
          <p:cNvGrpSpPr/>
          <p:nvPr userDrawn="1"/>
        </p:nvGrpSpPr>
        <p:grpSpPr>
          <a:xfrm>
            <a:off x="12877622" y="9105339"/>
            <a:ext cx="4058949" cy="2506275"/>
            <a:chOff x="12877622" y="9105339"/>
            <a:chExt cx="4058949" cy="2506275"/>
          </a:xfrm>
        </p:grpSpPr>
        <p:sp>
          <p:nvSpPr>
            <p:cNvPr id="158" name="Полилиния 157">
              <a:extLst>
                <a:ext uri="{FF2B5EF4-FFF2-40B4-BE49-F238E27FC236}">
                  <a16:creationId xmlns:a16="http://schemas.microsoft.com/office/drawing/2014/main" id="{A8D747C8-74B4-02CF-9307-EA94BB6EA141}"/>
                </a:ext>
              </a:extLst>
            </p:cNvPr>
            <p:cNvSpPr/>
            <p:nvPr/>
          </p:nvSpPr>
          <p:spPr>
            <a:xfrm>
              <a:off x="12877622" y="9163717"/>
              <a:ext cx="1130294" cy="2393579"/>
            </a:xfrm>
            <a:custGeom>
              <a:avLst/>
              <a:gdLst>
                <a:gd name="connsiteX0" fmla="*/ 1130294 w 1130294"/>
                <a:gd name="connsiteY0" fmla="*/ 2393579 h 2393579"/>
                <a:gd name="connsiteX1" fmla="*/ 0 w 1130294"/>
                <a:gd name="connsiteY1" fmla="*/ 1196793 h 2393579"/>
                <a:gd name="connsiteX2" fmla="*/ 1130294 w 1130294"/>
                <a:gd name="connsiteY2" fmla="*/ 0 h 2393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30294" h="2393579">
                  <a:moveTo>
                    <a:pt x="1130294" y="2393579"/>
                  </a:moveTo>
                  <a:cubicBezTo>
                    <a:pt x="506049" y="2393579"/>
                    <a:pt x="0" y="1857752"/>
                    <a:pt x="0" y="1196793"/>
                  </a:cubicBezTo>
                  <a:cubicBezTo>
                    <a:pt x="0" y="535819"/>
                    <a:pt x="506049" y="0"/>
                    <a:pt x="1130294" y="0"/>
                  </a:cubicBezTo>
                </a:path>
              </a:pathLst>
            </a:custGeom>
            <a:noFill/>
            <a:ln w="12234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9" name="Полилиния 158">
              <a:extLst>
                <a:ext uri="{FF2B5EF4-FFF2-40B4-BE49-F238E27FC236}">
                  <a16:creationId xmlns:a16="http://schemas.microsoft.com/office/drawing/2014/main" id="{87BAF8BB-F6AB-4E67-1DAB-74C0C16D2A4F}"/>
                </a:ext>
              </a:extLst>
            </p:cNvPr>
            <p:cNvSpPr/>
            <p:nvPr/>
          </p:nvSpPr>
          <p:spPr>
            <a:xfrm>
              <a:off x="15806283" y="9163717"/>
              <a:ext cx="1130288" cy="2393579"/>
            </a:xfrm>
            <a:custGeom>
              <a:avLst/>
              <a:gdLst>
                <a:gd name="connsiteX0" fmla="*/ 0 w 1130288"/>
                <a:gd name="connsiteY0" fmla="*/ 2393579 h 2393579"/>
                <a:gd name="connsiteX1" fmla="*/ 1130288 w 1130288"/>
                <a:gd name="connsiteY1" fmla="*/ 1196793 h 2393579"/>
                <a:gd name="connsiteX2" fmla="*/ 0 w 1130288"/>
                <a:gd name="connsiteY2" fmla="*/ 0 h 2393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30288" h="2393579">
                  <a:moveTo>
                    <a:pt x="0" y="2393579"/>
                  </a:moveTo>
                  <a:cubicBezTo>
                    <a:pt x="624240" y="2393579"/>
                    <a:pt x="1130288" y="1857752"/>
                    <a:pt x="1130288" y="1196793"/>
                  </a:cubicBezTo>
                  <a:cubicBezTo>
                    <a:pt x="1130288" y="535819"/>
                    <a:pt x="624240" y="0"/>
                    <a:pt x="0" y="0"/>
                  </a:cubicBezTo>
                </a:path>
              </a:pathLst>
            </a:custGeom>
            <a:noFill/>
            <a:ln w="12234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0" name="Полилиния 159">
              <a:extLst>
                <a:ext uri="{FF2B5EF4-FFF2-40B4-BE49-F238E27FC236}">
                  <a16:creationId xmlns:a16="http://schemas.microsoft.com/office/drawing/2014/main" id="{C00A9CF6-B950-83A5-8A06-71CF506CA679}"/>
                </a:ext>
              </a:extLst>
            </p:cNvPr>
            <p:cNvSpPr/>
            <p:nvPr/>
          </p:nvSpPr>
          <p:spPr>
            <a:xfrm>
              <a:off x="14124449" y="9163717"/>
              <a:ext cx="506023" cy="2393579"/>
            </a:xfrm>
            <a:custGeom>
              <a:avLst/>
              <a:gdLst>
                <a:gd name="connsiteX0" fmla="*/ 506024 w 506023"/>
                <a:gd name="connsiteY0" fmla="*/ 419653 h 2393579"/>
                <a:gd name="connsiteX1" fmla="*/ 287438 w 506023"/>
                <a:gd name="connsiteY1" fmla="*/ 0 h 2393579"/>
                <a:gd name="connsiteX2" fmla="*/ 0 w 506023"/>
                <a:gd name="connsiteY2" fmla="*/ 1196793 h 2393579"/>
                <a:gd name="connsiteX3" fmla="*/ 287438 w 506023"/>
                <a:gd name="connsiteY3" fmla="*/ 2393579 h 2393579"/>
                <a:gd name="connsiteX4" fmla="*/ 506024 w 506023"/>
                <a:gd name="connsiteY4" fmla="*/ 1973920 h 2393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023" h="2393579">
                  <a:moveTo>
                    <a:pt x="506024" y="419653"/>
                  </a:moveTo>
                  <a:cubicBezTo>
                    <a:pt x="453305" y="162813"/>
                    <a:pt x="374931" y="0"/>
                    <a:pt x="287438" y="0"/>
                  </a:cubicBezTo>
                  <a:cubicBezTo>
                    <a:pt x="128694" y="0"/>
                    <a:pt x="0" y="535819"/>
                    <a:pt x="0" y="1196793"/>
                  </a:cubicBezTo>
                  <a:cubicBezTo>
                    <a:pt x="0" y="1857752"/>
                    <a:pt x="128694" y="2393579"/>
                    <a:pt x="287438" y="2393579"/>
                  </a:cubicBezTo>
                  <a:cubicBezTo>
                    <a:pt x="374931" y="2393579"/>
                    <a:pt x="453305" y="2230758"/>
                    <a:pt x="506024" y="1973920"/>
                  </a:cubicBezTo>
                </a:path>
              </a:pathLst>
            </a:custGeom>
            <a:noFill/>
            <a:ln w="12234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1" name="Полилиния 160">
              <a:extLst>
                <a:ext uri="{FF2B5EF4-FFF2-40B4-BE49-F238E27FC236}">
                  <a16:creationId xmlns:a16="http://schemas.microsoft.com/office/drawing/2014/main" id="{391EA7DC-BE9D-3B5E-54CD-66D61404D621}"/>
                </a:ext>
              </a:extLst>
            </p:cNvPr>
            <p:cNvSpPr/>
            <p:nvPr/>
          </p:nvSpPr>
          <p:spPr>
            <a:xfrm>
              <a:off x="15239205" y="9163717"/>
              <a:ext cx="506023" cy="2393579"/>
            </a:xfrm>
            <a:custGeom>
              <a:avLst/>
              <a:gdLst>
                <a:gd name="connsiteX0" fmla="*/ 0 w 506023"/>
                <a:gd name="connsiteY0" fmla="*/ 419653 h 2393579"/>
                <a:gd name="connsiteX1" fmla="*/ 218598 w 506023"/>
                <a:gd name="connsiteY1" fmla="*/ 0 h 2393579"/>
                <a:gd name="connsiteX2" fmla="*/ 506024 w 506023"/>
                <a:gd name="connsiteY2" fmla="*/ 1196793 h 2393579"/>
                <a:gd name="connsiteX3" fmla="*/ 218598 w 506023"/>
                <a:gd name="connsiteY3" fmla="*/ 2393579 h 2393579"/>
                <a:gd name="connsiteX4" fmla="*/ 0 w 506023"/>
                <a:gd name="connsiteY4" fmla="*/ 1973920 h 2393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023" h="2393579">
                  <a:moveTo>
                    <a:pt x="0" y="419653"/>
                  </a:moveTo>
                  <a:cubicBezTo>
                    <a:pt x="52719" y="162813"/>
                    <a:pt x="131093" y="0"/>
                    <a:pt x="218598" y="0"/>
                  </a:cubicBezTo>
                  <a:cubicBezTo>
                    <a:pt x="377342" y="0"/>
                    <a:pt x="506024" y="535819"/>
                    <a:pt x="506024" y="1196793"/>
                  </a:cubicBezTo>
                  <a:cubicBezTo>
                    <a:pt x="506024" y="1857752"/>
                    <a:pt x="377342" y="2393579"/>
                    <a:pt x="218598" y="2393579"/>
                  </a:cubicBezTo>
                  <a:cubicBezTo>
                    <a:pt x="131093" y="2393579"/>
                    <a:pt x="52719" y="2230758"/>
                    <a:pt x="0" y="1973920"/>
                  </a:cubicBezTo>
                </a:path>
              </a:pathLst>
            </a:custGeom>
            <a:noFill/>
            <a:ln w="12234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2" name="Полилиния 161">
              <a:extLst>
                <a:ext uri="{FF2B5EF4-FFF2-40B4-BE49-F238E27FC236}">
                  <a16:creationId xmlns:a16="http://schemas.microsoft.com/office/drawing/2014/main" id="{BB90D34C-F59E-7EFE-0980-EE2ED4CA24B9}"/>
                </a:ext>
              </a:extLst>
            </p:cNvPr>
            <p:cNvSpPr/>
            <p:nvPr/>
          </p:nvSpPr>
          <p:spPr>
            <a:xfrm>
              <a:off x="14450737" y="10360510"/>
              <a:ext cx="943844" cy="12244"/>
            </a:xfrm>
            <a:custGeom>
              <a:avLst/>
              <a:gdLst>
                <a:gd name="connsiteX0" fmla="*/ 0 w 943844"/>
                <a:gd name="connsiteY0" fmla="*/ 0 h 12244"/>
                <a:gd name="connsiteX1" fmla="*/ 943845 w 943844"/>
                <a:gd name="connsiteY1" fmla="*/ 0 h 12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43844" h="12244">
                  <a:moveTo>
                    <a:pt x="0" y="0"/>
                  </a:moveTo>
                  <a:lnTo>
                    <a:pt x="943845" y="0"/>
                  </a:lnTo>
                </a:path>
              </a:pathLst>
            </a:custGeom>
            <a:noFill/>
            <a:ln w="12234" cap="flat">
              <a:solidFill>
                <a:srgbClr val="775AFF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3" name="Полилиния 162">
              <a:extLst>
                <a:ext uri="{FF2B5EF4-FFF2-40B4-BE49-F238E27FC236}">
                  <a16:creationId xmlns:a16="http://schemas.microsoft.com/office/drawing/2014/main" id="{3B62B858-C0C7-B7D1-5C14-0BA3AD3DA911}"/>
                </a:ext>
              </a:extLst>
            </p:cNvPr>
            <p:cNvSpPr/>
            <p:nvPr/>
          </p:nvSpPr>
          <p:spPr>
            <a:xfrm>
              <a:off x="14924581" y="9163717"/>
              <a:ext cx="12240" cy="2393579"/>
            </a:xfrm>
            <a:custGeom>
              <a:avLst/>
              <a:gdLst>
                <a:gd name="connsiteX0" fmla="*/ 0 w 12240"/>
                <a:gd name="connsiteY0" fmla="*/ 0 h 2393579"/>
                <a:gd name="connsiteX1" fmla="*/ 0 w 12240"/>
                <a:gd name="connsiteY1" fmla="*/ 2393579 h 2393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40" h="2393579">
                  <a:moveTo>
                    <a:pt x="0" y="0"/>
                  </a:moveTo>
                  <a:lnTo>
                    <a:pt x="0" y="2393579"/>
                  </a:lnTo>
                </a:path>
              </a:pathLst>
            </a:custGeom>
            <a:noFill/>
            <a:ln w="12234" cap="flat">
              <a:solidFill>
                <a:srgbClr val="775AFF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4" name="Полилиния 163">
              <a:extLst>
                <a:ext uri="{FF2B5EF4-FFF2-40B4-BE49-F238E27FC236}">
                  <a16:creationId xmlns:a16="http://schemas.microsoft.com/office/drawing/2014/main" id="{C2AD2F6C-3E27-048E-8DDB-D45BFBD9BEF6}"/>
                </a:ext>
              </a:extLst>
            </p:cNvPr>
            <p:cNvSpPr/>
            <p:nvPr/>
          </p:nvSpPr>
          <p:spPr>
            <a:xfrm rot="10800000" flipV="1">
              <a:off x="15202020" y="9565592"/>
              <a:ext cx="70502" cy="70530"/>
            </a:xfrm>
            <a:custGeom>
              <a:avLst/>
              <a:gdLst>
                <a:gd name="connsiteX0" fmla="*/ 70694 w 70502"/>
                <a:gd name="connsiteY0" fmla="*/ 35304 h 70530"/>
                <a:gd name="connsiteX1" fmla="*/ 35443 w 70502"/>
                <a:gd name="connsiteY1" fmla="*/ 70569 h 70530"/>
                <a:gd name="connsiteX2" fmla="*/ 191 w 70502"/>
                <a:gd name="connsiteY2" fmla="*/ 35304 h 70530"/>
                <a:gd name="connsiteX3" fmla="*/ 35443 w 70502"/>
                <a:gd name="connsiteY3" fmla="*/ 39 h 70530"/>
                <a:gd name="connsiteX4" fmla="*/ 70694 w 70502"/>
                <a:gd name="connsiteY4" fmla="*/ 35304 h 7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502" h="70530">
                  <a:moveTo>
                    <a:pt x="70694" y="35304"/>
                  </a:moveTo>
                  <a:cubicBezTo>
                    <a:pt x="70694" y="54780"/>
                    <a:pt x="54912" y="70569"/>
                    <a:pt x="35443" y="70569"/>
                  </a:cubicBezTo>
                  <a:cubicBezTo>
                    <a:pt x="15974" y="70569"/>
                    <a:pt x="191" y="54780"/>
                    <a:pt x="191" y="35304"/>
                  </a:cubicBezTo>
                  <a:cubicBezTo>
                    <a:pt x="191" y="15828"/>
                    <a:pt x="15974" y="39"/>
                    <a:pt x="35443" y="39"/>
                  </a:cubicBezTo>
                  <a:cubicBezTo>
                    <a:pt x="54912" y="39"/>
                    <a:pt x="70694" y="15828"/>
                    <a:pt x="70694" y="35304"/>
                  </a:cubicBezTo>
                  <a:close/>
                </a:path>
              </a:pathLst>
            </a:custGeom>
            <a:solidFill>
              <a:srgbClr val="E6E6E6"/>
            </a:solidFill>
            <a:ln w="12234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5" name="Полилиния 164">
              <a:extLst>
                <a:ext uri="{FF2B5EF4-FFF2-40B4-BE49-F238E27FC236}">
                  <a16:creationId xmlns:a16="http://schemas.microsoft.com/office/drawing/2014/main" id="{9A9A8373-2C6D-8319-E95B-3280801434B5}"/>
                </a:ext>
              </a:extLst>
            </p:cNvPr>
            <p:cNvSpPr/>
            <p:nvPr/>
          </p:nvSpPr>
          <p:spPr>
            <a:xfrm rot="10800000" flipV="1">
              <a:off x="14592211" y="11119857"/>
              <a:ext cx="70502" cy="70530"/>
            </a:xfrm>
            <a:custGeom>
              <a:avLst/>
              <a:gdLst>
                <a:gd name="connsiteX0" fmla="*/ 70644 w 70502"/>
                <a:gd name="connsiteY0" fmla="*/ 35431 h 70530"/>
                <a:gd name="connsiteX1" fmla="*/ 35393 w 70502"/>
                <a:gd name="connsiteY1" fmla="*/ 70696 h 70530"/>
                <a:gd name="connsiteX2" fmla="*/ 142 w 70502"/>
                <a:gd name="connsiteY2" fmla="*/ 35431 h 70530"/>
                <a:gd name="connsiteX3" fmla="*/ 35393 w 70502"/>
                <a:gd name="connsiteY3" fmla="*/ 166 h 70530"/>
                <a:gd name="connsiteX4" fmla="*/ 70644 w 70502"/>
                <a:gd name="connsiteY4" fmla="*/ 35431 h 7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502" h="70530">
                  <a:moveTo>
                    <a:pt x="70644" y="35431"/>
                  </a:moveTo>
                  <a:cubicBezTo>
                    <a:pt x="70644" y="54907"/>
                    <a:pt x="54862" y="70696"/>
                    <a:pt x="35393" y="70696"/>
                  </a:cubicBezTo>
                  <a:cubicBezTo>
                    <a:pt x="15924" y="70696"/>
                    <a:pt x="142" y="54907"/>
                    <a:pt x="142" y="35431"/>
                  </a:cubicBezTo>
                  <a:cubicBezTo>
                    <a:pt x="142" y="15955"/>
                    <a:pt x="15924" y="166"/>
                    <a:pt x="35393" y="166"/>
                  </a:cubicBezTo>
                  <a:cubicBezTo>
                    <a:pt x="54862" y="166"/>
                    <a:pt x="70644" y="15955"/>
                    <a:pt x="70644" y="35431"/>
                  </a:cubicBezTo>
                  <a:close/>
                </a:path>
              </a:pathLst>
            </a:custGeom>
            <a:solidFill>
              <a:srgbClr val="E6E6E6"/>
            </a:solidFill>
            <a:ln w="12234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6" name="Полилиния 165">
              <a:extLst>
                <a:ext uri="{FF2B5EF4-FFF2-40B4-BE49-F238E27FC236}">
                  <a16:creationId xmlns:a16="http://schemas.microsoft.com/office/drawing/2014/main" id="{4FBAF60B-3EF3-9E6E-4E3B-407D4D053F19}"/>
                </a:ext>
              </a:extLst>
            </p:cNvPr>
            <p:cNvSpPr/>
            <p:nvPr/>
          </p:nvSpPr>
          <p:spPr>
            <a:xfrm rot="10800000" flipV="1">
              <a:off x="13982350" y="9126521"/>
              <a:ext cx="70502" cy="70530"/>
            </a:xfrm>
            <a:custGeom>
              <a:avLst/>
              <a:gdLst>
                <a:gd name="connsiteX0" fmla="*/ 70595 w 70502"/>
                <a:gd name="connsiteY0" fmla="*/ 35268 h 70530"/>
                <a:gd name="connsiteX1" fmla="*/ 35343 w 70502"/>
                <a:gd name="connsiteY1" fmla="*/ 70533 h 70530"/>
                <a:gd name="connsiteX2" fmla="*/ 92 w 70502"/>
                <a:gd name="connsiteY2" fmla="*/ 35268 h 70530"/>
                <a:gd name="connsiteX3" fmla="*/ 35343 w 70502"/>
                <a:gd name="connsiteY3" fmla="*/ 3 h 70530"/>
                <a:gd name="connsiteX4" fmla="*/ 70595 w 70502"/>
                <a:gd name="connsiteY4" fmla="*/ 35268 h 7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502" h="70530">
                  <a:moveTo>
                    <a:pt x="70595" y="35268"/>
                  </a:moveTo>
                  <a:cubicBezTo>
                    <a:pt x="70595" y="54745"/>
                    <a:pt x="54812" y="70533"/>
                    <a:pt x="35343" y="70533"/>
                  </a:cubicBezTo>
                  <a:cubicBezTo>
                    <a:pt x="15874" y="70533"/>
                    <a:pt x="92" y="54745"/>
                    <a:pt x="92" y="35268"/>
                  </a:cubicBezTo>
                  <a:cubicBezTo>
                    <a:pt x="92" y="15792"/>
                    <a:pt x="15874" y="3"/>
                    <a:pt x="35343" y="3"/>
                  </a:cubicBezTo>
                  <a:cubicBezTo>
                    <a:pt x="54812" y="3"/>
                    <a:pt x="70595" y="15792"/>
                    <a:pt x="70595" y="35268"/>
                  </a:cubicBezTo>
                  <a:close/>
                </a:path>
              </a:pathLst>
            </a:custGeom>
            <a:solidFill>
              <a:srgbClr val="E6E6E6"/>
            </a:solidFill>
            <a:ln w="12234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7" name="Полилиния 166">
              <a:extLst>
                <a:ext uri="{FF2B5EF4-FFF2-40B4-BE49-F238E27FC236}">
                  <a16:creationId xmlns:a16="http://schemas.microsoft.com/office/drawing/2014/main" id="{323FA424-FA62-6CB3-F672-B373DCC9D600}"/>
                </a:ext>
              </a:extLst>
            </p:cNvPr>
            <p:cNvSpPr/>
            <p:nvPr/>
          </p:nvSpPr>
          <p:spPr>
            <a:xfrm rot="10800000" flipV="1">
              <a:off x="15765193" y="11523965"/>
              <a:ext cx="70502" cy="70530"/>
            </a:xfrm>
            <a:custGeom>
              <a:avLst/>
              <a:gdLst>
                <a:gd name="connsiteX0" fmla="*/ 70740 w 70502"/>
                <a:gd name="connsiteY0" fmla="*/ 35464 h 70530"/>
                <a:gd name="connsiteX1" fmla="*/ 35489 w 70502"/>
                <a:gd name="connsiteY1" fmla="*/ 70729 h 70530"/>
                <a:gd name="connsiteX2" fmla="*/ 237 w 70502"/>
                <a:gd name="connsiteY2" fmla="*/ 35464 h 70530"/>
                <a:gd name="connsiteX3" fmla="*/ 35489 w 70502"/>
                <a:gd name="connsiteY3" fmla="*/ 199 h 70530"/>
                <a:gd name="connsiteX4" fmla="*/ 70740 w 70502"/>
                <a:gd name="connsiteY4" fmla="*/ 35464 h 7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502" h="70530">
                  <a:moveTo>
                    <a:pt x="70740" y="35464"/>
                  </a:moveTo>
                  <a:cubicBezTo>
                    <a:pt x="70740" y="54940"/>
                    <a:pt x="54958" y="70729"/>
                    <a:pt x="35489" y="70729"/>
                  </a:cubicBezTo>
                  <a:cubicBezTo>
                    <a:pt x="16020" y="70729"/>
                    <a:pt x="237" y="54940"/>
                    <a:pt x="237" y="35464"/>
                  </a:cubicBezTo>
                  <a:cubicBezTo>
                    <a:pt x="237" y="15988"/>
                    <a:pt x="16020" y="199"/>
                    <a:pt x="35489" y="199"/>
                  </a:cubicBezTo>
                  <a:cubicBezTo>
                    <a:pt x="54958" y="199"/>
                    <a:pt x="70740" y="15988"/>
                    <a:pt x="70740" y="35464"/>
                  </a:cubicBezTo>
                  <a:close/>
                </a:path>
              </a:pathLst>
            </a:custGeom>
            <a:solidFill>
              <a:srgbClr val="E6E6E6"/>
            </a:solidFill>
            <a:ln w="12234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8" name="Полилиния 167">
              <a:extLst>
                <a:ext uri="{FF2B5EF4-FFF2-40B4-BE49-F238E27FC236}">
                  <a16:creationId xmlns:a16="http://schemas.microsoft.com/office/drawing/2014/main" id="{8A77EACB-3D23-8575-D215-5CBBAFC71740}"/>
                </a:ext>
              </a:extLst>
            </p:cNvPr>
            <p:cNvSpPr/>
            <p:nvPr/>
          </p:nvSpPr>
          <p:spPr>
            <a:xfrm rot="10800000" flipV="1">
              <a:off x="14401263" y="10311052"/>
              <a:ext cx="94983" cy="95019"/>
            </a:xfrm>
            <a:custGeom>
              <a:avLst/>
              <a:gdLst>
                <a:gd name="connsiteX0" fmla="*/ 95110 w 94983"/>
                <a:gd name="connsiteY0" fmla="*/ 47611 h 95019"/>
                <a:gd name="connsiteX1" fmla="*/ 47619 w 94983"/>
                <a:gd name="connsiteY1" fmla="*/ 95121 h 95019"/>
                <a:gd name="connsiteX2" fmla="*/ 127 w 94983"/>
                <a:gd name="connsiteY2" fmla="*/ 47611 h 95019"/>
                <a:gd name="connsiteX3" fmla="*/ 47619 w 94983"/>
                <a:gd name="connsiteY3" fmla="*/ 101 h 95019"/>
                <a:gd name="connsiteX4" fmla="*/ 95110 w 94983"/>
                <a:gd name="connsiteY4" fmla="*/ 47611 h 95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983" h="95019">
                  <a:moveTo>
                    <a:pt x="95110" y="47611"/>
                  </a:moveTo>
                  <a:cubicBezTo>
                    <a:pt x="95110" y="73850"/>
                    <a:pt x="73848" y="95121"/>
                    <a:pt x="47619" y="95121"/>
                  </a:cubicBezTo>
                  <a:cubicBezTo>
                    <a:pt x="21390" y="95121"/>
                    <a:pt x="127" y="73850"/>
                    <a:pt x="127" y="47611"/>
                  </a:cubicBezTo>
                  <a:cubicBezTo>
                    <a:pt x="127" y="21372"/>
                    <a:pt x="21390" y="101"/>
                    <a:pt x="47619" y="101"/>
                  </a:cubicBezTo>
                  <a:cubicBezTo>
                    <a:pt x="73848" y="101"/>
                    <a:pt x="95110" y="21372"/>
                    <a:pt x="95110" y="47611"/>
                  </a:cubicBezTo>
                  <a:close/>
                </a:path>
              </a:pathLst>
            </a:custGeom>
            <a:solidFill>
              <a:srgbClr val="775AFF"/>
            </a:solidFill>
            <a:ln w="3670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9" name="Полилиния 168">
              <a:extLst>
                <a:ext uri="{FF2B5EF4-FFF2-40B4-BE49-F238E27FC236}">
                  <a16:creationId xmlns:a16="http://schemas.microsoft.com/office/drawing/2014/main" id="{DF319BD4-41EF-6832-DAFF-9489393DEEC1}"/>
                </a:ext>
              </a:extLst>
            </p:cNvPr>
            <p:cNvSpPr/>
            <p:nvPr/>
          </p:nvSpPr>
          <p:spPr>
            <a:xfrm rot="10800000" flipV="1">
              <a:off x="15364546" y="10311052"/>
              <a:ext cx="94983" cy="95019"/>
            </a:xfrm>
            <a:custGeom>
              <a:avLst/>
              <a:gdLst>
                <a:gd name="connsiteX0" fmla="*/ 95189 w 94983"/>
                <a:gd name="connsiteY0" fmla="*/ 47611 h 95019"/>
                <a:gd name="connsiteX1" fmla="*/ 47697 w 94983"/>
                <a:gd name="connsiteY1" fmla="*/ 95121 h 95019"/>
                <a:gd name="connsiteX2" fmla="*/ 206 w 94983"/>
                <a:gd name="connsiteY2" fmla="*/ 47611 h 95019"/>
                <a:gd name="connsiteX3" fmla="*/ 47697 w 94983"/>
                <a:gd name="connsiteY3" fmla="*/ 101 h 95019"/>
                <a:gd name="connsiteX4" fmla="*/ 95189 w 94983"/>
                <a:gd name="connsiteY4" fmla="*/ 47611 h 95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983" h="95019">
                  <a:moveTo>
                    <a:pt x="95189" y="47611"/>
                  </a:moveTo>
                  <a:cubicBezTo>
                    <a:pt x="95189" y="73850"/>
                    <a:pt x="73926" y="95121"/>
                    <a:pt x="47697" y="95121"/>
                  </a:cubicBezTo>
                  <a:cubicBezTo>
                    <a:pt x="21468" y="95121"/>
                    <a:pt x="206" y="73850"/>
                    <a:pt x="206" y="47611"/>
                  </a:cubicBezTo>
                  <a:cubicBezTo>
                    <a:pt x="206" y="21372"/>
                    <a:pt x="21468" y="101"/>
                    <a:pt x="47697" y="101"/>
                  </a:cubicBezTo>
                  <a:cubicBezTo>
                    <a:pt x="73926" y="101"/>
                    <a:pt x="95189" y="21372"/>
                    <a:pt x="95189" y="47611"/>
                  </a:cubicBezTo>
                  <a:close/>
                </a:path>
              </a:pathLst>
            </a:custGeom>
            <a:solidFill>
              <a:srgbClr val="775AFF"/>
            </a:solidFill>
            <a:ln w="3670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0" name="Полилиния 169">
              <a:extLst>
                <a:ext uri="{FF2B5EF4-FFF2-40B4-BE49-F238E27FC236}">
                  <a16:creationId xmlns:a16="http://schemas.microsoft.com/office/drawing/2014/main" id="{725AF85B-8072-0BDF-E129-682234B1E394}"/>
                </a:ext>
              </a:extLst>
            </p:cNvPr>
            <p:cNvSpPr/>
            <p:nvPr/>
          </p:nvSpPr>
          <p:spPr>
            <a:xfrm rot="10800000" flipV="1">
              <a:off x="14875169" y="11511720"/>
              <a:ext cx="94983" cy="95019"/>
            </a:xfrm>
            <a:custGeom>
              <a:avLst/>
              <a:gdLst>
                <a:gd name="connsiteX0" fmla="*/ 95149 w 94983"/>
                <a:gd name="connsiteY0" fmla="*/ 47709 h 95019"/>
                <a:gd name="connsiteX1" fmla="*/ 47657 w 94983"/>
                <a:gd name="connsiteY1" fmla="*/ 95219 h 95019"/>
                <a:gd name="connsiteX2" fmla="*/ 166 w 94983"/>
                <a:gd name="connsiteY2" fmla="*/ 47709 h 95019"/>
                <a:gd name="connsiteX3" fmla="*/ 47657 w 94983"/>
                <a:gd name="connsiteY3" fmla="*/ 199 h 95019"/>
                <a:gd name="connsiteX4" fmla="*/ 95149 w 94983"/>
                <a:gd name="connsiteY4" fmla="*/ 47709 h 95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983" h="95019">
                  <a:moveTo>
                    <a:pt x="95149" y="47709"/>
                  </a:moveTo>
                  <a:cubicBezTo>
                    <a:pt x="95149" y="73948"/>
                    <a:pt x="73886" y="95219"/>
                    <a:pt x="47657" y="95219"/>
                  </a:cubicBezTo>
                  <a:cubicBezTo>
                    <a:pt x="21428" y="95219"/>
                    <a:pt x="166" y="73948"/>
                    <a:pt x="166" y="47709"/>
                  </a:cubicBezTo>
                  <a:cubicBezTo>
                    <a:pt x="166" y="21470"/>
                    <a:pt x="21428" y="199"/>
                    <a:pt x="47657" y="199"/>
                  </a:cubicBezTo>
                  <a:cubicBezTo>
                    <a:pt x="73886" y="199"/>
                    <a:pt x="95149" y="21470"/>
                    <a:pt x="95149" y="47709"/>
                  </a:cubicBezTo>
                  <a:close/>
                </a:path>
              </a:pathLst>
            </a:custGeom>
            <a:solidFill>
              <a:srgbClr val="775AFF"/>
            </a:solidFill>
            <a:ln w="3670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1" name="Полилиния 170">
              <a:extLst>
                <a:ext uri="{FF2B5EF4-FFF2-40B4-BE49-F238E27FC236}">
                  <a16:creationId xmlns:a16="http://schemas.microsoft.com/office/drawing/2014/main" id="{67AF79BF-F27D-CAA8-7605-B76292BC449E}"/>
                </a:ext>
              </a:extLst>
            </p:cNvPr>
            <p:cNvSpPr/>
            <p:nvPr/>
          </p:nvSpPr>
          <p:spPr>
            <a:xfrm>
              <a:off x="15193842" y="11135016"/>
              <a:ext cx="112989" cy="70751"/>
            </a:xfrm>
            <a:custGeom>
              <a:avLst/>
              <a:gdLst>
                <a:gd name="connsiteX0" fmla="*/ 112990 w 112989"/>
                <a:gd name="connsiteY0" fmla="*/ 42294 h 70751"/>
                <a:gd name="connsiteX1" fmla="*/ 42278 w 112989"/>
                <a:gd name="connsiteY1" fmla="*/ 0 h 70751"/>
                <a:gd name="connsiteX2" fmla="*/ 0 w 112989"/>
                <a:gd name="connsiteY2" fmla="*/ 70751 h 7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89" h="70751">
                  <a:moveTo>
                    <a:pt x="112990" y="42294"/>
                  </a:moveTo>
                  <a:lnTo>
                    <a:pt x="42278" y="0"/>
                  </a:lnTo>
                  <a:lnTo>
                    <a:pt x="0" y="70751"/>
                  </a:lnTo>
                </a:path>
              </a:pathLst>
            </a:custGeom>
            <a:noFill/>
            <a:ln w="12234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2" name="Полилиния 171">
              <a:extLst>
                <a:ext uri="{FF2B5EF4-FFF2-40B4-BE49-F238E27FC236}">
                  <a16:creationId xmlns:a16="http://schemas.microsoft.com/office/drawing/2014/main" id="{FF1A7832-05FF-DD3E-8581-276E952AD7E7}"/>
                </a:ext>
              </a:extLst>
            </p:cNvPr>
            <p:cNvSpPr/>
            <p:nvPr/>
          </p:nvSpPr>
          <p:spPr>
            <a:xfrm>
              <a:off x="14864555" y="9158071"/>
              <a:ext cx="116527" cy="58283"/>
            </a:xfrm>
            <a:custGeom>
              <a:avLst/>
              <a:gdLst>
                <a:gd name="connsiteX0" fmla="*/ 116527 w 116527"/>
                <a:gd name="connsiteY0" fmla="*/ 58284 h 58283"/>
                <a:gd name="connsiteX1" fmla="*/ 58263 w 116527"/>
                <a:gd name="connsiteY1" fmla="*/ 0 h 58283"/>
                <a:gd name="connsiteX2" fmla="*/ 0 w 116527"/>
                <a:gd name="connsiteY2" fmla="*/ 58284 h 58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6527" h="58283">
                  <a:moveTo>
                    <a:pt x="116527" y="58284"/>
                  </a:moveTo>
                  <a:lnTo>
                    <a:pt x="58263" y="0"/>
                  </a:lnTo>
                  <a:lnTo>
                    <a:pt x="0" y="58284"/>
                  </a:lnTo>
                </a:path>
              </a:pathLst>
            </a:custGeom>
            <a:noFill/>
            <a:ln w="12234" cap="flat">
              <a:solidFill>
                <a:srgbClr val="775A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3" name="Полилиния 172">
              <a:extLst>
                <a:ext uri="{FF2B5EF4-FFF2-40B4-BE49-F238E27FC236}">
                  <a16:creationId xmlns:a16="http://schemas.microsoft.com/office/drawing/2014/main" id="{DD99186E-68A4-B3CF-02E2-516B87DE27D5}"/>
                </a:ext>
              </a:extLst>
            </p:cNvPr>
            <p:cNvSpPr/>
            <p:nvPr/>
          </p:nvSpPr>
          <p:spPr>
            <a:xfrm>
              <a:off x="13036888" y="10360510"/>
              <a:ext cx="943854" cy="12244"/>
            </a:xfrm>
            <a:custGeom>
              <a:avLst/>
              <a:gdLst>
                <a:gd name="connsiteX0" fmla="*/ 0 w 943854"/>
                <a:gd name="connsiteY0" fmla="*/ 0 h 12244"/>
                <a:gd name="connsiteX1" fmla="*/ 943855 w 943854"/>
                <a:gd name="connsiteY1" fmla="*/ 0 h 12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43854" h="12244">
                  <a:moveTo>
                    <a:pt x="0" y="0"/>
                  </a:moveTo>
                  <a:lnTo>
                    <a:pt x="943855" y="0"/>
                  </a:lnTo>
                </a:path>
              </a:pathLst>
            </a:custGeom>
            <a:noFill/>
            <a:ln w="12234" cap="flat">
              <a:solidFill>
                <a:srgbClr val="775AFF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4" name="Полилиния 173">
              <a:extLst>
                <a:ext uri="{FF2B5EF4-FFF2-40B4-BE49-F238E27FC236}">
                  <a16:creationId xmlns:a16="http://schemas.microsoft.com/office/drawing/2014/main" id="{85806532-8475-64E2-4B8A-6168FCAB7BD7}"/>
                </a:ext>
              </a:extLst>
            </p:cNvPr>
            <p:cNvSpPr/>
            <p:nvPr/>
          </p:nvSpPr>
          <p:spPr>
            <a:xfrm rot="10800000" flipV="1">
              <a:off x="12987472" y="10311052"/>
              <a:ext cx="94983" cy="95019"/>
            </a:xfrm>
            <a:custGeom>
              <a:avLst/>
              <a:gdLst>
                <a:gd name="connsiteX0" fmla="*/ 94995 w 94983"/>
                <a:gd name="connsiteY0" fmla="*/ 47611 h 95019"/>
                <a:gd name="connsiteX1" fmla="*/ 47503 w 94983"/>
                <a:gd name="connsiteY1" fmla="*/ 95121 h 95019"/>
                <a:gd name="connsiteX2" fmla="*/ 11 w 94983"/>
                <a:gd name="connsiteY2" fmla="*/ 47611 h 95019"/>
                <a:gd name="connsiteX3" fmla="*/ 47503 w 94983"/>
                <a:gd name="connsiteY3" fmla="*/ 101 h 95019"/>
                <a:gd name="connsiteX4" fmla="*/ 94995 w 94983"/>
                <a:gd name="connsiteY4" fmla="*/ 47611 h 95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983" h="95019">
                  <a:moveTo>
                    <a:pt x="94995" y="47611"/>
                  </a:moveTo>
                  <a:cubicBezTo>
                    <a:pt x="94995" y="73850"/>
                    <a:pt x="73732" y="95121"/>
                    <a:pt x="47503" y="95121"/>
                  </a:cubicBezTo>
                  <a:cubicBezTo>
                    <a:pt x="21274" y="95121"/>
                    <a:pt x="11" y="73850"/>
                    <a:pt x="11" y="47611"/>
                  </a:cubicBezTo>
                  <a:cubicBezTo>
                    <a:pt x="11" y="21372"/>
                    <a:pt x="21274" y="101"/>
                    <a:pt x="47503" y="101"/>
                  </a:cubicBezTo>
                  <a:cubicBezTo>
                    <a:pt x="73732" y="101"/>
                    <a:pt x="94995" y="21372"/>
                    <a:pt x="94995" y="47611"/>
                  </a:cubicBezTo>
                  <a:close/>
                </a:path>
              </a:pathLst>
            </a:custGeom>
            <a:solidFill>
              <a:srgbClr val="775AFF"/>
            </a:solidFill>
            <a:ln w="3670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5" name="Полилиния 174">
              <a:extLst>
                <a:ext uri="{FF2B5EF4-FFF2-40B4-BE49-F238E27FC236}">
                  <a16:creationId xmlns:a16="http://schemas.microsoft.com/office/drawing/2014/main" id="{6FE918E9-E5B8-9251-022A-F6746ED70D09}"/>
                </a:ext>
              </a:extLst>
            </p:cNvPr>
            <p:cNvSpPr/>
            <p:nvPr/>
          </p:nvSpPr>
          <p:spPr>
            <a:xfrm>
              <a:off x="13930233" y="10302223"/>
              <a:ext cx="58262" cy="116573"/>
            </a:xfrm>
            <a:custGeom>
              <a:avLst/>
              <a:gdLst>
                <a:gd name="connsiteX0" fmla="*/ 0 w 58262"/>
                <a:gd name="connsiteY0" fmla="*/ 116573 h 116573"/>
                <a:gd name="connsiteX1" fmla="*/ 58262 w 58262"/>
                <a:gd name="connsiteY1" fmla="*/ 58287 h 116573"/>
                <a:gd name="connsiteX2" fmla="*/ 0 w 58262"/>
                <a:gd name="connsiteY2" fmla="*/ 0 h 116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62" h="116573">
                  <a:moveTo>
                    <a:pt x="0" y="116573"/>
                  </a:moveTo>
                  <a:lnTo>
                    <a:pt x="58262" y="58287"/>
                  </a:lnTo>
                  <a:lnTo>
                    <a:pt x="0" y="0"/>
                  </a:lnTo>
                </a:path>
              </a:pathLst>
            </a:custGeom>
            <a:noFill/>
            <a:ln w="12234" cap="flat">
              <a:solidFill>
                <a:srgbClr val="775A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6" name="Полилиния 175">
              <a:extLst>
                <a:ext uri="{FF2B5EF4-FFF2-40B4-BE49-F238E27FC236}">
                  <a16:creationId xmlns:a16="http://schemas.microsoft.com/office/drawing/2014/main" id="{A71AD2F4-65A8-6250-7311-229B5D12B99F}"/>
                </a:ext>
              </a:extLst>
            </p:cNvPr>
            <p:cNvSpPr/>
            <p:nvPr/>
          </p:nvSpPr>
          <p:spPr>
            <a:xfrm>
              <a:off x="15852918" y="10360510"/>
              <a:ext cx="943857" cy="12244"/>
            </a:xfrm>
            <a:custGeom>
              <a:avLst/>
              <a:gdLst>
                <a:gd name="connsiteX0" fmla="*/ 943857 w 943857"/>
                <a:gd name="connsiteY0" fmla="*/ 0 h 12244"/>
                <a:gd name="connsiteX1" fmla="*/ 0 w 943857"/>
                <a:gd name="connsiteY1" fmla="*/ 0 h 12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43857" h="12244">
                  <a:moveTo>
                    <a:pt x="943857" y="0"/>
                  </a:moveTo>
                  <a:lnTo>
                    <a:pt x="0" y="0"/>
                  </a:lnTo>
                </a:path>
              </a:pathLst>
            </a:custGeom>
            <a:noFill/>
            <a:ln w="12234" cap="flat">
              <a:solidFill>
                <a:srgbClr val="775AFF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7" name="Полилиния 176">
              <a:extLst>
                <a:ext uri="{FF2B5EF4-FFF2-40B4-BE49-F238E27FC236}">
                  <a16:creationId xmlns:a16="http://schemas.microsoft.com/office/drawing/2014/main" id="{85899666-8DFC-E5FF-B874-F16DF8388983}"/>
                </a:ext>
              </a:extLst>
            </p:cNvPr>
            <p:cNvSpPr/>
            <p:nvPr/>
          </p:nvSpPr>
          <p:spPr>
            <a:xfrm flipV="1">
              <a:off x="16751205" y="10314935"/>
              <a:ext cx="94983" cy="95019"/>
            </a:xfrm>
            <a:custGeom>
              <a:avLst/>
              <a:gdLst>
                <a:gd name="connsiteX0" fmla="*/ 95302 w 94983"/>
                <a:gd name="connsiteY0" fmla="*/ 47611 h 95019"/>
                <a:gd name="connsiteX1" fmla="*/ 47811 w 94983"/>
                <a:gd name="connsiteY1" fmla="*/ 95121 h 95019"/>
                <a:gd name="connsiteX2" fmla="*/ 319 w 94983"/>
                <a:gd name="connsiteY2" fmla="*/ 47611 h 95019"/>
                <a:gd name="connsiteX3" fmla="*/ 47811 w 94983"/>
                <a:gd name="connsiteY3" fmla="*/ 101 h 95019"/>
                <a:gd name="connsiteX4" fmla="*/ 95302 w 94983"/>
                <a:gd name="connsiteY4" fmla="*/ 47611 h 95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983" h="95019">
                  <a:moveTo>
                    <a:pt x="95302" y="47611"/>
                  </a:moveTo>
                  <a:cubicBezTo>
                    <a:pt x="95302" y="73850"/>
                    <a:pt x="74040" y="95121"/>
                    <a:pt x="47811" y="95121"/>
                  </a:cubicBezTo>
                  <a:cubicBezTo>
                    <a:pt x="21582" y="95121"/>
                    <a:pt x="319" y="73850"/>
                    <a:pt x="319" y="47611"/>
                  </a:cubicBezTo>
                  <a:cubicBezTo>
                    <a:pt x="319" y="21372"/>
                    <a:pt x="21582" y="101"/>
                    <a:pt x="47811" y="101"/>
                  </a:cubicBezTo>
                  <a:cubicBezTo>
                    <a:pt x="74040" y="101"/>
                    <a:pt x="95302" y="21372"/>
                    <a:pt x="95302" y="47611"/>
                  </a:cubicBezTo>
                  <a:close/>
                </a:path>
              </a:pathLst>
            </a:custGeom>
            <a:solidFill>
              <a:srgbClr val="775AFF"/>
            </a:solidFill>
            <a:ln w="3670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8" name="Полилиния 177">
              <a:extLst>
                <a:ext uri="{FF2B5EF4-FFF2-40B4-BE49-F238E27FC236}">
                  <a16:creationId xmlns:a16="http://schemas.microsoft.com/office/drawing/2014/main" id="{57F1D7FE-3CF6-DAB3-9C2C-21B644875F21}"/>
                </a:ext>
              </a:extLst>
            </p:cNvPr>
            <p:cNvSpPr/>
            <p:nvPr/>
          </p:nvSpPr>
          <p:spPr>
            <a:xfrm>
              <a:off x="15845182" y="10302224"/>
              <a:ext cx="58263" cy="116572"/>
            </a:xfrm>
            <a:custGeom>
              <a:avLst/>
              <a:gdLst>
                <a:gd name="connsiteX0" fmla="*/ 58264 w 58263"/>
                <a:gd name="connsiteY0" fmla="*/ 0 h 116572"/>
                <a:gd name="connsiteX1" fmla="*/ 0 w 58263"/>
                <a:gd name="connsiteY1" fmla="*/ 58286 h 116572"/>
                <a:gd name="connsiteX2" fmla="*/ 58264 w 58263"/>
                <a:gd name="connsiteY2" fmla="*/ 116572 h 116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63" h="116572">
                  <a:moveTo>
                    <a:pt x="58264" y="0"/>
                  </a:moveTo>
                  <a:lnTo>
                    <a:pt x="0" y="58286"/>
                  </a:lnTo>
                  <a:lnTo>
                    <a:pt x="58264" y="116572"/>
                  </a:lnTo>
                </a:path>
              </a:pathLst>
            </a:custGeom>
            <a:noFill/>
            <a:ln w="12234" cap="flat">
              <a:solidFill>
                <a:srgbClr val="775A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9" name="Полилиния 178">
              <a:extLst>
                <a:ext uri="{FF2B5EF4-FFF2-40B4-BE49-F238E27FC236}">
                  <a16:creationId xmlns:a16="http://schemas.microsoft.com/office/drawing/2014/main" id="{618604BC-D198-29D7-1FF7-319A2EE437E5}"/>
                </a:ext>
              </a:extLst>
            </p:cNvPr>
            <p:cNvSpPr/>
            <p:nvPr/>
          </p:nvSpPr>
          <p:spPr>
            <a:xfrm>
              <a:off x="14563580" y="9516007"/>
              <a:ext cx="112549" cy="71383"/>
            </a:xfrm>
            <a:custGeom>
              <a:avLst/>
              <a:gdLst>
                <a:gd name="connsiteX0" fmla="*/ 0 w 112549"/>
                <a:gd name="connsiteY0" fmla="*/ 30170 h 71383"/>
                <a:gd name="connsiteX1" fmla="*/ 71348 w 112549"/>
                <a:gd name="connsiteY1" fmla="*/ 71383 h 71383"/>
                <a:gd name="connsiteX2" fmla="*/ 112549 w 112549"/>
                <a:gd name="connsiteY2" fmla="*/ 0 h 71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549" h="71383">
                  <a:moveTo>
                    <a:pt x="0" y="30170"/>
                  </a:moveTo>
                  <a:lnTo>
                    <a:pt x="71348" y="71383"/>
                  </a:lnTo>
                  <a:lnTo>
                    <a:pt x="112549" y="0"/>
                  </a:lnTo>
                </a:path>
              </a:pathLst>
            </a:custGeom>
            <a:noFill/>
            <a:ln w="12234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0" name="Полилиния 179">
              <a:extLst>
                <a:ext uri="{FF2B5EF4-FFF2-40B4-BE49-F238E27FC236}">
                  <a16:creationId xmlns:a16="http://schemas.microsoft.com/office/drawing/2014/main" id="{10698950-1617-CD9A-A5F2-551F293E7FB3}"/>
                </a:ext>
              </a:extLst>
            </p:cNvPr>
            <p:cNvSpPr/>
            <p:nvPr/>
          </p:nvSpPr>
          <p:spPr>
            <a:xfrm>
              <a:off x="15802280" y="9105339"/>
              <a:ext cx="60344" cy="116490"/>
            </a:xfrm>
            <a:custGeom>
              <a:avLst/>
              <a:gdLst>
                <a:gd name="connsiteX0" fmla="*/ 56097 w 60344"/>
                <a:gd name="connsiteY0" fmla="*/ 0 h 116490"/>
                <a:gd name="connsiteX1" fmla="*/ 0 w 60344"/>
                <a:gd name="connsiteY1" fmla="*/ 60369 h 116490"/>
                <a:gd name="connsiteX2" fmla="*/ 60344 w 60344"/>
                <a:gd name="connsiteY2" fmla="*/ 116490 h 116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344" h="116490">
                  <a:moveTo>
                    <a:pt x="56097" y="0"/>
                  </a:moveTo>
                  <a:lnTo>
                    <a:pt x="0" y="60369"/>
                  </a:lnTo>
                  <a:lnTo>
                    <a:pt x="60344" y="116490"/>
                  </a:lnTo>
                </a:path>
              </a:pathLst>
            </a:custGeom>
            <a:noFill/>
            <a:ln w="12234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1" name="Полилиния 180">
              <a:extLst>
                <a:ext uri="{FF2B5EF4-FFF2-40B4-BE49-F238E27FC236}">
                  <a16:creationId xmlns:a16="http://schemas.microsoft.com/office/drawing/2014/main" id="{951E76E9-7CBA-4056-7624-A3D11035F59B}"/>
                </a:ext>
              </a:extLst>
            </p:cNvPr>
            <p:cNvSpPr/>
            <p:nvPr/>
          </p:nvSpPr>
          <p:spPr>
            <a:xfrm>
              <a:off x="13947617" y="11495116"/>
              <a:ext cx="60242" cy="116498"/>
            </a:xfrm>
            <a:custGeom>
              <a:avLst/>
              <a:gdLst>
                <a:gd name="connsiteX0" fmla="*/ 0 w 60242"/>
                <a:gd name="connsiteY0" fmla="*/ 116499 h 116498"/>
                <a:gd name="connsiteX1" fmla="*/ 60243 w 60242"/>
                <a:gd name="connsiteY1" fmla="*/ 60270 h 116498"/>
                <a:gd name="connsiteX2" fmla="*/ 4032 w 60242"/>
                <a:gd name="connsiteY2" fmla="*/ 0 h 116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242" h="116498">
                  <a:moveTo>
                    <a:pt x="0" y="116499"/>
                  </a:moveTo>
                  <a:lnTo>
                    <a:pt x="60243" y="60270"/>
                  </a:lnTo>
                  <a:lnTo>
                    <a:pt x="4032" y="0"/>
                  </a:lnTo>
                </a:path>
              </a:pathLst>
            </a:custGeom>
            <a:noFill/>
            <a:ln w="12234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82" name="Группа 181">
            <a:extLst>
              <a:ext uri="{FF2B5EF4-FFF2-40B4-BE49-F238E27FC236}">
                <a16:creationId xmlns:a16="http://schemas.microsoft.com/office/drawing/2014/main" id="{B71937E7-EE87-3CE0-7009-2D3D70828EDA}"/>
              </a:ext>
            </a:extLst>
          </p:cNvPr>
          <p:cNvGrpSpPr/>
          <p:nvPr userDrawn="1"/>
        </p:nvGrpSpPr>
        <p:grpSpPr>
          <a:xfrm>
            <a:off x="18591372" y="9397554"/>
            <a:ext cx="4557967" cy="1934881"/>
            <a:chOff x="18591372" y="9397554"/>
            <a:chExt cx="4557967" cy="1934881"/>
          </a:xfrm>
        </p:grpSpPr>
        <p:sp>
          <p:nvSpPr>
            <p:cNvPr id="183" name="Полилиния 182">
              <a:extLst>
                <a:ext uri="{FF2B5EF4-FFF2-40B4-BE49-F238E27FC236}">
                  <a16:creationId xmlns:a16="http://schemas.microsoft.com/office/drawing/2014/main" id="{F5246B12-4512-78EE-93EB-E57EE088C258}"/>
                </a:ext>
              </a:extLst>
            </p:cNvPr>
            <p:cNvSpPr/>
            <p:nvPr/>
          </p:nvSpPr>
          <p:spPr>
            <a:xfrm>
              <a:off x="18651637" y="9415837"/>
              <a:ext cx="4449090" cy="1859263"/>
            </a:xfrm>
            <a:custGeom>
              <a:avLst/>
              <a:gdLst>
                <a:gd name="connsiteX0" fmla="*/ 0 w 4449090"/>
                <a:gd name="connsiteY0" fmla="*/ 0 h 1859263"/>
                <a:gd name="connsiteX1" fmla="*/ 0 w 4449090"/>
                <a:gd name="connsiteY1" fmla="*/ 929632 h 1859263"/>
                <a:gd name="connsiteX2" fmla="*/ 4449091 w 4449090"/>
                <a:gd name="connsiteY2" fmla="*/ 1859264 h 1859263"/>
                <a:gd name="connsiteX3" fmla="*/ 4449091 w 4449090"/>
                <a:gd name="connsiteY3" fmla="*/ 0 h 1859263"/>
                <a:gd name="connsiteX4" fmla="*/ 3892952 w 4449090"/>
                <a:gd name="connsiteY4" fmla="*/ 0 h 1859263"/>
                <a:gd name="connsiteX5" fmla="*/ 3892952 w 4449090"/>
                <a:gd name="connsiteY5" fmla="*/ 293455 h 1859263"/>
                <a:gd name="connsiteX6" fmla="*/ 0 w 4449090"/>
                <a:gd name="connsiteY6" fmla="*/ 1011028 h 1859263"/>
                <a:gd name="connsiteX7" fmla="*/ 0 w 4449090"/>
                <a:gd name="connsiteY7" fmla="*/ 1859264 h 1859263"/>
                <a:gd name="connsiteX8" fmla="*/ 556137 w 4449090"/>
                <a:gd name="connsiteY8" fmla="*/ 1859264 h 1859263"/>
                <a:gd name="connsiteX9" fmla="*/ 556137 w 4449090"/>
                <a:gd name="connsiteY9" fmla="*/ 1522970 h 1859263"/>
                <a:gd name="connsiteX10" fmla="*/ 556137 w 4449090"/>
                <a:gd name="connsiteY10" fmla="*/ 424118 h 1859263"/>
                <a:gd name="connsiteX11" fmla="*/ 556137 w 4449090"/>
                <a:gd name="connsiteY11" fmla="*/ 0 h 1859263"/>
                <a:gd name="connsiteX12" fmla="*/ 1112274 w 4449090"/>
                <a:gd name="connsiteY12" fmla="*/ 0 h 1859263"/>
                <a:gd name="connsiteX13" fmla="*/ 1112274 w 4449090"/>
                <a:gd name="connsiteY13" fmla="*/ 1043158 h 1859263"/>
                <a:gd name="connsiteX14" fmla="*/ 1112274 w 4449090"/>
                <a:gd name="connsiteY14" fmla="*/ 1092424 h 1859263"/>
                <a:gd name="connsiteX15" fmla="*/ 1112274 w 4449090"/>
                <a:gd name="connsiteY15" fmla="*/ 1859264 h 1859263"/>
                <a:gd name="connsiteX16" fmla="*/ 1266248 w 4449090"/>
                <a:gd name="connsiteY16" fmla="*/ 1859264 h 1859263"/>
                <a:gd name="connsiteX17" fmla="*/ 1668406 w 4449090"/>
                <a:gd name="connsiteY17" fmla="*/ 304165 h 1859263"/>
                <a:gd name="connsiteX18" fmla="*/ 1668406 w 4449090"/>
                <a:gd name="connsiteY18" fmla="*/ 0 h 1859263"/>
                <a:gd name="connsiteX19" fmla="*/ 2222425 w 4449090"/>
                <a:gd name="connsiteY19" fmla="*/ 0 h 1859263"/>
                <a:gd name="connsiteX20" fmla="*/ 2222425 w 4449090"/>
                <a:gd name="connsiteY20" fmla="*/ 218484 h 1859263"/>
                <a:gd name="connsiteX21" fmla="*/ 2222425 w 4449090"/>
                <a:gd name="connsiteY21" fmla="*/ 293455 h 1859263"/>
                <a:gd name="connsiteX22" fmla="*/ 2222425 w 4449090"/>
                <a:gd name="connsiteY22" fmla="*/ 1859264 h 1859263"/>
                <a:gd name="connsiteX23" fmla="*/ 2780685 w 4449090"/>
                <a:gd name="connsiteY23" fmla="*/ 1859264 h 1859263"/>
                <a:gd name="connsiteX24" fmla="*/ 2780685 w 4449090"/>
                <a:gd name="connsiteY24" fmla="*/ 1559377 h 1859263"/>
                <a:gd name="connsiteX25" fmla="*/ 2780685 w 4449090"/>
                <a:gd name="connsiteY25" fmla="*/ 1531538 h 1859263"/>
                <a:gd name="connsiteX26" fmla="*/ 2780685 w 4449090"/>
                <a:gd name="connsiteY26" fmla="*/ 0 h 1859263"/>
                <a:gd name="connsiteX27" fmla="*/ 3336824 w 4449090"/>
                <a:gd name="connsiteY27" fmla="*/ 0 h 1859263"/>
                <a:gd name="connsiteX28" fmla="*/ 3336824 w 4449090"/>
                <a:gd name="connsiteY28" fmla="*/ 141372 h 1859263"/>
                <a:gd name="connsiteX29" fmla="*/ 3336824 w 4449090"/>
                <a:gd name="connsiteY29" fmla="*/ 1317337 h 1859263"/>
                <a:gd name="connsiteX30" fmla="*/ 3336824 w 4449090"/>
                <a:gd name="connsiteY30" fmla="*/ 1859264 h 1859263"/>
                <a:gd name="connsiteX31" fmla="*/ 3892952 w 4449090"/>
                <a:gd name="connsiteY31" fmla="*/ 1859264 h 1859263"/>
                <a:gd name="connsiteX32" fmla="*/ 3892952 w 4449090"/>
                <a:gd name="connsiteY32" fmla="*/ 364141 h 185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449090" h="1859263">
                  <a:moveTo>
                    <a:pt x="0" y="0"/>
                  </a:moveTo>
                  <a:lnTo>
                    <a:pt x="0" y="929632"/>
                  </a:lnTo>
                  <a:moveTo>
                    <a:pt x="4449091" y="1859264"/>
                  </a:moveTo>
                  <a:lnTo>
                    <a:pt x="4449091" y="0"/>
                  </a:lnTo>
                  <a:lnTo>
                    <a:pt x="3892952" y="0"/>
                  </a:lnTo>
                  <a:lnTo>
                    <a:pt x="3892952" y="293455"/>
                  </a:lnTo>
                  <a:moveTo>
                    <a:pt x="0" y="1011028"/>
                  </a:moveTo>
                  <a:lnTo>
                    <a:pt x="0" y="1859264"/>
                  </a:lnTo>
                  <a:lnTo>
                    <a:pt x="556137" y="1859264"/>
                  </a:lnTo>
                  <a:lnTo>
                    <a:pt x="556137" y="1522970"/>
                  </a:lnTo>
                  <a:moveTo>
                    <a:pt x="556137" y="424118"/>
                  </a:moveTo>
                  <a:lnTo>
                    <a:pt x="556137" y="0"/>
                  </a:lnTo>
                  <a:lnTo>
                    <a:pt x="1112274" y="0"/>
                  </a:lnTo>
                  <a:lnTo>
                    <a:pt x="1112274" y="1043158"/>
                  </a:lnTo>
                  <a:moveTo>
                    <a:pt x="1112274" y="1092424"/>
                  </a:moveTo>
                  <a:lnTo>
                    <a:pt x="1112274" y="1859264"/>
                  </a:lnTo>
                  <a:lnTo>
                    <a:pt x="1266248" y="1859264"/>
                  </a:lnTo>
                  <a:moveTo>
                    <a:pt x="1668406" y="304165"/>
                  </a:moveTo>
                  <a:lnTo>
                    <a:pt x="1668406" y="0"/>
                  </a:lnTo>
                  <a:lnTo>
                    <a:pt x="2222425" y="0"/>
                  </a:lnTo>
                  <a:lnTo>
                    <a:pt x="2222425" y="218484"/>
                  </a:lnTo>
                  <a:moveTo>
                    <a:pt x="2222425" y="293455"/>
                  </a:moveTo>
                  <a:lnTo>
                    <a:pt x="2222425" y="1859264"/>
                  </a:lnTo>
                  <a:lnTo>
                    <a:pt x="2780685" y="1859264"/>
                  </a:lnTo>
                  <a:lnTo>
                    <a:pt x="2780685" y="1559377"/>
                  </a:lnTo>
                  <a:moveTo>
                    <a:pt x="2780685" y="1531538"/>
                  </a:moveTo>
                  <a:lnTo>
                    <a:pt x="2780685" y="0"/>
                  </a:lnTo>
                  <a:lnTo>
                    <a:pt x="3336824" y="0"/>
                  </a:lnTo>
                  <a:lnTo>
                    <a:pt x="3336824" y="141372"/>
                  </a:lnTo>
                  <a:moveTo>
                    <a:pt x="3336824" y="1317337"/>
                  </a:moveTo>
                  <a:lnTo>
                    <a:pt x="3336824" y="1859264"/>
                  </a:lnTo>
                  <a:lnTo>
                    <a:pt x="3892952" y="1859264"/>
                  </a:lnTo>
                  <a:lnTo>
                    <a:pt x="3892952" y="364141"/>
                  </a:lnTo>
                </a:path>
              </a:pathLst>
            </a:custGeom>
            <a:noFill/>
            <a:ln w="1224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4" name="Полилиния 183">
              <a:extLst>
                <a:ext uri="{FF2B5EF4-FFF2-40B4-BE49-F238E27FC236}">
                  <a16:creationId xmlns:a16="http://schemas.microsoft.com/office/drawing/2014/main" id="{43A70E0B-D08E-F043-AB6E-517BBEB12661}"/>
                </a:ext>
              </a:extLst>
            </p:cNvPr>
            <p:cNvSpPr/>
            <p:nvPr/>
          </p:nvSpPr>
          <p:spPr>
            <a:xfrm>
              <a:off x="19980343" y="9807823"/>
              <a:ext cx="339712" cy="1467277"/>
            </a:xfrm>
            <a:custGeom>
              <a:avLst/>
              <a:gdLst>
                <a:gd name="connsiteX0" fmla="*/ 0 w 339712"/>
                <a:gd name="connsiteY0" fmla="*/ 1467278 h 1467277"/>
                <a:gd name="connsiteX1" fmla="*/ 339713 w 339712"/>
                <a:gd name="connsiteY1" fmla="*/ 1467278 h 1467277"/>
                <a:gd name="connsiteX2" fmla="*/ 339713 w 339712"/>
                <a:gd name="connsiteY2" fmla="*/ 0 h 146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9712" h="1467277">
                  <a:moveTo>
                    <a:pt x="0" y="1467278"/>
                  </a:moveTo>
                  <a:lnTo>
                    <a:pt x="339713" y="1467278"/>
                  </a:lnTo>
                  <a:lnTo>
                    <a:pt x="339713" y="0"/>
                  </a:lnTo>
                </a:path>
              </a:pathLst>
            </a:custGeom>
            <a:noFill/>
            <a:ln w="12243" cap="flat">
              <a:solidFill>
                <a:srgbClr val="2CB9FF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5" name="Полилиния 184">
              <a:extLst>
                <a:ext uri="{FF2B5EF4-FFF2-40B4-BE49-F238E27FC236}">
                  <a16:creationId xmlns:a16="http://schemas.microsoft.com/office/drawing/2014/main" id="{D0B1A178-8739-9ACA-C92B-661E9989C795}"/>
                </a:ext>
              </a:extLst>
            </p:cNvPr>
            <p:cNvSpPr/>
            <p:nvPr/>
          </p:nvSpPr>
          <p:spPr>
            <a:xfrm>
              <a:off x="19207845" y="9910640"/>
              <a:ext cx="12253" cy="893214"/>
            </a:xfrm>
            <a:custGeom>
              <a:avLst/>
              <a:gdLst>
                <a:gd name="connsiteX0" fmla="*/ 0 w 12253"/>
                <a:gd name="connsiteY0" fmla="*/ 0 h 893214"/>
                <a:gd name="connsiteX1" fmla="*/ 0 w 12253"/>
                <a:gd name="connsiteY1" fmla="*/ 893215 h 893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53" h="893214">
                  <a:moveTo>
                    <a:pt x="0" y="0"/>
                  </a:moveTo>
                  <a:lnTo>
                    <a:pt x="0" y="893215"/>
                  </a:lnTo>
                </a:path>
              </a:pathLst>
            </a:custGeom>
            <a:noFill/>
            <a:ln w="12243" cap="flat">
              <a:solidFill>
                <a:srgbClr val="2CB9FF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6" name="Полилиния 185">
              <a:extLst>
                <a:ext uri="{FF2B5EF4-FFF2-40B4-BE49-F238E27FC236}">
                  <a16:creationId xmlns:a16="http://schemas.microsoft.com/office/drawing/2014/main" id="{60A46592-E4C4-8A6D-3475-A599D64826AB}"/>
                </a:ext>
              </a:extLst>
            </p:cNvPr>
            <p:cNvSpPr/>
            <p:nvPr/>
          </p:nvSpPr>
          <p:spPr>
            <a:xfrm rot="10800000" flipV="1">
              <a:off x="18603116" y="9397554"/>
              <a:ext cx="101366" cy="100825"/>
            </a:xfrm>
            <a:custGeom>
              <a:avLst/>
              <a:gdLst>
                <a:gd name="connsiteX0" fmla="*/ 101369 w 101366"/>
                <a:gd name="connsiteY0" fmla="*/ 50416 h 100825"/>
                <a:gd name="connsiteX1" fmla="*/ 50686 w 101366"/>
                <a:gd name="connsiteY1" fmla="*/ 100829 h 100825"/>
                <a:gd name="connsiteX2" fmla="*/ 3 w 101366"/>
                <a:gd name="connsiteY2" fmla="*/ 50416 h 100825"/>
                <a:gd name="connsiteX3" fmla="*/ 50686 w 101366"/>
                <a:gd name="connsiteY3" fmla="*/ 3 h 100825"/>
                <a:gd name="connsiteX4" fmla="*/ 101369 w 101366"/>
                <a:gd name="connsiteY4" fmla="*/ 50416 h 10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366" h="100825">
                  <a:moveTo>
                    <a:pt x="101369" y="50416"/>
                  </a:moveTo>
                  <a:cubicBezTo>
                    <a:pt x="101369" y="78258"/>
                    <a:pt x="78678" y="100829"/>
                    <a:pt x="50686" y="100829"/>
                  </a:cubicBezTo>
                  <a:cubicBezTo>
                    <a:pt x="22695" y="100829"/>
                    <a:pt x="3" y="78258"/>
                    <a:pt x="3" y="50416"/>
                  </a:cubicBezTo>
                  <a:cubicBezTo>
                    <a:pt x="3" y="22574"/>
                    <a:pt x="22695" y="3"/>
                    <a:pt x="50686" y="3"/>
                  </a:cubicBezTo>
                  <a:cubicBezTo>
                    <a:pt x="78678" y="3"/>
                    <a:pt x="101369" y="22574"/>
                    <a:pt x="101369" y="50416"/>
                  </a:cubicBezTo>
                  <a:close/>
                </a:path>
              </a:pathLst>
            </a:custGeom>
            <a:solidFill>
              <a:srgbClr val="2CB9FF"/>
            </a:solidFill>
            <a:ln w="3672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7" name="Полилиния 186">
              <a:extLst>
                <a:ext uri="{FF2B5EF4-FFF2-40B4-BE49-F238E27FC236}">
                  <a16:creationId xmlns:a16="http://schemas.microsoft.com/office/drawing/2014/main" id="{7160C3D9-CB85-C907-B2EE-64D93734C46E}"/>
                </a:ext>
              </a:extLst>
            </p:cNvPr>
            <p:cNvSpPr/>
            <p:nvPr/>
          </p:nvSpPr>
          <p:spPr>
            <a:xfrm rot="10800000" flipV="1">
              <a:off x="23047973" y="11222544"/>
              <a:ext cx="101366" cy="100825"/>
            </a:xfrm>
            <a:custGeom>
              <a:avLst/>
              <a:gdLst>
                <a:gd name="connsiteX0" fmla="*/ 101732 w 101366"/>
                <a:gd name="connsiteY0" fmla="*/ 50566 h 100825"/>
                <a:gd name="connsiteX1" fmla="*/ 51049 w 101366"/>
                <a:gd name="connsiteY1" fmla="*/ 100979 h 100825"/>
                <a:gd name="connsiteX2" fmla="*/ 366 w 101366"/>
                <a:gd name="connsiteY2" fmla="*/ 50566 h 100825"/>
                <a:gd name="connsiteX3" fmla="*/ 51049 w 101366"/>
                <a:gd name="connsiteY3" fmla="*/ 153 h 100825"/>
                <a:gd name="connsiteX4" fmla="*/ 101732 w 101366"/>
                <a:gd name="connsiteY4" fmla="*/ 50566 h 10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366" h="100825">
                  <a:moveTo>
                    <a:pt x="101732" y="50566"/>
                  </a:moveTo>
                  <a:cubicBezTo>
                    <a:pt x="101732" y="78408"/>
                    <a:pt x="79041" y="100979"/>
                    <a:pt x="51049" y="100979"/>
                  </a:cubicBezTo>
                  <a:cubicBezTo>
                    <a:pt x="23058" y="100979"/>
                    <a:pt x="366" y="78408"/>
                    <a:pt x="366" y="50566"/>
                  </a:cubicBezTo>
                  <a:cubicBezTo>
                    <a:pt x="366" y="22723"/>
                    <a:pt x="23058" y="153"/>
                    <a:pt x="51049" y="153"/>
                  </a:cubicBezTo>
                  <a:cubicBezTo>
                    <a:pt x="79041" y="153"/>
                    <a:pt x="101732" y="22723"/>
                    <a:pt x="101732" y="50566"/>
                  </a:cubicBezTo>
                  <a:close/>
                </a:path>
              </a:pathLst>
            </a:custGeom>
            <a:solidFill>
              <a:srgbClr val="2CB9FF"/>
            </a:solidFill>
            <a:ln w="3672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8" name="Полилиния 187">
              <a:extLst>
                <a:ext uri="{FF2B5EF4-FFF2-40B4-BE49-F238E27FC236}">
                  <a16:creationId xmlns:a16="http://schemas.microsoft.com/office/drawing/2014/main" id="{74DDE348-830B-7444-58E6-90F8DF0DDE2C}"/>
                </a:ext>
              </a:extLst>
            </p:cNvPr>
            <p:cNvSpPr/>
            <p:nvPr/>
          </p:nvSpPr>
          <p:spPr>
            <a:xfrm>
              <a:off x="18595705" y="10345474"/>
              <a:ext cx="107674" cy="89964"/>
            </a:xfrm>
            <a:custGeom>
              <a:avLst/>
              <a:gdLst>
                <a:gd name="connsiteX0" fmla="*/ 0 w 107674"/>
                <a:gd name="connsiteY0" fmla="*/ 0 h 89964"/>
                <a:gd name="connsiteX1" fmla="*/ 107674 w 107674"/>
                <a:gd name="connsiteY1" fmla="*/ 0 h 89964"/>
                <a:gd name="connsiteX2" fmla="*/ 107674 w 107674"/>
                <a:gd name="connsiteY2" fmla="*/ 89964 h 89964"/>
                <a:gd name="connsiteX3" fmla="*/ 0 w 107674"/>
                <a:gd name="connsiteY3" fmla="*/ 89964 h 8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674" h="89964">
                  <a:moveTo>
                    <a:pt x="0" y="0"/>
                  </a:moveTo>
                  <a:lnTo>
                    <a:pt x="107674" y="0"/>
                  </a:lnTo>
                  <a:lnTo>
                    <a:pt x="107674" y="89964"/>
                  </a:lnTo>
                  <a:lnTo>
                    <a:pt x="0" y="89964"/>
                  </a:lnTo>
                  <a:close/>
                </a:path>
              </a:pathLst>
            </a:custGeom>
            <a:solidFill>
              <a:srgbClr val="141414"/>
            </a:solidFill>
            <a:ln w="122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9" name="Полилиния 188">
              <a:extLst>
                <a:ext uri="{FF2B5EF4-FFF2-40B4-BE49-F238E27FC236}">
                  <a16:creationId xmlns:a16="http://schemas.microsoft.com/office/drawing/2014/main" id="{4ECEC0E4-4949-4A09-DF9B-E38653632CFB}"/>
                </a:ext>
              </a:extLst>
            </p:cNvPr>
            <p:cNvSpPr/>
            <p:nvPr/>
          </p:nvSpPr>
          <p:spPr>
            <a:xfrm>
              <a:off x="19711210" y="10461143"/>
              <a:ext cx="107674" cy="89964"/>
            </a:xfrm>
            <a:custGeom>
              <a:avLst/>
              <a:gdLst>
                <a:gd name="connsiteX0" fmla="*/ 0 w 107674"/>
                <a:gd name="connsiteY0" fmla="*/ 0 h 89964"/>
                <a:gd name="connsiteX1" fmla="*/ 107674 w 107674"/>
                <a:gd name="connsiteY1" fmla="*/ 0 h 89964"/>
                <a:gd name="connsiteX2" fmla="*/ 107674 w 107674"/>
                <a:gd name="connsiteY2" fmla="*/ 89964 h 89964"/>
                <a:gd name="connsiteX3" fmla="*/ 0 w 107674"/>
                <a:gd name="connsiteY3" fmla="*/ 89964 h 8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674" h="89964">
                  <a:moveTo>
                    <a:pt x="0" y="0"/>
                  </a:moveTo>
                  <a:lnTo>
                    <a:pt x="107674" y="0"/>
                  </a:lnTo>
                  <a:lnTo>
                    <a:pt x="107674" y="89964"/>
                  </a:lnTo>
                  <a:lnTo>
                    <a:pt x="0" y="89964"/>
                  </a:lnTo>
                  <a:close/>
                </a:path>
              </a:pathLst>
            </a:custGeom>
            <a:solidFill>
              <a:srgbClr val="141414"/>
            </a:solidFill>
            <a:ln w="122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0" name="Полилиния 189">
              <a:extLst>
                <a:ext uri="{FF2B5EF4-FFF2-40B4-BE49-F238E27FC236}">
                  <a16:creationId xmlns:a16="http://schemas.microsoft.com/office/drawing/2014/main" id="{E378A785-6D15-8381-BFCB-451B733CCE2D}"/>
                </a:ext>
              </a:extLst>
            </p:cNvPr>
            <p:cNvSpPr/>
            <p:nvPr/>
          </p:nvSpPr>
          <p:spPr>
            <a:xfrm>
              <a:off x="20818050" y="9638595"/>
              <a:ext cx="107674" cy="89964"/>
            </a:xfrm>
            <a:custGeom>
              <a:avLst/>
              <a:gdLst>
                <a:gd name="connsiteX0" fmla="*/ 0 w 107674"/>
                <a:gd name="connsiteY0" fmla="*/ 0 h 89964"/>
                <a:gd name="connsiteX1" fmla="*/ 107674 w 107674"/>
                <a:gd name="connsiteY1" fmla="*/ 0 h 89964"/>
                <a:gd name="connsiteX2" fmla="*/ 107674 w 107674"/>
                <a:gd name="connsiteY2" fmla="*/ 89964 h 89964"/>
                <a:gd name="connsiteX3" fmla="*/ 0 w 107674"/>
                <a:gd name="connsiteY3" fmla="*/ 89964 h 8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674" h="89964">
                  <a:moveTo>
                    <a:pt x="0" y="0"/>
                  </a:moveTo>
                  <a:lnTo>
                    <a:pt x="107674" y="0"/>
                  </a:lnTo>
                  <a:lnTo>
                    <a:pt x="107674" y="89964"/>
                  </a:lnTo>
                  <a:lnTo>
                    <a:pt x="0" y="89964"/>
                  </a:lnTo>
                  <a:close/>
                </a:path>
              </a:pathLst>
            </a:custGeom>
            <a:solidFill>
              <a:srgbClr val="141414"/>
            </a:solidFill>
            <a:ln w="122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1" name="Полилиния 190">
              <a:extLst>
                <a:ext uri="{FF2B5EF4-FFF2-40B4-BE49-F238E27FC236}">
                  <a16:creationId xmlns:a16="http://schemas.microsoft.com/office/drawing/2014/main" id="{DA44DB3A-CDEA-14C6-78A0-9DA2C910D0A3}"/>
                </a:ext>
              </a:extLst>
            </p:cNvPr>
            <p:cNvSpPr/>
            <p:nvPr/>
          </p:nvSpPr>
          <p:spPr>
            <a:xfrm rot="10800000">
              <a:off x="21379594" y="10885262"/>
              <a:ext cx="107674" cy="89964"/>
            </a:xfrm>
            <a:custGeom>
              <a:avLst/>
              <a:gdLst>
                <a:gd name="connsiteX0" fmla="*/ -9 w 107674"/>
                <a:gd name="connsiteY0" fmla="*/ -7 h 89964"/>
                <a:gd name="connsiteX1" fmla="*/ 107665 w 107674"/>
                <a:gd name="connsiteY1" fmla="*/ -7 h 89964"/>
                <a:gd name="connsiteX2" fmla="*/ 107665 w 107674"/>
                <a:gd name="connsiteY2" fmla="*/ 89957 h 89964"/>
                <a:gd name="connsiteX3" fmla="*/ -9 w 107674"/>
                <a:gd name="connsiteY3" fmla="*/ 89957 h 8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674" h="89964">
                  <a:moveTo>
                    <a:pt x="-9" y="-7"/>
                  </a:moveTo>
                  <a:lnTo>
                    <a:pt x="107665" y="-7"/>
                  </a:lnTo>
                  <a:lnTo>
                    <a:pt x="107665" y="89957"/>
                  </a:lnTo>
                  <a:lnTo>
                    <a:pt x="-9" y="89957"/>
                  </a:lnTo>
                  <a:close/>
                </a:path>
              </a:pathLst>
            </a:custGeom>
            <a:solidFill>
              <a:srgbClr val="141414"/>
            </a:solidFill>
            <a:ln w="122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2" name="Полилиния 191">
              <a:extLst>
                <a:ext uri="{FF2B5EF4-FFF2-40B4-BE49-F238E27FC236}">
                  <a16:creationId xmlns:a16="http://schemas.microsoft.com/office/drawing/2014/main" id="{08F3E52E-F33F-9CEB-49A1-42E342E04149}"/>
                </a:ext>
              </a:extLst>
            </p:cNvPr>
            <p:cNvSpPr/>
            <p:nvPr/>
          </p:nvSpPr>
          <p:spPr>
            <a:xfrm rot="10800000">
              <a:off x="22490819" y="9685725"/>
              <a:ext cx="107674" cy="89964"/>
            </a:xfrm>
            <a:custGeom>
              <a:avLst/>
              <a:gdLst>
                <a:gd name="connsiteX0" fmla="*/ -9 w 107674"/>
                <a:gd name="connsiteY0" fmla="*/ -7 h 89964"/>
                <a:gd name="connsiteX1" fmla="*/ 107665 w 107674"/>
                <a:gd name="connsiteY1" fmla="*/ -7 h 89964"/>
                <a:gd name="connsiteX2" fmla="*/ 107665 w 107674"/>
                <a:gd name="connsiteY2" fmla="*/ 89957 h 89964"/>
                <a:gd name="connsiteX3" fmla="*/ -9 w 107674"/>
                <a:gd name="connsiteY3" fmla="*/ 89957 h 8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674" h="89964">
                  <a:moveTo>
                    <a:pt x="-9" y="-7"/>
                  </a:moveTo>
                  <a:lnTo>
                    <a:pt x="107665" y="-7"/>
                  </a:lnTo>
                  <a:lnTo>
                    <a:pt x="107665" y="89957"/>
                  </a:lnTo>
                  <a:lnTo>
                    <a:pt x="-9" y="89957"/>
                  </a:lnTo>
                  <a:close/>
                </a:path>
              </a:pathLst>
            </a:custGeom>
            <a:solidFill>
              <a:srgbClr val="141414"/>
            </a:solidFill>
            <a:ln w="122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3" name="Полилиния 192">
              <a:extLst>
                <a:ext uri="{FF2B5EF4-FFF2-40B4-BE49-F238E27FC236}">
                  <a16:creationId xmlns:a16="http://schemas.microsoft.com/office/drawing/2014/main" id="{4634BBDE-F5E8-71BC-2C71-4D4702254336}"/>
                </a:ext>
              </a:extLst>
            </p:cNvPr>
            <p:cNvSpPr/>
            <p:nvPr/>
          </p:nvSpPr>
          <p:spPr>
            <a:xfrm rot="16200000">
              <a:off x="19913597" y="11229625"/>
              <a:ext cx="107674" cy="89964"/>
            </a:xfrm>
            <a:custGeom>
              <a:avLst/>
              <a:gdLst>
                <a:gd name="connsiteX0" fmla="*/ -1 w 107674"/>
                <a:gd name="connsiteY0" fmla="*/ -8 h 89964"/>
                <a:gd name="connsiteX1" fmla="*/ 107673 w 107674"/>
                <a:gd name="connsiteY1" fmla="*/ -8 h 89964"/>
                <a:gd name="connsiteX2" fmla="*/ 107673 w 107674"/>
                <a:gd name="connsiteY2" fmla="*/ 89956 h 89964"/>
                <a:gd name="connsiteX3" fmla="*/ -1 w 107674"/>
                <a:gd name="connsiteY3" fmla="*/ 89956 h 8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674" h="89964">
                  <a:moveTo>
                    <a:pt x="-1" y="-8"/>
                  </a:moveTo>
                  <a:lnTo>
                    <a:pt x="107673" y="-8"/>
                  </a:lnTo>
                  <a:lnTo>
                    <a:pt x="107673" y="89956"/>
                  </a:lnTo>
                  <a:lnTo>
                    <a:pt x="-1" y="89956"/>
                  </a:lnTo>
                  <a:close/>
                </a:path>
              </a:pathLst>
            </a:custGeom>
            <a:solidFill>
              <a:srgbClr val="141414"/>
            </a:solidFill>
            <a:ln w="122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4" name="Полилиния 193">
              <a:extLst>
                <a:ext uri="{FF2B5EF4-FFF2-40B4-BE49-F238E27FC236}">
                  <a16:creationId xmlns:a16="http://schemas.microsoft.com/office/drawing/2014/main" id="{E76CABF8-9E43-059A-25BE-FAA378D0C8AB}"/>
                </a:ext>
              </a:extLst>
            </p:cNvPr>
            <p:cNvSpPr/>
            <p:nvPr/>
          </p:nvSpPr>
          <p:spPr>
            <a:xfrm>
              <a:off x="19151244" y="9814256"/>
              <a:ext cx="107674" cy="89964"/>
            </a:xfrm>
            <a:custGeom>
              <a:avLst/>
              <a:gdLst>
                <a:gd name="connsiteX0" fmla="*/ 0 w 107674"/>
                <a:gd name="connsiteY0" fmla="*/ 0 h 89964"/>
                <a:gd name="connsiteX1" fmla="*/ 107674 w 107674"/>
                <a:gd name="connsiteY1" fmla="*/ 0 h 89964"/>
                <a:gd name="connsiteX2" fmla="*/ 107674 w 107674"/>
                <a:gd name="connsiteY2" fmla="*/ 89964 h 89964"/>
                <a:gd name="connsiteX3" fmla="*/ 0 w 107674"/>
                <a:gd name="connsiteY3" fmla="*/ 89964 h 8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674" h="89964">
                  <a:moveTo>
                    <a:pt x="0" y="0"/>
                  </a:moveTo>
                  <a:lnTo>
                    <a:pt x="107674" y="0"/>
                  </a:lnTo>
                  <a:lnTo>
                    <a:pt x="107674" y="89964"/>
                  </a:lnTo>
                  <a:lnTo>
                    <a:pt x="0" y="89964"/>
                  </a:lnTo>
                  <a:close/>
                </a:path>
              </a:pathLst>
            </a:custGeom>
            <a:solidFill>
              <a:srgbClr val="141414"/>
            </a:solidFill>
            <a:ln w="122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5" name="Полилиния 194">
              <a:extLst>
                <a:ext uri="{FF2B5EF4-FFF2-40B4-BE49-F238E27FC236}">
                  <a16:creationId xmlns:a16="http://schemas.microsoft.com/office/drawing/2014/main" id="{F3C96E9C-C2B6-8117-A7F7-F9133CEA02B4}"/>
                </a:ext>
              </a:extLst>
            </p:cNvPr>
            <p:cNvSpPr/>
            <p:nvPr/>
          </p:nvSpPr>
          <p:spPr>
            <a:xfrm>
              <a:off x="20266751" y="9711437"/>
              <a:ext cx="107674" cy="89964"/>
            </a:xfrm>
            <a:custGeom>
              <a:avLst/>
              <a:gdLst>
                <a:gd name="connsiteX0" fmla="*/ 0 w 107674"/>
                <a:gd name="connsiteY0" fmla="*/ 0 h 89964"/>
                <a:gd name="connsiteX1" fmla="*/ 107674 w 107674"/>
                <a:gd name="connsiteY1" fmla="*/ 0 h 89964"/>
                <a:gd name="connsiteX2" fmla="*/ 107674 w 107674"/>
                <a:gd name="connsiteY2" fmla="*/ 89964 h 89964"/>
                <a:gd name="connsiteX3" fmla="*/ 0 w 107674"/>
                <a:gd name="connsiteY3" fmla="*/ 89964 h 8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674" h="89964">
                  <a:moveTo>
                    <a:pt x="0" y="0"/>
                  </a:moveTo>
                  <a:lnTo>
                    <a:pt x="107674" y="0"/>
                  </a:lnTo>
                  <a:lnTo>
                    <a:pt x="107674" y="89964"/>
                  </a:lnTo>
                  <a:lnTo>
                    <a:pt x="0" y="89964"/>
                  </a:lnTo>
                  <a:close/>
                </a:path>
              </a:pathLst>
            </a:custGeom>
            <a:solidFill>
              <a:srgbClr val="141414"/>
            </a:solidFill>
            <a:ln w="122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6" name="Полилиния 195">
              <a:extLst>
                <a:ext uri="{FF2B5EF4-FFF2-40B4-BE49-F238E27FC236}">
                  <a16:creationId xmlns:a16="http://schemas.microsoft.com/office/drawing/2014/main" id="{29EF5999-38A9-7A6E-7313-4CB939980E24}"/>
                </a:ext>
              </a:extLst>
            </p:cNvPr>
            <p:cNvSpPr/>
            <p:nvPr/>
          </p:nvSpPr>
          <p:spPr>
            <a:xfrm rot="10800000">
              <a:off x="21935207" y="10668415"/>
              <a:ext cx="107674" cy="89964"/>
            </a:xfrm>
            <a:custGeom>
              <a:avLst/>
              <a:gdLst>
                <a:gd name="connsiteX0" fmla="*/ -9 w 107674"/>
                <a:gd name="connsiteY0" fmla="*/ -7 h 89964"/>
                <a:gd name="connsiteX1" fmla="*/ 107665 w 107674"/>
                <a:gd name="connsiteY1" fmla="*/ -7 h 89964"/>
                <a:gd name="connsiteX2" fmla="*/ 107665 w 107674"/>
                <a:gd name="connsiteY2" fmla="*/ 89957 h 89964"/>
                <a:gd name="connsiteX3" fmla="*/ -9 w 107674"/>
                <a:gd name="connsiteY3" fmla="*/ 89957 h 8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674" h="89964">
                  <a:moveTo>
                    <a:pt x="-9" y="-7"/>
                  </a:moveTo>
                  <a:lnTo>
                    <a:pt x="107665" y="-7"/>
                  </a:lnTo>
                  <a:lnTo>
                    <a:pt x="107665" y="89957"/>
                  </a:lnTo>
                  <a:lnTo>
                    <a:pt x="-9" y="89957"/>
                  </a:lnTo>
                  <a:close/>
                </a:path>
              </a:pathLst>
            </a:custGeom>
            <a:solidFill>
              <a:srgbClr val="141414"/>
            </a:solidFill>
            <a:ln w="122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7" name="Полилиния 196">
              <a:extLst>
                <a:ext uri="{FF2B5EF4-FFF2-40B4-BE49-F238E27FC236}">
                  <a16:creationId xmlns:a16="http://schemas.microsoft.com/office/drawing/2014/main" id="{740A4CBA-8419-7E02-A6F1-D78EA671E888}"/>
                </a:ext>
              </a:extLst>
            </p:cNvPr>
            <p:cNvSpPr/>
            <p:nvPr/>
          </p:nvSpPr>
          <p:spPr>
            <a:xfrm>
              <a:off x="18591372" y="10288459"/>
              <a:ext cx="117944" cy="58657"/>
            </a:xfrm>
            <a:custGeom>
              <a:avLst/>
              <a:gdLst>
                <a:gd name="connsiteX0" fmla="*/ 0 w 117944"/>
                <a:gd name="connsiteY0" fmla="*/ 0 h 58657"/>
                <a:gd name="connsiteX1" fmla="*/ 58973 w 117944"/>
                <a:gd name="connsiteY1" fmla="*/ 58657 h 58657"/>
                <a:gd name="connsiteX2" fmla="*/ 117945 w 117944"/>
                <a:gd name="connsiteY2" fmla="*/ 0 h 58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7944" h="58657">
                  <a:moveTo>
                    <a:pt x="0" y="0"/>
                  </a:moveTo>
                  <a:lnTo>
                    <a:pt x="58973" y="58657"/>
                  </a:lnTo>
                  <a:lnTo>
                    <a:pt x="117945" y="0"/>
                  </a:lnTo>
                </a:path>
              </a:pathLst>
            </a:custGeom>
            <a:noFill/>
            <a:ln w="1224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8" name="Полилиния 197">
              <a:extLst>
                <a:ext uri="{FF2B5EF4-FFF2-40B4-BE49-F238E27FC236}">
                  <a16:creationId xmlns:a16="http://schemas.microsoft.com/office/drawing/2014/main" id="{B24468B5-7626-E538-31BA-41D1C70476D4}"/>
                </a:ext>
              </a:extLst>
            </p:cNvPr>
            <p:cNvSpPr/>
            <p:nvPr/>
          </p:nvSpPr>
          <p:spPr>
            <a:xfrm>
              <a:off x="19706829" y="10404130"/>
              <a:ext cx="117939" cy="58658"/>
            </a:xfrm>
            <a:custGeom>
              <a:avLst/>
              <a:gdLst>
                <a:gd name="connsiteX0" fmla="*/ 0 w 117939"/>
                <a:gd name="connsiteY0" fmla="*/ 0 h 58658"/>
                <a:gd name="connsiteX1" fmla="*/ 58971 w 117939"/>
                <a:gd name="connsiteY1" fmla="*/ 58659 h 58658"/>
                <a:gd name="connsiteX2" fmla="*/ 117939 w 117939"/>
                <a:gd name="connsiteY2" fmla="*/ 0 h 58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7939" h="58658">
                  <a:moveTo>
                    <a:pt x="0" y="0"/>
                  </a:moveTo>
                  <a:lnTo>
                    <a:pt x="58971" y="58659"/>
                  </a:lnTo>
                  <a:lnTo>
                    <a:pt x="117939" y="0"/>
                  </a:lnTo>
                </a:path>
              </a:pathLst>
            </a:custGeom>
            <a:noFill/>
            <a:ln w="1224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9" name="Полилиния 198">
              <a:extLst>
                <a:ext uri="{FF2B5EF4-FFF2-40B4-BE49-F238E27FC236}">
                  <a16:creationId xmlns:a16="http://schemas.microsoft.com/office/drawing/2014/main" id="{38E08F9E-3742-CB18-8381-D6B39D6955C7}"/>
                </a:ext>
              </a:extLst>
            </p:cNvPr>
            <p:cNvSpPr/>
            <p:nvPr/>
          </p:nvSpPr>
          <p:spPr>
            <a:xfrm>
              <a:off x="20813713" y="9581591"/>
              <a:ext cx="117955" cy="58658"/>
            </a:xfrm>
            <a:custGeom>
              <a:avLst/>
              <a:gdLst>
                <a:gd name="connsiteX0" fmla="*/ 0 w 117955"/>
                <a:gd name="connsiteY0" fmla="*/ 0 h 58658"/>
                <a:gd name="connsiteX1" fmla="*/ 58978 w 117955"/>
                <a:gd name="connsiteY1" fmla="*/ 58659 h 58658"/>
                <a:gd name="connsiteX2" fmla="*/ 117955 w 117955"/>
                <a:gd name="connsiteY2" fmla="*/ 0 h 58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7955" h="58658">
                  <a:moveTo>
                    <a:pt x="0" y="0"/>
                  </a:moveTo>
                  <a:lnTo>
                    <a:pt x="58978" y="58659"/>
                  </a:lnTo>
                  <a:lnTo>
                    <a:pt x="117955" y="0"/>
                  </a:lnTo>
                </a:path>
              </a:pathLst>
            </a:custGeom>
            <a:noFill/>
            <a:ln w="1224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0" name="Полилиния 199">
              <a:extLst>
                <a:ext uri="{FF2B5EF4-FFF2-40B4-BE49-F238E27FC236}">
                  <a16:creationId xmlns:a16="http://schemas.microsoft.com/office/drawing/2014/main" id="{B7F7806B-1CCB-E28D-9AB0-D27011A99DB2}"/>
                </a:ext>
              </a:extLst>
            </p:cNvPr>
            <p:cNvSpPr/>
            <p:nvPr/>
          </p:nvSpPr>
          <p:spPr>
            <a:xfrm>
              <a:off x="21373663" y="10973568"/>
              <a:ext cx="117942" cy="58663"/>
            </a:xfrm>
            <a:custGeom>
              <a:avLst/>
              <a:gdLst>
                <a:gd name="connsiteX0" fmla="*/ 117943 w 117942"/>
                <a:gd name="connsiteY0" fmla="*/ 58663 h 58663"/>
                <a:gd name="connsiteX1" fmla="*/ 58966 w 117942"/>
                <a:gd name="connsiteY1" fmla="*/ 0 h 58663"/>
                <a:gd name="connsiteX2" fmla="*/ 0 w 117942"/>
                <a:gd name="connsiteY2" fmla="*/ 58663 h 58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7942" h="58663">
                  <a:moveTo>
                    <a:pt x="117943" y="58663"/>
                  </a:moveTo>
                  <a:lnTo>
                    <a:pt x="58966" y="0"/>
                  </a:lnTo>
                  <a:lnTo>
                    <a:pt x="0" y="58663"/>
                  </a:lnTo>
                </a:path>
              </a:pathLst>
            </a:custGeom>
            <a:noFill/>
            <a:ln w="1224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1" name="Полилиния 200">
              <a:extLst>
                <a:ext uri="{FF2B5EF4-FFF2-40B4-BE49-F238E27FC236}">
                  <a16:creationId xmlns:a16="http://schemas.microsoft.com/office/drawing/2014/main" id="{3786461B-D640-D299-8FFC-94CE7BD6A6DB}"/>
                </a:ext>
              </a:extLst>
            </p:cNvPr>
            <p:cNvSpPr/>
            <p:nvPr/>
          </p:nvSpPr>
          <p:spPr>
            <a:xfrm>
              <a:off x="22484876" y="9774044"/>
              <a:ext cx="117942" cy="58658"/>
            </a:xfrm>
            <a:custGeom>
              <a:avLst/>
              <a:gdLst>
                <a:gd name="connsiteX0" fmla="*/ 117943 w 117942"/>
                <a:gd name="connsiteY0" fmla="*/ 58659 h 58658"/>
                <a:gd name="connsiteX1" fmla="*/ 58978 w 117942"/>
                <a:gd name="connsiteY1" fmla="*/ 0 h 58658"/>
                <a:gd name="connsiteX2" fmla="*/ 0 w 117942"/>
                <a:gd name="connsiteY2" fmla="*/ 58659 h 58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7942" h="58658">
                  <a:moveTo>
                    <a:pt x="117943" y="58659"/>
                  </a:moveTo>
                  <a:lnTo>
                    <a:pt x="58978" y="0"/>
                  </a:lnTo>
                  <a:lnTo>
                    <a:pt x="0" y="58659"/>
                  </a:lnTo>
                </a:path>
              </a:pathLst>
            </a:custGeom>
            <a:noFill/>
            <a:ln w="1224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2" name="Полилиния 201">
              <a:extLst>
                <a:ext uri="{FF2B5EF4-FFF2-40B4-BE49-F238E27FC236}">
                  <a16:creationId xmlns:a16="http://schemas.microsoft.com/office/drawing/2014/main" id="{D317300A-6F3A-EE44-00F0-42C7E6A8B221}"/>
                </a:ext>
              </a:extLst>
            </p:cNvPr>
            <p:cNvSpPr/>
            <p:nvPr/>
          </p:nvSpPr>
          <p:spPr>
            <a:xfrm>
              <a:off x="19864912" y="11215121"/>
              <a:ext cx="58965" cy="117314"/>
            </a:xfrm>
            <a:custGeom>
              <a:avLst/>
              <a:gdLst>
                <a:gd name="connsiteX0" fmla="*/ 0 w 58965"/>
                <a:gd name="connsiteY0" fmla="*/ 117315 h 117314"/>
                <a:gd name="connsiteX1" fmla="*/ 58965 w 58965"/>
                <a:gd name="connsiteY1" fmla="*/ 58651 h 117314"/>
                <a:gd name="connsiteX2" fmla="*/ 0 w 58965"/>
                <a:gd name="connsiteY2" fmla="*/ 0 h 117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965" h="117314">
                  <a:moveTo>
                    <a:pt x="0" y="117315"/>
                  </a:moveTo>
                  <a:lnTo>
                    <a:pt x="58965" y="58651"/>
                  </a:lnTo>
                  <a:lnTo>
                    <a:pt x="0" y="0"/>
                  </a:lnTo>
                </a:path>
              </a:pathLst>
            </a:custGeom>
            <a:noFill/>
            <a:ln w="1224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3" name="Полилиния 202">
              <a:extLst>
                <a:ext uri="{FF2B5EF4-FFF2-40B4-BE49-F238E27FC236}">
                  <a16:creationId xmlns:a16="http://schemas.microsoft.com/office/drawing/2014/main" id="{95F9D8A1-7173-3A7D-A1F4-C6C91E15BAFF}"/>
                </a:ext>
              </a:extLst>
            </p:cNvPr>
            <p:cNvSpPr/>
            <p:nvPr/>
          </p:nvSpPr>
          <p:spPr>
            <a:xfrm>
              <a:off x="19146958" y="9904216"/>
              <a:ext cx="117945" cy="58658"/>
            </a:xfrm>
            <a:custGeom>
              <a:avLst/>
              <a:gdLst>
                <a:gd name="connsiteX0" fmla="*/ 117945 w 117945"/>
                <a:gd name="connsiteY0" fmla="*/ 58659 h 58658"/>
                <a:gd name="connsiteX1" fmla="*/ 58973 w 117945"/>
                <a:gd name="connsiteY1" fmla="*/ 0 h 58658"/>
                <a:gd name="connsiteX2" fmla="*/ 0 w 117945"/>
                <a:gd name="connsiteY2" fmla="*/ 58659 h 58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7945" h="58658">
                  <a:moveTo>
                    <a:pt x="117945" y="58659"/>
                  </a:moveTo>
                  <a:lnTo>
                    <a:pt x="58973" y="0"/>
                  </a:lnTo>
                  <a:lnTo>
                    <a:pt x="0" y="58659"/>
                  </a:lnTo>
                </a:path>
              </a:pathLst>
            </a:custGeom>
            <a:noFill/>
            <a:ln w="12243" cap="flat">
              <a:solidFill>
                <a:srgbClr val="2CB9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4" name="Полилиния 203">
              <a:extLst>
                <a:ext uri="{FF2B5EF4-FFF2-40B4-BE49-F238E27FC236}">
                  <a16:creationId xmlns:a16="http://schemas.microsoft.com/office/drawing/2014/main" id="{E6AE2B13-22A5-8CD3-5030-8097641EC2EC}"/>
                </a:ext>
              </a:extLst>
            </p:cNvPr>
            <p:cNvSpPr/>
            <p:nvPr/>
          </p:nvSpPr>
          <p:spPr>
            <a:xfrm>
              <a:off x="20262511" y="9801398"/>
              <a:ext cx="117942" cy="58657"/>
            </a:xfrm>
            <a:custGeom>
              <a:avLst/>
              <a:gdLst>
                <a:gd name="connsiteX0" fmla="*/ 117943 w 117942"/>
                <a:gd name="connsiteY0" fmla="*/ 58657 h 58657"/>
                <a:gd name="connsiteX1" fmla="*/ 58978 w 117942"/>
                <a:gd name="connsiteY1" fmla="*/ 0 h 58657"/>
                <a:gd name="connsiteX2" fmla="*/ 0 w 117942"/>
                <a:gd name="connsiteY2" fmla="*/ 58657 h 58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7942" h="58657">
                  <a:moveTo>
                    <a:pt x="117943" y="58657"/>
                  </a:moveTo>
                  <a:lnTo>
                    <a:pt x="58978" y="0"/>
                  </a:lnTo>
                  <a:lnTo>
                    <a:pt x="0" y="58657"/>
                  </a:lnTo>
                </a:path>
              </a:pathLst>
            </a:custGeom>
            <a:noFill/>
            <a:ln w="12243" cap="flat">
              <a:solidFill>
                <a:srgbClr val="2CB9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5" name="Полилиния 204">
              <a:extLst>
                <a:ext uri="{FF2B5EF4-FFF2-40B4-BE49-F238E27FC236}">
                  <a16:creationId xmlns:a16="http://schemas.microsoft.com/office/drawing/2014/main" id="{C39A6E0E-4BBE-0E1A-A2BE-29911449810C}"/>
                </a:ext>
              </a:extLst>
            </p:cNvPr>
            <p:cNvSpPr/>
            <p:nvPr/>
          </p:nvSpPr>
          <p:spPr>
            <a:xfrm>
              <a:off x="21929263" y="10609765"/>
              <a:ext cx="117954" cy="58663"/>
            </a:xfrm>
            <a:custGeom>
              <a:avLst/>
              <a:gdLst>
                <a:gd name="connsiteX0" fmla="*/ 0 w 117954"/>
                <a:gd name="connsiteY0" fmla="*/ 0 h 58663"/>
                <a:gd name="connsiteX1" fmla="*/ 58977 w 117954"/>
                <a:gd name="connsiteY1" fmla="*/ 58663 h 58663"/>
                <a:gd name="connsiteX2" fmla="*/ 117955 w 117954"/>
                <a:gd name="connsiteY2" fmla="*/ 0 h 58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7954" h="58663">
                  <a:moveTo>
                    <a:pt x="0" y="0"/>
                  </a:moveTo>
                  <a:lnTo>
                    <a:pt x="58977" y="58663"/>
                  </a:lnTo>
                  <a:lnTo>
                    <a:pt x="117955" y="0"/>
                  </a:lnTo>
                </a:path>
              </a:pathLst>
            </a:custGeom>
            <a:noFill/>
            <a:ln w="12243" cap="flat">
              <a:solidFill>
                <a:srgbClr val="2CB9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6" name="Полилиния 205">
              <a:extLst>
                <a:ext uri="{FF2B5EF4-FFF2-40B4-BE49-F238E27FC236}">
                  <a16:creationId xmlns:a16="http://schemas.microsoft.com/office/drawing/2014/main" id="{EC9D24D2-C68A-949E-FB41-49BE397503CB}"/>
                </a:ext>
              </a:extLst>
            </p:cNvPr>
            <p:cNvSpPr/>
            <p:nvPr/>
          </p:nvSpPr>
          <p:spPr>
            <a:xfrm>
              <a:off x="19146958" y="10928105"/>
              <a:ext cx="117945" cy="58651"/>
            </a:xfrm>
            <a:custGeom>
              <a:avLst/>
              <a:gdLst>
                <a:gd name="connsiteX0" fmla="*/ 117945 w 117945"/>
                <a:gd name="connsiteY0" fmla="*/ 58651 h 58651"/>
                <a:gd name="connsiteX1" fmla="*/ 58973 w 117945"/>
                <a:gd name="connsiteY1" fmla="*/ 0 h 58651"/>
                <a:gd name="connsiteX2" fmla="*/ 0 w 117945"/>
                <a:gd name="connsiteY2" fmla="*/ 58651 h 5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7945" h="58651">
                  <a:moveTo>
                    <a:pt x="117945" y="58651"/>
                  </a:moveTo>
                  <a:lnTo>
                    <a:pt x="58973" y="0"/>
                  </a:lnTo>
                  <a:lnTo>
                    <a:pt x="0" y="58651"/>
                  </a:lnTo>
                </a:path>
              </a:pathLst>
            </a:custGeom>
            <a:noFill/>
            <a:ln w="1224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7" name="Полилиния 206">
              <a:extLst>
                <a:ext uri="{FF2B5EF4-FFF2-40B4-BE49-F238E27FC236}">
                  <a16:creationId xmlns:a16="http://schemas.microsoft.com/office/drawing/2014/main" id="{85BB61FF-D40C-E99D-971F-FBD759B43DF1}"/>
                </a:ext>
              </a:extLst>
            </p:cNvPr>
            <p:cNvSpPr/>
            <p:nvPr/>
          </p:nvSpPr>
          <p:spPr>
            <a:xfrm>
              <a:off x="21989552" y="9642890"/>
              <a:ext cx="12253" cy="1023880"/>
            </a:xfrm>
            <a:custGeom>
              <a:avLst/>
              <a:gdLst>
                <a:gd name="connsiteX0" fmla="*/ 0 w 12253"/>
                <a:gd name="connsiteY0" fmla="*/ 0 h 1023880"/>
                <a:gd name="connsiteX1" fmla="*/ 0 w 12253"/>
                <a:gd name="connsiteY1" fmla="*/ 1023881 h 1023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53" h="1023880">
                  <a:moveTo>
                    <a:pt x="0" y="0"/>
                  </a:moveTo>
                  <a:lnTo>
                    <a:pt x="0" y="1023881"/>
                  </a:lnTo>
                </a:path>
              </a:pathLst>
            </a:custGeom>
            <a:noFill/>
            <a:ln w="12243" cap="flat">
              <a:solidFill>
                <a:srgbClr val="2CB9FF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08" name="Группа 207">
            <a:extLst>
              <a:ext uri="{FF2B5EF4-FFF2-40B4-BE49-F238E27FC236}">
                <a16:creationId xmlns:a16="http://schemas.microsoft.com/office/drawing/2014/main" id="{B68CCE80-094A-2B1D-2174-D65033C356E7}"/>
              </a:ext>
            </a:extLst>
          </p:cNvPr>
          <p:cNvGrpSpPr/>
          <p:nvPr userDrawn="1"/>
        </p:nvGrpSpPr>
        <p:grpSpPr>
          <a:xfrm>
            <a:off x="7189692" y="5228277"/>
            <a:ext cx="4242323" cy="1253462"/>
            <a:chOff x="7189692" y="5228277"/>
            <a:chExt cx="4242323" cy="1253462"/>
          </a:xfrm>
        </p:grpSpPr>
        <p:sp>
          <p:nvSpPr>
            <p:cNvPr id="209" name="Полилиния 208">
              <a:extLst>
                <a:ext uri="{FF2B5EF4-FFF2-40B4-BE49-F238E27FC236}">
                  <a16:creationId xmlns:a16="http://schemas.microsoft.com/office/drawing/2014/main" id="{4C5E4595-D8CE-0E3F-90AD-C032C6633692}"/>
                </a:ext>
              </a:extLst>
            </p:cNvPr>
            <p:cNvSpPr/>
            <p:nvPr/>
          </p:nvSpPr>
          <p:spPr>
            <a:xfrm>
              <a:off x="8129682" y="5280946"/>
              <a:ext cx="2362366" cy="1144165"/>
            </a:xfrm>
            <a:custGeom>
              <a:avLst/>
              <a:gdLst>
                <a:gd name="connsiteX0" fmla="*/ 2362366 w 2362366"/>
                <a:gd name="connsiteY0" fmla="*/ 1144166 h 1144165"/>
                <a:gd name="connsiteX1" fmla="*/ 1181178 w 2362366"/>
                <a:gd name="connsiteY1" fmla="*/ 0 h 1144165"/>
                <a:gd name="connsiteX2" fmla="*/ 0 w 2362366"/>
                <a:gd name="connsiteY2" fmla="*/ 1144166 h 1144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62366" h="1144165">
                  <a:moveTo>
                    <a:pt x="2362366" y="1144166"/>
                  </a:moveTo>
                  <a:cubicBezTo>
                    <a:pt x="2362366" y="512260"/>
                    <a:pt x="1833528" y="0"/>
                    <a:pt x="1181178" y="0"/>
                  </a:cubicBezTo>
                  <a:cubicBezTo>
                    <a:pt x="528839" y="0"/>
                    <a:pt x="0" y="512260"/>
                    <a:pt x="0" y="1144166"/>
                  </a:cubicBezTo>
                </a:path>
              </a:pathLst>
            </a:custGeom>
            <a:noFill/>
            <a:ln w="11528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0" name="Полилиния 209">
              <a:extLst>
                <a:ext uri="{FF2B5EF4-FFF2-40B4-BE49-F238E27FC236}">
                  <a16:creationId xmlns:a16="http://schemas.microsoft.com/office/drawing/2014/main" id="{898A17C5-83AD-A0C7-C694-A7ECF9D9475D}"/>
                </a:ext>
              </a:extLst>
            </p:cNvPr>
            <p:cNvSpPr/>
            <p:nvPr/>
          </p:nvSpPr>
          <p:spPr>
            <a:xfrm>
              <a:off x="7242766" y="5987183"/>
              <a:ext cx="886882" cy="439908"/>
            </a:xfrm>
            <a:custGeom>
              <a:avLst/>
              <a:gdLst>
                <a:gd name="connsiteX0" fmla="*/ 886882 w 886882"/>
                <a:gd name="connsiteY0" fmla="*/ 439909 h 439908"/>
                <a:gd name="connsiteX1" fmla="*/ 443441 w 886882"/>
                <a:gd name="connsiteY1" fmla="*/ 0 h 439908"/>
                <a:gd name="connsiteX2" fmla="*/ 0 w 886882"/>
                <a:gd name="connsiteY2" fmla="*/ 439909 h 439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6882" h="439908">
                  <a:moveTo>
                    <a:pt x="886882" y="439909"/>
                  </a:moveTo>
                  <a:cubicBezTo>
                    <a:pt x="886882" y="196956"/>
                    <a:pt x="688347" y="0"/>
                    <a:pt x="443441" y="0"/>
                  </a:cubicBezTo>
                  <a:cubicBezTo>
                    <a:pt x="198535" y="0"/>
                    <a:pt x="0" y="196956"/>
                    <a:pt x="0" y="439909"/>
                  </a:cubicBezTo>
                </a:path>
              </a:pathLst>
            </a:custGeom>
            <a:noFill/>
            <a:ln w="11528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1" name="Полилиния 210">
              <a:extLst>
                <a:ext uri="{FF2B5EF4-FFF2-40B4-BE49-F238E27FC236}">
                  <a16:creationId xmlns:a16="http://schemas.microsoft.com/office/drawing/2014/main" id="{2DF271FB-79E6-7F5C-7F4F-7249C696F034}"/>
                </a:ext>
              </a:extLst>
            </p:cNvPr>
            <p:cNvSpPr/>
            <p:nvPr/>
          </p:nvSpPr>
          <p:spPr>
            <a:xfrm>
              <a:off x="7688230" y="5628160"/>
              <a:ext cx="1606729" cy="796974"/>
            </a:xfrm>
            <a:custGeom>
              <a:avLst/>
              <a:gdLst>
                <a:gd name="connsiteX0" fmla="*/ 1606729 w 1606729"/>
                <a:gd name="connsiteY0" fmla="*/ 796974 h 796974"/>
                <a:gd name="connsiteX1" fmla="*/ 803358 w 1606729"/>
                <a:gd name="connsiteY1" fmla="*/ 0 h 796974"/>
                <a:gd name="connsiteX2" fmla="*/ 0 w 1606729"/>
                <a:gd name="connsiteY2" fmla="*/ 796974 h 796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06729" h="796974">
                  <a:moveTo>
                    <a:pt x="1606729" y="796974"/>
                  </a:moveTo>
                  <a:cubicBezTo>
                    <a:pt x="1606729" y="356816"/>
                    <a:pt x="1247051" y="0"/>
                    <a:pt x="803358" y="0"/>
                  </a:cubicBezTo>
                  <a:cubicBezTo>
                    <a:pt x="359678" y="0"/>
                    <a:pt x="0" y="356816"/>
                    <a:pt x="0" y="796974"/>
                  </a:cubicBezTo>
                </a:path>
              </a:pathLst>
            </a:custGeom>
            <a:noFill/>
            <a:ln w="11528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2" name="Полилиния 211">
              <a:extLst>
                <a:ext uri="{FF2B5EF4-FFF2-40B4-BE49-F238E27FC236}">
                  <a16:creationId xmlns:a16="http://schemas.microsoft.com/office/drawing/2014/main" id="{837D7972-0073-F9D6-E861-126EF0141B73}"/>
                </a:ext>
              </a:extLst>
            </p:cNvPr>
            <p:cNvSpPr/>
            <p:nvPr/>
          </p:nvSpPr>
          <p:spPr>
            <a:xfrm>
              <a:off x="9310837" y="5632088"/>
              <a:ext cx="1606730" cy="796972"/>
            </a:xfrm>
            <a:custGeom>
              <a:avLst/>
              <a:gdLst>
                <a:gd name="connsiteX0" fmla="*/ 1606731 w 1606730"/>
                <a:gd name="connsiteY0" fmla="*/ 796973 h 796972"/>
                <a:gd name="connsiteX1" fmla="*/ 803371 w 1606730"/>
                <a:gd name="connsiteY1" fmla="*/ 0 h 796972"/>
                <a:gd name="connsiteX2" fmla="*/ 0 w 1606730"/>
                <a:gd name="connsiteY2" fmla="*/ 796973 h 79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06730" h="796972">
                  <a:moveTo>
                    <a:pt x="1606731" y="796973"/>
                  </a:moveTo>
                  <a:cubicBezTo>
                    <a:pt x="1606731" y="356816"/>
                    <a:pt x="1247052" y="0"/>
                    <a:pt x="803371" y="0"/>
                  </a:cubicBezTo>
                  <a:cubicBezTo>
                    <a:pt x="359678" y="0"/>
                    <a:pt x="0" y="356816"/>
                    <a:pt x="0" y="796973"/>
                  </a:cubicBezTo>
                </a:path>
              </a:pathLst>
            </a:custGeom>
            <a:noFill/>
            <a:ln w="11528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3" name="Полилиния 212">
              <a:extLst>
                <a:ext uri="{FF2B5EF4-FFF2-40B4-BE49-F238E27FC236}">
                  <a16:creationId xmlns:a16="http://schemas.microsoft.com/office/drawing/2014/main" id="{AD454EF0-9501-1944-18CF-94684C0821A2}"/>
                </a:ext>
              </a:extLst>
            </p:cNvPr>
            <p:cNvSpPr/>
            <p:nvPr/>
          </p:nvSpPr>
          <p:spPr>
            <a:xfrm>
              <a:off x="10492014" y="5987183"/>
              <a:ext cx="886889" cy="439908"/>
            </a:xfrm>
            <a:custGeom>
              <a:avLst/>
              <a:gdLst>
                <a:gd name="connsiteX0" fmla="*/ 886889 w 886889"/>
                <a:gd name="connsiteY0" fmla="*/ 439909 h 439908"/>
                <a:gd name="connsiteX1" fmla="*/ 443450 w 886889"/>
                <a:gd name="connsiteY1" fmla="*/ 0 h 439908"/>
                <a:gd name="connsiteX2" fmla="*/ 0 w 886889"/>
                <a:gd name="connsiteY2" fmla="*/ 439909 h 439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6889" h="439908">
                  <a:moveTo>
                    <a:pt x="886889" y="439909"/>
                  </a:moveTo>
                  <a:cubicBezTo>
                    <a:pt x="886889" y="196956"/>
                    <a:pt x="688352" y="0"/>
                    <a:pt x="443450" y="0"/>
                  </a:cubicBezTo>
                  <a:cubicBezTo>
                    <a:pt x="198538" y="0"/>
                    <a:pt x="0" y="196956"/>
                    <a:pt x="0" y="439909"/>
                  </a:cubicBezTo>
                </a:path>
              </a:pathLst>
            </a:custGeom>
            <a:noFill/>
            <a:ln w="11528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4" name="Полилиния 213">
              <a:extLst>
                <a:ext uri="{FF2B5EF4-FFF2-40B4-BE49-F238E27FC236}">
                  <a16:creationId xmlns:a16="http://schemas.microsoft.com/office/drawing/2014/main" id="{EA5F6354-338A-FA16-172C-02C98FC026A5}"/>
                </a:ext>
              </a:extLst>
            </p:cNvPr>
            <p:cNvSpPr/>
            <p:nvPr/>
          </p:nvSpPr>
          <p:spPr>
            <a:xfrm>
              <a:off x="7242766" y="6425123"/>
              <a:ext cx="4136125" cy="11447"/>
            </a:xfrm>
            <a:custGeom>
              <a:avLst/>
              <a:gdLst>
                <a:gd name="connsiteX0" fmla="*/ 0 w 4136125"/>
                <a:gd name="connsiteY0" fmla="*/ 0 h 11447"/>
                <a:gd name="connsiteX1" fmla="*/ 4136125 w 4136125"/>
                <a:gd name="connsiteY1" fmla="*/ 0 h 11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136125" h="11447">
                  <a:moveTo>
                    <a:pt x="0" y="0"/>
                  </a:moveTo>
                  <a:lnTo>
                    <a:pt x="4136125" y="0"/>
                  </a:lnTo>
                </a:path>
              </a:pathLst>
            </a:custGeom>
            <a:noFill/>
            <a:ln w="11528" cap="flat">
              <a:solidFill>
                <a:srgbClr val="D9B8FE"/>
              </a:solidFill>
              <a:custDash>
                <a:ds d="213000" sp="213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5" name="Полилиния 214">
              <a:extLst>
                <a:ext uri="{FF2B5EF4-FFF2-40B4-BE49-F238E27FC236}">
                  <a16:creationId xmlns:a16="http://schemas.microsoft.com/office/drawing/2014/main" id="{5D9844FA-C990-BD43-BAA9-19A9526A8D50}"/>
                </a:ext>
              </a:extLst>
            </p:cNvPr>
            <p:cNvSpPr/>
            <p:nvPr/>
          </p:nvSpPr>
          <p:spPr>
            <a:xfrm>
              <a:off x="9310837" y="5280946"/>
              <a:ext cx="11538" cy="1148114"/>
            </a:xfrm>
            <a:custGeom>
              <a:avLst/>
              <a:gdLst>
                <a:gd name="connsiteX0" fmla="*/ 0 w 11538"/>
                <a:gd name="connsiteY0" fmla="*/ 0 h 1148114"/>
                <a:gd name="connsiteX1" fmla="*/ 0 w 11538"/>
                <a:gd name="connsiteY1" fmla="*/ 1148115 h 114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538" h="1148114">
                  <a:moveTo>
                    <a:pt x="0" y="0"/>
                  </a:moveTo>
                  <a:lnTo>
                    <a:pt x="0" y="1148115"/>
                  </a:lnTo>
                </a:path>
              </a:pathLst>
            </a:custGeom>
            <a:noFill/>
            <a:ln w="11528" cap="flat">
              <a:solidFill>
                <a:srgbClr val="D9B8FE"/>
              </a:solidFill>
              <a:custDash>
                <a:ds d="213000" sp="213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6" name="Полилиния 215">
              <a:extLst>
                <a:ext uri="{FF2B5EF4-FFF2-40B4-BE49-F238E27FC236}">
                  <a16:creationId xmlns:a16="http://schemas.microsoft.com/office/drawing/2014/main" id="{70827BDB-4A47-3A30-80CC-1E70DA00A499}"/>
                </a:ext>
              </a:extLst>
            </p:cNvPr>
            <p:cNvSpPr/>
            <p:nvPr/>
          </p:nvSpPr>
          <p:spPr>
            <a:xfrm>
              <a:off x="8076585" y="6376381"/>
              <a:ext cx="106200" cy="105358"/>
            </a:xfrm>
            <a:custGeom>
              <a:avLst/>
              <a:gdLst>
                <a:gd name="connsiteX0" fmla="*/ 53101 w 106200"/>
                <a:gd name="connsiteY0" fmla="*/ 105359 h 105358"/>
                <a:gd name="connsiteX1" fmla="*/ 106200 w 106200"/>
                <a:gd name="connsiteY1" fmla="*/ 52679 h 105358"/>
                <a:gd name="connsiteX2" fmla="*/ 53101 w 106200"/>
                <a:gd name="connsiteY2" fmla="*/ 0 h 105358"/>
                <a:gd name="connsiteX3" fmla="*/ 0 w 106200"/>
                <a:gd name="connsiteY3" fmla="*/ 52679 h 105358"/>
                <a:gd name="connsiteX4" fmla="*/ 53101 w 106200"/>
                <a:gd name="connsiteY4" fmla="*/ 105359 h 105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200" h="105358">
                  <a:moveTo>
                    <a:pt x="53101" y="105359"/>
                  </a:moveTo>
                  <a:cubicBezTo>
                    <a:pt x="82427" y="105359"/>
                    <a:pt x="106200" y="81778"/>
                    <a:pt x="106200" y="52679"/>
                  </a:cubicBezTo>
                  <a:cubicBezTo>
                    <a:pt x="106200" y="23581"/>
                    <a:pt x="82427" y="0"/>
                    <a:pt x="53101" y="0"/>
                  </a:cubicBezTo>
                  <a:cubicBezTo>
                    <a:pt x="23774" y="0"/>
                    <a:pt x="0" y="23581"/>
                    <a:pt x="0" y="52679"/>
                  </a:cubicBezTo>
                  <a:cubicBezTo>
                    <a:pt x="0" y="81778"/>
                    <a:pt x="23774" y="105359"/>
                    <a:pt x="53101" y="105359"/>
                  </a:cubicBezTo>
                  <a:close/>
                </a:path>
              </a:pathLst>
            </a:custGeom>
            <a:solidFill>
              <a:srgbClr val="D9B8FE"/>
            </a:solidFill>
            <a:ln w="3458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7" name="Полилиния 216">
              <a:extLst>
                <a:ext uri="{FF2B5EF4-FFF2-40B4-BE49-F238E27FC236}">
                  <a16:creationId xmlns:a16="http://schemas.microsoft.com/office/drawing/2014/main" id="{84B7373E-DC77-4532-776F-AF9A91D8530D}"/>
                </a:ext>
              </a:extLst>
            </p:cNvPr>
            <p:cNvSpPr/>
            <p:nvPr/>
          </p:nvSpPr>
          <p:spPr>
            <a:xfrm>
              <a:off x="9257746" y="6376381"/>
              <a:ext cx="106192" cy="105358"/>
            </a:xfrm>
            <a:custGeom>
              <a:avLst/>
              <a:gdLst>
                <a:gd name="connsiteX0" fmla="*/ 53090 w 106192"/>
                <a:gd name="connsiteY0" fmla="*/ 105359 h 105358"/>
                <a:gd name="connsiteX1" fmla="*/ 106192 w 106192"/>
                <a:gd name="connsiteY1" fmla="*/ 52679 h 105358"/>
                <a:gd name="connsiteX2" fmla="*/ 53090 w 106192"/>
                <a:gd name="connsiteY2" fmla="*/ 0 h 105358"/>
                <a:gd name="connsiteX3" fmla="*/ 0 w 106192"/>
                <a:gd name="connsiteY3" fmla="*/ 52679 h 105358"/>
                <a:gd name="connsiteX4" fmla="*/ 53090 w 106192"/>
                <a:gd name="connsiteY4" fmla="*/ 105359 h 105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192" h="105358">
                  <a:moveTo>
                    <a:pt x="53090" y="105359"/>
                  </a:moveTo>
                  <a:cubicBezTo>
                    <a:pt x="82422" y="105359"/>
                    <a:pt x="106192" y="81778"/>
                    <a:pt x="106192" y="52679"/>
                  </a:cubicBezTo>
                  <a:cubicBezTo>
                    <a:pt x="106192" y="23581"/>
                    <a:pt x="82422" y="0"/>
                    <a:pt x="53090" y="0"/>
                  </a:cubicBezTo>
                  <a:cubicBezTo>
                    <a:pt x="23770" y="0"/>
                    <a:pt x="0" y="23581"/>
                    <a:pt x="0" y="52679"/>
                  </a:cubicBezTo>
                  <a:cubicBezTo>
                    <a:pt x="0" y="81778"/>
                    <a:pt x="23770" y="105359"/>
                    <a:pt x="53090" y="105359"/>
                  </a:cubicBezTo>
                  <a:close/>
                </a:path>
              </a:pathLst>
            </a:custGeom>
            <a:solidFill>
              <a:srgbClr val="D9B8FE"/>
            </a:solidFill>
            <a:ln w="3458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8" name="Полилиния 217">
              <a:extLst>
                <a:ext uri="{FF2B5EF4-FFF2-40B4-BE49-F238E27FC236}">
                  <a16:creationId xmlns:a16="http://schemas.microsoft.com/office/drawing/2014/main" id="{ABBC6CF5-C6DD-1FAF-2259-C25A660369E4}"/>
                </a:ext>
              </a:extLst>
            </p:cNvPr>
            <p:cNvSpPr/>
            <p:nvPr/>
          </p:nvSpPr>
          <p:spPr>
            <a:xfrm>
              <a:off x="9257746" y="5228277"/>
              <a:ext cx="106192" cy="105358"/>
            </a:xfrm>
            <a:custGeom>
              <a:avLst/>
              <a:gdLst>
                <a:gd name="connsiteX0" fmla="*/ 53090 w 106192"/>
                <a:gd name="connsiteY0" fmla="*/ 105359 h 105358"/>
                <a:gd name="connsiteX1" fmla="*/ 106192 w 106192"/>
                <a:gd name="connsiteY1" fmla="*/ 52679 h 105358"/>
                <a:gd name="connsiteX2" fmla="*/ 53090 w 106192"/>
                <a:gd name="connsiteY2" fmla="*/ 0 h 105358"/>
                <a:gd name="connsiteX3" fmla="*/ 0 w 106192"/>
                <a:gd name="connsiteY3" fmla="*/ 52679 h 105358"/>
                <a:gd name="connsiteX4" fmla="*/ 53090 w 106192"/>
                <a:gd name="connsiteY4" fmla="*/ 105359 h 105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192" h="105358">
                  <a:moveTo>
                    <a:pt x="53090" y="105359"/>
                  </a:moveTo>
                  <a:cubicBezTo>
                    <a:pt x="82422" y="105359"/>
                    <a:pt x="106192" y="81772"/>
                    <a:pt x="106192" y="52679"/>
                  </a:cubicBezTo>
                  <a:cubicBezTo>
                    <a:pt x="106192" y="23586"/>
                    <a:pt x="82422" y="0"/>
                    <a:pt x="53090" y="0"/>
                  </a:cubicBezTo>
                  <a:cubicBezTo>
                    <a:pt x="23770" y="0"/>
                    <a:pt x="0" y="23586"/>
                    <a:pt x="0" y="52679"/>
                  </a:cubicBezTo>
                  <a:cubicBezTo>
                    <a:pt x="0" y="81772"/>
                    <a:pt x="23770" y="105359"/>
                    <a:pt x="53090" y="105359"/>
                  </a:cubicBezTo>
                  <a:close/>
                </a:path>
              </a:pathLst>
            </a:custGeom>
            <a:solidFill>
              <a:srgbClr val="D9B8FE"/>
            </a:solidFill>
            <a:ln w="3458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9" name="Полилиния 218">
              <a:extLst>
                <a:ext uri="{FF2B5EF4-FFF2-40B4-BE49-F238E27FC236}">
                  <a16:creationId xmlns:a16="http://schemas.microsoft.com/office/drawing/2014/main" id="{1E8480B2-601A-4CC0-992A-ADA4396D620D}"/>
                </a:ext>
              </a:extLst>
            </p:cNvPr>
            <p:cNvSpPr/>
            <p:nvPr/>
          </p:nvSpPr>
          <p:spPr>
            <a:xfrm>
              <a:off x="10438946" y="6376381"/>
              <a:ext cx="106192" cy="105358"/>
            </a:xfrm>
            <a:custGeom>
              <a:avLst/>
              <a:gdLst>
                <a:gd name="connsiteX0" fmla="*/ 53102 w 106192"/>
                <a:gd name="connsiteY0" fmla="*/ 105359 h 105358"/>
                <a:gd name="connsiteX1" fmla="*/ 106192 w 106192"/>
                <a:gd name="connsiteY1" fmla="*/ 52679 h 105358"/>
                <a:gd name="connsiteX2" fmla="*/ 53102 w 106192"/>
                <a:gd name="connsiteY2" fmla="*/ 0 h 105358"/>
                <a:gd name="connsiteX3" fmla="*/ 0 w 106192"/>
                <a:gd name="connsiteY3" fmla="*/ 52679 h 105358"/>
                <a:gd name="connsiteX4" fmla="*/ 53102 w 106192"/>
                <a:gd name="connsiteY4" fmla="*/ 105359 h 105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192" h="105358">
                  <a:moveTo>
                    <a:pt x="53102" y="105359"/>
                  </a:moveTo>
                  <a:cubicBezTo>
                    <a:pt x="82422" y="105359"/>
                    <a:pt x="106192" y="81778"/>
                    <a:pt x="106192" y="52679"/>
                  </a:cubicBezTo>
                  <a:cubicBezTo>
                    <a:pt x="106192" y="23581"/>
                    <a:pt x="82422" y="0"/>
                    <a:pt x="53102" y="0"/>
                  </a:cubicBezTo>
                  <a:cubicBezTo>
                    <a:pt x="23770" y="0"/>
                    <a:pt x="0" y="23581"/>
                    <a:pt x="0" y="52679"/>
                  </a:cubicBezTo>
                  <a:cubicBezTo>
                    <a:pt x="0" y="81778"/>
                    <a:pt x="23770" y="105359"/>
                    <a:pt x="53102" y="105359"/>
                  </a:cubicBezTo>
                  <a:close/>
                </a:path>
              </a:pathLst>
            </a:custGeom>
            <a:solidFill>
              <a:srgbClr val="D9B8FE"/>
            </a:solidFill>
            <a:ln w="3458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0" name="Полилиния 219">
              <a:extLst>
                <a:ext uri="{FF2B5EF4-FFF2-40B4-BE49-F238E27FC236}">
                  <a16:creationId xmlns:a16="http://schemas.microsoft.com/office/drawing/2014/main" id="{4A4CF4D1-395E-CF00-96CF-97AA1C6DA8B3}"/>
                </a:ext>
              </a:extLst>
            </p:cNvPr>
            <p:cNvSpPr/>
            <p:nvPr/>
          </p:nvSpPr>
          <p:spPr>
            <a:xfrm>
              <a:off x="10864488" y="6376381"/>
              <a:ext cx="106192" cy="105358"/>
            </a:xfrm>
            <a:custGeom>
              <a:avLst/>
              <a:gdLst>
                <a:gd name="connsiteX0" fmla="*/ 53102 w 106192"/>
                <a:gd name="connsiteY0" fmla="*/ 105359 h 105358"/>
                <a:gd name="connsiteX1" fmla="*/ 106192 w 106192"/>
                <a:gd name="connsiteY1" fmla="*/ 52679 h 105358"/>
                <a:gd name="connsiteX2" fmla="*/ 53102 w 106192"/>
                <a:gd name="connsiteY2" fmla="*/ 0 h 105358"/>
                <a:gd name="connsiteX3" fmla="*/ 0 w 106192"/>
                <a:gd name="connsiteY3" fmla="*/ 52679 h 105358"/>
                <a:gd name="connsiteX4" fmla="*/ 53102 w 106192"/>
                <a:gd name="connsiteY4" fmla="*/ 105359 h 105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192" h="105358">
                  <a:moveTo>
                    <a:pt x="53102" y="105359"/>
                  </a:moveTo>
                  <a:cubicBezTo>
                    <a:pt x="82422" y="105359"/>
                    <a:pt x="106192" y="81778"/>
                    <a:pt x="106192" y="52679"/>
                  </a:cubicBezTo>
                  <a:cubicBezTo>
                    <a:pt x="106192" y="23581"/>
                    <a:pt x="82422" y="0"/>
                    <a:pt x="53102" y="0"/>
                  </a:cubicBezTo>
                  <a:cubicBezTo>
                    <a:pt x="23770" y="0"/>
                    <a:pt x="0" y="23581"/>
                    <a:pt x="0" y="52679"/>
                  </a:cubicBezTo>
                  <a:cubicBezTo>
                    <a:pt x="0" y="81778"/>
                    <a:pt x="23770" y="105359"/>
                    <a:pt x="53102" y="105359"/>
                  </a:cubicBezTo>
                  <a:close/>
                </a:path>
              </a:pathLst>
            </a:custGeom>
            <a:solidFill>
              <a:srgbClr val="D9B8FE"/>
            </a:solidFill>
            <a:ln w="3458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1" name="Полилиния 220">
              <a:extLst>
                <a:ext uri="{FF2B5EF4-FFF2-40B4-BE49-F238E27FC236}">
                  <a16:creationId xmlns:a16="http://schemas.microsoft.com/office/drawing/2014/main" id="{209DC099-9E74-9205-B11A-CFC24654E011}"/>
                </a:ext>
              </a:extLst>
            </p:cNvPr>
            <p:cNvSpPr/>
            <p:nvPr/>
          </p:nvSpPr>
          <p:spPr>
            <a:xfrm>
              <a:off x="11325812" y="6376381"/>
              <a:ext cx="106203" cy="105358"/>
            </a:xfrm>
            <a:custGeom>
              <a:avLst/>
              <a:gdLst>
                <a:gd name="connsiteX0" fmla="*/ 53102 w 106203"/>
                <a:gd name="connsiteY0" fmla="*/ 105359 h 105358"/>
                <a:gd name="connsiteX1" fmla="*/ 106204 w 106203"/>
                <a:gd name="connsiteY1" fmla="*/ 52679 h 105358"/>
                <a:gd name="connsiteX2" fmla="*/ 53102 w 106203"/>
                <a:gd name="connsiteY2" fmla="*/ 0 h 105358"/>
                <a:gd name="connsiteX3" fmla="*/ 0 w 106203"/>
                <a:gd name="connsiteY3" fmla="*/ 52679 h 105358"/>
                <a:gd name="connsiteX4" fmla="*/ 53102 w 106203"/>
                <a:gd name="connsiteY4" fmla="*/ 105359 h 105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203" h="105358">
                  <a:moveTo>
                    <a:pt x="53102" y="105359"/>
                  </a:moveTo>
                  <a:cubicBezTo>
                    <a:pt x="82434" y="105359"/>
                    <a:pt x="106204" y="81778"/>
                    <a:pt x="106204" y="52679"/>
                  </a:cubicBezTo>
                  <a:cubicBezTo>
                    <a:pt x="106204" y="23581"/>
                    <a:pt x="82434" y="0"/>
                    <a:pt x="53102" y="0"/>
                  </a:cubicBezTo>
                  <a:cubicBezTo>
                    <a:pt x="23770" y="0"/>
                    <a:pt x="0" y="23581"/>
                    <a:pt x="0" y="52679"/>
                  </a:cubicBezTo>
                  <a:cubicBezTo>
                    <a:pt x="0" y="81778"/>
                    <a:pt x="23770" y="105359"/>
                    <a:pt x="53102" y="105359"/>
                  </a:cubicBezTo>
                  <a:close/>
                </a:path>
              </a:pathLst>
            </a:custGeom>
            <a:solidFill>
              <a:srgbClr val="D9B8FE"/>
            </a:solidFill>
            <a:ln w="3458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2" name="Полилиния 221">
              <a:extLst>
                <a:ext uri="{FF2B5EF4-FFF2-40B4-BE49-F238E27FC236}">
                  <a16:creationId xmlns:a16="http://schemas.microsoft.com/office/drawing/2014/main" id="{B4ED8A79-FBD9-7455-CCAE-F10AADCFEDBC}"/>
                </a:ext>
              </a:extLst>
            </p:cNvPr>
            <p:cNvSpPr/>
            <p:nvPr/>
          </p:nvSpPr>
          <p:spPr>
            <a:xfrm>
              <a:off x="7635088" y="6376381"/>
              <a:ext cx="106200" cy="105358"/>
            </a:xfrm>
            <a:custGeom>
              <a:avLst/>
              <a:gdLst>
                <a:gd name="connsiteX0" fmla="*/ 53100 w 106200"/>
                <a:gd name="connsiteY0" fmla="*/ 105359 h 105358"/>
                <a:gd name="connsiteX1" fmla="*/ 106200 w 106200"/>
                <a:gd name="connsiteY1" fmla="*/ 52679 h 105358"/>
                <a:gd name="connsiteX2" fmla="*/ 53100 w 106200"/>
                <a:gd name="connsiteY2" fmla="*/ 0 h 105358"/>
                <a:gd name="connsiteX3" fmla="*/ 0 w 106200"/>
                <a:gd name="connsiteY3" fmla="*/ 52679 h 105358"/>
                <a:gd name="connsiteX4" fmla="*/ 53100 w 106200"/>
                <a:gd name="connsiteY4" fmla="*/ 105359 h 105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200" h="105358">
                  <a:moveTo>
                    <a:pt x="53100" y="105359"/>
                  </a:moveTo>
                  <a:cubicBezTo>
                    <a:pt x="82427" y="105359"/>
                    <a:pt x="106200" y="81778"/>
                    <a:pt x="106200" y="52679"/>
                  </a:cubicBezTo>
                  <a:cubicBezTo>
                    <a:pt x="106200" y="23581"/>
                    <a:pt x="82427" y="0"/>
                    <a:pt x="53100" y="0"/>
                  </a:cubicBezTo>
                  <a:cubicBezTo>
                    <a:pt x="23772" y="0"/>
                    <a:pt x="0" y="23581"/>
                    <a:pt x="0" y="52679"/>
                  </a:cubicBezTo>
                  <a:cubicBezTo>
                    <a:pt x="0" y="81778"/>
                    <a:pt x="23772" y="105359"/>
                    <a:pt x="53100" y="105359"/>
                  </a:cubicBezTo>
                  <a:close/>
                </a:path>
              </a:pathLst>
            </a:custGeom>
            <a:solidFill>
              <a:srgbClr val="D9B8FE"/>
            </a:solidFill>
            <a:ln w="3458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3" name="Полилиния 222">
              <a:extLst>
                <a:ext uri="{FF2B5EF4-FFF2-40B4-BE49-F238E27FC236}">
                  <a16:creationId xmlns:a16="http://schemas.microsoft.com/office/drawing/2014/main" id="{EAC0E893-AE74-EED0-3199-7568AB012707}"/>
                </a:ext>
              </a:extLst>
            </p:cNvPr>
            <p:cNvSpPr/>
            <p:nvPr/>
          </p:nvSpPr>
          <p:spPr>
            <a:xfrm>
              <a:off x="7189692" y="6376381"/>
              <a:ext cx="106200" cy="105358"/>
            </a:xfrm>
            <a:custGeom>
              <a:avLst/>
              <a:gdLst>
                <a:gd name="connsiteX0" fmla="*/ 53100 w 106200"/>
                <a:gd name="connsiteY0" fmla="*/ 105359 h 105358"/>
                <a:gd name="connsiteX1" fmla="*/ 106200 w 106200"/>
                <a:gd name="connsiteY1" fmla="*/ 52679 h 105358"/>
                <a:gd name="connsiteX2" fmla="*/ 53100 w 106200"/>
                <a:gd name="connsiteY2" fmla="*/ 0 h 105358"/>
                <a:gd name="connsiteX3" fmla="*/ 0 w 106200"/>
                <a:gd name="connsiteY3" fmla="*/ 52679 h 105358"/>
                <a:gd name="connsiteX4" fmla="*/ 53100 w 106200"/>
                <a:gd name="connsiteY4" fmla="*/ 105359 h 105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200" h="105358">
                  <a:moveTo>
                    <a:pt x="53100" y="105359"/>
                  </a:moveTo>
                  <a:cubicBezTo>
                    <a:pt x="82427" y="105359"/>
                    <a:pt x="106200" y="81778"/>
                    <a:pt x="106200" y="52679"/>
                  </a:cubicBezTo>
                  <a:cubicBezTo>
                    <a:pt x="106200" y="23581"/>
                    <a:pt x="82427" y="0"/>
                    <a:pt x="53100" y="0"/>
                  </a:cubicBezTo>
                  <a:cubicBezTo>
                    <a:pt x="23773" y="0"/>
                    <a:pt x="0" y="23581"/>
                    <a:pt x="0" y="52679"/>
                  </a:cubicBezTo>
                  <a:cubicBezTo>
                    <a:pt x="0" y="81778"/>
                    <a:pt x="23773" y="105359"/>
                    <a:pt x="53100" y="105359"/>
                  </a:cubicBezTo>
                  <a:close/>
                </a:path>
              </a:pathLst>
            </a:custGeom>
            <a:solidFill>
              <a:srgbClr val="D9B8FE"/>
            </a:solidFill>
            <a:ln w="3458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24" name="Группа 223">
            <a:extLst>
              <a:ext uri="{FF2B5EF4-FFF2-40B4-BE49-F238E27FC236}">
                <a16:creationId xmlns:a16="http://schemas.microsoft.com/office/drawing/2014/main" id="{1D874F10-E7AB-F99E-84B3-53D6646DE2D7}"/>
              </a:ext>
            </a:extLst>
          </p:cNvPr>
          <p:cNvGrpSpPr/>
          <p:nvPr userDrawn="1"/>
        </p:nvGrpSpPr>
        <p:grpSpPr>
          <a:xfrm>
            <a:off x="18966527" y="5030115"/>
            <a:ext cx="4192280" cy="1661843"/>
            <a:chOff x="18966527" y="5030115"/>
            <a:chExt cx="4192280" cy="1661843"/>
          </a:xfrm>
        </p:grpSpPr>
        <p:sp>
          <p:nvSpPr>
            <p:cNvPr id="225" name="Полилиния 224">
              <a:extLst>
                <a:ext uri="{FF2B5EF4-FFF2-40B4-BE49-F238E27FC236}">
                  <a16:creationId xmlns:a16="http://schemas.microsoft.com/office/drawing/2014/main" id="{8336C37C-EBB1-22F4-CCA9-4815826ED397}"/>
                </a:ext>
              </a:extLst>
            </p:cNvPr>
            <p:cNvSpPr/>
            <p:nvPr/>
          </p:nvSpPr>
          <p:spPr>
            <a:xfrm>
              <a:off x="20229501" y="5219237"/>
              <a:ext cx="1666423" cy="1315792"/>
            </a:xfrm>
            <a:custGeom>
              <a:avLst/>
              <a:gdLst>
                <a:gd name="connsiteX0" fmla="*/ 1666424 w 1666423"/>
                <a:gd name="connsiteY0" fmla="*/ 657896 h 1315792"/>
                <a:gd name="connsiteX1" fmla="*/ 833212 w 1666423"/>
                <a:gd name="connsiteY1" fmla="*/ 1315792 h 1315792"/>
                <a:gd name="connsiteX2" fmla="*/ 0 w 1666423"/>
                <a:gd name="connsiteY2" fmla="*/ 657896 h 1315792"/>
                <a:gd name="connsiteX3" fmla="*/ 833212 w 1666423"/>
                <a:gd name="connsiteY3" fmla="*/ 0 h 1315792"/>
                <a:gd name="connsiteX4" fmla="*/ 1666424 w 1666423"/>
                <a:gd name="connsiteY4" fmla="*/ 657896 h 1315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6423" h="1315792">
                  <a:moveTo>
                    <a:pt x="1666424" y="657896"/>
                  </a:moveTo>
                  <a:cubicBezTo>
                    <a:pt x="1666424" y="1021242"/>
                    <a:pt x="1293382" y="1315792"/>
                    <a:pt x="833212" y="1315792"/>
                  </a:cubicBezTo>
                  <a:cubicBezTo>
                    <a:pt x="373042" y="1315792"/>
                    <a:pt x="0" y="1021242"/>
                    <a:pt x="0" y="657896"/>
                  </a:cubicBezTo>
                  <a:cubicBezTo>
                    <a:pt x="0" y="294550"/>
                    <a:pt x="373042" y="0"/>
                    <a:pt x="833212" y="0"/>
                  </a:cubicBezTo>
                  <a:cubicBezTo>
                    <a:pt x="1293382" y="0"/>
                    <a:pt x="1666424" y="294550"/>
                    <a:pt x="1666424" y="657896"/>
                  </a:cubicBezTo>
                  <a:close/>
                </a:path>
              </a:pathLst>
            </a:custGeom>
            <a:noFill/>
            <a:ln w="1150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6" name="Полилиния 225">
              <a:extLst>
                <a:ext uri="{FF2B5EF4-FFF2-40B4-BE49-F238E27FC236}">
                  <a16:creationId xmlns:a16="http://schemas.microsoft.com/office/drawing/2014/main" id="{0048F5A2-DAF9-EA95-8943-B995EDCF8E7F}"/>
                </a:ext>
              </a:extLst>
            </p:cNvPr>
            <p:cNvSpPr/>
            <p:nvPr/>
          </p:nvSpPr>
          <p:spPr>
            <a:xfrm>
              <a:off x="21012266" y="5150823"/>
              <a:ext cx="96838" cy="136810"/>
            </a:xfrm>
            <a:custGeom>
              <a:avLst/>
              <a:gdLst>
                <a:gd name="connsiteX0" fmla="*/ 0 w 96838"/>
                <a:gd name="connsiteY0" fmla="*/ 0 h 136810"/>
                <a:gd name="connsiteX1" fmla="*/ 96838 w 96838"/>
                <a:gd name="connsiteY1" fmla="*/ 0 h 136810"/>
                <a:gd name="connsiteX2" fmla="*/ 96838 w 96838"/>
                <a:gd name="connsiteY2" fmla="*/ 136811 h 136810"/>
                <a:gd name="connsiteX3" fmla="*/ 0 w 96838"/>
                <a:gd name="connsiteY3" fmla="*/ 136811 h 136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838" h="136810">
                  <a:moveTo>
                    <a:pt x="0" y="0"/>
                  </a:moveTo>
                  <a:lnTo>
                    <a:pt x="96838" y="0"/>
                  </a:lnTo>
                  <a:lnTo>
                    <a:pt x="96838" y="136811"/>
                  </a:lnTo>
                  <a:lnTo>
                    <a:pt x="0" y="136811"/>
                  </a:lnTo>
                  <a:close/>
                </a:path>
              </a:pathLst>
            </a:custGeom>
            <a:solidFill>
              <a:srgbClr val="141414"/>
            </a:solidFill>
            <a:ln w="11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7" name="Полилиния 226">
              <a:extLst>
                <a:ext uri="{FF2B5EF4-FFF2-40B4-BE49-F238E27FC236}">
                  <a16:creationId xmlns:a16="http://schemas.microsoft.com/office/drawing/2014/main" id="{C7735E44-B9D8-E489-0867-BE975540289D}"/>
                </a:ext>
              </a:extLst>
            </p:cNvPr>
            <p:cNvSpPr/>
            <p:nvPr/>
          </p:nvSpPr>
          <p:spPr>
            <a:xfrm>
              <a:off x="21012266" y="6466616"/>
              <a:ext cx="96838" cy="136810"/>
            </a:xfrm>
            <a:custGeom>
              <a:avLst/>
              <a:gdLst>
                <a:gd name="connsiteX0" fmla="*/ 0 w 96838"/>
                <a:gd name="connsiteY0" fmla="*/ 0 h 136810"/>
                <a:gd name="connsiteX1" fmla="*/ 96838 w 96838"/>
                <a:gd name="connsiteY1" fmla="*/ 0 h 136810"/>
                <a:gd name="connsiteX2" fmla="*/ 96838 w 96838"/>
                <a:gd name="connsiteY2" fmla="*/ 136811 h 136810"/>
                <a:gd name="connsiteX3" fmla="*/ 0 w 96838"/>
                <a:gd name="connsiteY3" fmla="*/ 136811 h 136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838" h="136810">
                  <a:moveTo>
                    <a:pt x="0" y="0"/>
                  </a:moveTo>
                  <a:lnTo>
                    <a:pt x="96838" y="0"/>
                  </a:lnTo>
                  <a:lnTo>
                    <a:pt x="96838" y="136811"/>
                  </a:lnTo>
                  <a:lnTo>
                    <a:pt x="0" y="136811"/>
                  </a:lnTo>
                  <a:close/>
                </a:path>
              </a:pathLst>
            </a:custGeom>
            <a:solidFill>
              <a:srgbClr val="141414"/>
            </a:solidFill>
            <a:ln w="11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8" name="Полилиния 227">
              <a:extLst>
                <a:ext uri="{FF2B5EF4-FFF2-40B4-BE49-F238E27FC236}">
                  <a16:creationId xmlns:a16="http://schemas.microsoft.com/office/drawing/2014/main" id="{DBE65685-82ED-BB8D-BF45-45C99C4314C7}"/>
                </a:ext>
              </a:extLst>
            </p:cNvPr>
            <p:cNvSpPr/>
            <p:nvPr/>
          </p:nvSpPr>
          <p:spPr>
            <a:xfrm>
              <a:off x="19591909" y="5219236"/>
              <a:ext cx="552789" cy="1315795"/>
            </a:xfrm>
            <a:custGeom>
              <a:avLst/>
              <a:gdLst>
                <a:gd name="connsiteX0" fmla="*/ 552789 w 552789"/>
                <a:gd name="connsiteY0" fmla="*/ 0 h 1315795"/>
                <a:gd name="connsiteX1" fmla="*/ 0 w 552789"/>
                <a:gd name="connsiteY1" fmla="*/ 657897 h 1315795"/>
                <a:gd name="connsiteX2" fmla="*/ 552789 w 552789"/>
                <a:gd name="connsiteY2" fmla="*/ 1315796 h 131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2789" h="1315795">
                  <a:moveTo>
                    <a:pt x="552789" y="0"/>
                  </a:moveTo>
                  <a:cubicBezTo>
                    <a:pt x="230277" y="97891"/>
                    <a:pt x="0" y="355502"/>
                    <a:pt x="0" y="657897"/>
                  </a:cubicBezTo>
                  <a:cubicBezTo>
                    <a:pt x="0" y="960289"/>
                    <a:pt x="230277" y="1217903"/>
                    <a:pt x="552789" y="1315796"/>
                  </a:cubicBezTo>
                </a:path>
              </a:pathLst>
            </a:custGeom>
            <a:noFill/>
            <a:ln w="1150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9" name="Полилиния 228">
              <a:extLst>
                <a:ext uri="{FF2B5EF4-FFF2-40B4-BE49-F238E27FC236}">
                  <a16:creationId xmlns:a16="http://schemas.microsoft.com/office/drawing/2014/main" id="{3D1E8B87-65FB-7A95-9B08-664D11406E4C}"/>
                </a:ext>
              </a:extLst>
            </p:cNvPr>
            <p:cNvSpPr/>
            <p:nvPr/>
          </p:nvSpPr>
          <p:spPr>
            <a:xfrm>
              <a:off x="21972520" y="5219233"/>
              <a:ext cx="548754" cy="1315787"/>
            </a:xfrm>
            <a:custGeom>
              <a:avLst/>
              <a:gdLst>
                <a:gd name="connsiteX0" fmla="*/ 0 w 548754"/>
                <a:gd name="connsiteY0" fmla="*/ 1315788 h 1315787"/>
                <a:gd name="connsiteX1" fmla="*/ 548754 w 548754"/>
                <a:gd name="connsiteY1" fmla="*/ 657896 h 1315787"/>
                <a:gd name="connsiteX2" fmla="*/ 0 w 548754"/>
                <a:gd name="connsiteY2" fmla="*/ 0 h 1315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8754" h="1315787">
                  <a:moveTo>
                    <a:pt x="0" y="1315788"/>
                  </a:moveTo>
                  <a:cubicBezTo>
                    <a:pt x="320150" y="1217906"/>
                    <a:pt x="548754" y="960292"/>
                    <a:pt x="548754" y="657896"/>
                  </a:cubicBezTo>
                  <a:cubicBezTo>
                    <a:pt x="548754" y="355502"/>
                    <a:pt x="320150" y="97889"/>
                    <a:pt x="0" y="0"/>
                  </a:cubicBezTo>
                </a:path>
              </a:pathLst>
            </a:custGeom>
            <a:noFill/>
            <a:ln w="1150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0" name="Полилиния 229">
              <a:extLst>
                <a:ext uri="{FF2B5EF4-FFF2-40B4-BE49-F238E27FC236}">
                  <a16:creationId xmlns:a16="http://schemas.microsoft.com/office/drawing/2014/main" id="{CAD0199F-7B36-6C02-A7B7-6B60726AB793}"/>
                </a:ext>
              </a:extLst>
            </p:cNvPr>
            <p:cNvSpPr/>
            <p:nvPr/>
          </p:nvSpPr>
          <p:spPr>
            <a:xfrm>
              <a:off x="22610064" y="5219233"/>
              <a:ext cx="548743" cy="1315787"/>
            </a:xfrm>
            <a:custGeom>
              <a:avLst/>
              <a:gdLst>
                <a:gd name="connsiteX0" fmla="*/ 0 w 548743"/>
                <a:gd name="connsiteY0" fmla="*/ 1315788 h 1315787"/>
                <a:gd name="connsiteX1" fmla="*/ 548743 w 548743"/>
                <a:gd name="connsiteY1" fmla="*/ 657896 h 1315787"/>
                <a:gd name="connsiteX2" fmla="*/ 0 w 548743"/>
                <a:gd name="connsiteY2" fmla="*/ 0 h 1315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8743" h="1315787">
                  <a:moveTo>
                    <a:pt x="0" y="1315788"/>
                  </a:moveTo>
                  <a:cubicBezTo>
                    <a:pt x="320150" y="1217906"/>
                    <a:pt x="548743" y="960292"/>
                    <a:pt x="548743" y="657896"/>
                  </a:cubicBezTo>
                  <a:cubicBezTo>
                    <a:pt x="548743" y="355502"/>
                    <a:pt x="320150" y="97889"/>
                    <a:pt x="0" y="0"/>
                  </a:cubicBezTo>
                </a:path>
              </a:pathLst>
            </a:custGeom>
            <a:noFill/>
            <a:ln w="1150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1" name="Полилиния 230">
              <a:extLst>
                <a:ext uri="{FF2B5EF4-FFF2-40B4-BE49-F238E27FC236}">
                  <a16:creationId xmlns:a16="http://schemas.microsoft.com/office/drawing/2014/main" id="{5C41E780-141A-D989-563A-EB4A5B1D8543}"/>
                </a:ext>
              </a:extLst>
            </p:cNvPr>
            <p:cNvSpPr/>
            <p:nvPr/>
          </p:nvSpPr>
          <p:spPr>
            <a:xfrm>
              <a:off x="18966527" y="5219236"/>
              <a:ext cx="548749" cy="1315795"/>
            </a:xfrm>
            <a:custGeom>
              <a:avLst/>
              <a:gdLst>
                <a:gd name="connsiteX0" fmla="*/ 548750 w 548749"/>
                <a:gd name="connsiteY0" fmla="*/ 0 h 1315795"/>
                <a:gd name="connsiteX1" fmla="*/ 0 w 548749"/>
                <a:gd name="connsiteY1" fmla="*/ 657897 h 1315795"/>
                <a:gd name="connsiteX2" fmla="*/ 548750 w 548749"/>
                <a:gd name="connsiteY2" fmla="*/ 1315796 h 131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8749" h="1315795">
                  <a:moveTo>
                    <a:pt x="548750" y="0"/>
                  </a:moveTo>
                  <a:cubicBezTo>
                    <a:pt x="228595" y="97891"/>
                    <a:pt x="0" y="355502"/>
                    <a:pt x="0" y="657897"/>
                  </a:cubicBezTo>
                  <a:cubicBezTo>
                    <a:pt x="0" y="960289"/>
                    <a:pt x="228595" y="1217903"/>
                    <a:pt x="548750" y="1315796"/>
                  </a:cubicBezTo>
                </a:path>
              </a:pathLst>
            </a:custGeom>
            <a:noFill/>
            <a:ln w="1150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2" name="Полилиния 231">
              <a:extLst>
                <a:ext uri="{FF2B5EF4-FFF2-40B4-BE49-F238E27FC236}">
                  <a16:creationId xmlns:a16="http://schemas.microsoft.com/office/drawing/2014/main" id="{57F07CB6-B531-0361-6D5E-8A2D79061917}"/>
                </a:ext>
              </a:extLst>
            </p:cNvPr>
            <p:cNvSpPr/>
            <p:nvPr/>
          </p:nvSpPr>
          <p:spPr>
            <a:xfrm>
              <a:off x="21060604" y="5034136"/>
              <a:ext cx="11528" cy="1657822"/>
            </a:xfrm>
            <a:custGeom>
              <a:avLst/>
              <a:gdLst>
                <a:gd name="connsiteX0" fmla="*/ 0 w 11528"/>
                <a:gd name="connsiteY0" fmla="*/ 0 h 1657822"/>
                <a:gd name="connsiteX1" fmla="*/ 0 w 11528"/>
                <a:gd name="connsiteY1" fmla="*/ 1657823 h 165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528" h="1657822">
                  <a:moveTo>
                    <a:pt x="0" y="0"/>
                  </a:moveTo>
                  <a:lnTo>
                    <a:pt x="0" y="1657823"/>
                  </a:lnTo>
                </a:path>
              </a:pathLst>
            </a:custGeom>
            <a:noFill/>
            <a:ln w="11503" cap="flat">
              <a:solidFill>
                <a:srgbClr val="2CB9FF"/>
              </a:solidFill>
              <a:custDash>
                <a:ds d="213000" sp="213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3" name="Полилиния 232">
              <a:extLst>
                <a:ext uri="{FF2B5EF4-FFF2-40B4-BE49-F238E27FC236}">
                  <a16:creationId xmlns:a16="http://schemas.microsoft.com/office/drawing/2014/main" id="{E5D7316F-53CF-D513-0555-8DA2A9519045}"/>
                </a:ext>
              </a:extLst>
            </p:cNvPr>
            <p:cNvSpPr/>
            <p:nvPr/>
          </p:nvSpPr>
          <p:spPr>
            <a:xfrm>
              <a:off x="21004184" y="5030115"/>
              <a:ext cx="110498" cy="55095"/>
            </a:xfrm>
            <a:custGeom>
              <a:avLst/>
              <a:gdLst>
                <a:gd name="connsiteX0" fmla="*/ 110498 w 110498"/>
                <a:gd name="connsiteY0" fmla="*/ 55096 h 55095"/>
                <a:gd name="connsiteX1" fmla="*/ 55255 w 110498"/>
                <a:gd name="connsiteY1" fmla="*/ 0 h 55095"/>
                <a:gd name="connsiteX2" fmla="*/ 0 w 110498"/>
                <a:gd name="connsiteY2" fmla="*/ 55096 h 55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0498" h="55095">
                  <a:moveTo>
                    <a:pt x="110498" y="55096"/>
                  </a:moveTo>
                  <a:lnTo>
                    <a:pt x="55255" y="0"/>
                  </a:lnTo>
                  <a:lnTo>
                    <a:pt x="0" y="55096"/>
                  </a:lnTo>
                </a:path>
              </a:pathLst>
            </a:custGeom>
            <a:noFill/>
            <a:ln w="11503" cap="flat">
              <a:solidFill>
                <a:srgbClr val="2CB9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34" name="Группа 233">
            <a:extLst>
              <a:ext uri="{FF2B5EF4-FFF2-40B4-BE49-F238E27FC236}">
                <a16:creationId xmlns:a16="http://schemas.microsoft.com/office/drawing/2014/main" id="{AD8D872F-854C-21A1-B6DB-F66A8F2EE78B}"/>
              </a:ext>
            </a:extLst>
          </p:cNvPr>
          <p:cNvGrpSpPr/>
          <p:nvPr userDrawn="1"/>
        </p:nvGrpSpPr>
        <p:grpSpPr>
          <a:xfrm>
            <a:off x="13032832" y="5078794"/>
            <a:ext cx="4336787" cy="1556635"/>
            <a:chOff x="13032832" y="5078794"/>
            <a:chExt cx="4336787" cy="1556635"/>
          </a:xfrm>
        </p:grpSpPr>
        <p:sp>
          <p:nvSpPr>
            <p:cNvPr id="235" name="Полилиния 234">
              <a:extLst>
                <a:ext uri="{FF2B5EF4-FFF2-40B4-BE49-F238E27FC236}">
                  <a16:creationId xmlns:a16="http://schemas.microsoft.com/office/drawing/2014/main" id="{6F1A06F6-7015-7E09-73BB-5E1574307682}"/>
                </a:ext>
              </a:extLst>
            </p:cNvPr>
            <p:cNvSpPr/>
            <p:nvPr/>
          </p:nvSpPr>
          <p:spPr>
            <a:xfrm>
              <a:off x="13099764" y="5078794"/>
              <a:ext cx="2963148" cy="1556635"/>
            </a:xfrm>
            <a:custGeom>
              <a:avLst/>
              <a:gdLst>
                <a:gd name="connsiteX0" fmla="*/ 2963148 w 2963148"/>
                <a:gd name="connsiteY0" fmla="*/ 1556636 h 1556635"/>
                <a:gd name="connsiteX1" fmla="*/ 2116679 w 2963148"/>
                <a:gd name="connsiteY1" fmla="*/ 0 h 1556635"/>
                <a:gd name="connsiteX2" fmla="*/ 1270314 w 2963148"/>
                <a:gd name="connsiteY2" fmla="*/ 1556636 h 1556635"/>
                <a:gd name="connsiteX3" fmla="*/ 423840 w 2963148"/>
                <a:gd name="connsiteY3" fmla="*/ 0 h 1556635"/>
                <a:gd name="connsiteX4" fmla="*/ 0 w 2963148"/>
                <a:gd name="connsiteY4" fmla="*/ 780388 h 1556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63148" h="1556635">
                  <a:moveTo>
                    <a:pt x="2963148" y="1556636"/>
                  </a:moveTo>
                  <a:cubicBezTo>
                    <a:pt x="2539919" y="1556636"/>
                    <a:pt x="2539919" y="0"/>
                    <a:pt x="2116679" y="0"/>
                  </a:cubicBezTo>
                  <a:cubicBezTo>
                    <a:pt x="1693439" y="0"/>
                    <a:pt x="1693554" y="1556636"/>
                    <a:pt x="1270314" y="1556636"/>
                  </a:cubicBezTo>
                  <a:cubicBezTo>
                    <a:pt x="847077" y="1556636"/>
                    <a:pt x="847077" y="0"/>
                    <a:pt x="423840" y="0"/>
                  </a:cubicBezTo>
                  <a:cubicBezTo>
                    <a:pt x="211847" y="0"/>
                    <a:pt x="106011" y="390541"/>
                    <a:pt x="0" y="780388"/>
                  </a:cubicBezTo>
                </a:path>
              </a:pathLst>
            </a:custGeom>
            <a:noFill/>
            <a:ln w="11500" cap="flat">
              <a:solidFill>
                <a:srgbClr val="775AFF"/>
              </a:solidFill>
              <a:custDash>
                <a:ds d="450000" sp="45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6" name="Полилиния 235">
              <a:extLst>
                <a:ext uri="{FF2B5EF4-FFF2-40B4-BE49-F238E27FC236}">
                  <a16:creationId xmlns:a16="http://schemas.microsoft.com/office/drawing/2014/main" id="{292F0B17-2466-F13C-CCE0-F0E7432D17BA}"/>
                </a:ext>
              </a:extLst>
            </p:cNvPr>
            <p:cNvSpPr/>
            <p:nvPr/>
          </p:nvSpPr>
          <p:spPr>
            <a:xfrm>
              <a:off x="13516380" y="5078794"/>
              <a:ext cx="3808915" cy="1556635"/>
            </a:xfrm>
            <a:custGeom>
              <a:avLst/>
              <a:gdLst>
                <a:gd name="connsiteX0" fmla="*/ 0 w 3808915"/>
                <a:gd name="connsiteY0" fmla="*/ 0 h 1556635"/>
                <a:gd name="connsiteX1" fmla="*/ 846371 w 3808915"/>
                <a:gd name="connsiteY1" fmla="*/ 1556636 h 1556635"/>
                <a:gd name="connsiteX2" fmla="*/ 1692840 w 3808915"/>
                <a:gd name="connsiteY2" fmla="*/ 0 h 1556635"/>
                <a:gd name="connsiteX3" fmla="*/ 2539309 w 3808915"/>
                <a:gd name="connsiteY3" fmla="*/ 1556636 h 1556635"/>
                <a:gd name="connsiteX4" fmla="*/ 3385686 w 3808915"/>
                <a:gd name="connsiteY4" fmla="*/ 0 h 1556635"/>
                <a:gd name="connsiteX5" fmla="*/ 3808915 w 3808915"/>
                <a:gd name="connsiteY5" fmla="*/ 778318 h 1556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08915" h="1556635">
                  <a:moveTo>
                    <a:pt x="0" y="0"/>
                  </a:moveTo>
                  <a:cubicBezTo>
                    <a:pt x="423237" y="0"/>
                    <a:pt x="423237" y="1556636"/>
                    <a:pt x="846371" y="1556636"/>
                  </a:cubicBezTo>
                  <a:cubicBezTo>
                    <a:pt x="1269496" y="1556636"/>
                    <a:pt x="1269600" y="0"/>
                    <a:pt x="1692840" y="0"/>
                  </a:cubicBezTo>
                  <a:cubicBezTo>
                    <a:pt x="2116081" y="0"/>
                    <a:pt x="2116081" y="1556636"/>
                    <a:pt x="2539309" y="1556636"/>
                  </a:cubicBezTo>
                  <a:cubicBezTo>
                    <a:pt x="2962550" y="1556636"/>
                    <a:pt x="2962446" y="0"/>
                    <a:pt x="3385686" y="0"/>
                  </a:cubicBezTo>
                  <a:cubicBezTo>
                    <a:pt x="3597301" y="0"/>
                    <a:pt x="3703114" y="389159"/>
                    <a:pt x="3808915" y="778318"/>
                  </a:cubicBezTo>
                </a:path>
              </a:pathLst>
            </a:custGeom>
            <a:noFill/>
            <a:ln w="11500" cap="flat">
              <a:solidFill>
                <a:srgbClr val="775AFF"/>
              </a:solidFill>
              <a:custDash>
                <a:ds d="450000" sp="45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7" name="Полилиния 236">
              <a:extLst>
                <a:ext uri="{FF2B5EF4-FFF2-40B4-BE49-F238E27FC236}">
                  <a16:creationId xmlns:a16="http://schemas.microsoft.com/office/drawing/2014/main" id="{92960F0A-FC6A-0996-D175-F9FCD163BC15}"/>
                </a:ext>
              </a:extLst>
            </p:cNvPr>
            <p:cNvSpPr/>
            <p:nvPr/>
          </p:nvSpPr>
          <p:spPr>
            <a:xfrm>
              <a:off x="13093194" y="5859658"/>
              <a:ext cx="4232158" cy="11493"/>
            </a:xfrm>
            <a:custGeom>
              <a:avLst/>
              <a:gdLst>
                <a:gd name="connsiteX0" fmla="*/ 0 w 4232158"/>
                <a:gd name="connsiteY0" fmla="*/ 0 h 11493"/>
                <a:gd name="connsiteX1" fmla="*/ 4232159 w 4232158"/>
                <a:gd name="connsiteY1" fmla="*/ 0 h 11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32158" h="11493">
                  <a:moveTo>
                    <a:pt x="0" y="0"/>
                  </a:moveTo>
                  <a:lnTo>
                    <a:pt x="4232159" y="0"/>
                  </a:lnTo>
                </a:path>
              </a:pathLst>
            </a:custGeom>
            <a:ln w="115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8" name="Полилиния 237">
              <a:extLst>
                <a:ext uri="{FF2B5EF4-FFF2-40B4-BE49-F238E27FC236}">
                  <a16:creationId xmlns:a16="http://schemas.microsoft.com/office/drawing/2014/main" id="{6DB63F1E-B971-5379-5056-2B964B0FC854}"/>
                </a:ext>
              </a:extLst>
            </p:cNvPr>
            <p:cNvSpPr/>
            <p:nvPr/>
          </p:nvSpPr>
          <p:spPr>
            <a:xfrm>
              <a:off x="14725690" y="5796878"/>
              <a:ext cx="104603" cy="104378"/>
            </a:xfrm>
            <a:custGeom>
              <a:avLst/>
              <a:gdLst>
                <a:gd name="connsiteX0" fmla="*/ 52307 w 104603"/>
                <a:gd name="connsiteY0" fmla="*/ 104379 h 104378"/>
                <a:gd name="connsiteX1" fmla="*/ 104604 w 104603"/>
                <a:gd name="connsiteY1" fmla="*/ 52190 h 104378"/>
                <a:gd name="connsiteX2" fmla="*/ 52307 w 104603"/>
                <a:gd name="connsiteY2" fmla="*/ 0 h 104378"/>
                <a:gd name="connsiteX3" fmla="*/ 0 w 104603"/>
                <a:gd name="connsiteY3" fmla="*/ 52190 h 104378"/>
                <a:gd name="connsiteX4" fmla="*/ 52307 w 104603"/>
                <a:gd name="connsiteY4" fmla="*/ 104379 h 10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03" h="104378">
                  <a:moveTo>
                    <a:pt x="52307" y="104379"/>
                  </a:moveTo>
                  <a:cubicBezTo>
                    <a:pt x="81186" y="104379"/>
                    <a:pt x="104604" y="81012"/>
                    <a:pt x="104604" y="52190"/>
                  </a:cubicBezTo>
                  <a:cubicBezTo>
                    <a:pt x="104604" y="23367"/>
                    <a:pt x="81186" y="0"/>
                    <a:pt x="52307" y="0"/>
                  </a:cubicBezTo>
                  <a:cubicBezTo>
                    <a:pt x="23418" y="0"/>
                    <a:pt x="0" y="23367"/>
                    <a:pt x="0" y="52190"/>
                  </a:cubicBezTo>
                  <a:cubicBezTo>
                    <a:pt x="0" y="81012"/>
                    <a:pt x="23418" y="104379"/>
                    <a:pt x="52307" y="104379"/>
                  </a:cubicBezTo>
                  <a:close/>
                </a:path>
              </a:pathLst>
            </a:custGeom>
            <a:solidFill>
              <a:srgbClr val="E6E6E6"/>
            </a:solidFill>
            <a:ln w="460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9" name="Полилиния 238">
              <a:extLst>
                <a:ext uri="{FF2B5EF4-FFF2-40B4-BE49-F238E27FC236}">
                  <a16:creationId xmlns:a16="http://schemas.microsoft.com/office/drawing/2014/main" id="{CCD02B5B-1D4A-A385-BCB0-34BFE84C90C7}"/>
                </a:ext>
              </a:extLst>
            </p:cNvPr>
            <p:cNvSpPr/>
            <p:nvPr/>
          </p:nvSpPr>
          <p:spPr>
            <a:xfrm>
              <a:off x="13879227" y="5796878"/>
              <a:ext cx="104608" cy="104378"/>
            </a:xfrm>
            <a:custGeom>
              <a:avLst/>
              <a:gdLst>
                <a:gd name="connsiteX0" fmla="*/ 52304 w 104608"/>
                <a:gd name="connsiteY0" fmla="*/ 104379 h 104378"/>
                <a:gd name="connsiteX1" fmla="*/ 104608 w 104608"/>
                <a:gd name="connsiteY1" fmla="*/ 52190 h 104378"/>
                <a:gd name="connsiteX2" fmla="*/ 52304 w 104608"/>
                <a:gd name="connsiteY2" fmla="*/ 0 h 104378"/>
                <a:gd name="connsiteX3" fmla="*/ 0 w 104608"/>
                <a:gd name="connsiteY3" fmla="*/ 52190 h 104378"/>
                <a:gd name="connsiteX4" fmla="*/ 52304 w 104608"/>
                <a:gd name="connsiteY4" fmla="*/ 104379 h 10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08" h="104378">
                  <a:moveTo>
                    <a:pt x="52304" y="104379"/>
                  </a:moveTo>
                  <a:cubicBezTo>
                    <a:pt x="81191" y="104379"/>
                    <a:pt x="104608" y="81012"/>
                    <a:pt x="104608" y="52190"/>
                  </a:cubicBezTo>
                  <a:cubicBezTo>
                    <a:pt x="104608" y="23367"/>
                    <a:pt x="81191" y="0"/>
                    <a:pt x="52304" y="0"/>
                  </a:cubicBezTo>
                  <a:cubicBezTo>
                    <a:pt x="23417" y="0"/>
                    <a:pt x="0" y="23367"/>
                    <a:pt x="0" y="52190"/>
                  </a:cubicBezTo>
                  <a:cubicBezTo>
                    <a:pt x="0" y="81012"/>
                    <a:pt x="23417" y="104379"/>
                    <a:pt x="52304" y="104379"/>
                  </a:cubicBezTo>
                  <a:close/>
                </a:path>
              </a:pathLst>
            </a:custGeom>
            <a:solidFill>
              <a:srgbClr val="E6E6E6"/>
            </a:solidFill>
            <a:ln w="460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0" name="Полилиния 239">
              <a:extLst>
                <a:ext uri="{FF2B5EF4-FFF2-40B4-BE49-F238E27FC236}">
                  <a16:creationId xmlns:a16="http://schemas.microsoft.com/office/drawing/2014/main" id="{DD07A308-0275-C2AC-1390-07350921BF84}"/>
                </a:ext>
              </a:extLst>
            </p:cNvPr>
            <p:cNvSpPr/>
            <p:nvPr/>
          </p:nvSpPr>
          <p:spPr>
            <a:xfrm>
              <a:off x="13032832" y="5796879"/>
              <a:ext cx="104608" cy="104378"/>
            </a:xfrm>
            <a:custGeom>
              <a:avLst/>
              <a:gdLst>
                <a:gd name="connsiteX0" fmla="*/ 52304 w 104608"/>
                <a:gd name="connsiteY0" fmla="*/ 104379 h 104378"/>
                <a:gd name="connsiteX1" fmla="*/ 104608 w 104608"/>
                <a:gd name="connsiteY1" fmla="*/ 52190 h 104378"/>
                <a:gd name="connsiteX2" fmla="*/ 52304 w 104608"/>
                <a:gd name="connsiteY2" fmla="*/ 0 h 104378"/>
                <a:gd name="connsiteX3" fmla="*/ 0 w 104608"/>
                <a:gd name="connsiteY3" fmla="*/ 52190 h 104378"/>
                <a:gd name="connsiteX4" fmla="*/ 52304 w 104608"/>
                <a:gd name="connsiteY4" fmla="*/ 104379 h 10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08" h="104378">
                  <a:moveTo>
                    <a:pt x="52304" y="104379"/>
                  </a:moveTo>
                  <a:cubicBezTo>
                    <a:pt x="81192" y="104379"/>
                    <a:pt x="104608" y="81012"/>
                    <a:pt x="104608" y="52190"/>
                  </a:cubicBezTo>
                  <a:cubicBezTo>
                    <a:pt x="104608" y="23367"/>
                    <a:pt x="81192" y="0"/>
                    <a:pt x="52304" y="0"/>
                  </a:cubicBezTo>
                  <a:cubicBezTo>
                    <a:pt x="23416" y="0"/>
                    <a:pt x="0" y="23367"/>
                    <a:pt x="0" y="52190"/>
                  </a:cubicBezTo>
                  <a:cubicBezTo>
                    <a:pt x="0" y="81012"/>
                    <a:pt x="23416" y="104379"/>
                    <a:pt x="52304" y="104379"/>
                  </a:cubicBezTo>
                  <a:close/>
                </a:path>
              </a:pathLst>
            </a:custGeom>
            <a:solidFill>
              <a:srgbClr val="E6E6E6"/>
            </a:solidFill>
            <a:ln w="460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1" name="Полилиния 240">
              <a:extLst>
                <a:ext uri="{FF2B5EF4-FFF2-40B4-BE49-F238E27FC236}">
                  <a16:creationId xmlns:a16="http://schemas.microsoft.com/office/drawing/2014/main" id="{CFFAE746-2389-E2F0-8BBA-AB2A8A723258}"/>
                </a:ext>
              </a:extLst>
            </p:cNvPr>
            <p:cNvSpPr/>
            <p:nvPr/>
          </p:nvSpPr>
          <p:spPr>
            <a:xfrm>
              <a:off x="16441608" y="5819864"/>
              <a:ext cx="74677" cy="74520"/>
            </a:xfrm>
            <a:custGeom>
              <a:avLst/>
              <a:gdLst>
                <a:gd name="connsiteX0" fmla="*/ 37333 w 74677"/>
                <a:gd name="connsiteY0" fmla="*/ 74520 h 74520"/>
                <a:gd name="connsiteX1" fmla="*/ 74677 w 74677"/>
                <a:gd name="connsiteY1" fmla="*/ 37259 h 74520"/>
                <a:gd name="connsiteX2" fmla="*/ 37333 w 74677"/>
                <a:gd name="connsiteY2" fmla="*/ 0 h 74520"/>
                <a:gd name="connsiteX3" fmla="*/ 0 w 74677"/>
                <a:gd name="connsiteY3" fmla="*/ 37259 h 74520"/>
                <a:gd name="connsiteX4" fmla="*/ 37333 w 74677"/>
                <a:gd name="connsiteY4" fmla="*/ 74520 h 74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677" h="74520">
                  <a:moveTo>
                    <a:pt x="37333" y="74520"/>
                  </a:moveTo>
                  <a:cubicBezTo>
                    <a:pt x="57963" y="74520"/>
                    <a:pt x="74677" y="57838"/>
                    <a:pt x="74677" y="37259"/>
                  </a:cubicBezTo>
                  <a:cubicBezTo>
                    <a:pt x="74677" y="16682"/>
                    <a:pt x="57963" y="0"/>
                    <a:pt x="37333" y="0"/>
                  </a:cubicBezTo>
                  <a:cubicBezTo>
                    <a:pt x="16714" y="0"/>
                    <a:pt x="0" y="16682"/>
                    <a:pt x="0" y="37259"/>
                  </a:cubicBezTo>
                  <a:cubicBezTo>
                    <a:pt x="0" y="57838"/>
                    <a:pt x="16714" y="74520"/>
                    <a:pt x="37333" y="74520"/>
                  </a:cubicBezTo>
                  <a:close/>
                </a:path>
              </a:pathLst>
            </a:custGeom>
            <a:solidFill>
              <a:srgbClr val="775AFF"/>
            </a:solidFill>
            <a:ln w="11500" cap="flat">
              <a:solidFill>
                <a:srgbClr val="775A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2" name="Полилиния 241">
              <a:extLst>
                <a:ext uri="{FF2B5EF4-FFF2-40B4-BE49-F238E27FC236}">
                  <a16:creationId xmlns:a16="http://schemas.microsoft.com/office/drawing/2014/main" id="{5608BAFF-1229-90B3-FBF2-218BCE454E4C}"/>
                </a:ext>
              </a:extLst>
            </p:cNvPr>
            <p:cNvSpPr/>
            <p:nvPr/>
          </p:nvSpPr>
          <p:spPr>
            <a:xfrm>
              <a:off x="15576271" y="5796878"/>
              <a:ext cx="104603" cy="104378"/>
            </a:xfrm>
            <a:custGeom>
              <a:avLst/>
              <a:gdLst>
                <a:gd name="connsiteX0" fmla="*/ 52296 w 104603"/>
                <a:gd name="connsiteY0" fmla="*/ 104379 h 104378"/>
                <a:gd name="connsiteX1" fmla="*/ 104604 w 104603"/>
                <a:gd name="connsiteY1" fmla="*/ 52190 h 104378"/>
                <a:gd name="connsiteX2" fmla="*/ 52296 w 104603"/>
                <a:gd name="connsiteY2" fmla="*/ 0 h 104378"/>
                <a:gd name="connsiteX3" fmla="*/ 0 w 104603"/>
                <a:gd name="connsiteY3" fmla="*/ 52190 h 104378"/>
                <a:gd name="connsiteX4" fmla="*/ 52296 w 104603"/>
                <a:gd name="connsiteY4" fmla="*/ 104379 h 10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03" h="104378">
                  <a:moveTo>
                    <a:pt x="52296" y="104379"/>
                  </a:moveTo>
                  <a:cubicBezTo>
                    <a:pt x="81186" y="104379"/>
                    <a:pt x="104604" y="81012"/>
                    <a:pt x="104604" y="52190"/>
                  </a:cubicBezTo>
                  <a:cubicBezTo>
                    <a:pt x="104604" y="23367"/>
                    <a:pt x="81186" y="0"/>
                    <a:pt x="52296" y="0"/>
                  </a:cubicBezTo>
                  <a:cubicBezTo>
                    <a:pt x="23418" y="0"/>
                    <a:pt x="0" y="23367"/>
                    <a:pt x="0" y="52190"/>
                  </a:cubicBezTo>
                  <a:cubicBezTo>
                    <a:pt x="0" y="81012"/>
                    <a:pt x="23418" y="104379"/>
                    <a:pt x="52296" y="104379"/>
                  </a:cubicBezTo>
                  <a:close/>
                </a:path>
              </a:pathLst>
            </a:custGeom>
            <a:solidFill>
              <a:srgbClr val="E6E6E6"/>
            </a:solidFill>
            <a:ln w="460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3" name="Полилиния 242">
              <a:extLst>
                <a:ext uri="{FF2B5EF4-FFF2-40B4-BE49-F238E27FC236}">
                  <a16:creationId xmlns:a16="http://schemas.microsoft.com/office/drawing/2014/main" id="{0248EB2B-FDAD-A4BB-522D-0BD5676C263B}"/>
                </a:ext>
              </a:extLst>
            </p:cNvPr>
            <p:cNvSpPr/>
            <p:nvPr/>
          </p:nvSpPr>
          <p:spPr>
            <a:xfrm>
              <a:off x="16418571" y="5796878"/>
              <a:ext cx="104603" cy="104378"/>
            </a:xfrm>
            <a:custGeom>
              <a:avLst/>
              <a:gdLst>
                <a:gd name="connsiteX0" fmla="*/ 52296 w 104603"/>
                <a:gd name="connsiteY0" fmla="*/ 104379 h 104378"/>
                <a:gd name="connsiteX1" fmla="*/ 104603 w 104603"/>
                <a:gd name="connsiteY1" fmla="*/ 52190 h 104378"/>
                <a:gd name="connsiteX2" fmla="*/ 52296 w 104603"/>
                <a:gd name="connsiteY2" fmla="*/ 0 h 104378"/>
                <a:gd name="connsiteX3" fmla="*/ 0 w 104603"/>
                <a:gd name="connsiteY3" fmla="*/ 52190 h 104378"/>
                <a:gd name="connsiteX4" fmla="*/ 52296 w 104603"/>
                <a:gd name="connsiteY4" fmla="*/ 104379 h 10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03" h="104378">
                  <a:moveTo>
                    <a:pt x="52296" y="104379"/>
                  </a:moveTo>
                  <a:cubicBezTo>
                    <a:pt x="81186" y="104379"/>
                    <a:pt x="104603" y="81012"/>
                    <a:pt x="104603" y="52190"/>
                  </a:cubicBezTo>
                  <a:cubicBezTo>
                    <a:pt x="104603" y="23367"/>
                    <a:pt x="81186" y="0"/>
                    <a:pt x="52296" y="0"/>
                  </a:cubicBezTo>
                  <a:cubicBezTo>
                    <a:pt x="23418" y="0"/>
                    <a:pt x="0" y="23367"/>
                    <a:pt x="0" y="52190"/>
                  </a:cubicBezTo>
                  <a:cubicBezTo>
                    <a:pt x="0" y="81012"/>
                    <a:pt x="23418" y="104379"/>
                    <a:pt x="52296" y="104379"/>
                  </a:cubicBezTo>
                  <a:close/>
                </a:path>
              </a:pathLst>
            </a:custGeom>
            <a:solidFill>
              <a:srgbClr val="E6E6E6"/>
            </a:solidFill>
            <a:ln w="460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4" name="Полилиния 243">
              <a:extLst>
                <a:ext uri="{FF2B5EF4-FFF2-40B4-BE49-F238E27FC236}">
                  <a16:creationId xmlns:a16="http://schemas.microsoft.com/office/drawing/2014/main" id="{F2241D5B-ADEC-F157-BAA4-D1FE5E652929}"/>
                </a:ext>
              </a:extLst>
            </p:cNvPr>
            <p:cNvSpPr/>
            <p:nvPr/>
          </p:nvSpPr>
          <p:spPr>
            <a:xfrm>
              <a:off x="17265005" y="5796878"/>
              <a:ext cx="104614" cy="104378"/>
            </a:xfrm>
            <a:custGeom>
              <a:avLst/>
              <a:gdLst>
                <a:gd name="connsiteX0" fmla="*/ 52307 w 104614"/>
                <a:gd name="connsiteY0" fmla="*/ 104379 h 104378"/>
                <a:gd name="connsiteX1" fmla="*/ 104615 w 104614"/>
                <a:gd name="connsiteY1" fmla="*/ 52190 h 104378"/>
                <a:gd name="connsiteX2" fmla="*/ 52307 w 104614"/>
                <a:gd name="connsiteY2" fmla="*/ 0 h 104378"/>
                <a:gd name="connsiteX3" fmla="*/ 0 w 104614"/>
                <a:gd name="connsiteY3" fmla="*/ 52190 h 104378"/>
                <a:gd name="connsiteX4" fmla="*/ 52307 w 104614"/>
                <a:gd name="connsiteY4" fmla="*/ 104379 h 10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14" h="104378">
                  <a:moveTo>
                    <a:pt x="52307" y="104379"/>
                  </a:moveTo>
                  <a:cubicBezTo>
                    <a:pt x="81197" y="104379"/>
                    <a:pt x="104615" y="81012"/>
                    <a:pt x="104615" y="52190"/>
                  </a:cubicBezTo>
                  <a:cubicBezTo>
                    <a:pt x="104615" y="23367"/>
                    <a:pt x="81197" y="0"/>
                    <a:pt x="52307" y="0"/>
                  </a:cubicBezTo>
                  <a:cubicBezTo>
                    <a:pt x="23418" y="0"/>
                    <a:pt x="0" y="23367"/>
                    <a:pt x="0" y="52190"/>
                  </a:cubicBezTo>
                  <a:cubicBezTo>
                    <a:pt x="0" y="81012"/>
                    <a:pt x="23418" y="104379"/>
                    <a:pt x="52307" y="104379"/>
                  </a:cubicBezTo>
                  <a:close/>
                </a:path>
              </a:pathLst>
            </a:custGeom>
            <a:solidFill>
              <a:srgbClr val="E6E6E6"/>
            </a:solidFill>
            <a:ln w="460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45" name="Группа 244">
            <a:extLst>
              <a:ext uri="{FF2B5EF4-FFF2-40B4-BE49-F238E27FC236}">
                <a16:creationId xmlns:a16="http://schemas.microsoft.com/office/drawing/2014/main" id="{B8442C6B-AFCC-23D1-6417-7F49455071E0}"/>
              </a:ext>
            </a:extLst>
          </p:cNvPr>
          <p:cNvGrpSpPr/>
          <p:nvPr userDrawn="1"/>
        </p:nvGrpSpPr>
        <p:grpSpPr>
          <a:xfrm>
            <a:off x="1269149" y="5149511"/>
            <a:ext cx="4312875" cy="1423498"/>
            <a:chOff x="1269149" y="5149511"/>
            <a:chExt cx="4312875" cy="1423498"/>
          </a:xfrm>
        </p:grpSpPr>
        <p:sp>
          <p:nvSpPr>
            <p:cNvPr id="246" name="Полилиния 245">
              <a:extLst>
                <a:ext uri="{FF2B5EF4-FFF2-40B4-BE49-F238E27FC236}">
                  <a16:creationId xmlns:a16="http://schemas.microsoft.com/office/drawing/2014/main" id="{59416FFB-9F5D-E0C3-DDF0-9CDEA8499B77}"/>
                </a:ext>
              </a:extLst>
            </p:cNvPr>
            <p:cNvSpPr/>
            <p:nvPr/>
          </p:nvSpPr>
          <p:spPr>
            <a:xfrm>
              <a:off x="1970969" y="5149511"/>
              <a:ext cx="1432698" cy="1423498"/>
            </a:xfrm>
            <a:custGeom>
              <a:avLst/>
              <a:gdLst>
                <a:gd name="connsiteX0" fmla="*/ 1432699 w 1432698"/>
                <a:gd name="connsiteY0" fmla="*/ 711749 h 1423498"/>
                <a:gd name="connsiteX1" fmla="*/ 716349 w 1432698"/>
                <a:gd name="connsiteY1" fmla="*/ 1423498 h 1423498"/>
                <a:gd name="connsiteX2" fmla="*/ 0 w 1432698"/>
                <a:gd name="connsiteY2" fmla="*/ 711749 h 1423498"/>
                <a:gd name="connsiteX3" fmla="*/ 716349 w 1432698"/>
                <a:gd name="connsiteY3" fmla="*/ 0 h 1423498"/>
                <a:gd name="connsiteX4" fmla="*/ 1432699 w 1432698"/>
                <a:gd name="connsiteY4" fmla="*/ 711749 h 142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32698" h="1423498">
                  <a:moveTo>
                    <a:pt x="1432699" y="711749"/>
                  </a:moveTo>
                  <a:cubicBezTo>
                    <a:pt x="1432699" y="1104837"/>
                    <a:pt x="1111978" y="1423498"/>
                    <a:pt x="716349" y="1423498"/>
                  </a:cubicBezTo>
                  <a:cubicBezTo>
                    <a:pt x="320721" y="1423498"/>
                    <a:pt x="0" y="1104837"/>
                    <a:pt x="0" y="711749"/>
                  </a:cubicBezTo>
                  <a:cubicBezTo>
                    <a:pt x="0" y="318661"/>
                    <a:pt x="320721" y="0"/>
                    <a:pt x="716349" y="0"/>
                  </a:cubicBezTo>
                  <a:cubicBezTo>
                    <a:pt x="1111978" y="0"/>
                    <a:pt x="1432699" y="318661"/>
                    <a:pt x="1432699" y="711749"/>
                  </a:cubicBezTo>
                  <a:close/>
                </a:path>
              </a:pathLst>
            </a:custGeom>
            <a:noFill/>
            <a:ln w="1151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7" name="Полилиния 246">
              <a:extLst>
                <a:ext uri="{FF2B5EF4-FFF2-40B4-BE49-F238E27FC236}">
                  <a16:creationId xmlns:a16="http://schemas.microsoft.com/office/drawing/2014/main" id="{5E246B9F-D075-F451-3580-291D30164EC3}"/>
                </a:ext>
              </a:extLst>
            </p:cNvPr>
            <p:cNvSpPr/>
            <p:nvPr/>
          </p:nvSpPr>
          <p:spPr>
            <a:xfrm>
              <a:off x="1269149" y="5149511"/>
              <a:ext cx="1432698" cy="1423498"/>
            </a:xfrm>
            <a:custGeom>
              <a:avLst/>
              <a:gdLst>
                <a:gd name="connsiteX0" fmla="*/ 1432699 w 1432698"/>
                <a:gd name="connsiteY0" fmla="*/ 711749 h 1423498"/>
                <a:gd name="connsiteX1" fmla="*/ 716349 w 1432698"/>
                <a:gd name="connsiteY1" fmla="*/ 1423498 h 1423498"/>
                <a:gd name="connsiteX2" fmla="*/ 0 w 1432698"/>
                <a:gd name="connsiteY2" fmla="*/ 711749 h 1423498"/>
                <a:gd name="connsiteX3" fmla="*/ 716349 w 1432698"/>
                <a:gd name="connsiteY3" fmla="*/ 0 h 1423498"/>
                <a:gd name="connsiteX4" fmla="*/ 1432699 w 1432698"/>
                <a:gd name="connsiteY4" fmla="*/ 711749 h 142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32698" h="1423498">
                  <a:moveTo>
                    <a:pt x="1432699" y="711749"/>
                  </a:moveTo>
                  <a:cubicBezTo>
                    <a:pt x="1432699" y="1104837"/>
                    <a:pt x="1111978" y="1423498"/>
                    <a:pt x="716349" y="1423498"/>
                  </a:cubicBezTo>
                  <a:cubicBezTo>
                    <a:pt x="320720" y="1423498"/>
                    <a:pt x="0" y="1104837"/>
                    <a:pt x="0" y="711749"/>
                  </a:cubicBezTo>
                  <a:cubicBezTo>
                    <a:pt x="0" y="318661"/>
                    <a:pt x="320720" y="0"/>
                    <a:pt x="716349" y="0"/>
                  </a:cubicBezTo>
                  <a:cubicBezTo>
                    <a:pt x="1111978" y="0"/>
                    <a:pt x="1432699" y="318661"/>
                    <a:pt x="1432699" y="711749"/>
                  </a:cubicBezTo>
                  <a:close/>
                </a:path>
              </a:pathLst>
            </a:custGeom>
            <a:noFill/>
            <a:ln w="1151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8" name="Полилиния 247">
              <a:extLst>
                <a:ext uri="{FF2B5EF4-FFF2-40B4-BE49-F238E27FC236}">
                  <a16:creationId xmlns:a16="http://schemas.microsoft.com/office/drawing/2014/main" id="{54E45EB7-A646-59B9-B473-B0CA8F6EDD76}"/>
                </a:ext>
              </a:extLst>
            </p:cNvPr>
            <p:cNvSpPr/>
            <p:nvPr/>
          </p:nvSpPr>
          <p:spPr>
            <a:xfrm>
              <a:off x="2701833" y="5149511"/>
              <a:ext cx="1424393" cy="1423498"/>
            </a:xfrm>
            <a:custGeom>
              <a:avLst/>
              <a:gdLst>
                <a:gd name="connsiteX0" fmla="*/ 1424393 w 1424393"/>
                <a:gd name="connsiteY0" fmla="*/ 711749 h 1423498"/>
                <a:gd name="connsiteX1" fmla="*/ 712197 w 1424393"/>
                <a:gd name="connsiteY1" fmla="*/ 1423498 h 1423498"/>
                <a:gd name="connsiteX2" fmla="*/ 0 w 1424393"/>
                <a:gd name="connsiteY2" fmla="*/ 711749 h 1423498"/>
                <a:gd name="connsiteX3" fmla="*/ 712197 w 1424393"/>
                <a:gd name="connsiteY3" fmla="*/ 0 h 1423498"/>
                <a:gd name="connsiteX4" fmla="*/ 1424393 w 1424393"/>
                <a:gd name="connsiteY4" fmla="*/ 711749 h 142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4393" h="1423498">
                  <a:moveTo>
                    <a:pt x="1424393" y="711749"/>
                  </a:moveTo>
                  <a:cubicBezTo>
                    <a:pt x="1424393" y="1104837"/>
                    <a:pt x="1105532" y="1423498"/>
                    <a:pt x="712197" y="1423498"/>
                  </a:cubicBezTo>
                  <a:cubicBezTo>
                    <a:pt x="318861" y="1423498"/>
                    <a:pt x="0" y="1104837"/>
                    <a:pt x="0" y="711749"/>
                  </a:cubicBezTo>
                  <a:cubicBezTo>
                    <a:pt x="0" y="318661"/>
                    <a:pt x="318861" y="0"/>
                    <a:pt x="712197" y="0"/>
                  </a:cubicBezTo>
                  <a:cubicBezTo>
                    <a:pt x="1105532" y="0"/>
                    <a:pt x="1424393" y="318661"/>
                    <a:pt x="1424393" y="711749"/>
                  </a:cubicBezTo>
                  <a:close/>
                </a:path>
              </a:pathLst>
            </a:custGeom>
            <a:noFill/>
            <a:ln w="11516" cap="flat">
              <a:solidFill>
                <a:srgbClr val="FFA3D7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9" name="Полилиния 248">
              <a:extLst>
                <a:ext uri="{FF2B5EF4-FFF2-40B4-BE49-F238E27FC236}">
                  <a16:creationId xmlns:a16="http://schemas.microsoft.com/office/drawing/2014/main" id="{3DC34D4F-8727-3292-8872-11B218677413}"/>
                </a:ext>
              </a:extLst>
            </p:cNvPr>
            <p:cNvSpPr/>
            <p:nvPr/>
          </p:nvSpPr>
          <p:spPr>
            <a:xfrm>
              <a:off x="3411942" y="5149511"/>
              <a:ext cx="1428545" cy="1423498"/>
            </a:xfrm>
            <a:custGeom>
              <a:avLst/>
              <a:gdLst>
                <a:gd name="connsiteX0" fmla="*/ 1428546 w 1428545"/>
                <a:gd name="connsiteY0" fmla="*/ 711749 h 1423498"/>
                <a:gd name="connsiteX1" fmla="*/ 714273 w 1428545"/>
                <a:gd name="connsiteY1" fmla="*/ 1423498 h 1423498"/>
                <a:gd name="connsiteX2" fmla="*/ 0 w 1428545"/>
                <a:gd name="connsiteY2" fmla="*/ 711749 h 1423498"/>
                <a:gd name="connsiteX3" fmla="*/ 714273 w 1428545"/>
                <a:gd name="connsiteY3" fmla="*/ 0 h 1423498"/>
                <a:gd name="connsiteX4" fmla="*/ 1428546 w 1428545"/>
                <a:gd name="connsiteY4" fmla="*/ 711749 h 142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545" h="1423498">
                  <a:moveTo>
                    <a:pt x="1428546" y="711749"/>
                  </a:moveTo>
                  <a:cubicBezTo>
                    <a:pt x="1428546" y="1104837"/>
                    <a:pt x="1108755" y="1423498"/>
                    <a:pt x="714273" y="1423498"/>
                  </a:cubicBezTo>
                  <a:cubicBezTo>
                    <a:pt x="319791" y="1423498"/>
                    <a:pt x="0" y="1104837"/>
                    <a:pt x="0" y="711749"/>
                  </a:cubicBezTo>
                  <a:cubicBezTo>
                    <a:pt x="0" y="318661"/>
                    <a:pt x="319791" y="0"/>
                    <a:pt x="714273" y="0"/>
                  </a:cubicBezTo>
                  <a:cubicBezTo>
                    <a:pt x="1108755" y="0"/>
                    <a:pt x="1428546" y="318661"/>
                    <a:pt x="1428546" y="711749"/>
                  </a:cubicBezTo>
                  <a:close/>
                </a:path>
              </a:pathLst>
            </a:custGeom>
            <a:noFill/>
            <a:ln w="1151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0" name="Полилиния 249">
              <a:extLst>
                <a:ext uri="{FF2B5EF4-FFF2-40B4-BE49-F238E27FC236}">
                  <a16:creationId xmlns:a16="http://schemas.microsoft.com/office/drawing/2014/main" id="{E143BFEA-6A28-D26C-B1AF-314AE5FF37C9}"/>
                </a:ext>
              </a:extLst>
            </p:cNvPr>
            <p:cNvSpPr/>
            <p:nvPr/>
          </p:nvSpPr>
          <p:spPr>
            <a:xfrm>
              <a:off x="4130388" y="5149511"/>
              <a:ext cx="1428545" cy="1423498"/>
            </a:xfrm>
            <a:custGeom>
              <a:avLst/>
              <a:gdLst>
                <a:gd name="connsiteX0" fmla="*/ 1428546 w 1428545"/>
                <a:gd name="connsiteY0" fmla="*/ 711749 h 1423498"/>
                <a:gd name="connsiteX1" fmla="*/ 714273 w 1428545"/>
                <a:gd name="connsiteY1" fmla="*/ 1423498 h 1423498"/>
                <a:gd name="connsiteX2" fmla="*/ 0 w 1428545"/>
                <a:gd name="connsiteY2" fmla="*/ 711749 h 1423498"/>
                <a:gd name="connsiteX3" fmla="*/ 714273 w 1428545"/>
                <a:gd name="connsiteY3" fmla="*/ 0 h 1423498"/>
                <a:gd name="connsiteX4" fmla="*/ 1428546 w 1428545"/>
                <a:gd name="connsiteY4" fmla="*/ 711749 h 142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545" h="1423498">
                  <a:moveTo>
                    <a:pt x="1428546" y="711749"/>
                  </a:moveTo>
                  <a:cubicBezTo>
                    <a:pt x="1428546" y="1104837"/>
                    <a:pt x="1108755" y="1423498"/>
                    <a:pt x="714273" y="1423498"/>
                  </a:cubicBezTo>
                  <a:cubicBezTo>
                    <a:pt x="319791" y="1423498"/>
                    <a:pt x="0" y="1104837"/>
                    <a:pt x="0" y="711749"/>
                  </a:cubicBezTo>
                  <a:cubicBezTo>
                    <a:pt x="0" y="318661"/>
                    <a:pt x="319791" y="0"/>
                    <a:pt x="714273" y="0"/>
                  </a:cubicBezTo>
                  <a:cubicBezTo>
                    <a:pt x="1108755" y="0"/>
                    <a:pt x="1428546" y="318661"/>
                    <a:pt x="1428546" y="711749"/>
                  </a:cubicBezTo>
                  <a:close/>
                </a:path>
              </a:pathLst>
            </a:custGeom>
            <a:noFill/>
            <a:ln w="1151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1" name="Полилиния 250">
              <a:extLst>
                <a:ext uri="{FF2B5EF4-FFF2-40B4-BE49-F238E27FC236}">
                  <a16:creationId xmlns:a16="http://schemas.microsoft.com/office/drawing/2014/main" id="{10C7C1E9-F85B-C726-3446-5D6D75A1BB69}"/>
                </a:ext>
              </a:extLst>
            </p:cNvPr>
            <p:cNvSpPr/>
            <p:nvPr/>
          </p:nvSpPr>
          <p:spPr>
            <a:xfrm rot="10800000" flipV="1">
              <a:off x="2649292" y="5818680"/>
              <a:ext cx="104697" cy="104327"/>
            </a:xfrm>
            <a:custGeom>
              <a:avLst/>
              <a:gdLst>
                <a:gd name="connsiteX0" fmla="*/ 104821 w 104697"/>
                <a:gd name="connsiteY0" fmla="*/ 52226 h 104327"/>
                <a:gd name="connsiteX1" fmla="*/ 52472 w 104697"/>
                <a:gd name="connsiteY1" fmla="*/ 104390 h 104327"/>
                <a:gd name="connsiteX2" fmla="*/ 123 w 104697"/>
                <a:gd name="connsiteY2" fmla="*/ 52226 h 104327"/>
                <a:gd name="connsiteX3" fmla="*/ 52472 w 104697"/>
                <a:gd name="connsiteY3" fmla="*/ 62 h 104327"/>
                <a:gd name="connsiteX4" fmla="*/ 104821 w 104697"/>
                <a:gd name="connsiteY4" fmla="*/ 52226 h 104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97" h="104327">
                  <a:moveTo>
                    <a:pt x="104821" y="52226"/>
                  </a:moveTo>
                  <a:cubicBezTo>
                    <a:pt x="104821" y="81035"/>
                    <a:pt x="81383" y="104390"/>
                    <a:pt x="52472" y="104390"/>
                  </a:cubicBezTo>
                  <a:cubicBezTo>
                    <a:pt x="23560" y="104390"/>
                    <a:pt x="123" y="81035"/>
                    <a:pt x="123" y="52226"/>
                  </a:cubicBezTo>
                  <a:cubicBezTo>
                    <a:pt x="123" y="23416"/>
                    <a:pt x="23560" y="62"/>
                    <a:pt x="52472" y="62"/>
                  </a:cubicBezTo>
                  <a:cubicBezTo>
                    <a:pt x="81383" y="62"/>
                    <a:pt x="104821" y="23416"/>
                    <a:pt x="104821" y="52226"/>
                  </a:cubicBezTo>
                  <a:close/>
                </a:path>
              </a:pathLst>
            </a:custGeom>
            <a:solidFill>
              <a:srgbClr val="FFA3D7"/>
            </a:solidFill>
            <a:ln w="4606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2" name="Полилиния 251">
              <a:extLst>
                <a:ext uri="{FF2B5EF4-FFF2-40B4-BE49-F238E27FC236}">
                  <a16:creationId xmlns:a16="http://schemas.microsoft.com/office/drawing/2014/main" id="{C5EEC085-7F9D-A020-3CBD-C9311AADFD7A}"/>
                </a:ext>
              </a:extLst>
            </p:cNvPr>
            <p:cNvSpPr/>
            <p:nvPr/>
          </p:nvSpPr>
          <p:spPr>
            <a:xfrm rot="10800000" flipV="1">
              <a:off x="2076178" y="5359341"/>
              <a:ext cx="104697" cy="104327"/>
            </a:xfrm>
            <a:custGeom>
              <a:avLst/>
              <a:gdLst>
                <a:gd name="connsiteX0" fmla="*/ 104771 w 104697"/>
                <a:gd name="connsiteY0" fmla="*/ 52186 h 104327"/>
                <a:gd name="connsiteX1" fmla="*/ 52422 w 104697"/>
                <a:gd name="connsiteY1" fmla="*/ 104350 h 104327"/>
                <a:gd name="connsiteX2" fmla="*/ 73 w 104697"/>
                <a:gd name="connsiteY2" fmla="*/ 52186 h 104327"/>
                <a:gd name="connsiteX3" fmla="*/ 52422 w 104697"/>
                <a:gd name="connsiteY3" fmla="*/ 22 h 104327"/>
                <a:gd name="connsiteX4" fmla="*/ 104771 w 104697"/>
                <a:gd name="connsiteY4" fmla="*/ 52186 h 104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97" h="104327">
                  <a:moveTo>
                    <a:pt x="104771" y="52186"/>
                  </a:moveTo>
                  <a:cubicBezTo>
                    <a:pt x="104771" y="80995"/>
                    <a:pt x="81333" y="104350"/>
                    <a:pt x="52422" y="104350"/>
                  </a:cubicBezTo>
                  <a:cubicBezTo>
                    <a:pt x="23510" y="104350"/>
                    <a:pt x="73" y="80995"/>
                    <a:pt x="73" y="52186"/>
                  </a:cubicBezTo>
                  <a:cubicBezTo>
                    <a:pt x="73" y="23376"/>
                    <a:pt x="23510" y="22"/>
                    <a:pt x="52422" y="22"/>
                  </a:cubicBezTo>
                  <a:cubicBezTo>
                    <a:pt x="81333" y="22"/>
                    <a:pt x="104771" y="23376"/>
                    <a:pt x="104771" y="52186"/>
                  </a:cubicBezTo>
                  <a:close/>
                </a:path>
              </a:pathLst>
            </a:custGeom>
            <a:solidFill>
              <a:srgbClr val="FFA3D7"/>
            </a:solidFill>
            <a:ln w="4606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3" name="Полилиния 252">
              <a:extLst>
                <a:ext uri="{FF2B5EF4-FFF2-40B4-BE49-F238E27FC236}">
                  <a16:creationId xmlns:a16="http://schemas.microsoft.com/office/drawing/2014/main" id="{094A838B-5D96-FEE0-8399-FD77CE47813B}"/>
                </a:ext>
              </a:extLst>
            </p:cNvPr>
            <p:cNvSpPr/>
            <p:nvPr/>
          </p:nvSpPr>
          <p:spPr>
            <a:xfrm rot="10800000" flipV="1">
              <a:off x="1498990" y="6377312"/>
              <a:ext cx="104697" cy="104327"/>
            </a:xfrm>
            <a:custGeom>
              <a:avLst/>
              <a:gdLst>
                <a:gd name="connsiteX0" fmla="*/ 104721 w 104697"/>
                <a:gd name="connsiteY0" fmla="*/ 52274 h 104327"/>
                <a:gd name="connsiteX1" fmla="*/ 52372 w 104697"/>
                <a:gd name="connsiteY1" fmla="*/ 104438 h 104327"/>
                <a:gd name="connsiteX2" fmla="*/ 23 w 104697"/>
                <a:gd name="connsiteY2" fmla="*/ 52274 h 104327"/>
                <a:gd name="connsiteX3" fmla="*/ 52372 w 104697"/>
                <a:gd name="connsiteY3" fmla="*/ 110 h 104327"/>
                <a:gd name="connsiteX4" fmla="*/ 104721 w 104697"/>
                <a:gd name="connsiteY4" fmla="*/ 52274 h 104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97" h="104327">
                  <a:moveTo>
                    <a:pt x="104721" y="52274"/>
                  </a:moveTo>
                  <a:cubicBezTo>
                    <a:pt x="104721" y="81084"/>
                    <a:pt x="81283" y="104438"/>
                    <a:pt x="52372" y="104438"/>
                  </a:cubicBezTo>
                  <a:cubicBezTo>
                    <a:pt x="23460" y="104438"/>
                    <a:pt x="23" y="81084"/>
                    <a:pt x="23" y="52274"/>
                  </a:cubicBezTo>
                  <a:cubicBezTo>
                    <a:pt x="23" y="23465"/>
                    <a:pt x="23460" y="110"/>
                    <a:pt x="52372" y="110"/>
                  </a:cubicBezTo>
                  <a:cubicBezTo>
                    <a:pt x="81283" y="110"/>
                    <a:pt x="104721" y="23465"/>
                    <a:pt x="104721" y="52274"/>
                  </a:cubicBezTo>
                  <a:close/>
                </a:path>
              </a:pathLst>
            </a:custGeom>
            <a:solidFill>
              <a:srgbClr val="FFA3D7"/>
            </a:solidFill>
            <a:ln w="4606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4" name="Полилиния 253">
              <a:extLst>
                <a:ext uri="{FF2B5EF4-FFF2-40B4-BE49-F238E27FC236}">
                  <a16:creationId xmlns:a16="http://schemas.microsoft.com/office/drawing/2014/main" id="{1D23CACF-401F-205A-8394-30B1881EF974}"/>
                </a:ext>
              </a:extLst>
            </p:cNvPr>
            <p:cNvSpPr/>
            <p:nvPr/>
          </p:nvSpPr>
          <p:spPr>
            <a:xfrm rot="10800000" flipV="1">
              <a:off x="4763020" y="6042130"/>
              <a:ext cx="104697" cy="104327"/>
            </a:xfrm>
            <a:custGeom>
              <a:avLst/>
              <a:gdLst>
                <a:gd name="connsiteX0" fmla="*/ 105004 w 104697"/>
                <a:gd name="connsiteY0" fmla="*/ 52245 h 104327"/>
                <a:gd name="connsiteX1" fmla="*/ 52655 w 104697"/>
                <a:gd name="connsiteY1" fmla="*/ 104409 h 104327"/>
                <a:gd name="connsiteX2" fmla="*/ 306 w 104697"/>
                <a:gd name="connsiteY2" fmla="*/ 52245 h 104327"/>
                <a:gd name="connsiteX3" fmla="*/ 52655 w 104697"/>
                <a:gd name="connsiteY3" fmla="*/ 81 h 104327"/>
                <a:gd name="connsiteX4" fmla="*/ 105004 w 104697"/>
                <a:gd name="connsiteY4" fmla="*/ 52245 h 104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97" h="104327">
                  <a:moveTo>
                    <a:pt x="105004" y="52245"/>
                  </a:moveTo>
                  <a:cubicBezTo>
                    <a:pt x="105004" y="81054"/>
                    <a:pt x="81567" y="104409"/>
                    <a:pt x="52655" y="104409"/>
                  </a:cubicBezTo>
                  <a:cubicBezTo>
                    <a:pt x="23743" y="104409"/>
                    <a:pt x="306" y="81054"/>
                    <a:pt x="306" y="52245"/>
                  </a:cubicBezTo>
                  <a:cubicBezTo>
                    <a:pt x="306" y="23436"/>
                    <a:pt x="23743" y="81"/>
                    <a:pt x="52655" y="81"/>
                  </a:cubicBezTo>
                  <a:cubicBezTo>
                    <a:pt x="81567" y="81"/>
                    <a:pt x="105004" y="23436"/>
                    <a:pt x="105004" y="52245"/>
                  </a:cubicBezTo>
                  <a:close/>
                </a:path>
              </a:pathLst>
            </a:custGeom>
            <a:solidFill>
              <a:srgbClr val="FFA3D7"/>
            </a:solidFill>
            <a:ln w="4606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5" name="Полилиния 254">
              <a:extLst>
                <a:ext uri="{FF2B5EF4-FFF2-40B4-BE49-F238E27FC236}">
                  <a16:creationId xmlns:a16="http://schemas.microsoft.com/office/drawing/2014/main" id="{5FBCDFCD-DFA6-C96A-7F30-F9ED1B91A3F0}"/>
                </a:ext>
              </a:extLst>
            </p:cNvPr>
            <p:cNvSpPr/>
            <p:nvPr/>
          </p:nvSpPr>
          <p:spPr>
            <a:xfrm rot="10800000" flipV="1">
              <a:off x="5477327" y="5603493"/>
              <a:ext cx="104697" cy="104327"/>
            </a:xfrm>
            <a:custGeom>
              <a:avLst/>
              <a:gdLst>
                <a:gd name="connsiteX0" fmla="*/ 105066 w 104697"/>
                <a:gd name="connsiteY0" fmla="*/ 52207 h 104327"/>
                <a:gd name="connsiteX1" fmla="*/ 52717 w 104697"/>
                <a:gd name="connsiteY1" fmla="*/ 104371 h 104327"/>
                <a:gd name="connsiteX2" fmla="*/ 368 w 104697"/>
                <a:gd name="connsiteY2" fmla="*/ 52207 h 104327"/>
                <a:gd name="connsiteX3" fmla="*/ 52717 w 104697"/>
                <a:gd name="connsiteY3" fmla="*/ 43 h 104327"/>
                <a:gd name="connsiteX4" fmla="*/ 105066 w 104697"/>
                <a:gd name="connsiteY4" fmla="*/ 52207 h 104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97" h="104327">
                  <a:moveTo>
                    <a:pt x="105066" y="52207"/>
                  </a:moveTo>
                  <a:cubicBezTo>
                    <a:pt x="105066" y="81016"/>
                    <a:pt x="81628" y="104371"/>
                    <a:pt x="52717" y="104371"/>
                  </a:cubicBezTo>
                  <a:cubicBezTo>
                    <a:pt x="23805" y="104371"/>
                    <a:pt x="368" y="81016"/>
                    <a:pt x="368" y="52207"/>
                  </a:cubicBezTo>
                  <a:cubicBezTo>
                    <a:pt x="368" y="23397"/>
                    <a:pt x="23805" y="43"/>
                    <a:pt x="52717" y="43"/>
                  </a:cubicBezTo>
                  <a:cubicBezTo>
                    <a:pt x="81628" y="43"/>
                    <a:pt x="105066" y="23397"/>
                    <a:pt x="105066" y="52207"/>
                  </a:cubicBezTo>
                  <a:close/>
                </a:path>
              </a:pathLst>
            </a:custGeom>
            <a:solidFill>
              <a:srgbClr val="FFA3D7"/>
            </a:solidFill>
            <a:ln w="4606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6" name="Полилиния 255">
              <a:extLst>
                <a:ext uri="{FF2B5EF4-FFF2-40B4-BE49-F238E27FC236}">
                  <a16:creationId xmlns:a16="http://schemas.microsoft.com/office/drawing/2014/main" id="{0BA9E645-E0B0-1052-A9EE-F0F140A6B166}"/>
                </a:ext>
              </a:extLst>
            </p:cNvPr>
            <p:cNvSpPr/>
            <p:nvPr/>
          </p:nvSpPr>
          <p:spPr>
            <a:xfrm rot="10800000" flipV="1">
              <a:off x="3363564" y="5818680"/>
              <a:ext cx="104697" cy="104327"/>
            </a:xfrm>
            <a:custGeom>
              <a:avLst/>
              <a:gdLst>
                <a:gd name="connsiteX0" fmla="*/ 104883 w 104697"/>
                <a:gd name="connsiteY0" fmla="*/ 52226 h 104327"/>
                <a:gd name="connsiteX1" fmla="*/ 52534 w 104697"/>
                <a:gd name="connsiteY1" fmla="*/ 104390 h 104327"/>
                <a:gd name="connsiteX2" fmla="*/ 185 w 104697"/>
                <a:gd name="connsiteY2" fmla="*/ 52226 h 104327"/>
                <a:gd name="connsiteX3" fmla="*/ 52534 w 104697"/>
                <a:gd name="connsiteY3" fmla="*/ 62 h 104327"/>
                <a:gd name="connsiteX4" fmla="*/ 104883 w 104697"/>
                <a:gd name="connsiteY4" fmla="*/ 52226 h 104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97" h="104327">
                  <a:moveTo>
                    <a:pt x="104883" y="52226"/>
                  </a:moveTo>
                  <a:cubicBezTo>
                    <a:pt x="104883" y="81035"/>
                    <a:pt x="81445" y="104390"/>
                    <a:pt x="52534" y="104390"/>
                  </a:cubicBezTo>
                  <a:cubicBezTo>
                    <a:pt x="23622" y="104390"/>
                    <a:pt x="185" y="81035"/>
                    <a:pt x="185" y="52226"/>
                  </a:cubicBezTo>
                  <a:cubicBezTo>
                    <a:pt x="185" y="23416"/>
                    <a:pt x="23622" y="62"/>
                    <a:pt x="52534" y="62"/>
                  </a:cubicBezTo>
                  <a:cubicBezTo>
                    <a:pt x="81445" y="62"/>
                    <a:pt x="104883" y="23416"/>
                    <a:pt x="104883" y="52226"/>
                  </a:cubicBezTo>
                  <a:close/>
                </a:path>
              </a:pathLst>
            </a:custGeom>
            <a:solidFill>
              <a:srgbClr val="FFA3D7"/>
            </a:solidFill>
            <a:ln w="4606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7" name="Полилиния 256">
              <a:extLst>
                <a:ext uri="{FF2B5EF4-FFF2-40B4-BE49-F238E27FC236}">
                  <a16:creationId xmlns:a16="http://schemas.microsoft.com/office/drawing/2014/main" id="{E460339A-4310-D3F6-CB96-D2C7B84EE399}"/>
                </a:ext>
              </a:extLst>
            </p:cNvPr>
            <p:cNvSpPr/>
            <p:nvPr/>
          </p:nvSpPr>
          <p:spPr>
            <a:xfrm rot="10800000" flipV="1">
              <a:off x="4077836" y="5818680"/>
              <a:ext cx="104697" cy="104327"/>
            </a:xfrm>
            <a:custGeom>
              <a:avLst/>
              <a:gdLst>
                <a:gd name="connsiteX0" fmla="*/ 104945 w 104697"/>
                <a:gd name="connsiteY0" fmla="*/ 52226 h 104327"/>
                <a:gd name="connsiteX1" fmla="*/ 52596 w 104697"/>
                <a:gd name="connsiteY1" fmla="*/ 104390 h 104327"/>
                <a:gd name="connsiteX2" fmla="*/ 247 w 104697"/>
                <a:gd name="connsiteY2" fmla="*/ 52226 h 104327"/>
                <a:gd name="connsiteX3" fmla="*/ 52596 w 104697"/>
                <a:gd name="connsiteY3" fmla="*/ 62 h 104327"/>
                <a:gd name="connsiteX4" fmla="*/ 104945 w 104697"/>
                <a:gd name="connsiteY4" fmla="*/ 52226 h 104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97" h="104327">
                  <a:moveTo>
                    <a:pt x="104945" y="52226"/>
                  </a:moveTo>
                  <a:cubicBezTo>
                    <a:pt x="104945" y="81035"/>
                    <a:pt x="81507" y="104390"/>
                    <a:pt x="52596" y="104390"/>
                  </a:cubicBezTo>
                  <a:cubicBezTo>
                    <a:pt x="23684" y="104390"/>
                    <a:pt x="247" y="81035"/>
                    <a:pt x="247" y="52226"/>
                  </a:cubicBezTo>
                  <a:cubicBezTo>
                    <a:pt x="247" y="23416"/>
                    <a:pt x="23684" y="62"/>
                    <a:pt x="52596" y="62"/>
                  </a:cubicBezTo>
                  <a:cubicBezTo>
                    <a:pt x="81507" y="62"/>
                    <a:pt x="104945" y="23416"/>
                    <a:pt x="104945" y="52226"/>
                  </a:cubicBezTo>
                  <a:close/>
                </a:path>
              </a:pathLst>
            </a:custGeom>
            <a:solidFill>
              <a:srgbClr val="FFA3D7"/>
            </a:solidFill>
            <a:ln w="4606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58" name="Text 3">
            <a:hlinkClick r:id="rId2"/>
            <a:extLst>
              <a:ext uri="{FF2B5EF4-FFF2-40B4-BE49-F238E27FC236}">
                <a16:creationId xmlns:a16="http://schemas.microsoft.com/office/drawing/2014/main" id="{92A1D86A-6E0A-12C7-74CB-DAFC7556626B}"/>
              </a:ext>
            </a:extLst>
          </p:cNvPr>
          <p:cNvSpPr/>
          <p:nvPr userDrawn="1"/>
        </p:nvSpPr>
        <p:spPr>
          <a:xfrm>
            <a:off x="1219352" y="2438400"/>
            <a:ext cx="10695557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485991">
              <a:lnSpc>
                <a:spcPts val="4600"/>
              </a:lnSpc>
            </a:pPr>
            <a:r>
              <a:rPr lang="ru-RU" sz="3600" u="sng" dirty="0">
                <a:solidFill>
                  <a:schemeClr val="bg1"/>
                </a:solidFill>
                <a:latin typeface="Graphik LC Medium" panose="020B0503030202060203" pitchFamily="34" charset="0"/>
              </a:rPr>
              <a:t>Больше линейных иллюстраций здесь</a:t>
            </a:r>
            <a:endParaRPr lang="en-US" sz="3600" u="sng" dirty="0">
              <a:solidFill>
                <a:schemeClr val="bg1"/>
              </a:solidFill>
              <a:latin typeface="Graphik LC Medium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62963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закрывающий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7499B1-4F56-9A30-5973-87EB96B63F56}"/>
              </a:ext>
            </a:extLst>
          </p:cNvPr>
          <p:cNvSpPr txBox="1"/>
          <p:nvPr userDrawn="1"/>
        </p:nvSpPr>
        <p:spPr>
          <a:xfrm>
            <a:off x="1219351" y="817780"/>
            <a:ext cx="1895286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9000"/>
              </a:lnSpc>
              <a:spcBef>
                <a:spcPct val="0"/>
              </a:spcBef>
              <a:defRPr sz="8000" b="1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bg1"/>
                </a:solidFill>
              </a:rPr>
              <a:t>Линейная графика</a:t>
            </a:r>
          </a:p>
        </p:txBody>
      </p:sp>
      <p:sp>
        <p:nvSpPr>
          <p:cNvPr id="3" name="Text 3">
            <a:hlinkClick r:id="rId2"/>
            <a:extLst>
              <a:ext uri="{FF2B5EF4-FFF2-40B4-BE49-F238E27FC236}">
                <a16:creationId xmlns:a16="http://schemas.microsoft.com/office/drawing/2014/main" id="{58794D2A-53CA-F559-313B-F231A82C399A}"/>
              </a:ext>
            </a:extLst>
          </p:cNvPr>
          <p:cNvSpPr/>
          <p:nvPr userDrawn="1"/>
        </p:nvSpPr>
        <p:spPr>
          <a:xfrm>
            <a:off x="1219352" y="2438400"/>
            <a:ext cx="10695557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485991">
              <a:lnSpc>
                <a:spcPts val="4600"/>
              </a:lnSpc>
            </a:pPr>
            <a:r>
              <a:rPr lang="ru-RU" sz="3600" u="sng" dirty="0">
                <a:solidFill>
                  <a:schemeClr val="bg1"/>
                </a:solidFill>
                <a:latin typeface="Graphik LC Medium" panose="020B0503030202060203" pitchFamily="34" charset="0"/>
              </a:rPr>
              <a:t>Больше линейных иллюстраций здесь</a:t>
            </a:r>
            <a:endParaRPr lang="en-US" sz="3600" u="sng" dirty="0">
              <a:solidFill>
                <a:schemeClr val="bg1"/>
              </a:solidFill>
              <a:latin typeface="Graphik LC Medium" panose="020B0503030202060203" pitchFamily="34" charset="0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D6E7629D-0C2A-2E1E-EE32-B9F36A6B77C8}"/>
              </a:ext>
            </a:extLst>
          </p:cNvPr>
          <p:cNvSpPr/>
          <p:nvPr userDrawn="1"/>
        </p:nvSpPr>
        <p:spPr>
          <a:xfrm>
            <a:off x="15990849" y="2438400"/>
            <a:ext cx="7161945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1485991">
              <a:lnSpc>
                <a:spcPts val="4600"/>
              </a:lnSpc>
            </a:pPr>
            <a:r>
              <a:rPr lang="ru-RU" sz="3600" dirty="0">
                <a:solidFill>
                  <a:schemeClr val="bg1"/>
                </a:solidFill>
                <a:latin typeface="Graphik LC Regular" panose="020B0503030202060203" pitchFamily="34" charset="0"/>
              </a:rPr>
              <a:t>Толщина линии при масштабировании – 2 </a:t>
            </a:r>
            <a:r>
              <a:rPr lang="ru-RU" sz="36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пт</a:t>
            </a:r>
            <a:endParaRPr lang="en-US" sz="36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9C9FE35D-5748-D385-21CB-8C3FC424C8B4}"/>
              </a:ext>
            </a:extLst>
          </p:cNvPr>
          <p:cNvGrpSpPr/>
          <p:nvPr userDrawn="1"/>
        </p:nvGrpSpPr>
        <p:grpSpPr>
          <a:xfrm>
            <a:off x="7296778" y="4981021"/>
            <a:ext cx="4031369" cy="2124533"/>
            <a:chOff x="7296778" y="4981021"/>
            <a:chExt cx="4031369" cy="2124533"/>
          </a:xfrm>
        </p:grpSpPr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B4A985AD-0036-884A-7E0E-AD02DD0D8FF0}"/>
                </a:ext>
              </a:extLst>
            </p:cNvPr>
            <p:cNvSpPr/>
            <p:nvPr/>
          </p:nvSpPr>
          <p:spPr>
            <a:xfrm>
              <a:off x="7296778" y="5379608"/>
              <a:ext cx="779140" cy="1327352"/>
            </a:xfrm>
            <a:custGeom>
              <a:avLst/>
              <a:gdLst>
                <a:gd name="connsiteX0" fmla="*/ 779140 w 779140"/>
                <a:gd name="connsiteY0" fmla="*/ 265741 h 1327352"/>
                <a:gd name="connsiteX1" fmla="*/ 0 w 779140"/>
                <a:gd name="connsiteY1" fmla="*/ 0 h 1327352"/>
                <a:gd name="connsiteX2" fmla="*/ 0 w 779140"/>
                <a:gd name="connsiteY2" fmla="*/ 1327352 h 1327352"/>
                <a:gd name="connsiteX3" fmla="*/ 779140 w 779140"/>
                <a:gd name="connsiteY3" fmla="*/ 1224790 h 1327352"/>
                <a:gd name="connsiteX4" fmla="*/ 779140 w 779140"/>
                <a:gd name="connsiteY4" fmla="*/ 265741 h 1327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9140" h="1327352">
                  <a:moveTo>
                    <a:pt x="779140" y="265741"/>
                  </a:moveTo>
                  <a:lnTo>
                    <a:pt x="0" y="0"/>
                  </a:lnTo>
                  <a:lnTo>
                    <a:pt x="0" y="1327352"/>
                  </a:lnTo>
                  <a:lnTo>
                    <a:pt x="779140" y="1224790"/>
                  </a:lnTo>
                  <a:lnTo>
                    <a:pt x="779140" y="265741"/>
                  </a:lnTo>
                  <a:close/>
                </a:path>
              </a:pathLst>
            </a:custGeom>
            <a:solidFill>
              <a:srgbClr val="141414"/>
            </a:solidFill>
            <a:ln w="1088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05DC7C3A-C8DE-65CA-1338-ABAA93EE1C29}"/>
                </a:ext>
              </a:extLst>
            </p:cNvPr>
            <p:cNvSpPr/>
            <p:nvPr/>
          </p:nvSpPr>
          <p:spPr>
            <a:xfrm>
              <a:off x="10549002" y="5379608"/>
              <a:ext cx="779145" cy="1327352"/>
            </a:xfrm>
            <a:custGeom>
              <a:avLst/>
              <a:gdLst>
                <a:gd name="connsiteX0" fmla="*/ 0 w 779145"/>
                <a:gd name="connsiteY0" fmla="*/ 265741 h 1327352"/>
                <a:gd name="connsiteX1" fmla="*/ 779146 w 779145"/>
                <a:gd name="connsiteY1" fmla="*/ 0 h 1327352"/>
                <a:gd name="connsiteX2" fmla="*/ 779146 w 779145"/>
                <a:gd name="connsiteY2" fmla="*/ 1327352 h 1327352"/>
                <a:gd name="connsiteX3" fmla="*/ 0 w 779145"/>
                <a:gd name="connsiteY3" fmla="*/ 1224790 h 1327352"/>
                <a:gd name="connsiteX4" fmla="*/ 0 w 779145"/>
                <a:gd name="connsiteY4" fmla="*/ 265741 h 1327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9145" h="1327352">
                  <a:moveTo>
                    <a:pt x="0" y="265741"/>
                  </a:moveTo>
                  <a:lnTo>
                    <a:pt x="779146" y="0"/>
                  </a:lnTo>
                  <a:lnTo>
                    <a:pt x="779146" y="1327352"/>
                  </a:lnTo>
                  <a:lnTo>
                    <a:pt x="0" y="1224790"/>
                  </a:lnTo>
                  <a:lnTo>
                    <a:pt x="0" y="265741"/>
                  </a:lnTo>
                  <a:close/>
                </a:path>
              </a:pathLst>
            </a:custGeom>
            <a:solidFill>
              <a:srgbClr val="141414"/>
            </a:solidFill>
            <a:ln w="1088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949146FF-C1A8-2098-F333-607414C9F066}"/>
                </a:ext>
              </a:extLst>
            </p:cNvPr>
            <p:cNvSpPr/>
            <p:nvPr/>
          </p:nvSpPr>
          <p:spPr>
            <a:xfrm>
              <a:off x="9897738" y="5147426"/>
              <a:ext cx="779145" cy="1791722"/>
            </a:xfrm>
            <a:custGeom>
              <a:avLst/>
              <a:gdLst>
                <a:gd name="connsiteX0" fmla="*/ 0 w 779145"/>
                <a:gd name="connsiteY0" fmla="*/ 652724 h 1791722"/>
                <a:gd name="connsiteX1" fmla="*/ 779146 w 779145"/>
                <a:gd name="connsiteY1" fmla="*/ 0 h 1791722"/>
                <a:gd name="connsiteX2" fmla="*/ 779146 w 779145"/>
                <a:gd name="connsiteY2" fmla="*/ 1791723 h 1791722"/>
                <a:gd name="connsiteX3" fmla="*/ 0 w 779145"/>
                <a:gd name="connsiteY3" fmla="*/ 1302188 h 1791722"/>
                <a:gd name="connsiteX4" fmla="*/ 0 w 779145"/>
                <a:gd name="connsiteY4" fmla="*/ 652724 h 17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9145" h="1791722">
                  <a:moveTo>
                    <a:pt x="0" y="652724"/>
                  </a:moveTo>
                  <a:lnTo>
                    <a:pt x="779146" y="0"/>
                  </a:lnTo>
                  <a:lnTo>
                    <a:pt x="779146" y="1791723"/>
                  </a:lnTo>
                  <a:lnTo>
                    <a:pt x="0" y="1302188"/>
                  </a:lnTo>
                  <a:lnTo>
                    <a:pt x="0" y="652724"/>
                  </a:lnTo>
                  <a:close/>
                </a:path>
              </a:pathLst>
            </a:custGeom>
            <a:solidFill>
              <a:srgbClr val="141414"/>
            </a:solidFill>
            <a:ln w="1088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F5F79E9D-2014-56DA-6957-E77DA816302A}"/>
                </a:ext>
              </a:extLst>
            </p:cNvPr>
            <p:cNvSpPr/>
            <p:nvPr/>
          </p:nvSpPr>
          <p:spPr>
            <a:xfrm>
              <a:off x="9308593" y="4988753"/>
              <a:ext cx="10900" cy="2087768"/>
            </a:xfrm>
            <a:custGeom>
              <a:avLst/>
              <a:gdLst>
                <a:gd name="connsiteX0" fmla="*/ 0 w 10900"/>
                <a:gd name="connsiteY0" fmla="*/ 0 h 2087768"/>
                <a:gd name="connsiteX1" fmla="*/ 0 w 10900"/>
                <a:gd name="connsiteY1" fmla="*/ 2087769 h 2087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900" h="2087768">
                  <a:moveTo>
                    <a:pt x="0" y="0"/>
                  </a:moveTo>
                  <a:lnTo>
                    <a:pt x="0" y="2087769"/>
                  </a:lnTo>
                </a:path>
              </a:pathLst>
            </a:custGeom>
            <a:noFill/>
            <a:ln w="10882" cap="flat">
              <a:solidFill>
                <a:srgbClr val="FFA3D7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E96D4C13-B7EB-7BE2-426B-A79C0519A5E6}"/>
                </a:ext>
              </a:extLst>
            </p:cNvPr>
            <p:cNvSpPr/>
            <p:nvPr/>
          </p:nvSpPr>
          <p:spPr>
            <a:xfrm>
              <a:off x="9268644" y="4984887"/>
              <a:ext cx="82895" cy="41377"/>
            </a:xfrm>
            <a:custGeom>
              <a:avLst/>
              <a:gdLst>
                <a:gd name="connsiteX0" fmla="*/ 82896 w 82895"/>
                <a:gd name="connsiteY0" fmla="*/ 41378 h 41377"/>
                <a:gd name="connsiteX1" fmla="*/ 41443 w 82895"/>
                <a:gd name="connsiteY1" fmla="*/ 0 h 41377"/>
                <a:gd name="connsiteX2" fmla="*/ 0 w 82895"/>
                <a:gd name="connsiteY2" fmla="*/ 41378 h 41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2895" h="41377">
                  <a:moveTo>
                    <a:pt x="82896" y="41378"/>
                  </a:moveTo>
                  <a:lnTo>
                    <a:pt x="41443" y="0"/>
                  </a:lnTo>
                  <a:lnTo>
                    <a:pt x="0" y="41378"/>
                  </a:lnTo>
                </a:path>
              </a:pathLst>
            </a:custGeom>
            <a:noFill/>
            <a:ln w="10882" cap="flat">
              <a:solidFill>
                <a:srgbClr val="FFA3D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782847CE-B5FC-5D03-0562-224269CEA07F}"/>
                </a:ext>
              </a:extLst>
            </p:cNvPr>
            <p:cNvSpPr/>
            <p:nvPr/>
          </p:nvSpPr>
          <p:spPr>
            <a:xfrm>
              <a:off x="7548749" y="6095526"/>
              <a:ext cx="41446" cy="82757"/>
            </a:xfrm>
            <a:custGeom>
              <a:avLst/>
              <a:gdLst>
                <a:gd name="connsiteX0" fmla="*/ 41447 w 41446"/>
                <a:gd name="connsiteY0" fmla="*/ 0 h 82757"/>
                <a:gd name="connsiteX1" fmla="*/ 0 w 41446"/>
                <a:gd name="connsiteY1" fmla="*/ 41384 h 82757"/>
                <a:gd name="connsiteX2" fmla="*/ 41447 w 41446"/>
                <a:gd name="connsiteY2" fmla="*/ 82757 h 82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46" h="82757">
                  <a:moveTo>
                    <a:pt x="41447" y="0"/>
                  </a:moveTo>
                  <a:lnTo>
                    <a:pt x="0" y="41384"/>
                  </a:lnTo>
                  <a:lnTo>
                    <a:pt x="41447" y="82757"/>
                  </a:lnTo>
                </a:path>
              </a:pathLst>
            </a:custGeom>
            <a:noFill/>
            <a:ln w="10882" cap="flat">
              <a:solidFill>
                <a:srgbClr val="FFA3D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2E66502A-B1BD-4ED6-7421-7A9763826274}"/>
                </a:ext>
              </a:extLst>
            </p:cNvPr>
            <p:cNvSpPr/>
            <p:nvPr/>
          </p:nvSpPr>
          <p:spPr>
            <a:xfrm>
              <a:off x="11020763" y="6095526"/>
              <a:ext cx="41442" cy="82757"/>
            </a:xfrm>
            <a:custGeom>
              <a:avLst/>
              <a:gdLst>
                <a:gd name="connsiteX0" fmla="*/ 0 w 41442"/>
                <a:gd name="connsiteY0" fmla="*/ 82757 h 82757"/>
                <a:gd name="connsiteX1" fmla="*/ 41443 w 41442"/>
                <a:gd name="connsiteY1" fmla="*/ 41384 h 82757"/>
                <a:gd name="connsiteX2" fmla="*/ 0 w 41442"/>
                <a:gd name="connsiteY2" fmla="*/ 0 h 82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42" h="82757">
                  <a:moveTo>
                    <a:pt x="0" y="82757"/>
                  </a:moveTo>
                  <a:lnTo>
                    <a:pt x="41443" y="41384"/>
                  </a:lnTo>
                  <a:lnTo>
                    <a:pt x="0" y="0"/>
                  </a:lnTo>
                </a:path>
              </a:pathLst>
            </a:custGeom>
            <a:noFill/>
            <a:ln w="10882" cap="flat">
              <a:solidFill>
                <a:srgbClr val="FFA3D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8FA902C8-B47D-5BB8-ABD3-CEC184EBF2C4}"/>
                </a:ext>
              </a:extLst>
            </p:cNvPr>
            <p:cNvSpPr/>
            <p:nvPr/>
          </p:nvSpPr>
          <p:spPr>
            <a:xfrm>
              <a:off x="9440354" y="4981021"/>
              <a:ext cx="469035" cy="2124533"/>
            </a:xfrm>
            <a:custGeom>
              <a:avLst/>
              <a:gdLst>
                <a:gd name="connsiteX0" fmla="*/ 0 w 469035"/>
                <a:gd name="connsiteY0" fmla="*/ 773965 h 2124533"/>
                <a:gd name="connsiteX1" fmla="*/ 469035 w 469035"/>
                <a:gd name="connsiteY1" fmla="*/ 0 h 2124533"/>
                <a:gd name="connsiteX2" fmla="*/ 469035 w 469035"/>
                <a:gd name="connsiteY2" fmla="*/ 2124534 h 2124533"/>
                <a:gd name="connsiteX3" fmla="*/ 0 w 469035"/>
                <a:gd name="connsiteY3" fmla="*/ 1544059 h 2124533"/>
                <a:gd name="connsiteX4" fmla="*/ 0 w 469035"/>
                <a:gd name="connsiteY4" fmla="*/ 773965 h 2124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9035" h="2124533">
                  <a:moveTo>
                    <a:pt x="0" y="773965"/>
                  </a:moveTo>
                  <a:lnTo>
                    <a:pt x="469035" y="0"/>
                  </a:lnTo>
                  <a:lnTo>
                    <a:pt x="469035" y="2124534"/>
                  </a:lnTo>
                  <a:lnTo>
                    <a:pt x="0" y="1544059"/>
                  </a:lnTo>
                  <a:lnTo>
                    <a:pt x="0" y="773965"/>
                  </a:lnTo>
                  <a:close/>
                </a:path>
              </a:pathLst>
            </a:custGeom>
            <a:solidFill>
              <a:srgbClr val="141414"/>
            </a:solidFill>
            <a:ln w="1088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F2765786-4922-49EF-3764-192852B4924F}"/>
                </a:ext>
              </a:extLst>
            </p:cNvPr>
            <p:cNvSpPr/>
            <p:nvPr/>
          </p:nvSpPr>
          <p:spPr>
            <a:xfrm>
              <a:off x="7932523" y="5147426"/>
              <a:ext cx="779142" cy="1791722"/>
            </a:xfrm>
            <a:custGeom>
              <a:avLst/>
              <a:gdLst>
                <a:gd name="connsiteX0" fmla="*/ 779143 w 779142"/>
                <a:gd name="connsiteY0" fmla="*/ 652724 h 1791722"/>
                <a:gd name="connsiteX1" fmla="*/ 0 w 779142"/>
                <a:gd name="connsiteY1" fmla="*/ 0 h 1791722"/>
                <a:gd name="connsiteX2" fmla="*/ 0 w 779142"/>
                <a:gd name="connsiteY2" fmla="*/ 1791723 h 1791722"/>
                <a:gd name="connsiteX3" fmla="*/ 779143 w 779142"/>
                <a:gd name="connsiteY3" fmla="*/ 1302188 h 1791722"/>
                <a:gd name="connsiteX4" fmla="*/ 779143 w 779142"/>
                <a:gd name="connsiteY4" fmla="*/ 652724 h 17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9142" h="1791722">
                  <a:moveTo>
                    <a:pt x="779143" y="652724"/>
                  </a:moveTo>
                  <a:lnTo>
                    <a:pt x="0" y="0"/>
                  </a:lnTo>
                  <a:lnTo>
                    <a:pt x="0" y="1791723"/>
                  </a:lnTo>
                  <a:lnTo>
                    <a:pt x="779143" y="1302188"/>
                  </a:lnTo>
                  <a:lnTo>
                    <a:pt x="779143" y="652724"/>
                  </a:lnTo>
                  <a:close/>
                </a:path>
              </a:pathLst>
            </a:custGeom>
            <a:solidFill>
              <a:srgbClr val="141414"/>
            </a:solidFill>
            <a:ln w="1088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15841031-9FDC-05C1-04F2-05EEA0F47834}"/>
                </a:ext>
              </a:extLst>
            </p:cNvPr>
            <p:cNvSpPr/>
            <p:nvPr/>
          </p:nvSpPr>
          <p:spPr>
            <a:xfrm>
              <a:off x="8707763" y="4981021"/>
              <a:ext cx="469035" cy="2124533"/>
            </a:xfrm>
            <a:custGeom>
              <a:avLst/>
              <a:gdLst>
                <a:gd name="connsiteX0" fmla="*/ 469035 w 469035"/>
                <a:gd name="connsiteY0" fmla="*/ 773965 h 2124533"/>
                <a:gd name="connsiteX1" fmla="*/ 0 w 469035"/>
                <a:gd name="connsiteY1" fmla="*/ 0 h 2124533"/>
                <a:gd name="connsiteX2" fmla="*/ 0 w 469035"/>
                <a:gd name="connsiteY2" fmla="*/ 2124534 h 2124533"/>
                <a:gd name="connsiteX3" fmla="*/ 469035 w 469035"/>
                <a:gd name="connsiteY3" fmla="*/ 1544059 h 2124533"/>
                <a:gd name="connsiteX4" fmla="*/ 469035 w 469035"/>
                <a:gd name="connsiteY4" fmla="*/ 773965 h 2124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9035" h="2124533">
                  <a:moveTo>
                    <a:pt x="469035" y="773965"/>
                  </a:moveTo>
                  <a:lnTo>
                    <a:pt x="0" y="0"/>
                  </a:lnTo>
                  <a:lnTo>
                    <a:pt x="0" y="2124534"/>
                  </a:lnTo>
                  <a:lnTo>
                    <a:pt x="469035" y="1544059"/>
                  </a:lnTo>
                  <a:lnTo>
                    <a:pt x="469035" y="773965"/>
                  </a:lnTo>
                  <a:close/>
                </a:path>
              </a:pathLst>
            </a:custGeom>
            <a:solidFill>
              <a:srgbClr val="141414"/>
            </a:solidFill>
            <a:ln w="1088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48FE45FF-B4B4-178C-FED9-5B2BBE6B7E04}"/>
                </a:ext>
              </a:extLst>
            </p:cNvPr>
            <p:cNvSpPr/>
            <p:nvPr/>
          </p:nvSpPr>
          <p:spPr>
            <a:xfrm>
              <a:off x="8986852" y="6134222"/>
              <a:ext cx="645400" cy="10881"/>
            </a:xfrm>
            <a:custGeom>
              <a:avLst/>
              <a:gdLst>
                <a:gd name="connsiteX0" fmla="*/ 0 w 645400"/>
                <a:gd name="connsiteY0" fmla="*/ 0 h 10881"/>
                <a:gd name="connsiteX1" fmla="*/ 645401 w 645400"/>
                <a:gd name="connsiteY1" fmla="*/ 0 h 10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45400" h="10881">
                  <a:moveTo>
                    <a:pt x="0" y="0"/>
                  </a:moveTo>
                  <a:lnTo>
                    <a:pt x="645401" y="0"/>
                  </a:lnTo>
                </a:path>
              </a:pathLst>
            </a:custGeom>
            <a:noFill/>
            <a:ln w="10882" cap="flat">
              <a:solidFill>
                <a:srgbClr val="FFA3D7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3261B60C-E6F4-A5B9-8D96-CA9FD9DFBAF4}"/>
                </a:ext>
              </a:extLst>
            </p:cNvPr>
            <p:cNvSpPr/>
            <p:nvPr/>
          </p:nvSpPr>
          <p:spPr>
            <a:xfrm>
              <a:off x="8327879" y="6134222"/>
              <a:ext cx="379873" cy="10881"/>
            </a:xfrm>
            <a:custGeom>
              <a:avLst/>
              <a:gdLst>
                <a:gd name="connsiteX0" fmla="*/ 0 w 379873"/>
                <a:gd name="connsiteY0" fmla="*/ 0 h 10881"/>
                <a:gd name="connsiteX1" fmla="*/ 379874 w 379873"/>
                <a:gd name="connsiteY1" fmla="*/ 0 h 10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9873" h="10881">
                  <a:moveTo>
                    <a:pt x="0" y="0"/>
                  </a:moveTo>
                  <a:lnTo>
                    <a:pt x="379874" y="0"/>
                  </a:lnTo>
                </a:path>
              </a:pathLst>
            </a:custGeom>
            <a:noFill/>
            <a:ln w="10882" cap="flat">
              <a:solidFill>
                <a:srgbClr val="FFA3D7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29F953ED-1CA7-6331-A57A-3C40B5445DCF}"/>
                </a:ext>
              </a:extLst>
            </p:cNvPr>
            <p:cNvSpPr/>
            <p:nvPr/>
          </p:nvSpPr>
          <p:spPr>
            <a:xfrm>
              <a:off x="7552624" y="6134222"/>
              <a:ext cx="379878" cy="10881"/>
            </a:xfrm>
            <a:custGeom>
              <a:avLst/>
              <a:gdLst>
                <a:gd name="connsiteX0" fmla="*/ 0 w 379878"/>
                <a:gd name="connsiteY0" fmla="*/ 0 h 10881"/>
                <a:gd name="connsiteX1" fmla="*/ 379878 w 379878"/>
                <a:gd name="connsiteY1" fmla="*/ 0 h 10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9878" h="10881">
                  <a:moveTo>
                    <a:pt x="0" y="0"/>
                  </a:moveTo>
                  <a:lnTo>
                    <a:pt x="379878" y="0"/>
                  </a:lnTo>
                </a:path>
              </a:pathLst>
            </a:custGeom>
            <a:noFill/>
            <a:ln w="10882" cap="flat">
              <a:solidFill>
                <a:srgbClr val="FFA3D7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8CAD673C-FE87-17A2-C82F-995064141DA4}"/>
                </a:ext>
              </a:extLst>
            </p:cNvPr>
            <p:cNvSpPr/>
            <p:nvPr/>
          </p:nvSpPr>
          <p:spPr>
            <a:xfrm>
              <a:off x="9909434" y="6134222"/>
              <a:ext cx="379871" cy="10881"/>
            </a:xfrm>
            <a:custGeom>
              <a:avLst/>
              <a:gdLst>
                <a:gd name="connsiteX0" fmla="*/ 0 w 379871"/>
                <a:gd name="connsiteY0" fmla="*/ 0 h 10881"/>
                <a:gd name="connsiteX1" fmla="*/ 379872 w 379871"/>
                <a:gd name="connsiteY1" fmla="*/ 0 h 10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9871" h="10881">
                  <a:moveTo>
                    <a:pt x="0" y="0"/>
                  </a:moveTo>
                  <a:lnTo>
                    <a:pt x="379872" y="0"/>
                  </a:lnTo>
                </a:path>
              </a:pathLst>
            </a:custGeom>
            <a:noFill/>
            <a:ln w="10882" cap="flat">
              <a:solidFill>
                <a:srgbClr val="FFA3D7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0ED38309-F684-E9DE-F711-36FF2513C42B}"/>
                </a:ext>
              </a:extLst>
            </p:cNvPr>
            <p:cNvSpPr/>
            <p:nvPr/>
          </p:nvSpPr>
          <p:spPr>
            <a:xfrm>
              <a:off x="10676938" y="6134222"/>
              <a:ext cx="379871" cy="10881"/>
            </a:xfrm>
            <a:custGeom>
              <a:avLst/>
              <a:gdLst>
                <a:gd name="connsiteX0" fmla="*/ 0 w 379871"/>
                <a:gd name="connsiteY0" fmla="*/ 0 h 10881"/>
                <a:gd name="connsiteX1" fmla="*/ 379872 w 379871"/>
                <a:gd name="connsiteY1" fmla="*/ 0 h 10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9871" h="10881">
                  <a:moveTo>
                    <a:pt x="0" y="0"/>
                  </a:moveTo>
                  <a:lnTo>
                    <a:pt x="379872" y="0"/>
                  </a:lnTo>
                </a:path>
              </a:pathLst>
            </a:custGeom>
            <a:noFill/>
            <a:ln w="10882" cap="flat">
              <a:solidFill>
                <a:srgbClr val="FFA3D7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9B009C8E-685A-4A90-7593-B2A6D118A5E4}"/>
              </a:ext>
            </a:extLst>
          </p:cNvPr>
          <p:cNvGrpSpPr/>
          <p:nvPr userDrawn="1"/>
        </p:nvGrpSpPr>
        <p:grpSpPr>
          <a:xfrm>
            <a:off x="19433958" y="4766842"/>
            <a:ext cx="3740808" cy="2540933"/>
            <a:chOff x="19433958" y="4766842"/>
            <a:chExt cx="3740808" cy="2540933"/>
          </a:xfrm>
        </p:grpSpPr>
        <p:sp>
          <p:nvSpPr>
            <p:cNvPr id="24" name="Полилиния 23">
              <a:extLst>
                <a:ext uri="{FF2B5EF4-FFF2-40B4-BE49-F238E27FC236}">
                  <a16:creationId xmlns:a16="http://schemas.microsoft.com/office/drawing/2014/main" id="{1D4B45C1-D614-77B0-289D-B8700FBB0D71}"/>
                </a:ext>
              </a:extLst>
            </p:cNvPr>
            <p:cNvSpPr/>
            <p:nvPr/>
          </p:nvSpPr>
          <p:spPr>
            <a:xfrm>
              <a:off x="19433958" y="4864345"/>
              <a:ext cx="1874542" cy="2345944"/>
            </a:xfrm>
            <a:custGeom>
              <a:avLst/>
              <a:gdLst>
                <a:gd name="connsiteX0" fmla="*/ 1873267 w 1874542"/>
                <a:gd name="connsiteY0" fmla="*/ 1107360 h 2345944"/>
                <a:gd name="connsiteX1" fmla="*/ 1874543 w 1874542"/>
                <a:gd name="connsiteY1" fmla="*/ 1151019 h 2345944"/>
                <a:gd name="connsiteX2" fmla="*/ 1869092 w 1874542"/>
                <a:gd name="connsiteY2" fmla="*/ 1151106 h 2345944"/>
                <a:gd name="connsiteX3" fmla="*/ 1869256 w 1874542"/>
                <a:gd name="connsiteY3" fmla="*/ 1172974 h 2345944"/>
                <a:gd name="connsiteX4" fmla="*/ 1869092 w 1874542"/>
                <a:gd name="connsiteY4" fmla="*/ 1194841 h 2345944"/>
                <a:gd name="connsiteX5" fmla="*/ 1874543 w 1874542"/>
                <a:gd name="connsiteY5" fmla="*/ 1194928 h 2345944"/>
                <a:gd name="connsiteX6" fmla="*/ 1873267 w 1874542"/>
                <a:gd name="connsiteY6" fmla="*/ 1238587 h 2345944"/>
                <a:gd name="connsiteX7" fmla="*/ 1867817 w 1874542"/>
                <a:gd name="connsiteY7" fmla="*/ 1238347 h 2345944"/>
                <a:gd name="connsiteX8" fmla="*/ 1865256 w 1874542"/>
                <a:gd name="connsiteY8" fmla="*/ 1281875 h 2345944"/>
                <a:gd name="connsiteX9" fmla="*/ 1870695 w 1874542"/>
                <a:gd name="connsiteY9" fmla="*/ 1282278 h 2345944"/>
                <a:gd name="connsiteX10" fmla="*/ 1866814 w 1874542"/>
                <a:gd name="connsiteY10" fmla="*/ 1325871 h 2345944"/>
                <a:gd name="connsiteX11" fmla="*/ 1861397 w 1874542"/>
                <a:gd name="connsiteY11" fmla="*/ 1325316 h 2345944"/>
                <a:gd name="connsiteX12" fmla="*/ 1856241 w 1874542"/>
                <a:gd name="connsiteY12" fmla="*/ 1368572 h 2345944"/>
                <a:gd name="connsiteX13" fmla="*/ 1861637 w 1874542"/>
                <a:gd name="connsiteY13" fmla="*/ 1369291 h 2345944"/>
                <a:gd name="connsiteX14" fmla="*/ 1855162 w 1874542"/>
                <a:gd name="connsiteY14" fmla="*/ 1412492 h 2345944"/>
                <a:gd name="connsiteX15" fmla="*/ 1849777 w 1874542"/>
                <a:gd name="connsiteY15" fmla="*/ 1411610 h 2345944"/>
                <a:gd name="connsiteX16" fmla="*/ 1841994 w 1874542"/>
                <a:gd name="connsiteY16" fmla="*/ 1454507 h 2345944"/>
                <a:gd name="connsiteX17" fmla="*/ 1847336 w 1874542"/>
                <a:gd name="connsiteY17" fmla="*/ 1455563 h 2345944"/>
                <a:gd name="connsiteX18" fmla="*/ 1838190 w 1874542"/>
                <a:gd name="connsiteY18" fmla="*/ 1498373 h 2345944"/>
                <a:gd name="connsiteX19" fmla="*/ 1832871 w 1874542"/>
                <a:gd name="connsiteY19" fmla="*/ 1497154 h 2345944"/>
                <a:gd name="connsiteX20" fmla="*/ 1822440 w 1874542"/>
                <a:gd name="connsiteY20" fmla="*/ 1539441 h 2345944"/>
                <a:gd name="connsiteX21" fmla="*/ 1827704 w 1874542"/>
                <a:gd name="connsiteY21" fmla="*/ 1540834 h 2345944"/>
                <a:gd name="connsiteX22" fmla="*/ 1815899 w 1874542"/>
                <a:gd name="connsiteY22" fmla="*/ 1582914 h 2345944"/>
                <a:gd name="connsiteX23" fmla="*/ 1810678 w 1874542"/>
                <a:gd name="connsiteY23" fmla="*/ 1581358 h 2345944"/>
                <a:gd name="connsiteX24" fmla="*/ 1797565 w 1874542"/>
                <a:gd name="connsiteY24" fmla="*/ 1622905 h 2345944"/>
                <a:gd name="connsiteX25" fmla="*/ 1802732 w 1874542"/>
                <a:gd name="connsiteY25" fmla="*/ 1624625 h 2345944"/>
                <a:gd name="connsiteX26" fmla="*/ 1788202 w 1874542"/>
                <a:gd name="connsiteY26" fmla="*/ 1665921 h 2345944"/>
                <a:gd name="connsiteX27" fmla="*/ 1783090 w 1874542"/>
                <a:gd name="connsiteY27" fmla="*/ 1664027 h 2345944"/>
                <a:gd name="connsiteX28" fmla="*/ 1767274 w 1874542"/>
                <a:gd name="connsiteY28" fmla="*/ 1704638 h 2345944"/>
                <a:gd name="connsiteX29" fmla="*/ 1772320 w 1874542"/>
                <a:gd name="connsiteY29" fmla="*/ 1706696 h 2345944"/>
                <a:gd name="connsiteX30" fmla="*/ 1755087 w 1874542"/>
                <a:gd name="connsiteY30" fmla="*/ 1746893 h 2345944"/>
                <a:gd name="connsiteX31" fmla="*/ 1750117 w 1874542"/>
                <a:gd name="connsiteY31" fmla="*/ 1744662 h 2345944"/>
                <a:gd name="connsiteX32" fmla="*/ 1731608 w 1874542"/>
                <a:gd name="connsiteY32" fmla="*/ 1784064 h 2345944"/>
                <a:gd name="connsiteX33" fmla="*/ 1736502 w 1874542"/>
                <a:gd name="connsiteY33" fmla="*/ 1786459 h 2345944"/>
                <a:gd name="connsiteX34" fmla="*/ 1716533 w 1874542"/>
                <a:gd name="connsiteY34" fmla="*/ 1825383 h 2345944"/>
                <a:gd name="connsiteX35" fmla="*/ 1711726 w 1874542"/>
                <a:gd name="connsiteY35" fmla="*/ 1822814 h 2345944"/>
                <a:gd name="connsiteX36" fmla="*/ 1690471 w 1874542"/>
                <a:gd name="connsiteY36" fmla="*/ 1860867 h 2345944"/>
                <a:gd name="connsiteX37" fmla="*/ 1695180 w 1874542"/>
                <a:gd name="connsiteY37" fmla="*/ 1863610 h 2345944"/>
                <a:gd name="connsiteX38" fmla="*/ 1672453 w 1874542"/>
                <a:gd name="connsiteY38" fmla="*/ 1901010 h 2345944"/>
                <a:gd name="connsiteX39" fmla="*/ 1667842 w 1874542"/>
                <a:gd name="connsiteY39" fmla="*/ 1898104 h 2345944"/>
                <a:gd name="connsiteX40" fmla="*/ 1643862 w 1874542"/>
                <a:gd name="connsiteY40" fmla="*/ 1934459 h 2345944"/>
                <a:gd name="connsiteX41" fmla="*/ 1648364 w 1874542"/>
                <a:gd name="connsiteY41" fmla="*/ 1937539 h 2345944"/>
                <a:gd name="connsiteX42" fmla="*/ 1622901 w 1874542"/>
                <a:gd name="connsiteY42" fmla="*/ 1973110 h 2345944"/>
                <a:gd name="connsiteX43" fmla="*/ 1618530 w 1874542"/>
                <a:gd name="connsiteY43" fmla="*/ 1969867 h 2345944"/>
                <a:gd name="connsiteX44" fmla="*/ 1591835 w 1874542"/>
                <a:gd name="connsiteY44" fmla="*/ 2004241 h 2345944"/>
                <a:gd name="connsiteX45" fmla="*/ 1596075 w 1874542"/>
                <a:gd name="connsiteY45" fmla="*/ 2007658 h 2345944"/>
                <a:gd name="connsiteX46" fmla="*/ 1567898 w 1874542"/>
                <a:gd name="connsiteY46" fmla="*/ 2041107 h 2345944"/>
                <a:gd name="connsiteX47" fmla="*/ 1563800 w 1874542"/>
                <a:gd name="connsiteY47" fmla="*/ 2037515 h 2345944"/>
                <a:gd name="connsiteX48" fmla="*/ 1534369 w 1874542"/>
                <a:gd name="connsiteY48" fmla="*/ 2069647 h 2345944"/>
                <a:gd name="connsiteX49" fmla="*/ 1538315 w 1874542"/>
                <a:gd name="connsiteY49" fmla="*/ 2073402 h 2345944"/>
                <a:gd name="connsiteX50" fmla="*/ 1507402 w 1874542"/>
                <a:gd name="connsiteY50" fmla="*/ 2104402 h 2345944"/>
                <a:gd name="connsiteX51" fmla="*/ 1503620 w 1874542"/>
                <a:gd name="connsiteY51" fmla="*/ 2100483 h 2345944"/>
                <a:gd name="connsiteX52" fmla="*/ 1471562 w 1874542"/>
                <a:gd name="connsiteY52" fmla="*/ 2129938 h 2345944"/>
                <a:gd name="connsiteX53" fmla="*/ 1475159 w 1874542"/>
                <a:gd name="connsiteY53" fmla="*/ 2134030 h 2345944"/>
                <a:gd name="connsiteX54" fmla="*/ 1441619 w 1874542"/>
                <a:gd name="connsiteY54" fmla="*/ 2162156 h 2345944"/>
                <a:gd name="connsiteX55" fmla="*/ 1438208 w 1874542"/>
                <a:gd name="connsiteY55" fmla="*/ 2157911 h 2345944"/>
                <a:gd name="connsiteX56" fmla="*/ 1403610 w 1874542"/>
                <a:gd name="connsiteY56" fmla="*/ 2184296 h 2345944"/>
                <a:gd name="connsiteX57" fmla="*/ 1406815 w 1874542"/>
                <a:gd name="connsiteY57" fmla="*/ 2188693 h 2345944"/>
                <a:gd name="connsiteX58" fmla="*/ 1370779 w 1874542"/>
                <a:gd name="connsiteY58" fmla="*/ 2213543 h 2345944"/>
                <a:gd name="connsiteX59" fmla="*/ 1367792 w 1874542"/>
                <a:gd name="connsiteY59" fmla="*/ 2208993 h 2345944"/>
                <a:gd name="connsiteX60" fmla="*/ 1330808 w 1874542"/>
                <a:gd name="connsiteY60" fmla="*/ 2231884 h 2345944"/>
                <a:gd name="connsiteX61" fmla="*/ 1333555 w 1874542"/>
                <a:gd name="connsiteY61" fmla="*/ 2236575 h 2345944"/>
                <a:gd name="connsiteX62" fmla="*/ 1295219 w 1874542"/>
                <a:gd name="connsiteY62" fmla="*/ 2257692 h 2345944"/>
                <a:gd name="connsiteX63" fmla="*/ 1292701 w 1874542"/>
                <a:gd name="connsiteY63" fmla="*/ 2252870 h 2345944"/>
                <a:gd name="connsiteX64" fmla="*/ 1253569 w 1874542"/>
                <a:gd name="connsiteY64" fmla="*/ 2271831 h 2345944"/>
                <a:gd name="connsiteX65" fmla="*/ 1255815 w 1874542"/>
                <a:gd name="connsiteY65" fmla="*/ 2276783 h 2345944"/>
                <a:gd name="connsiteX66" fmla="*/ 1215451 w 1874542"/>
                <a:gd name="connsiteY66" fmla="*/ 2293742 h 2345944"/>
                <a:gd name="connsiteX67" fmla="*/ 1213468 w 1874542"/>
                <a:gd name="connsiteY67" fmla="*/ 2288670 h 2345944"/>
                <a:gd name="connsiteX68" fmla="*/ 1172505 w 1874542"/>
                <a:gd name="connsiteY68" fmla="*/ 2303288 h 2345944"/>
                <a:gd name="connsiteX69" fmla="*/ 1174205 w 1874542"/>
                <a:gd name="connsiteY69" fmla="*/ 2308469 h 2345944"/>
                <a:gd name="connsiteX70" fmla="*/ 1132196 w 1874542"/>
                <a:gd name="connsiteY70" fmla="*/ 2320867 h 2345944"/>
                <a:gd name="connsiteX71" fmla="*/ 1130800 w 1874542"/>
                <a:gd name="connsiteY71" fmla="*/ 2315598 h 2345944"/>
                <a:gd name="connsiteX72" fmla="*/ 1088475 w 1874542"/>
                <a:gd name="connsiteY72" fmla="*/ 2325525 h 2345944"/>
                <a:gd name="connsiteX73" fmla="*/ 1089565 w 1874542"/>
                <a:gd name="connsiteY73" fmla="*/ 2330859 h 2345944"/>
                <a:gd name="connsiteX74" fmla="*/ 1046437 w 1874542"/>
                <a:gd name="connsiteY74" fmla="*/ 2338391 h 2345944"/>
                <a:gd name="connsiteX75" fmla="*/ 1045654 w 1874542"/>
                <a:gd name="connsiteY75" fmla="*/ 2333003 h 2345944"/>
                <a:gd name="connsiteX76" fmla="*/ 1002475 w 1874542"/>
                <a:gd name="connsiteY76" fmla="*/ 2338010 h 2345944"/>
                <a:gd name="connsiteX77" fmla="*/ 1002945 w 1874542"/>
                <a:gd name="connsiteY77" fmla="*/ 2343431 h 2345944"/>
                <a:gd name="connsiteX78" fmla="*/ 959237 w 1874542"/>
                <a:gd name="connsiteY78" fmla="*/ 2345945 h 2345944"/>
                <a:gd name="connsiteX79" fmla="*/ 959080 w 1874542"/>
                <a:gd name="connsiteY79" fmla="*/ 2340503 h 2345944"/>
                <a:gd name="connsiteX80" fmla="*/ 937273 w 1874542"/>
                <a:gd name="connsiteY80" fmla="*/ 2340818 h 2345944"/>
                <a:gd name="connsiteX81" fmla="*/ 915467 w 1874542"/>
                <a:gd name="connsiteY81" fmla="*/ 2340503 h 2345944"/>
                <a:gd name="connsiteX82" fmla="*/ 915310 w 1874542"/>
                <a:gd name="connsiteY82" fmla="*/ 2345945 h 2345944"/>
                <a:gd name="connsiteX83" fmla="*/ 871600 w 1874542"/>
                <a:gd name="connsiteY83" fmla="*/ 2343431 h 2345944"/>
                <a:gd name="connsiteX84" fmla="*/ 872071 w 1874542"/>
                <a:gd name="connsiteY84" fmla="*/ 2338010 h 2345944"/>
                <a:gd name="connsiteX85" fmla="*/ 828892 w 1874542"/>
                <a:gd name="connsiteY85" fmla="*/ 2333003 h 2345944"/>
                <a:gd name="connsiteX86" fmla="*/ 828109 w 1874542"/>
                <a:gd name="connsiteY86" fmla="*/ 2338391 h 2345944"/>
                <a:gd name="connsiteX87" fmla="*/ 784978 w 1874542"/>
                <a:gd name="connsiteY87" fmla="*/ 2330859 h 2345944"/>
                <a:gd name="connsiteX88" fmla="*/ 786071 w 1874542"/>
                <a:gd name="connsiteY88" fmla="*/ 2325525 h 2345944"/>
                <a:gd name="connsiteX89" fmla="*/ 743742 w 1874542"/>
                <a:gd name="connsiteY89" fmla="*/ 2315598 h 2345944"/>
                <a:gd name="connsiteX90" fmla="*/ 742346 w 1874542"/>
                <a:gd name="connsiteY90" fmla="*/ 2320867 h 2345944"/>
                <a:gd name="connsiteX91" fmla="*/ 700345 w 1874542"/>
                <a:gd name="connsiteY91" fmla="*/ 2308469 h 2345944"/>
                <a:gd name="connsiteX92" fmla="*/ 702037 w 1874542"/>
                <a:gd name="connsiteY92" fmla="*/ 2303288 h 2345944"/>
                <a:gd name="connsiteX93" fmla="*/ 661076 w 1874542"/>
                <a:gd name="connsiteY93" fmla="*/ 2288670 h 2345944"/>
                <a:gd name="connsiteX94" fmla="*/ 659101 w 1874542"/>
                <a:gd name="connsiteY94" fmla="*/ 2293742 h 2345944"/>
                <a:gd name="connsiteX95" fmla="*/ 618731 w 1874542"/>
                <a:gd name="connsiteY95" fmla="*/ 2276783 h 2345944"/>
                <a:gd name="connsiteX96" fmla="*/ 620979 w 1874542"/>
                <a:gd name="connsiteY96" fmla="*/ 2271831 h 2345944"/>
                <a:gd name="connsiteX97" fmla="*/ 581840 w 1874542"/>
                <a:gd name="connsiteY97" fmla="*/ 2252870 h 2345944"/>
                <a:gd name="connsiteX98" fmla="*/ 579333 w 1874542"/>
                <a:gd name="connsiteY98" fmla="*/ 2257692 h 2345944"/>
                <a:gd name="connsiteX99" fmla="*/ 540989 w 1874542"/>
                <a:gd name="connsiteY99" fmla="*/ 2236575 h 2345944"/>
                <a:gd name="connsiteX100" fmla="*/ 543742 w 1874542"/>
                <a:gd name="connsiteY100" fmla="*/ 2231884 h 2345944"/>
                <a:gd name="connsiteX101" fmla="*/ 506754 w 1874542"/>
                <a:gd name="connsiteY101" fmla="*/ 2208993 h 2345944"/>
                <a:gd name="connsiteX102" fmla="*/ 503769 w 1874542"/>
                <a:gd name="connsiteY102" fmla="*/ 2213543 h 2345944"/>
                <a:gd name="connsiteX103" fmla="*/ 467732 w 1874542"/>
                <a:gd name="connsiteY103" fmla="*/ 2188704 h 2345944"/>
                <a:gd name="connsiteX104" fmla="*/ 470936 w 1874542"/>
                <a:gd name="connsiteY104" fmla="*/ 2184296 h 2345944"/>
                <a:gd name="connsiteX105" fmla="*/ 436334 w 1874542"/>
                <a:gd name="connsiteY105" fmla="*/ 2157911 h 2345944"/>
                <a:gd name="connsiteX106" fmla="*/ 432925 w 1874542"/>
                <a:gd name="connsiteY106" fmla="*/ 2162156 h 2345944"/>
                <a:gd name="connsiteX107" fmla="*/ 399387 w 1874542"/>
                <a:gd name="connsiteY107" fmla="*/ 2134030 h 2345944"/>
                <a:gd name="connsiteX108" fmla="*/ 402987 w 1874542"/>
                <a:gd name="connsiteY108" fmla="*/ 2129938 h 2345944"/>
                <a:gd name="connsiteX109" fmla="*/ 370926 w 1874542"/>
                <a:gd name="connsiteY109" fmla="*/ 2100483 h 2345944"/>
                <a:gd name="connsiteX110" fmla="*/ 367148 w 1874542"/>
                <a:gd name="connsiteY110" fmla="*/ 2104402 h 2345944"/>
                <a:gd name="connsiteX111" fmla="*/ 336231 w 1874542"/>
                <a:gd name="connsiteY111" fmla="*/ 2073402 h 2345944"/>
                <a:gd name="connsiteX112" fmla="*/ 340174 w 1874542"/>
                <a:gd name="connsiteY112" fmla="*/ 2069647 h 2345944"/>
                <a:gd name="connsiteX113" fmla="*/ 310749 w 1874542"/>
                <a:gd name="connsiteY113" fmla="*/ 2037515 h 2345944"/>
                <a:gd name="connsiteX114" fmla="*/ 306652 w 1874542"/>
                <a:gd name="connsiteY114" fmla="*/ 2041107 h 2345944"/>
                <a:gd name="connsiteX115" fmla="*/ 278466 w 1874542"/>
                <a:gd name="connsiteY115" fmla="*/ 2007658 h 2345944"/>
                <a:gd name="connsiteX116" fmla="*/ 282706 w 1874542"/>
                <a:gd name="connsiteY116" fmla="*/ 2004241 h 2345944"/>
                <a:gd name="connsiteX117" fmla="*/ 256016 w 1874542"/>
                <a:gd name="connsiteY117" fmla="*/ 1969867 h 2345944"/>
                <a:gd name="connsiteX118" fmla="*/ 251644 w 1874542"/>
                <a:gd name="connsiteY118" fmla="*/ 1973110 h 2345944"/>
                <a:gd name="connsiteX119" fmla="*/ 226186 w 1874542"/>
                <a:gd name="connsiteY119" fmla="*/ 1937539 h 2345944"/>
                <a:gd name="connsiteX120" fmla="*/ 230680 w 1874542"/>
                <a:gd name="connsiteY120" fmla="*/ 1934459 h 2345944"/>
                <a:gd name="connsiteX121" fmla="*/ 206700 w 1874542"/>
                <a:gd name="connsiteY121" fmla="*/ 1898104 h 2345944"/>
                <a:gd name="connsiteX122" fmla="*/ 202094 w 1874542"/>
                <a:gd name="connsiteY122" fmla="*/ 1901010 h 2345944"/>
                <a:gd name="connsiteX123" fmla="*/ 179368 w 1874542"/>
                <a:gd name="connsiteY123" fmla="*/ 1863610 h 2345944"/>
                <a:gd name="connsiteX124" fmla="*/ 184079 w 1874542"/>
                <a:gd name="connsiteY124" fmla="*/ 1860867 h 2345944"/>
                <a:gd name="connsiteX125" fmla="*/ 162815 w 1874542"/>
                <a:gd name="connsiteY125" fmla="*/ 1822814 h 2345944"/>
                <a:gd name="connsiteX126" fmla="*/ 158009 w 1874542"/>
                <a:gd name="connsiteY126" fmla="*/ 1825383 h 2345944"/>
                <a:gd name="connsiteX127" fmla="*/ 138042 w 1874542"/>
                <a:gd name="connsiteY127" fmla="*/ 1786459 h 2345944"/>
                <a:gd name="connsiteX128" fmla="*/ 142935 w 1874542"/>
                <a:gd name="connsiteY128" fmla="*/ 1784064 h 2345944"/>
                <a:gd name="connsiteX129" fmla="*/ 124428 w 1874542"/>
                <a:gd name="connsiteY129" fmla="*/ 1744662 h 2345944"/>
                <a:gd name="connsiteX130" fmla="*/ 119455 w 1874542"/>
                <a:gd name="connsiteY130" fmla="*/ 1746893 h 2345944"/>
                <a:gd name="connsiteX131" fmla="*/ 102223 w 1874542"/>
                <a:gd name="connsiteY131" fmla="*/ 1706696 h 2345944"/>
                <a:gd name="connsiteX132" fmla="*/ 107269 w 1874542"/>
                <a:gd name="connsiteY132" fmla="*/ 1704638 h 2345944"/>
                <a:gd name="connsiteX133" fmla="*/ 91455 w 1874542"/>
                <a:gd name="connsiteY133" fmla="*/ 1664038 h 2345944"/>
                <a:gd name="connsiteX134" fmla="*/ 86343 w 1874542"/>
                <a:gd name="connsiteY134" fmla="*/ 1665921 h 2345944"/>
                <a:gd name="connsiteX135" fmla="*/ 71812 w 1874542"/>
                <a:gd name="connsiteY135" fmla="*/ 1624625 h 2345944"/>
                <a:gd name="connsiteX136" fmla="*/ 76983 w 1874542"/>
                <a:gd name="connsiteY136" fmla="*/ 1622905 h 2345944"/>
                <a:gd name="connsiteX137" fmla="*/ 63872 w 1874542"/>
                <a:gd name="connsiteY137" fmla="*/ 1581358 h 2345944"/>
                <a:gd name="connsiteX138" fmla="*/ 58648 w 1874542"/>
                <a:gd name="connsiteY138" fmla="*/ 1582914 h 2345944"/>
                <a:gd name="connsiteX139" fmla="*/ 46838 w 1874542"/>
                <a:gd name="connsiteY139" fmla="*/ 1540834 h 2345944"/>
                <a:gd name="connsiteX140" fmla="*/ 52108 w 1874542"/>
                <a:gd name="connsiteY140" fmla="*/ 1539441 h 2345944"/>
                <a:gd name="connsiteX141" fmla="*/ 41671 w 1874542"/>
                <a:gd name="connsiteY141" fmla="*/ 1497154 h 2345944"/>
                <a:gd name="connsiteX142" fmla="*/ 36360 w 1874542"/>
                <a:gd name="connsiteY142" fmla="*/ 1498373 h 2345944"/>
                <a:gd name="connsiteX143" fmla="*/ 27210 w 1874542"/>
                <a:gd name="connsiteY143" fmla="*/ 1455563 h 2345944"/>
                <a:gd name="connsiteX144" fmla="*/ 32557 w 1874542"/>
                <a:gd name="connsiteY144" fmla="*/ 1454518 h 2345944"/>
                <a:gd name="connsiteX145" fmla="*/ 24766 w 1874542"/>
                <a:gd name="connsiteY145" fmla="*/ 1411610 h 2345944"/>
                <a:gd name="connsiteX146" fmla="*/ 19389 w 1874542"/>
                <a:gd name="connsiteY146" fmla="*/ 1412492 h 2345944"/>
                <a:gd name="connsiteX147" fmla="*/ 12904 w 1874542"/>
                <a:gd name="connsiteY147" fmla="*/ 1369291 h 2345944"/>
                <a:gd name="connsiteX148" fmla="*/ 18306 w 1874542"/>
                <a:gd name="connsiteY148" fmla="*/ 1368572 h 2345944"/>
                <a:gd name="connsiteX149" fmla="*/ 13148 w 1874542"/>
                <a:gd name="connsiteY149" fmla="*/ 1325316 h 2345944"/>
                <a:gd name="connsiteX150" fmla="*/ 7727 w 1874542"/>
                <a:gd name="connsiteY150" fmla="*/ 1325871 h 2345944"/>
                <a:gd name="connsiteX151" fmla="*/ 3853 w 1874542"/>
                <a:gd name="connsiteY151" fmla="*/ 1282278 h 2345944"/>
                <a:gd name="connsiteX152" fmla="*/ 9289 w 1874542"/>
                <a:gd name="connsiteY152" fmla="*/ 1281875 h 2345944"/>
                <a:gd name="connsiteX153" fmla="*/ 6725 w 1874542"/>
                <a:gd name="connsiteY153" fmla="*/ 1238347 h 2345944"/>
                <a:gd name="connsiteX154" fmla="*/ 1280 w 1874542"/>
                <a:gd name="connsiteY154" fmla="*/ 1238587 h 2345944"/>
                <a:gd name="connsiteX155" fmla="*/ 0 w 1874542"/>
                <a:gd name="connsiteY155" fmla="*/ 1194928 h 2345944"/>
                <a:gd name="connsiteX156" fmla="*/ 5450 w 1874542"/>
                <a:gd name="connsiteY156" fmla="*/ 1194841 h 2345944"/>
                <a:gd name="connsiteX157" fmla="*/ 5289 w 1874542"/>
                <a:gd name="connsiteY157" fmla="*/ 1172974 h 2345944"/>
                <a:gd name="connsiteX158" fmla="*/ 5450 w 1874542"/>
                <a:gd name="connsiteY158" fmla="*/ 1151106 h 2345944"/>
                <a:gd name="connsiteX159" fmla="*/ 0 w 1874542"/>
                <a:gd name="connsiteY159" fmla="*/ 1151019 h 2345944"/>
                <a:gd name="connsiteX160" fmla="*/ 1280 w 1874542"/>
                <a:gd name="connsiteY160" fmla="*/ 1107360 h 2345944"/>
                <a:gd name="connsiteX161" fmla="*/ 6725 w 1874542"/>
                <a:gd name="connsiteY161" fmla="*/ 1107600 h 2345944"/>
                <a:gd name="connsiteX162" fmla="*/ 9289 w 1874542"/>
                <a:gd name="connsiteY162" fmla="*/ 1064072 h 2345944"/>
                <a:gd name="connsiteX163" fmla="*/ 3853 w 1874542"/>
                <a:gd name="connsiteY163" fmla="*/ 1063669 h 2345944"/>
                <a:gd name="connsiteX164" fmla="*/ 7727 w 1874542"/>
                <a:gd name="connsiteY164" fmla="*/ 1020076 h 2345944"/>
                <a:gd name="connsiteX165" fmla="*/ 13148 w 1874542"/>
                <a:gd name="connsiteY165" fmla="*/ 1020631 h 2345944"/>
                <a:gd name="connsiteX166" fmla="*/ 18306 w 1874542"/>
                <a:gd name="connsiteY166" fmla="*/ 977377 h 2345944"/>
                <a:gd name="connsiteX167" fmla="*/ 12904 w 1874542"/>
                <a:gd name="connsiteY167" fmla="*/ 976652 h 2345944"/>
                <a:gd name="connsiteX168" fmla="*/ 19389 w 1874542"/>
                <a:gd name="connsiteY168" fmla="*/ 933449 h 2345944"/>
                <a:gd name="connsiteX169" fmla="*/ 24766 w 1874542"/>
                <a:gd name="connsiteY169" fmla="*/ 934337 h 2345944"/>
                <a:gd name="connsiteX170" fmla="*/ 32557 w 1874542"/>
                <a:gd name="connsiteY170" fmla="*/ 891433 h 2345944"/>
                <a:gd name="connsiteX171" fmla="*/ 27209 w 1874542"/>
                <a:gd name="connsiteY171" fmla="*/ 890380 h 2345944"/>
                <a:gd name="connsiteX172" fmla="*/ 36360 w 1874542"/>
                <a:gd name="connsiteY172" fmla="*/ 847578 h 2345944"/>
                <a:gd name="connsiteX173" fmla="*/ 41671 w 1874542"/>
                <a:gd name="connsiteY173" fmla="*/ 848797 h 2345944"/>
                <a:gd name="connsiteX174" fmla="*/ 52108 w 1874542"/>
                <a:gd name="connsiteY174" fmla="*/ 806501 h 2345944"/>
                <a:gd name="connsiteX175" fmla="*/ 46838 w 1874542"/>
                <a:gd name="connsiteY175" fmla="*/ 805116 h 2345944"/>
                <a:gd name="connsiteX176" fmla="*/ 58648 w 1874542"/>
                <a:gd name="connsiteY176" fmla="*/ 763036 h 2345944"/>
                <a:gd name="connsiteX177" fmla="*/ 63872 w 1874542"/>
                <a:gd name="connsiteY177" fmla="*/ 764588 h 2345944"/>
                <a:gd name="connsiteX178" fmla="*/ 76983 w 1874542"/>
                <a:gd name="connsiteY178" fmla="*/ 723046 h 2345944"/>
                <a:gd name="connsiteX179" fmla="*/ 71812 w 1874542"/>
                <a:gd name="connsiteY179" fmla="*/ 721326 h 2345944"/>
                <a:gd name="connsiteX180" fmla="*/ 86343 w 1874542"/>
                <a:gd name="connsiteY180" fmla="*/ 680025 h 2345944"/>
                <a:gd name="connsiteX181" fmla="*/ 91454 w 1874542"/>
                <a:gd name="connsiteY181" fmla="*/ 681913 h 2345944"/>
                <a:gd name="connsiteX182" fmla="*/ 107269 w 1874542"/>
                <a:gd name="connsiteY182" fmla="*/ 641308 h 2345944"/>
                <a:gd name="connsiteX183" fmla="*/ 102223 w 1874542"/>
                <a:gd name="connsiteY183" fmla="*/ 639251 h 2345944"/>
                <a:gd name="connsiteX184" fmla="*/ 119454 w 1874542"/>
                <a:gd name="connsiteY184" fmla="*/ 599053 h 2345944"/>
                <a:gd name="connsiteX185" fmla="*/ 124428 w 1874542"/>
                <a:gd name="connsiteY185" fmla="*/ 601279 h 2345944"/>
                <a:gd name="connsiteX186" fmla="*/ 142935 w 1874542"/>
                <a:gd name="connsiteY186" fmla="*/ 561882 h 2345944"/>
                <a:gd name="connsiteX187" fmla="*/ 138042 w 1874542"/>
                <a:gd name="connsiteY187" fmla="*/ 559485 h 2345944"/>
                <a:gd name="connsiteX188" fmla="*/ 158009 w 1874542"/>
                <a:gd name="connsiteY188" fmla="*/ 520564 h 2345944"/>
                <a:gd name="connsiteX189" fmla="*/ 162815 w 1874542"/>
                <a:gd name="connsiteY189" fmla="*/ 523130 h 2345944"/>
                <a:gd name="connsiteX190" fmla="*/ 184079 w 1874542"/>
                <a:gd name="connsiteY190" fmla="*/ 485077 h 2345944"/>
                <a:gd name="connsiteX191" fmla="*/ 179368 w 1874542"/>
                <a:gd name="connsiteY191" fmla="*/ 482339 h 2345944"/>
                <a:gd name="connsiteX192" fmla="*/ 202094 w 1874542"/>
                <a:gd name="connsiteY192" fmla="*/ 444932 h 2345944"/>
                <a:gd name="connsiteX193" fmla="*/ 206700 w 1874542"/>
                <a:gd name="connsiteY193" fmla="*/ 447839 h 2345944"/>
                <a:gd name="connsiteX194" fmla="*/ 230680 w 1874542"/>
                <a:gd name="connsiteY194" fmla="*/ 411483 h 2345944"/>
                <a:gd name="connsiteX195" fmla="*/ 226186 w 1874542"/>
                <a:gd name="connsiteY195" fmla="*/ 408405 h 2345944"/>
                <a:gd name="connsiteX196" fmla="*/ 251644 w 1874542"/>
                <a:gd name="connsiteY196" fmla="*/ 372830 h 2345944"/>
                <a:gd name="connsiteX197" fmla="*/ 256016 w 1874542"/>
                <a:gd name="connsiteY197" fmla="*/ 376079 h 2345944"/>
                <a:gd name="connsiteX198" fmla="*/ 282706 w 1874542"/>
                <a:gd name="connsiteY198" fmla="*/ 341702 h 2345944"/>
                <a:gd name="connsiteX199" fmla="*/ 278466 w 1874542"/>
                <a:gd name="connsiteY199" fmla="*/ 338283 h 2345944"/>
                <a:gd name="connsiteX200" fmla="*/ 306651 w 1874542"/>
                <a:gd name="connsiteY200" fmla="*/ 304839 h 2345944"/>
                <a:gd name="connsiteX201" fmla="*/ 310748 w 1874542"/>
                <a:gd name="connsiteY201" fmla="*/ 308428 h 2345944"/>
                <a:gd name="connsiteX202" fmla="*/ 340174 w 1874542"/>
                <a:gd name="connsiteY202" fmla="*/ 276300 h 2345944"/>
                <a:gd name="connsiteX203" fmla="*/ 336231 w 1874542"/>
                <a:gd name="connsiteY203" fmla="*/ 272543 h 2345944"/>
                <a:gd name="connsiteX204" fmla="*/ 367148 w 1874542"/>
                <a:gd name="connsiteY204" fmla="*/ 241539 h 2345944"/>
                <a:gd name="connsiteX205" fmla="*/ 370926 w 1874542"/>
                <a:gd name="connsiteY205" fmla="*/ 245462 h 2345944"/>
                <a:gd name="connsiteX206" fmla="*/ 402987 w 1874542"/>
                <a:gd name="connsiteY206" fmla="*/ 216008 h 2345944"/>
                <a:gd name="connsiteX207" fmla="*/ 399387 w 1874542"/>
                <a:gd name="connsiteY207" fmla="*/ 211920 h 2345944"/>
                <a:gd name="connsiteX208" fmla="*/ 432925 w 1874542"/>
                <a:gd name="connsiteY208" fmla="*/ 183789 h 2345944"/>
                <a:gd name="connsiteX209" fmla="*/ 436334 w 1874542"/>
                <a:gd name="connsiteY209" fmla="*/ 188036 h 2345944"/>
                <a:gd name="connsiteX210" fmla="*/ 470935 w 1874542"/>
                <a:gd name="connsiteY210" fmla="*/ 161649 h 2345944"/>
                <a:gd name="connsiteX211" fmla="*/ 467732 w 1874542"/>
                <a:gd name="connsiteY211" fmla="*/ 157247 h 2345944"/>
                <a:gd name="connsiteX212" fmla="*/ 503769 w 1874542"/>
                <a:gd name="connsiteY212" fmla="*/ 132403 h 2345944"/>
                <a:gd name="connsiteX213" fmla="*/ 506754 w 1874542"/>
                <a:gd name="connsiteY213" fmla="*/ 136956 h 2345944"/>
                <a:gd name="connsiteX214" fmla="*/ 543742 w 1874542"/>
                <a:gd name="connsiteY214" fmla="*/ 114063 h 2345944"/>
                <a:gd name="connsiteX215" fmla="*/ 540989 w 1874542"/>
                <a:gd name="connsiteY215" fmla="*/ 109367 h 2345944"/>
                <a:gd name="connsiteX216" fmla="*/ 579332 w 1874542"/>
                <a:gd name="connsiteY216" fmla="*/ 88249 h 2345944"/>
                <a:gd name="connsiteX217" fmla="*/ 581840 w 1874542"/>
                <a:gd name="connsiteY217" fmla="*/ 93081 h 2345944"/>
                <a:gd name="connsiteX218" fmla="*/ 620979 w 1874542"/>
                <a:gd name="connsiteY218" fmla="*/ 74116 h 2345944"/>
                <a:gd name="connsiteX219" fmla="*/ 618731 w 1874542"/>
                <a:gd name="connsiteY219" fmla="*/ 69159 h 2345944"/>
                <a:gd name="connsiteX220" fmla="*/ 659100 w 1874542"/>
                <a:gd name="connsiteY220" fmla="*/ 52203 h 2345944"/>
                <a:gd name="connsiteX221" fmla="*/ 661076 w 1874542"/>
                <a:gd name="connsiteY221" fmla="*/ 57275 h 2345944"/>
                <a:gd name="connsiteX222" fmla="*/ 702037 w 1874542"/>
                <a:gd name="connsiteY222" fmla="*/ 42654 h 2345944"/>
                <a:gd name="connsiteX223" fmla="*/ 700345 w 1874542"/>
                <a:gd name="connsiteY223" fmla="*/ 37480 h 2345944"/>
                <a:gd name="connsiteX224" fmla="*/ 742346 w 1874542"/>
                <a:gd name="connsiteY224" fmla="*/ 25084 h 2345944"/>
                <a:gd name="connsiteX225" fmla="*/ 743742 w 1874542"/>
                <a:gd name="connsiteY225" fmla="*/ 30344 h 2345944"/>
                <a:gd name="connsiteX226" fmla="*/ 786071 w 1874542"/>
                <a:gd name="connsiteY226" fmla="*/ 20421 h 2345944"/>
                <a:gd name="connsiteX227" fmla="*/ 784978 w 1874542"/>
                <a:gd name="connsiteY227" fmla="*/ 15090 h 2345944"/>
                <a:gd name="connsiteX228" fmla="*/ 828109 w 1874542"/>
                <a:gd name="connsiteY228" fmla="*/ 7555 h 2345944"/>
                <a:gd name="connsiteX229" fmla="*/ 828892 w 1874542"/>
                <a:gd name="connsiteY229" fmla="*/ 12941 h 2345944"/>
                <a:gd name="connsiteX230" fmla="*/ 872071 w 1874542"/>
                <a:gd name="connsiteY230" fmla="*/ 7940 h 2345944"/>
                <a:gd name="connsiteX231" fmla="*/ 871600 w 1874542"/>
                <a:gd name="connsiteY231" fmla="*/ 2519 h 2345944"/>
                <a:gd name="connsiteX232" fmla="*/ 915310 w 1874542"/>
                <a:gd name="connsiteY232" fmla="*/ 0 h 2345944"/>
                <a:gd name="connsiteX233" fmla="*/ 915467 w 1874542"/>
                <a:gd name="connsiteY233" fmla="*/ 5440 h 2345944"/>
                <a:gd name="connsiteX234" fmla="*/ 937273 w 1874542"/>
                <a:gd name="connsiteY234" fmla="*/ 5127 h 2345944"/>
                <a:gd name="connsiteX235" fmla="*/ 959080 w 1874542"/>
                <a:gd name="connsiteY235" fmla="*/ 5440 h 2345944"/>
                <a:gd name="connsiteX236" fmla="*/ 959237 w 1874542"/>
                <a:gd name="connsiteY236" fmla="*/ 0 h 2345944"/>
                <a:gd name="connsiteX237" fmla="*/ 1002945 w 1874542"/>
                <a:gd name="connsiteY237" fmla="*/ 2519 h 2345944"/>
                <a:gd name="connsiteX238" fmla="*/ 1002475 w 1874542"/>
                <a:gd name="connsiteY238" fmla="*/ 7940 h 2345944"/>
                <a:gd name="connsiteX239" fmla="*/ 1045654 w 1874542"/>
                <a:gd name="connsiteY239" fmla="*/ 12941 h 2345944"/>
                <a:gd name="connsiteX240" fmla="*/ 1046437 w 1874542"/>
                <a:gd name="connsiteY240" fmla="*/ 7555 h 2345944"/>
                <a:gd name="connsiteX241" fmla="*/ 1089565 w 1874542"/>
                <a:gd name="connsiteY241" fmla="*/ 15090 h 2345944"/>
                <a:gd name="connsiteX242" fmla="*/ 1088475 w 1874542"/>
                <a:gd name="connsiteY242" fmla="*/ 20421 h 2345944"/>
                <a:gd name="connsiteX243" fmla="*/ 1130800 w 1874542"/>
                <a:gd name="connsiteY243" fmla="*/ 30344 h 2345944"/>
                <a:gd name="connsiteX244" fmla="*/ 1132196 w 1874542"/>
                <a:gd name="connsiteY244" fmla="*/ 25084 h 2345944"/>
                <a:gd name="connsiteX245" fmla="*/ 1174205 w 1874542"/>
                <a:gd name="connsiteY245" fmla="*/ 37480 h 2345944"/>
                <a:gd name="connsiteX246" fmla="*/ 1172505 w 1874542"/>
                <a:gd name="connsiteY246" fmla="*/ 42654 h 2345944"/>
                <a:gd name="connsiteX247" fmla="*/ 1213468 w 1874542"/>
                <a:gd name="connsiteY247" fmla="*/ 57275 h 2345944"/>
                <a:gd name="connsiteX248" fmla="*/ 1215440 w 1874542"/>
                <a:gd name="connsiteY248" fmla="*/ 52203 h 2345944"/>
                <a:gd name="connsiteX249" fmla="*/ 1255815 w 1874542"/>
                <a:gd name="connsiteY249" fmla="*/ 69158 h 2345944"/>
                <a:gd name="connsiteX250" fmla="*/ 1253569 w 1874542"/>
                <a:gd name="connsiteY250" fmla="*/ 74116 h 2345944"/>
                <a:gd name="connsiteX251" fmla="*/ 1292701 w 1874542"/>
                <a:gd name="connsiteY251" fmla="*/ 93081 h 2345944"/>
                <a:gd name="connsiteX252" fmla="*/ 1295208 w 1874542"/>
                <a:gd name="connsiteY252" fmla="*/ 88249 h 2345944"/>
                <a:gd name="connsiteX253" fmla="*/ 1333555 w 1874542"/>
                <a:gd name="connsiteY253" fmla="*/ 109367 h 2345944"/>
                <a:gd name="connsiteX254" fmla="*/ 1330808 w 1874542"/>
                <a:gd name="connsiteY254" fmla="*/ 114063 h 2345944"/>
                <a:gd name="connsiteX255" fmla="*/ 1367792 w 1874542"/>
                <a:gd name="connsiteY255" fmla="*/ 136956 h 2345944"/>
                <a:gd name="connsiteX256" fmla="*/ 1370779 w 1874542"/>
                <a:gd name="connsiteY256" fmla="*/ 132403 h 2345944"/>
                <a:gd name="connsiteX257" fmla="*/ 1406815 w 1874542"/>
                <a:gd name="connsiteY257" fmla="*/ 157247 h 2345944"/>
                <a:gd name="connsiteX258" fmla="*/ 1403610 w 1874542"/>
                <a:gd name="connsiteY258" fmla="*/ 161649 h 2345944"/>
                <a:gd name="connsiteX259" fmla="*/ 1438208 w 1874542"/>
                <a:gd name="connsiteY259" fmla="*/ 188035 h 2345944"/>
                <a:gd name="connsiteX260" fmla="*/ 1441619 w 1874542"/>
                <a:gd name="connsiteY260" fmla="*/ 183789 h 2345944"/>
                <a:gd name="connsiteX261" fmla="*/ 1475159 w 1874542"/>
                <a:gd name="connsiteY261" fmla="*/ 211920 h 2345944"/>
                <a:gd name="connsiteX262" fmla="*/ 1471562 w 1874542"/>
                <a:gd name="connsiteY262" fmla="*/ 216006 h 2345944"/>
                <a:gd name="connsiteX263" fmla="*/ 1503620 w 1874542"/>
                <a:gd name="connsiteY263" fmla="*/ 245462 h 2345944"/>
                <a:gd name="connsiteX264" fmla="*/ 1507402 w 1874542"/>
                <a:gd name="connsiteY264" fmla="*/ 241539 h 2345944"/>
                <a:gd name="connsiteX265" fmla="*/ 1538315 w 1874542"/>
                <a:gd name="connsiteY265" fmla="*/ 272543 h 2345944"/>
                <a:gd name="connsiteX266" fmla="*/ 1534369 w 1874542"/>
                <a:gd name="connsiteY266" fmla="*/ 276299 h 2345944"/>
                <a:gd name="connsiteX267" fmla="*/ 1563800 w 1874542"/>
                <a:gd name="connsiteY267" fmla="*/ 308428 h 2345944"/>
                <a:gd name="connsiteX268" fmla="*/ 1567898 w 1874542"/>
                <a:gd name="connsiteY268" fmla="*/ 304839 h 2345944"/>
                <a:gd name="connsiteX269" fmla="*/ 1596075 w 1874542"/>
                <a:gd name="connsiteY269" fmla="*/ 338283 h 2345944"/>
                <a:gd name="connsiteX270" fmla="*/ 1591835 w 1874542"/>
                <a:gd name="connsiteY270" fmla="*/ 341702 h 2345944"/>
                <a:gd name="connsiteX271" fmla="*/ 1618530 w 1874542"/>
                <a:gd name="connsiteY271" fmla="*/ 376079 h 2345944"/>
                <a:gd name="connsiteX272" fmla="*/ 1622901 w 1874542"/>
                <a:gd name="connsiteY272" fmla="*/ 372830 h 2345944"/>
                <a:gd name="connsiteX273" fmla="*/ 1648364 w 1874542"/>
                <a:gd name="connsiteY273" fmla="*/ 408405 h 2345944"/>
                <a:gd name="connsiteX274" fmla="*/ 1643862 w 1874542"/>
                <a:gd name="connsiteY274" fmla="*/ 411483 h 2345944"/>
                <a:gd name="connsiteX275" fmla="*/ 1667842 w 1874542"/>
                <a:gd name="connsiteY275" fmla="*/ 447839 h 2345944"/>
                <a:gd name="connsiteX276" fmla="*/ 1672453 w 1874542"/>
                <a:gd name="connsiteY276" fmla="*/ 444931 h 2345944"/>
                <a:gd name="connsiteX277" fmla="*/ 1695180 w 1874542"/>
                <a:gd name="connsiteY277" fmla="*/ 482339 h 2345944"/>
                <a:gd name="connsiteX278" fmla="*/ 1690471 w 1874542"/>
                <a:gd name="connsiteY278" fmla="*/ 485077 h 2345944"/>
                <a:gd name="connsiteX279" fmla="*/ 1711726 w 1874542"/>
                <a:gd name="connsiteY279" fmla="*/ 523130 h 2345944"/>
                <a:gd name="connsiteX280" fmla="*/ 1716533 w 1874542"/>
                <a:gd name="connsiteY280" fmla="*/ 520563 h 2345944"/>
                <a:gd name="connsiteX281" fmla="*/ 1736502 w 1874542"/>
                <a:gd name="connsiteY281" fmla="*/ 559485 h 2345944"/>
                <a:gd name="connsiteX282" fmla="*/ 1731608 w 1874542"/>
                <a:gd name="connsiteY282" fmla="*/ 561882 h 2345944"/>
                <a:gd name="connsiteX283" fmla="*/ 1750117 w 1874542"/>
                <a:gd name="connsiteY283" fmla="*/ 601279 h 2345944"/>
                <a:gd name="connsiteX284" fmla="*/ 1755087 w 1874542"/>
                <a:gd name="connsiteY284" fmla="*/ 599053 h 2345944"/>
                <a:gd name="connsiteX285" fmla="*/ 1772320 w 1874542"/>
                <a:gd name="connsiteY285" fmla="*/ 639249 h 2345944"/>
                <a:gd name="connsiteX286" fmla="*/ 1767274 w 1874542"/>
                <a:gd name="connsiteY286" fmla="*/ 641307 h 2345944"/>
                <a:gd name="connsiteX287" fmla="*/ 1783090 w 1874542"/>
                <a:gd name="connsiteY287" fmla="*/ 681912 h 2345944"/>
                <a:gd name="connsiteX288" fmla="*/ 1788202 w 1874542"/>
                <a:gd name="connsiteY288" fmla="*/ 680025 h 2345944"/>
                <a:gd name="connsiteX289" fmla="*/ 1802732 w 1874542"/>
                <a:gd name="connsiteY289" fmla="*/ 721326 h 2345944"/>
                <a:gd name="connsiteX290" fmla="*/ 1797565 w 1874542"/>
                <a:gd name="connsiteY290" fmla="*/ 723046 h 2345944"/>
                <a:gd name="connsiteX291" fmla="*/ 1810678 w 1874542"/>
                <a:gd name="connsiteY291" fmla="*/ 764588 h 2345944"/>
                <a:gd name="connsiteX292" fmla="*/ 1815899 w 1874542"/>
                <a:gd name="connsiteY292" fmla="*/ 763036 h 2345944"/>
                <a:gd name="connsiteX293" fmla="*/ 1827704 w 1874542"/>
                <a:gd name="connsiteY293" fmla="*/ 805115 h 2345944"/>
                <a:gd name="connsiteX294" fmla="*/ 1822440 w 1874542"/>
                <a:gd name="connsiteY294" fmla="*/ 806501 h 2345944"/>
                <a:gd name="connsiteX295" fmla="*/ 1832871 w 1874542"/>
                <a:gd name="connsiteY295" fmla="*/ 848797 h 2345944"/>
                <a:gd name="connsiteX296" fmla="*/ 1838190 w 1874542"/>
                <a:gd name="connsiteY296" fmla="*/ 847578 h 2345944"/>
                <a:gd name="connsiteX297" fmla="*/ 1847336 w 1874542"/>
                <a:gd name="connsiteY297" fmla="*/ 890380 h 2345944"/>
                <a:gd name="connsiteX298" fmla="*/ 1841994 w 1874542"/>
                <a:gd name="connsiteY298" fmla="*/ 891432 h 2345944"/>
                <a:gd name="connsiteX299" fmla="*/ 1849777 w 1874542"/>
                <a:gd name="connsiteY299" fmla="*/ 934337 h 2345944"/>
                <a:gd name="connsiteX300" fmla="*/ 1855162 w 1874542"/>
                <a:gd name="connsiteY300" fmla="*/ 933449 h 2345944"/>
                <a:gd name="connsiteX301" fmla="*/ 1861637 w 1874542"/>
                <a:gd name="connsiteY301" fmla="*/ 976652 h 2345944"/>
                <a:gd name="connsiteX302" fmla="*/ 1856241 w 1874542"/>
                <a:gd name="connsiteY302" fmla="*/ 977377 h 2345944"/>
                <a:gd name="connsiteX303" fmla="*/ 1861397 w 1874542"/>
                <a:gd name="connsiteY303" fmla="*/ 1020631 h 2345944"/>
                <a:gd name="connsiteX304" fmla="*/ 1866814 w 1874542"/>
                <a:gd name="connsiteY304" fmla="*/ 1020076 h 2345944"/>
                <a:gd name="connsiteX305" fmla="*/ 1870695 w 1874542"/>
                <a:gd name="connsiteY305" fmla="*/ 1063669 h 2345944"/>
                <a:gd name="connsiteX306" fmla="*/ 1865256 w 1874542"/>
                <a:gd name="connsiteY306" fmla="*/ 1064072 h 2345944"/>
                <a:gd name="connsiteX307" fmla="*/ 1867817 w 1874542"/>
                <a:gd name="connsiteY307" fmla="*/ 1107600 h 2345944"/>
                <a:gd name="connsiteX308" fmla="*/ 1873267 w 1874542"/>
                <a:gd name="connsiteY308" fmla="*/ 1107360 h 234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</a:cxnLst>
              <a:rect l="l" t="t" r="r" b="b"/>
              <a:pathLst>
                <a:path w="1874542" h="2345944">
                  <a:moveTo>
                    <a:pt x="1873267" y="1107360"/>
                  </a:moveTo>
                  <a:cubicBezTo>
                    <a:pt x="1873899" y="1121848"/>
                    <a:pt x="1874335" y="1136401"/>
                    <a:pt x="1874543" y="1151019"/>
                  </a:cubicBezTo>
                  <a:lnTo>
                    <a:pt x="1869092" y="1151106"/>
                  </a:lnTo>
                  <a:cubicBezTo>
                    <a:pt x="1869201" y="1158377"/>
                    <a:pt x="1869256" y="1165670"/>
                    <a:pt x="1869256" y="1172974"/>
                  </a:cubicBezTo>
                  <a:cubicBezTo>
                    <a:pt x="1869256" y="1180277"/>
                    <a:pt x="1869201" y="1187570"/>
                    <a:pt x="1869092" y="1194841"/>
                  </a:cubicBezTo>
                  <a:lnTo>
                    <a:pt x="1874543" y="1194928"/>
                  </a:lnTo>
                  <a:cubicBezTo>
                    <a:pt x="1874335" y="1209546"/>
                    <a:pt x="1873899" y="1224099"/>
                    <a:pt x="1873267" y="1238587"/>
                  </a:cubicBezTo>
                  <a:lnTo>
                    <a:pt x="1867817" y="1238347"/>
                  </a:lnTo>
                  <a:cubicBezTo>
                    <a:pt x="1867174" y="1252933"/>
                    <a:pt x="1866324" y="1267442"/>
                    <a:pt x="1865256" y="1281875"/>
                  </a:cubicBezTo>
                  <a:lnTo>
                    <a:pt x="1870695" y="1282278"/>
                  </a:lnTo>
                  <a:cubicBezTo>
                    <a:pt x="1869616" y="1296885"/>
                    <a:pt x="1868319" y="1311427"/>
                    <a:pt x="1866814" y="1325871"/>
                  </a:cubicBezTo>
                  <a:lnTo>
                    <a:pt x="1861397" y="1325316"/>
                  </a:lnTo>
                  <a:cubicBezTo>
                    <a:pt x="1859893" y="1339815"/>
                    <a:pt x="1858170" y="1354237"/>
                    <a:pt x="1856241" y="1368572"/>
                  </a:cubicBezTo>
                  <a:lnTo>
                    <a:pt x="1861637" y="1369291"/>
                  </a:lnTo>
                  <a:cubicBezTo>
                    <a:pt x="1859696" y="1383789"/>
                    <a:pt x="1857527" y="1398190"/>
                    <a:pt x="1855162" y="1412492"/>
                  </a:cubicBezTo>
                  <a:lnTo>
                    <a:pt x="1849777" y="1411610"/>
                  </a:lnTo>
                  <a:cubicBezTo>
                    <a:pt x="1847390" y="1426011"/>
                    <a:pt x="1844796" y="1440314"/>
                    <a:pt x="1841994" y="1454507"/>
                  </a:cubicBezTo>
                  <a:lnTo>
                    <a:pt x="1847336" y="1455563"/>
                  </a:lnTo>
                  <a:cubicBezTo>
                    <a:pt x="1844501" y="1469942"/>
                    <a:pt x="1841449" y="1484212"/>
                    <a:pt x="1838190" y="1498373"/>
                  </a:cubicBezTo>
                  <a:lnTo>
                    <a:pt x="1832871" y="1497154"/>
                  </a:lnTo>
                  <a:cubicBezTo>
                    <a:pt x="1829601" y="1511358"/>
                    <a:pt x="1826124" y="1525465"/>
                    <a:pt x="1822440" y="1539441"/>
                  </a:cubicBezTo>
                  <a:lnTo>
                    <a:pt x="1827704" y="1540834"/>
                  </a:lnTo>
                  <a:cubicBezTo>
                    <a:pt x="1823976" y="1554973"/>
                    <a:pt x="1820042" y="1569004"/>
                    <a:pt x="1815899" y="1582914"/>
                  </a:cubicBezTo>
                  <a:lnTo>
                    <a:pt x="1810678" y="1581358"/>
                  </a:lnTo>
                  <a:cubicBezTo>
                    <a:pt x="1806514" y="1595334"/>
                    <a:pt x="1802143" y="1609179"/>
                    <a:pt x="1797565" y="1622905"/>
                  </a:cubicBezTo>
                  <a:lnTo>
                    <a:pt x="1802732" y="1624625"/>
                  </a:lnTo>
                  <a:cubicBezTo>
                    <a:pt x="1798099" y="1638524"/>
                    <a:pt x="1793249" y="1652294"/>
                    <a:pt x="1788202" y="1665921"/>
                  </a:cubicBezTo>
                  <a:lnTo>
                    <a:pt x="1783090" y="1664027"/>
                  </a:lnTo>
                  <a:cubicBezTo>
                    <a:pt x="1778021" y="1677710"/>
                    <a:pt x="1772746" y="1691250"/>
                    <a:pt x="1767274" y="1704638"/>
                  </a:cubicBezTo>
                  <a:lnTo>
                    <a:pt x="1772320" y="1706696"/>
                  </a:lnTo>
                  <a:cubicBezTo>
                    <a:pt x="1766783" y="1720247"/>
                    <a:pt x="1761039" y="1733646"/>
                    <a:pt x="1755087" y="1746893"/>
                  </a:cubicBezTo>
                  <a:lnTo>
                    <a:pt x="1750117" y="1744662"/>
                  </a:lnTo>
                  <a:cubicBezTo>
                    <a:pt x="1744143" y="1757963"/>
                    <a:pt x="1737974" y="1771101"/>
                    <a:pt x="1731608" y="1784064"/>
                  </a:cubicBezTo>
                  <a:lnTo>
                    <a:pt x="1736502" y="1786459"/>
                  </a:lnTo>
                  <a:cubicBezTo>
                    <a:pt x="1730049" y="1799608"/>
                    <a:pt x="1723390" y="1812582"/>
                    <a:pt x="1716533" y="1825383"/>
                  </a:cubicBezTo>
                  <a:lnTo>
                    <a:pt x="1711726" y="1822814"/>
                  </a:lnTo>
                  <a:cubicBezTo>
                    <a:pt x="1704837" y="1835680"/>
                    <a:pt x="1697752" y="1848371"/>
                    <a:pt x="1690471" y="1860867"/>
                  </a:cubicBezTo>
                  <a:lnTo>
                    <a:pt x="1695180" y="1863610"/>
                  </a:lnTo>
                  <a:cubicBezTo>
                    <a:pt x="1687800" y="1876269"/>
                    <a:pt x="1680225" y="1888743"/>
                    <a:pt x="1672453" y="1901010"/>
                  </a:cubicBezTo>
                  <a:lnTo>
                    <a:pt x="1667842" y="1898104"/>
                  </a:lnTo>
                  <a:cubicBezTo>
                    <a:pt x="1660048" y="1910425"/>
                    <a:pt x="1652048" y="1922551"/>
                    <a:pt x="1643862" y="1934459"/>
                  </a:cubicBezTo>
                  <a:lnTo>
                    <a:pt x="1648364" y="1937539"/>
                  </a:lnTo>
                  <a:cubicBezTo>
                    <a:pt x="1640068" y="1949610"/>
                    <a:pt x="1631577" y="1961474"/>
                    <a:pt x="1622901" y="1973110"/>
                  </a:cubicBezTo>
                  <a:lnTo>
                    <a:pt x="1618530" y="1969867"/>
                  </a:lnTo>
                  <a:cubicBezTo>
                    <a:pt x="1609820" y="1981557"/>
                    <a:pt x="1600926" y="1993019"/>
                    <a:pt x="1591835" y="2004241"/>
                  </a:cubicBezTo>
                  <a:lnTo>
                    <a:pt x="1596075" y="2007658"/>
                  </a:lnTo>
                  <a:cubicBezTo>
                    <a:pt x="1586875" y="2019055"/>
                    <a:pt x="1577469" y="2030201"/>
                    <a:pt x="1567898" y="2041107"/>
                  </a:cubicBezTo>
                  <a:lnTo>
                    <a:pt x="1563800" y="2037515"/>
                  </a:lnTo>
                  <a:cubicBezTo>
                    <a:pt x="1554175" y="2048476"/>
                    <a:pt x="1544365" y="2059187"/>
                    <a:pt x="1534369" y="2069647"/>
                  </a:cubicBezTo>
                  <a:lnTo>
                    <a:pt x="1538315" y="2073402"/>
                  </a:lnTo>
                  <a:cubicBezTo>
                    <a:pt x="1528189" y="2084004"/>
                    <a:pt x="1517877" y="2094344"/>
                    <a:pt x="1507402" y="2104402"/>
                  </a:cubicBezTo>
                  <a:lnTo>
                    <a:pt x="1503620" y="2100483"/>
                  </a:lnTo>
                  <a:cubicBezTo>
                    <a:pt x="1493112" y="2110584"/>
                    <a:pt x="1482419" y="2120402"/>
                    <a:pt x="1471562" y="2129938"/>
                  </a:cubicBezTo>
                  <a:lnTo>
                    <a:pt x="1475159" y="2134030"/>
                  </a:lnTo>
                  <a:cubicBezTo>
                    <a:pt x="1464150" y="2143696"/>
                    <a:pt x="1452967" y="2153078"/>
                    <a:pt x="1441619" y="2162156"/>
                  </a:cubicBezTo>
                  <a:lnTo>
                    <a:pt x="1438208" y="2157911"/>
                  </a:lnTo>
                  <a:cubicBezTo>
                    <a:pt x="1426839" y="2167011"/>
                    <a:pt x="1415306" y="2175806"/>
                    <a:pt x="1403610" y="2184296"/>
                  </a:cubicBezTo>
                  <a:lnTo>
                    <a:pt x="1406815" y="2188693"/>
                  </a:lnTo>
                  <a:cubicBezTo>
                    <a:pt x="1394967" y="2197303"/>
                    <a:pt x="1382955" y="2205586"/>
                    <a:pt x="1370779" y="2213543"/>
                  </a:cubicBezTo>
                  <a:lnTo>
                    <a:pt x="1367792" y="2208993"/>
                  </a:lnTo>
                  <a:cubicBezTo>
                    <a:pt x="1355617" y="2216950"/>
                    <a:pt x="1343289" y="2224580"/>
                    <a:pt x="1330808" y="2231884"/>
                  </a:cubicBezTo>
                  <a:lnTo>
                    <a:pt x="1333555" y="2236575"/>
                  </a:lnTo>
                  <a:cubicBezTo>
                    <a:pt x="1320932" y="2243966"/>
                    <a:pt x="1308147" y="2251008"/>
                    <a:pt x="1295219" y="2257692"/>
                  </a:cubicBezTo>
                  <a:lnTo>
                    <a:pt x="1292701" y="2252870"/>
                  </a:lnTo>
                  <a:cubicBezTo>
                    <a:pt x="1279806" y="2259542"/>
                    <a:pt x="1266759" y="2265866"/>
                    <a:pt x="1253569" y="2271831"/>
                  </a:cubicBezTo>
                  <a:lnTo>
                    <a:pt x="1255815" y="2276783"/>
                  </a:lnTo>
                  <a:cubicBezTo>
                    <a:pt x="1242495" y="2282814"/>
                    <a:pt x="1229033" y="2288463"/>
                    <a:pt x="1215451" y="2293742"/>
                  </a:cubicBezTo>
                  <a:lnTo>
                    <a:pt x="1213468" y="2288670"/>
                  </a:lnTo>
                  <a:cubicBezTo>
                    <a:pt x="1199940" y="2293927"/>
                    <a:pt x="1186293" y="2298803"/>
                    <a:pt x="1172505" y="2303288"/>
                  </a:cubicBezTo>
                  <a:lnTo>
                    <a:pt x="1174205" y="2308469"/>
                  </a:lnTo>
                  <a:cubicBezTo>
                    <a:pt x="1160318" y="2312986"/>
                    <a:pt x="1146322" y="2317122"/>
                    <a:pt x="1132196" y="2320867"/>
                  </a:cubicBezTo>
                  <a:lnTo>
                    <a:pt x="1130800" y="2315598"/>
                  </a:lnTo>
                  <a:cubicBezTo>
                    <a:pt x="1116805" y="2319310"/>
                    <a:pt x="1102700" y="2322619"/>
                    <a:pt x="1088475" y="2325525"/>
                  </a:cubicBezTo>
                  <a:lnTo>
                    <a:pt x="1089565" y="2330859"/>
                  </a:lnTo>
                  <a:cubicBezTo>
                    <a:pt x="1075298" y="2333776"/>
                    <a:pt x="1060918" y="2336290"/>
                    <a:pt x="1046437" y="2338391"/>
                  </a:cubicBezTo>
                  <a:lnTo>
                    <a:pt x="1045654" y="2333003"/>
                  </a:lnTo>
                  <a:cubicBezTo>
                    <a:pt x="1031357" y="2335082"/>
                    <a:pt x="1016962" y="2336747"/>
                    <a:pt x="1002475" y="2338010"/>
                  </a:cubicBezTo>
                  <a:lnTo>
                    <a:pt x="1002945" y="2343431"/>
                  </a:lnTo>
                  <a:cubicBezTo>
                    <a:pt x="988465" y="2344682"/>
                    <a:pt x="973892" y="2345521"/>
                    <a:pt x="959237" y="2345945"/>
                  </a:cubicBezTo>
                  <a:lnTo>
                    <a:pt x="959080" y="2340503"/>
                  </a:lnTo>
                  <a:cubicBezTo>
                    <a:pt x="951831" y="2340709"/>
                    <a:pt x="944562" y="2340818"/>
                    <a:pt x="937273" y="2340818"/>
                  </a:cubicBezTo>
                  <a:cubicBezTo>
                    <a:pt x="929984" y="2340818"/>
                    <a:pt x="922716" y="2340709"/>
                    <a:pt x="915467" y="2340503"/>
                  </a:cubicBezTo>
                  <a:lnTo>
                    <a:pt x="915310" y="2345945"/>
                  </a:lnTo>
                  <a:cubicBezTo>
                    <a:pt x="900655" y="2345521"/>
                    <a:pt x="886082" y="2344682"/>
                    <a:pt x="871600" y="2343431"/>
                  </a:cubicBezTo>
                  <a:lnTo>
                    <a:pt x="872071" y="2338010"/>
                  </a:lnTo>
                  <a:cubicBezTo>
                    <a:pt x="857585" y="2336747"/>
                    <a:pt x="843189" y="2335082"/>
                    <a:pt x="828892" y="2333003"/>
                  </a:cubicBezTo>
                  <a:lnTo>
                    <a:pt x="828109" y="2338391"/>
                  </a:lnTo>
                  <a:cubicBezTo>
                    <a:pt x="813629" y="2336290"/>
                    <a:pt x="799249" y="2333776"/>
                    <a:pt x="784978" y="2330859"/>
                  </a:cubicBezTo>
                  <a:lnTo>
                    <a:pt x="786071" y="2325525"/>
                  </a:lnTo>
                  <a:cubicBezTo>
                    <a:pt x="771850" y="2322619"/>
                    <a:pt x="757739" y="2319310"/>
                    <a:pt x="743742" y="2315598"/>
                  </a:cubicBezTo>
                  <a:lnTo>
                    <a:pt x="742346" y="2320867"/>
                  </a:lnTo>
                  <a:cubicBezTo>
                    <a:pt x="728226" y="2317122"/>
                    <a:pt x="714223" y="2312986"/>
                    <a:pt x="700345" y="2308469"/>
                  </a:cubicBezTo>
                  <a:lnTo>
                    <a:pt x="702037" y="2303288"/>
                  </a:lnTo>
                  <a:cubicBezTo>
                    <a:pt x="688257" y="2298803"/>
                    <a:pt x="674601" y="2293927"/>
                    <a:pt x="661076" y="2288670"/>
                  </a:cubicBezTo>
                  <a:lnTo>
                    <a:pt x="659101" y="2293742"/>
                  </a:lnTo>
                  <a:cubicBezTo>
                    <a:pt x="645508" y="2288463"/>
                    <a:pt x="632050" y="2282814"/>
                    <a:pt x="618731" y="2276783"/>
                  </a:cubicBezTo>
                  <a:lnTo>
                    <a:pt x="620979" y="2271831"/>
                  </a:lnTo>
                  <a:cubicBezTo>
                    <a:pt x="607793" y="2265866"/>
                    <a:pt x="594744" y="2259542"/>
                    <a:pt x="581840" y="2252870"/>
                  </a:cubicBezTo>
                  <a:lnTo>
                    <a:pt x="579333" y="2257692"/>
                  </a:lnTo>
                  <a:cubicBezTo>
                    <a:pt x="566404" y="2251008"/>
                    <a:pt x="553620" y="2243966"/>
                    <a:pt x="540989" y="2236575"/>
                  </a:cubicBezTo>
                  <a:lnTo>
                    <a:pt x="543742" y="2231884"/>
                  </a:lnTo>
                  <a:cubicBezTo>
                    <a:pt x="531261" y="2224580"/>
                    <a:pt x="518930" y="2216950"/>
                    <a:pt x="506754" y="2208993"/>
                  </a:cubicBezTo>
                  <a:lnTo>
                    <a:pt x="503769" y="2213543"/>
                  </a:lnTo>
                  <a:cubicBezTo>
                    <a:pt x="491597" y="2205586"/>
                    <a:pt x="479582" y="2197303"/>
                    <a:pt x="467732" y="2188704"/>
                  </a:cubicBezTo>
                  <a:lnTo>
                    <a:pt x="470936" y="2184296"/>
                  </a:lnTo>
                  <a:cubicBezTo>
                    <a:pt x="459239" y="2175806"/>
                    <a:pt x="447703" y="2167011"/>
                    <a:pt x="436334" y="2157911"/>
                  </a:cubicBezTo>
                  <a:lnTo>
                    <a:pt x="432925" y="2162156"/>
                  </a:lnTo>
                  <a:cubicBezTo>
                    <a:pt x="421577" y="2153078"/>
                    <a:pt x="410396" y="2143696"/>
                    <a:pt x="399387" y="2134030"/>
                  </a:cubicBezTo>
                  <a:lnTo>
                    <a:pt x="402987" y="2129938"/>
                  </a:lnTo>
                  <a:cubicBezTo>
                    <a:pt x="392129" y="2120402"/>
                    <a:pt x="381439" y="2110584"/>
                    <a:pt x="370926" y="2100483"/>
                  </a:cubicBezTo>
                  <a:lnTo>
                    <a:pt x="367148" y="2104402"/>
                  </a:lnTo>
                  <a:cubicBezTo>
                    <a:pt x="356665" y="2094344"/>
                    <a:pt x="346357" y="2084004"/>
                    <a:pt x="336231" y="2073402"/>
                  </a:cubicBezTo>
                  <a:lnTo>
                    <a:pt x="340174" y="2069647"/>
                  </a:lnTo>
                  <a:cubicBezTo>
                    <a:pt x="330187" y="2059187"/>
                    <a:pt x="320376" y="2048476"/>
                    <a:pt x="310749" y="2037515"/>
                  </a:cubicBezTo>
                  <a:lnTo>
                    <a:pt x="306652" y="2041107"/>
                  </a:lnTo>
                  <a:cubicBezTo>
                    <a:pt x="297073" y="2030201"/>
                    <a:pt x="287676" y="2019055"/>
                    <a:pt x="278466" y="2007658"/>
                  </a:cubicBezTo>
                  <a:lnTo>
                    <a:pt x="282706" y="2004241"/>
                  </a:lnTo>
                  <a:cubicBezTo>
                    <a:pt x="273625" y="1993019"/>
                    <a:pt x="264726" y="1981557"/>
                    <a:pt x="256016" y="1969867"/>
                  </a:cubicBezTo>
                  <a:lnTo>
                    <a:pt x="251644" y="1973110"/>
                  </a:lnTo>
                  <a:cubicBezTo>
                    <a:pt x="242969" y="1961474"/>
                    <a:pt x="234481" y="1949610"/>
                    <a:pt x="226186" y="1937539"/>
                  </a:cubicBezTo>
                  <a:lnTo>
                    <a:pt x="230680" y="1934459"/>
                  </a:lnTo>
                  <a:cubicBezTo>
                    <a:pt x="222497" y="1922551"/>
                    <a:pt x="214502" y="1910425"/>
                    <a:pt x="206700" y="1898104"/>
                  </a:cubicBezTo>
                  <a:lnTo>
                    <a:pt x="202094" y="1901010"/>
                  </a:lnTo>
                  <a:cubicBezTo>
                    <a:pt x="194324" y="1888743"/>
                    <a:pt x="186748" y="1876269"/>
                    <a:pt x="179368" y="1863610"/>
                  </a:cubicBezTo>
                  <a:lnTo>
                    <a:pt x="184079" y="1860867"/>
                  </a:lnTo>
                  <a:cubicBezTo>
                    <a:pt x="176796" y="1848371"/>
                    <a:pt x="169706" y="1835680"/>
                    <a:pt x="162815" y="1822814"/>
                  </a:cubicBezTo>
                  <a:lnTo>
                    <a:pt x="158009" y="1825383"/>
                  </a:lnTo>
                  <a:cubicBezTo>
                    <a:pt x="151156" y="1812582"/>
                    <a:pt x="144498" y="1799608"/>
                    <a:pt x="138042" y="1786459"/>
                  </a:cubicBezTo>
                  <a:lnTo>
                    <a:pt x="142935" y="1784064"/>
                  </a:lnTo>
                  <a:cubicBezTo>
                    <a:pt x="136569" y="1771101"/>
                    <a:pt x="130397" y="1757963"/>
                    <a:pt x="124428" y="1744662"/>
                  </a:cubicBezTo>
                  <a:lnTo>
                    <a:pt x="119455" y="1746893"/>
                  </a:lnTo>
                  <a:cubicBezTo>
                    <a:pt x="113509" y="1733646"/>
                    <a:pt x="107764" y="1720247"/>
                    <a:pt x="102223" y="1706696"/>
                  </a:cubicBezTo>
                  <a:lnTo>
                    <a:pt x="107269" y="1704638"/>
                  </a:lnTo>
                  <a:cubicBezTo>
                    <a:pt x="101795" y="1691250"/>
                    <a:pt x="96522" y="1677710"/>
                    <a:pt x="91455" y="1664038"/>
                  </a:cubicBezTo>
                  <a:lnTo>
                    <a:pt x="86343" y="1665921"/>
                  </a:lnTo>
                  <a:cubicBezTo>
                    <a:pt x="81295" y="1652294"/>
                    <a:pt x="76450" y="1638524"/>
                    <a:pt x="71812" y="1624625"/>
                  </a:cubicBezTo>
                  <a:lnTo>
                    <a:pt x="76983" y="1622905"/>
                  </a:lnTo>
                  <a:cubicBezTo>
                    <a:pt x="72408" y="1609179"/>
                    <a:pt x="68036" y="1595334"/>
                    <a:pt x="63872" y="1581358"/>
                  </a:cubicBezTo>
                  <a:lnTo>
                    <a:pt x="58648" y="1582914"/>
                  </a:lnTo>
                  <a:cubicBezTo>
                    <a:pt x="54505" y="1569004"/>
                    <a:pt x="50567" y="1554973"/>
                    <a:pt x="46838" y="1540834"/>
                  </a:cubicBezTo>
                  <a:lnTo>
                    <a:pt x="52108" y="1539441"/>
                  </a:lnTo>
                  <a:cubicBezTo>
                    <a:pt x="48423" y="1525465"/>
                    <a:pt x="44942" y="1511358"/>
                    <a:pt x="41671" y="1497154"/>
                  </a:cubicBezTo>
                  <a:lnTo>
                    <a:pt x="36360" y="1498373"/>
                  </a:lnTo>
                  <a:cubicBezTo>
                    <a:pt x="33101" y="1484212"/>
                    <a:pt x="30049" y="1469942"/>
                    <a:pt x="27210" y="1455563"/>
                  </a:cubicBezTo>
                  <a:lnTo>
                    <a:pt x="32557" y="1454518"/>
                  </a:lnTo>
                  <a:cubicBezTo>
                    <a:pt x="29751" y="1440314"/>
                    <a:pt x="27153" y="1426011"/>
                    <a:pt x="24766" y="1411610"/>
                  </a:cubicBezTo>
                  <a:lnTo>
                    <a:pt x="19389" y="1412492"/>
                  </a:lnTo>
                  <a:cubicBezTo>
                    <a:pt x="17018" y="1398190"/>
                    <a:pt x="14855" y="1383789"/>
                    <a:pt x="12904" y="1369291"/>
                  </a:cubicBezTo>
                  <a:lnTo>
                    <a:pt x="18306" y="1368572"/>
                  </a:lnTo>
                  <a:cubicBezTo>
                    <a:pt x="16377" y="1354237"/>
                    <a:pt x="14656" y="1339815"/>
                    <a:pt x="13148" y="1325316"/>
                  </a:cubicBezTo>
                  <a:lnTo>
                    <a:pt x="7727" y="1325871"/>
                  </a:lnTo>
                  <a:cubicBezTo>
                    <a:pt x="6225" y="1311427"/>
                    <a:pt x="4932" y="1296885"/>
                    <a:pt x="3853" y="1282278"/>
                  </a:cubicBezTo>
                  <a:lnTo>
                    <a:pt x="9289" y="1281875"/>
                  </a:lnTo>
                  <a:cubicBezTo>
                    <a:pt x="8223" y="1267442"/>
                    <a:pt x="7368" y="1252933"/>
                    <a:pt x="6725" y="1238347"/>
                  </a:cubicBezTo>
                  <a:lnTo>
                    <a:pt x="1280" y="1238587"/>
                  </a:lnTo>
                  <a:cubicBezTo>
                    <a:pt x="642" y="1224099"/>
                    <a:pt x="214" y="1209546"/>
                    <a:pt x="0" y="1194928"/>
                  </a:cubicBezTo>
                  <a:lnTo>
                    <a:pt x="5450" y="1194841"/>
                  </a:lnTo>
                  <a:cubicBezTo>
                    <a:pt x="5343" y="1187570"/>
                    <a:pt x="5289" y="1180277"/>
                    <a:pt x="5289" y="1172974"/>
                  </a:cubicBezTo>
                  <a:cubicBezTo>
                    <a:pt x="5289" y="1165670"/>
                    <a:pt x="5343" y="1158377"/>
                    <a:pt x="5450" y="1151106"/>
                  </a:cubicBezTo>
                  <a:lnTo>
                    <a:pt x="0" y="1151019"/>
                  </a:lnTo>
                  <a:cubicBezTo>
                    <a:pt x="214" y="1136401"/>
                    <a:pt x="642" y="1121848"/>
                    <a:pt x="1280" y="1107360"/>
                  </a:cubicBezTo>
                  <a:lnTo>
                    <a:pt x="6725" y="1107600"/>
                  </a:lnTo>
                  <a:cubicBezTo>
                    <a:pt x="7368" y="1093014"/>
                    <a:pt x="8223" y="1078505"/>
                    <a:pt x="9289" y="1064072"/>
                  </a:cubicBezTo>
                  <a:lnTo>
                    <a:pt x="3853" y="1063669"/>
                  </a:lnTo>
                  <a:cubicBezTo>
                    <a:pt x="4932" y="1049062"/>
                    <a:pt x="6225" y="1034520"/>
                    <a:pt x="7727" y="1020076"/>
                  </a:cubicBezTo>
                  <a:lnTo>
                    <a:pt x="13148" y="1020631"/>
                  </a:lnTo>
                  <a:cubicBezTo>
                    <a:pt x="14656" y="1006132"/>
                    <a:pt x="16377" y="991710"/>
                    <a:pt x="18306" y="977377"/>
                  </a:cubicBezTo>
                  <a:lnTo>
                    <a:pt x="12904" y="976652"/>
                  </a:lnTo>
                  <a:cubicBezTo>
                    <a:pt x="14855" y="962159"/>
                    <a:pt x="17018" y="947757"/>
                    <a:pt x="19389" y="933449"/>
                  </a:cubicBezTo>
                  <a:lnTo>
                    <a:pt x="24766" y="934337"/>
                  </a:lnTo>
                  <a:cubicBezTo>
                    <a:pt x="27153" y="919936"/>
                    <a:pt x="29751" y="905634"/>
                    <a:pt x="32557" y="891433"/>
                  </a:cubicBezTo>
                  <a:lnTo>
                    <a:pt x="27209" y="890380"/>
                  </a:lnTo>
                  <a:cubicBezTo>
                    <a:pt x="30049" y="876006"/>
                    <a:pt x="33101" y="861737"/>
                    <a:pt x="36360" y="847578"/>
                  </a:cubicBezTo>
                  <a:lnTo>
                    <a:pt x="41671" y="848797"/>
                  </a:lnTo>
                  <a:cubicBezTo>
                    <a:pt x="44942" y="834585"/>
                    <a:pt x="48423" y="820485"/>
                    <a:pt x="52108" y="806501"/>
                  </a:cubicBezTo>
                  <a:lnTo>
                    <a:pt x="46838" y="805116"/>
                  </a:lnTo>
                  <a:cubicBezTo>
                    <a:pt x="50567" y="790968"/>
                    <a:pt x="54505" y="776940"/>
                    <a:pt x="58648" y="763036"/>
                  </a:cubicBezTo>
                  <a:lnTo>
                    <a:pt x="63872" y="764588"/>
                  </a:lnTo>
                  <a:cubicBezTo>
                    <a:pt x="68036" y="750611"/>
                    <a:pt x="72408" y="736763"/>
                    <a:pt x="76983" y="723046"/>
                  </a:cubicBezTo>
                  <a:lnTo>
                    <a:pt x="71812" y="721326"/>
                  </a:lnTo>
                  <a:cubicBezTo>
                    <a:pt x="76449" y="707422"/>
                    <a:pt x="81295" y="693652"/>
                    <a:pt x="86343" y="680025"/>
                  </a:cubicBezTo>
                  <a:lnTo>
                    <a:pt x="91454" y="681913"/>
                  </a:lnTo>
                  <a:cubicBezTo>
                    <a:pt x="96522" y="668232"/>
                    <a:pt x="101795" y="654695"/>
                    <a:pt x="107269" y="641308"/>
                  </a:cubicBezTo>
                  <a:lnTo>
                    <a:pt x="102223" y="639251"/>
                  </a:lnTo>
                  <a:cubicBezTo>
                    <a:pt x="107764" y="625697"/>
                    <a:pt x="113509" y="612296"/>
                    <a:pt x="119454" y="599053"/>
                  </a:cubicBezTo>
                  <a:lnTo>
                    <a:pt x="124428" y="601279"/>
                  </a:lnTo>
                  <a:cubicBezTo>
                    <a:pt x="130397" y="587983"/>
                    <a:pt x="136569" y="574849"/>
                    <a:pt x="142935" y="561882"/>
                  </a:cubicBezTo>
                  <a:lnTo>
                    <a:pt x="138042" y="559485"/>
                  </a:lnTo>
                  <a:cubicBezTo>
                    <a:pt x="144498" y="546338"/>
                    <a:pt x="151156" y="533362"/>
                    <a:pt x="158009" y="520564"/>
                  </a:cubicBezTo>
                  <a:lnTo>
                    <a:pt x="162815" y="523130"/>
                  </a:lnTo>
                  <a:cubicBezTo>
                    <a:pt x="169706" y="510262"/>
                    <a:pt x="176796" y="497575"/>
                    <a:pt x="184079" y="485077"/>
                  </a:cubicBezTo>
                  <a:lnTo>
                    <a:pt x="179368" y="482339"/>
                  </a:lnTo>
                  <a:cubicBezTo>
                    <a:pt x="186748" y="469676"/>
                    <a:pt x="194324" y="457204"/>
                    <a:pt x="202094" y="444932"/>
                  </a:cubicBezTo>
                  <a:lnTo>
                    <a:pt x="206700" y="447839"/>
                  </a:lnTo>
                  <a:cubicBezTo>
                    <a:pt x="214502" y="435516"/>
                    <a:pt x="222497" y="423395"/>
                    <a:pt x="230680" y="411483"/>
                  </a:cubicBezTo>
                  <a:lnTo>
                    <a:pt x="226186" y="408405"/>
                  </a:lnTo>
                  <a:cubicBezTo>
                    <a:pt x="234481" y="396331"/>
                    <a:pt x="242969" y="384469"/>
                    <a:pt x="251644" y="372830"/>
                  </a:cubicBezTo>
                  <a:lnTo>
                    <a:pt x="256016" y="376079"/>
                  </a:lnTo>
                  <a:cubicBezTo>
                    <a:pt x="264725" y="364394"/>
                    <a:pt x="273624" y="352932"/>
                    <a:pt x="282706" y="341702"/>
                  </a:cubicBezTo>
                  <a:lnTo>
                    <a:pt x="278466" y="338283"/>
                  </a:lnTo>
                  <a:cubicBezTo>
                    <a:pt x="287676" y="326896"/>
                    <a:pt x="297073" y="315744"/>
                    <a:pt x="306651" y="304839"/>
                  </a:cubicBezTo>
                  <a:lnTo>
                    <a:pt x="310748" y="308428"/>
                  </a:lnTo>
                  <a:cubicBezTo>
                    <a:pt x="320376" y="297466"/>
                    <a:pt x="330187" y="286754"/>
                    <a:pt x="340174" y="276300"/>
                  </a:cubicBezTo>
                  <a:lnTo>
                    <a:pt x="336231" y="272543"/>
                  </a:lnTo>
                  <a:cubicBezTo>
                    <a:pt x="346357" y="261943"/>
                    <a:pt x="356665" y="251605"/>
                    <a:pt x="367148" y="241539"/>
                  </a:cubicBezTo>
                  <a:lnTo>
                    <a:pt x="370926" y="245462"/>
                  </a:lnTo>
                  <a:cubicBezTo>
                    <a:pt x="381439" y="235366"/>
                    <a:pt x="392129" y="225545"/>
                    <a:pt x="402987" y="216008"/>
                  </a:cubicBezTo>
                  <a:lnTo>
                    <a:pt x="399387" y="211920"/>
                  </a:lnTo>
                  <a:cubicBezTo>
                    <a:pt x="410396" y="202251"/>
                    <a:pt x="421577" y="192872"/>
                    <a:pt x="432925" y="183789"/>
                  </a:cubicBezTo>
                  <a:lnTo>
                    <a:pt x="436334" y="188036"/>
                  </a:lnTo>
                  <a:cubicBezTo>
                    <a:pt x="447703" y="178936"/>
                    <a:pt x="459239" y="170138"/>
                    <a:pt x="470935" y="161649"/>
                  </a:cubicBezTo>
                  <a:lnTo>
                    <a:pt x="467732" y="157247"/>
                  </a:lnTo>
                  <a:cubicBezTo>
                    <a:pt x="479582" y="148647"/>
                    <a:pt x="491597" y="140363"/>
                    <a:pt x="503769" y="132403"/>
                  </a:cubicBezTo>
                  <a:lnTo>
                    <a:pt x="506754" y="136956"/>
                  </a:lnTo>
                  <a:cubicBezTo>
                    <a:pt x="518929" y="128995"/>
                    <a:pt x="531261" y="121360"/>
                    <a:pt x="543742" y="114063"/>
                  </a:cubicBezTo>
                  <a:lnTo>
                    <a:pt x="540989" y="109367"/>
                  </a:lnTo>
                  <a:cubicBezTo>
                    <a:pt x="553619" y="101982"/>
                    <a:pt x="566402" y="94940"/>
                    <a:pt x="579332" y="88249"/>
                  </a:cubicBezTo>
                  <a:lnTo>
                    <a:pt x="581840" y="93081"/>
                  </a:lnTo>
                  <a:cubicBezTo>
                    <a:pt x="594744" y="86403"/>
                    <a:pt x="607793" y="80079"/>
                    <a:pt x="620979" y="74116"/>
                  </a:cubicBezTo>
                  <a:lnTo>
                    <a:pt x="618731" y="69159"/>
                  </a:lnTo>
                  <a:cubicBezTo>
                    <a:pt x="632050" y="63137"/>
                    <a:pt x="645508" y="57482"/>
                    <a:pt x="659100" y="52203"/>
                  </a:cubicBezTo>
                  <a:lnTo>
                    <a:pt x="661076" y="57275"/>
                  </a:lnTo>
                  <a:cubicBezTo>
                    <a:pt x="674601" y="52022"/>
                    <a:pt x="688257" y="47146"/>
                    <a:pt x="702037" y="42654"/>
                  </a:cubicBezTo>
                  <a:lnTo>
                    <a:pt x="700345" y="37480"/>
                  </a:lnTo>
                  <a:cubicBezTo>
                    <a:pt x="714223" y="32957"/>
                    <a:pt x="728226" y="28822"/>
                    <a:pt x="742346" y="25084"/>
                  </a:cubicBezTo>
                  <a:lnTo>
                    <a:pt x="743742" y="30344"/>
                  </a:lnTo>
                  <a:cubicBezTo>
                    <a:pt x="757739" y="26640"/>
                    <a:pt x="771850" y="23329"/>
                    <a:pt x="786071" y="20421"/>
                  </a:cubicBezTo>
                  <a:lnTo>
                    <a:pt x="784978" y="15090"/>
                  </a:lnTo>
                  <a:cubicBezTo>
                    <a:pt x="799248" y="12171"/>
                    <a:pt x="813628" y="9657"/>
                    <a:pt x="828109" y="7555"/>
                  </a:cubicBezTo>
                  <a:lnTo>
                    <a:pt x="828892" y="12941"/>
                  </a:lnTo>
                  <a:cubicBezTo>
                    <a:pt x="843189" y="10865"/>
                    <a:pt x="857585" y="9195"/>
                    <a:pt x="872071" y="7940"/>
                  </a:cubicBezTo>
                  <a:lnTo>
                    <a:pt x="871600" y="2519"/>
                  </a:lnTo>
                  <a:cubicBezTo>
                    <a:pt x="886082" y="1264"/>
                    <a:pt x="900655" y="422"/>
                    <a:pt x="915310" y="0"/>
                  </a:cubicBezTo>
                  <a:lnTo>
                    <a:pt x="915467" y="5440"/>
                  </a:lnTo>
                  <a:cubicBezTo>
                    <a:pt x="922715" y="5231"/>
                    <a:pt x="929984" y="5127"/>
                    <a:pt x="937273" y="5127"/>
                  </a:cubicBezTo>
                  <a:cubicBezTo>
                    <a:pt x="944562" y="5127"/>
                    <a:pt x="951831" y="5231"/>
                    <a:pt x="959080" y="5440"/>
                  </a:cubicBezTo>
                  <a:lnTo>
                    <a:pt x="959237" y="0"/>
                  </a:lnTo>
                  <a:cubicBezTo>
                    <a:pt x="973892" y="422"/>
                    <a:pt x="988463" y="1264"/>
                    <a:pt x="1002945" y="2519"/>
                  </a:cubicBezTo>
                  <a:lnTo>
                    <a:pt x="1002475" y="7940"/>
                  </a:lnTo>
                  <a:cubicBezTo>
                    <a:pt x="1016961" y="9195"/>
                    <a:pt x="1031357" y="10865"/>
                    <a:pt x="1045654" y="12941"/>
                  </a:cubicBezTo>
                  <a:lnTo>
                    <a:pt x="1046437" y="7555"/>
                  </a:lnTo>
                  <a:cubicBezTo>
                    <a:pt x="1060918" y="9657"/>
                    <a:pt x="1075298" y="12171"/>
                    <a:pt x="1089565" y="15090"/>
                  </a:cubicBezTo>
                  <a:lnTo>
                    <a:pt x="1088475" y="20421"/>
                  </a:lnTo>
                  <a:cubicBezTo>
                    <a:pt x="1102700" y="23329"/>
                    <a:pt x="1116805" y="26640"/>
                    <a:pt x="1130800" y="30344"/>
                  </a:cubicBezTo>
                  <a:lnTo>
                    <a:pt x="1132196" y="25084"/>
                  </a:lnTo>
                  <a:cubicBezTo>
                    <a:pt x="1146322" y="28822"/>
                    <a:pt x="1160318" y="32957"/>
                    <a:pt x="1174205" y="37480"/>
                  </a:cubicBezTo>
                  <a:lnTo>
                    <a:pt x="1172505" y="42654"/>
                  </a:lnTo>
                  <a:cubicBezTo>
                    <a:pt x="1186293" y="47146"/>
                    <a:pt x="1199940" y="52022"/>
                    <a:pt x="1213468" y="57275"/>
                  </a:cubicBezTo>
                  <a:lnTo>
                    <a:pt x="1215440" y="52203"/>
                  </a:lnTo>
                  <a:cubicBezTo>
                    <a:pt x="1229033" y="57481"/>
                    <a:pt x="1242495" y="63137"/>
                    <a:pt x="1255815" y="69158"/>
                  </a:cubicBezTo>
                  <a:lnTo>
                    <a:pt x="1253569" y="74116"/>
                  </a:lnTo>
                  <a:cubicBezTo>
                    <a:pt x="1266748" y="80079"/>
                    <a:pt x="1279806" y="86403"/>
                    <a:pt x="1292701" y="93081"/>
                  </a:cubicBezTo>
                  <a:lnTo>
                    <a:pt x="1295208" y="88249"/>
                  </a:lnTo>
                  <a:cubicBezTo>
                    <a:pt x="1308147" y="94940"/>
                    <a:pt x="1320922" y="101982"/>
                    <a:pt x="1333555" y="109367"/>
                  </a:cubicBezTo>
                  <a:lnTo>
                    <a:pt x="1330808" y="114063"/>
                  </a:lnTo>
                  <a:cubicBezTo>
                    <a:pt x="1343289" y="121360"/>
                    <a:pt x="1355617" y="128994"/>
                    <a:pt x="1367792" y="136956"/>
                  </a:cubicBezTo>
                  <a:lnTo>
                    <a:pt x="1370779" y="132403"/>
                  </a:lnTo>
                  <a:cubicBezTo>
                    <a:pt x="1382944" y="140363"/>
                    <a:pt x="1394967" y="148647"/>
                    <a:pt x="1406815" y="157247"/>
                  </a:cubicBezTo>
                  <a:lnTo>
                    <a:pt x="1403610" y="161649"/>
                  </a:lnTo>
                  <a:cubicBezTo>
                    <a:pt x="1415306" y="170138"/>
                    <a:pt x="1426839" y="178936"/>
                    <a:pt x="1438208" y="188035"/>
                  </a:cubicBezTo>
                  <a:lnTo>
                    <a:pt x="1441619" y="183789"/>
                  </a:lnTo>
                  <a:cubicBezTo>
                    <a:pt x="1452967" y="192871"/>
                    <a:pt x="1464150" y="202251"/>
                    <a:pt x="1475159" y="211920"/>
                  </a:cubicBezTo>
                  <a:lnTo>
                    <a:pt x="1471562" y="216006"/>
                  </a:lnTo>
                  <a:cubicBezTo>
                    <a:pt x="1482419" y="225545"/>
                    <a:pt x="1493112" y="235366"/>
                    <a:pt x="1503620" y="245462"/>
                  </a:cubicBezTo>
                  <a:lnTo>
                    <a:pt x="1507402" y="241539"/>
                  </a:lnTo>
                  <a:cubicBezTo>
                    <a:pt x="1517877" y="251605"/>
                    <a:pt x="1528189" y="261942"/>
                    <a:pt x="1538315" y="272543"/>
                  </a:cubicBezTo>
                  <a:lnTo>
                    <a:pt x="1534369" y="276299"/>
                  </a:lnTo>
                  <a:cubicBezTo>
                    <a:pt x="1544365" y="286754"/>
                    <a:pt x="1554175" y="297466"/>
                    <a:pt x="1563800" y="308428"/>
                  </a:cubicBezTo>
                  <a:lnTo>
                    <a:pt x="1567898" y="304839"/>
                  </a:lnTo>
                  <a:cubicBezTo>
                    <a:pt x="1577469" y="315744"/>
                    <a:pt x="1586875" y="326896"/>
                    <a:pt x="1596075" y="338283"/>
                  </a:cubicBezTo>
                  <a:lnTo>
                    <a:pt x="1591835" y="341702"/>
                  </a:lnTo>
                  <a:cubicBezTo>
                    <a:pt x="1600926" y="352932"/>
                    <a:pt x="1609820" y="364394"/>
                    <a:pt x="1618530" y="376079"/>
                  </a:cubicBezTo>
                  <a:lnTo>
                    <a:pt x="1622901" y="372830"/>
                  </a:lnTo>
                  <a:cubicBezTo>
                    <a:pt x="1631577" y="384469"/>
                    <a:pt x="1640068" y="396331"/>
                    <a:pt x="1648364" y="408405"/>
                  </a:cubicBezTo>
                  <a:lnTo>
                    <a:pt x="1643862" y="411483"/>
                  </a:lnTo>
                  <a:cubicBezTo>
                    <a:pt x="1652048" y="423394"/>
                    <a:pt x="1660048" y="435516"/>
                    <a:pt x="1667842" y="447839"/>
                  </a:cubicBezTo>
                  <a:lnTo>
                    <a:pt x="1672453" y="444931"/>
                  </a:lnTo>
                  <a:cubicBezTo>
                    <a:pt x="1680225" y="457204"/>
                    <a:pt x="1687800" y="469676"/>
                    <a:pt x="1695180" y="482339"/>
                  </a:cubicBezTo>
                  <a:lnTo>
                    <a:pt x="1690471" y="485077"/>
                  </a:lnTo>
                  <a:cubicBezTo>
                    <a:pt x="1697752" y="497575"/>
                    <a:pt x="1704837" y="510262"/>
                    <a:pt x="1711726" y="523130"/>
                  </a:cubicBezTo>
                  <a:lnTo>
                    <a:pt x="1716533" y="520563"/>
                  </a:lnTo>
                  <a:cubicBezTo>
                    <a:pt x="1723390" y="533362"/>
                    <a:pt x="1730049" y="546337"/>
                    <a:pt x="1736502" y="559485"/>
                  </a:cubicBezTo>
                  <a:lnTo>
                    <a:pt x="1731608" y="561882"/>
                  </a:lnTo>
                  <a:cubicBezTo>
                    <a:pt x="1737974" y="574848"/>
                    <a:pt x="1744143" y="587982"/>
                    <a:pt x="1750117" y="601279"/>
                  </a:cubicBezTo>
                  <a:lnTo>
                    <a:pt x="1755087" y="599053"/>
                  </a:lnTo>
                  <a:cubicBezTo>
                    <a:pt x="1761039" y="612294"/>
                    <a:pt x="1766783" y="625696"/>
                    <a:pt x="1772320" y="639249"/>
                  </a:cubicBezTo>
                  <a:lnTo>
                    <a:pt x="1767274" y="641307"/>
                  </a:lnTo>
                  <a:cubicBezTo>
                    <a:pt x="1772746" y="654694"/>
                    <a:pt x="1778021" y="668231"/>
                    <a:pt x="1783090" y="681912"/>
                  </a:cubicBezTo>
                  <a:lnTo>
                    <a:pt x="1788202" y="680025"/>
                  </a:lnTo>
                  <a:cubicBezTo>
                    <a:pt x="1793249" y="693651"/>
                    <a:pt x="1798099" y="707421"/>
                    <a:pt x="1802732" y="721326"/>
                  </a:cubicBezTo>
                  <a:lnTo>
                    <a:pt x="1797565" y="723046"/>
                  </a:lnTo>
                  <a:cubicBezTo>
                    <a:pt x="1802143" y="736761"/>
                    <a:pt x="1806514" y="750611"/>
                    <a:pt x="1810678" y="764588"/>
                  </a:cubicBezTo>
                  <a:lnTo>
                    <a:pt x="1815899" y="763036"/>
                  </a:lnTo>
                  <a:cubicBezTo>
                    <a:pt x="1820042" y="776939"/>
                    <a:pt x="1823976" y="790968"/>
                    <a:pt x="1827704" y="805115"/>
                  </a:cubicBezTo>
                  <a:lnTo>
                    <a:pt x="1822440" y="806501"/>
                  </a:lnTo>
                  <a:cubicBezTo>
                    <a:pt x="1826124" y="820485"/>
                    <a:pt x="1829601" y="834585"/>
                    <a:pt x="1832871" y="848797"/>
                  </a:cubicBezTo>
                  <a:lnTo>
                    <a:pt x="1838190" y="847578"/>
                  </a:lnTo>
                  <a:cubicBezTo>
                    <a:pt x="1841449" y="861737"/>
                    <a:pt x="1844501" y="876005"/>
                    <a:pt x="1847336" y="890380"/>
                  </a:cubicBezTo>
                  <a:lnTo>
                    <a:pt x="1841994" y="891432"/>
                  </a:lnTo>
                  <a:cubicBezTo>
                    <a:pt x="1844796" y="905634"/>
                    <a:pt x="1847390" y="919936"/>
                    <a:pt x="1849777" y="934337"/>
                  </a:cubicBezTo>
                  <a:lnTo>
                    <a:pt x="1855162" y="933449"/>
                  </a:lnTo>
                  <a:cubicBezTo>
                    <a:pt x="1857527" y="947755"/>
                    <a:pt x="1859696" y="962159"/>
                    <a:pt x="1861637" y="976652"/>
                  </a:cubicBezTo>
                  <a:lnTo>
                    <a:pt x="1856241" y="977377"/>
                  </a:lnTo>
                  <a:cubicBezTo>
                    <a:pt x="1858170" y="991710"/>
                    <a:pt x="1859893" y="1006132"/>
                    <a:pt x="1861397" y="1020631"/>
                  </a:cubicBezTo>
                  <a:lnTo>
                    <a:pt x="1866814" y="1020076"/>
                  </a:lnTo>
                  <a:cubicBezTo>
                    <a:pt x="1868319" y="1034520"/>
                    <a:pt x="1869616" y="1049062"/>
                    <a:pt x="1870695" y="1063669"/>
                  </a:cubicBezTo>
                  <a:lnTo>
                    <a:pt x="1865256" y="1064072"/>
                  </a:lnTo>
                  <a:cubicBezTo>
                    <a:pt x="1866324" y="1078505"/>
                    <a:pt x="1867174" y="1093014"/>
                    <a:pt x="1867817" y="1107600"/>
                  </a:cubicBezTo>
                  <a:lnTo>
                    <a:pt x="1873267" y="1107360"/>
                  </a:lnTo>
                  <a:close/>
                </a:path>
              </a:pathLst>
            </a:custGeom>
            <a:noFill/>
            <a:ln w="10882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920A5AA2-758B-AC8D-B5E5-E2026B631B79}"/>
                </a:ext>
              </a:extLst>
            </p:cNvPr>
            <p:cNvSpPr/>
            <p:nvPr/>
          </p:nvSpPr>
          <p:spPr>
            <a:xfrm>
              <a:off x="20058753" y="4766842"/>
              <a:ext cx="1245602" cy="2540931"/>
            </a:xfrm>
            <a:custGeom>
              <a:avLst/>
              <a:gdLst>
                <a:gd name="connsiteX0" fmla="*/ 1245602 w 1245602"/>
                <a:gd name="connsiteY0" fmla="*/ 1270466 h 2540931"/>
                <a:gd name="connsiteX1" fmla="*/ 622801 w 1245602"/>
                <a:gd name="connsiteY1" fmla="*/ 2540932 h 2540931"/>
                <a:gd name="connsiteX2" fmla="*/ 0 w 1245602"/>
                <a:gd name="connsiteY2" fmla="*/ 1270466 h 2540931"/>
                <a:gd name="connsiteX3" fmla="*/ 622801 w 1245602"/>
                <a:gd name="connsiteY3" fmla="*/ 0 h 2540931"/>
                <a:gd name="connsiteX4" fmla="*/ 1245602 w 1245602"/>
                <a:gd name="connsiteY4" fmla="*/ 1270466 h 2540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5602" h="2540931">
                  <a:moveTo>
                    <a:pt x="1245602" y="1270466"/>
                  </a:moveTo>
                  <a:cubicBezTo>
                    <a:pt x="1245602" y="1972125"/>
                    <a:pt x="966765" y="2540932"/>
                    <a:pt x="622801" y="2540932"/>
                  </a:cubicBezTo>
                  <a:cubicBezTo>
                    <a:pt x="278838" y="2540932"/>
                    <a:pt x="0" y="1972125"/>
                    <a:pt x="0" y="1270466"/>
                  </a:cubicBezTo>
                  <a:cubicBezTo>
                    <a:pt x="0" y="568807"/>
                    <a:pt x="278838" y="0"/>
                    <a:pt x="622801" y="0"/>
                  </a:cubicBezTo>
                  <a:cubicBezTo>
                    <a:pt x="966765" y="0"/>
                    <a:pt x="1245602" y="568807"/>
                    <a:pt x="1245602" y="1270466"/>
                  </a:cubicBezTo>
                  <a:close/>
                </a:path>
              </a:pathLst>
            </a:custGeom>
            <a:noFill/>
            <a:ln w="1088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6" name="Полилиния 25">
              <a:extLst>
                <a:ext uri="{FF2B5EF4-FFF2-40B4-BE49-F238E27FC236}">
                  <a16:creationId xmlns:a16="http://schemas.microsoft.com/office/drawing/2014/main" id="{A7013A79-5DDE-C2F1-74F7-A16DC5915B02}"/>
                </a:ext>
              </a:extLst>
            </p:cNvPr>
            <p:cNvSpPr/>
            <p:nvPr/>
          </p:nvSpPr>
          <p:spPr>
            <a:xfrm>
              <a:off x="20666432" y="5295905"/>
              <a:ext cx="637885" cy="1482805"/>
            </a:xfrm>
            <a:custGeom>
              <a:avLst/>
              <a:gdLst>
                <a:gd name="connsiteX0" fmla="*/ 637886 w 637885"/>
                <a:gd name="connsiteY0" fmla="*/ 741403 h 1482805"/>
                <a:gd name="connsiteX1" fmla="*/ 318943 w 637885"/>
                <a:gd name="connsiteY1" fmla="*/ 1482805 h 1482805"/>
                <a:gd name="connsiteX2" fmla="*/ 0 w 637885"/>
                <a:gd name="connsiteY2" fmla="*/ 741403 h 1482805"/>
                <a:gd name="connsiteX3" fmla="*/ 318943 w 637885"/>
                <a:gd name="connsiteY3" fmla="*/ 0 h 1482805"/>
                <a:gd name="connsiteX4" fmla="*/ 637886 w 637885"/>
                <a:gd name="connsiteY4" fmla="*/ 741403 h 1482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7885" h="1482805">
                  <a:moveTo>
                    <a:pt x="637886" y="741403"/>
                  </a:moveTo>
                  <a:cubicBezTo>
                    <a:pt x="637886" y="1150868"/>
                    <a:pt x="495090" y="1482805"/>
                    <a:pt x="318943" y="1482805"/>
                  </a:cubicBezTo>
                  <a:cubicBezTo>
                    <a:pt x="142796" y="1482805"/>
                    <a:pt x="0" y="1150868"/>
                    <a:pt x="0" y="741403"/>
                  </a:cubicBezTo>
                  <a:cubicBezTo>
                    <a:pt x="0" y="331937"/>
                    <a:pt x="142796" y="0"/>
                    <a:pt x="318943" y="0"/>
                  </a:cubicBezTo>
                  <a:cubicBezTo>
                    <a:pt x="495090" y="0"/>
                    <a:pt x="637886" y="331937"/>
                    <a:pt x="637886" y="741403"/>
                  </a:cubicBezTo>
                  <a:close/>
                </a:path>
              </a:pathLst>
            </a:custGeom>
            <a:noFill/>
            <a:ln w="1088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" name="Полилиния 26">
              <a:extLst>
                <a:ext uri="{FF2B5EF4-FFF2-40B4-BE49-F238E27FC236}">
                  <a16:creationId xmlns:a16="http://schemas.microsoft.com/office/drawing/2014/main" id="{B709CC7A-1232-ABBB-346A-55730D3CE24B}"/>
                </a:ext>
              </a:extLst>
            </p:cNvPr>
            <p:cNvSpPr/>
            <p:nvPr/>
          </p:nvSpPr>
          <p:spPr>
            <a:xfrm>
              <a:off x="21300216" y="4864337"/>
              <a:ext cx="1874550" cy="2345941"/>
            </a:xfrm>
            <a:custGeom>
              <a:avLst/>
              <a:gdLst>
                <a:gd name="connsiteX0" fmla="*/ 1286 w 1874550"/>
                <a:gd name="connsiteY0" fmla="*/ 1107358 h 2345941"/>
                <a:gd name="connsiteX1" fmla="*/ 0 w 1874550"/>
                <a:gd name="connsiteY1" fmla="*/ 1151027 h 2345941"/>
                <a:gd name="connsiteX2" fmla="*/ 5450 w 1874550"/>
                <a:gd name="connsiteY2" fmla="*/ 1151103 h 2345941"/>
                <a:gd name="connsiteX3" fmla="*/ 5298 w 1874550"/>
                <a:gd name="connsiteY3" fmla="*/ 1172971 h 2345941"/>
                <a:gd name="connsiteX4" fmla="*/ 5450 w 1874550"/>
                <a:gd name="connsiteY4" fmla="*/ 1194849 h 2345941"/>
                <a:gd name="connsiteX5" fmla="*/ 0 w 1874550"/>
                <a:gd name="connsiteY5" fmla="*/ 1194925 h 2345941"/>
                <a:gd name="connsiteX6" fmla="*/ 1286 w 1874550"/>
                <a:gd name="connsiteY6" fmla="*/ 1238595 h 2345941"/>
                <a:gd name="connsiteX7" fmla="*/ 6725 w 1874550"/>
                <a:gd name="connsiteY7" fmla="*/ 1238355 h 2345941"/>
                <a:gd name="connsiteX8" fmla="*/ 9298 w 1874550"/>
                <a:gd name="connsiteY8" fmla="*/ 1281872 h 2345941"/>
                <a:gd name="connsiteX9" fmla="*/ 3859 w 1874550"/>
                <a:gd name="connsiteY9" fmla="*/ 1282275 h 2345941"/>
                <a:gd name="connsiteX10" fmla="*/ 7728 w 1874550"/>
                <a:gd name="connsiteY10" fmla="*/ 1325879 h 2345941"/>
                <a:gd name="connsiteX11" fmla="*/ 13157 w 1874550"/>
                <a:gd name="connsiteY11" fmla="*/ 1325313 h 2345941"/>
                <a:gd name="connsiteX12" fmla="*/ 18312 w 1874550"/>
                <a:gd name="connsiteY12" fmla="*/ 1368569 h 2345941"/>
                <a:gd name="connsiteX13" fmla="*/ 12906 w 1874550"/>
                <a:gd name="connsiteY13" fmla="*/ 1369299 h 2345941"/>
                <a:gd name="connsiteX14" fmla="*/ 19392 w 1874550"/>
                <a:gd name="connsiteY14" fmla="*/ 1412500 h 2345941"/>
                <a:gd name="connsiteX15" fmla="*/ 24765 w 1874550"/>
                <a:gd name="connsiteY15" fmla="*/ 1411608 h 2345941"/>
                <a:gd name="connsiteX16" fmla="*/ 32559 w 1874550"/>
                <a:gd name="connsiteY16" fmla="*/ 1454515 h 2345941"/>
                <a:gd name="connsiteX17" fmla="*/ 27218 w 1874550"/>
                <a:gd name="connsiteY17" fmla="*/ 1455571 h 2345941"/>
                <a:gd name="connsiteX18" fmla="*/ 36363 w 1874550"/>
                <a:gd name="connsiteY18" fmla="*/ 1498370 h 2345941"/>
                <a:gd name="connsiteX19" fmla="*/ 41671 w 1874550"/>
                <a:gd name="connsiteY19" fmla="*/ 1497151 h 2345941"/>
                <a:gd name="connsiteX20" fmla="*/ 52114 w 1874550"/>
                <a:gd name="connsiteY20" fmla="*/ 1539449 h 2345941"/>
                <a:gd name="connsiteX21" fmla="*/ 46838 w 1874550"/>
                <a:gd name="connsiteY21" fmla="*/ 1540831 h 2345941"/>
                <a:gd name="connsiteX22" fmla="*/ 58654 w 1874550"/>
                <a:gd name="connsiteY22" fmla="*/ 1582911 h 2345941"/>
                <a:gd name="connsiteX23" fmla="*/ 63875 w 1874550"/>
                <a:gd name="connsiteY23" fmla="*/ 1581355 h 2345941"/>
                <a:gd name="connsiteX24" fmla="*/ 76988 w 1874550"/>
                <a:gd name="connsiteY24" fmla="*/ 1622902 h 2345941"/>
                <a:gd name="connsiteX25" fmla="*/ 71821 w 1874550"/>
                <a:gd name="connsiteY25" fmla="*/ 1624622 h 2345941"/>
                <a:gd name="connsiteX26" fmla="*/ 86351 w 1874550"/>
                <a:gd name="connsiteY26" fmla="*/ 1665918 h 2345941"/>
                <a:gd name="connsiteX27" fmla="*/ 91464 w 1874550"/>
                <a:gd name="connsiteY27" fmla="*/ 1664035 h 2345941"/>
                <a:gd name="connsiteX28" fmla="*/ 107269 w 1874550"/>
                <a:gd name="connsiteY28" fmla="*/ 1704635 h 2345941"/>
                <a:gd name="connsiteX29" fmla="*/ 102222 w 1874550"/>
                <a:gd name="connsiteY29" fmla="*/ 1706693 h 2345941"/>
                <a:gd name="connsiteX30" fmla="*/ 119455 w 1874550"/>
                <a:gd name="connsiteY30" fmla="*/ 1746890 h 2345941"/>
                <a:gd name="connsiteX31" fmla="*/ 124437 w 1874550"/>
                <a:gd name="connsiteY31" fmla="*/ 1744669 h 2345941"/>
                <a:gd name="connsiteX32" fmla="*/ 142934 w 1874550"/>
                <a:gd name="connsiteY32" fmla="*/ 1784061 h 2345941"/>
                <a:gd name="connsiteX33" fmla="*/ 138051 w 1874550"/>
                <a:gd name="connsiteY33" fmla="*/ 1786456 h 2345941"/>
                <a:gd name="connsiteX34" fmla="*/ 158009 w 1874550"/>
                <a:gd name="connsiteY34" fmla="*/ 1825380 h 2345941"/>
                <a:gd name="connsiteX35" fmla="*/ 162816 w 1874550"/>
                <a:gd name="connsiteY35" fmla="*/ 1822811 h 2345941"/>
                <a:gd name="connsiteX36" fmla="*/ 184083 w 1874550"/>
                <a:gd name="connsiteY36" fmla="*/ 1860864 h 2345941"/>
                <a:gd name="connsiteX37" fmla="*/ 179374 w 1874550"/>
                <a:gd name="connsiteY37" fmla="*/ 1863607 h 2345941"/>
                <a:gd name="connsiteX38" fmla="*/ 202101 w 1874550"/>
                <a:gd name="connsiteY38" fmla="*/ 1901018 h 2345941"/>
                <a:gd name="connsiteX39" fmla="*/ 206700 w 1874550"/>
                <a:gd name="connsiteY39" fmla="*/ 1898112 h 2345941"/>
                <a:gd name="connsiteX40" fmla="*/ 230681 w 1874550"/>
                <a:gd name="connsiteY40" fmla="*/ 1934467 h 2345941"/>
                <a:gd name="connsiteX41" fmla="*/ 226190 w 1874550"/>
                <a:gd name="connsiteY41" fmla="*/ 1937536 h 2345941"/>
                <a:gd name="connsiteX42" fmla="*/ 251653 w 1874550"/>
                <a:gd name="connsiteY42" fmla="*/ 1973118 h 2345941"/>
                <a:gd name="connsiteX43" fmla="*/ 256024 w 1874550"/>
                <a:gd name="connsiteY43" fmla="*/ 1969864 h 2345941"/>
                <a:gd name="connsiteX44" fmla="*/ 282708 w 1874550"/>
                <a:gd name="connsiteY44" fmla="*/ 2004238 h 2345941"/>
                <a:gd name="connsiteX45" fmla="*/ 278467 w 1874550"/>
                <a:gd name="connsiteY45" fmla="*/ 2007666 h 2345941"/>
                <a:gd name="connsiteX46" fmla="*/ 306655 w 1874550"/>
                <a:gd name="connsiteY46" fmla="*/ 2041104 h 2345941"/>
                <a:gd name="connsiteX47" fmla="*/ 310754 w 1874550"/>
                <a:gd name="connsiteY47" fmla="*/ 2037523 h 2345941"/>
                <a:gd name="connsiteX48" fmla="*/ 340173 w 1874550"/>
                <a:gd name="connsiteY48" fmla="*/ 2069644 h 2345941"/>
                <a:gd name="connsiteX49" fmla="*/ 336238 w 1874550"/>
                <a:gd name="connsiteY49" fmla="*/ 2073399 h 2345941"/>
                <a:gd name="connsiteX50" fmla="*/ 367151 w 1874550"/>
                <a:gd name="connsiteY50" fmla="*/ 2104410 h 2345941"/>
                <a:gd name="connsiteX51" fmla="*/ 370934 w 1874550"/>
                <a:gd name="connsiteY51" fmla="*/ 2100481 h 2345941"/>
                <a:gd name="connsiteX52" fmla="*/ 402991 w 1874550"/>
                <a:gd name="connsiteY52" fmla="*/ 2129935 h 2345941"/>
                <a:gd name="connsiteX53" fmla="*/ 399394 w 1874550"/>
                <a:gd name="connsiteY53" fmla="*/ 2134027 h 2345941"/>
                <a:gd name="connsiteX54" fmla="*/ 432934 w 1874550"/>
                <a:gd name="connsiteY54" fmla="*/ 2162153 h 2345941"/>
                <a:gd name="connsiteX55" fmla="*/ 436335 w 1874550"/>
                <a:gd name="connsiteY55" fmla="*/ 2157908 h 2345941"/>
                <a:gd name="connsiteX56" fmla="*/ 470943 w 1874550"/>
                <a:gd name="connsiteY56" fmla="*/ 2184293 h 2345941"/>
                <a:gd name="connsiteX57" fmla="*/ 467738 w 1874550"/>
                <a:gd name="connsiteY57" fmla="*/ 2188701 h 2345941"/>
                <a:gd name="connsiteX58" fmla="*/ 503774 w 1874550"/>
                <a:gd name="connsiteY58" fmla="*/ 2213540 h 2345941"/>
                <a:gd name="connsiteX59" fmla="*/ 506761 w 1874550"/>
                <a:gd name="connsiteY59" fmla="*/ 2208990 h 2345941"/>
                <a:gd name="connsiteX60" fmla="*/ 543745 w 1874550"/>
                <a:gd name="connsiteY60" fmla="*/ 2231881 h 2345941"/>
                <a:gd name="connsiteX61" fmla="*/ 540988 w 1874550"/>
                <a:gd name="connsiteY61" fmla="*/ 2236583 h 2345941"/>
                <a:gd name="connsiteX62" fmla="*/ 579335 w 1874550"/>
                <a:gd name="connsiteY62" fmla="*/ 2257700 h 2345941"/>
                <a:gd name="connsiteX63" fmla="*/ 581842 w 1874550"/>
                <a:gd name="connsiteY63" fmla="*/ 2252867 h 2345941"/>
                <a:gd name="connsiteX64" fmla="*/ 620984 w 1874550"/>
                <a:gd name="connsiteY64" fmla="*/ 2271828 h 2345941"/>
                <a:gd name="connsiteX65" fmla="*/ 618739 w 1874550"/>
                <a:gd name="connsiteY65" fmla="*/ 2276791 h 2345941"/>
                <a:gd name="connsiteX66" fmla="*/ 659102 w 1874550"/>
                <a:gd name="connsiteY66" fmla="*/ 2293739 h 2345941"/>
                <a:gd name="connsiteX67" fmla="*/ 661075 w 1874550"/>
                <a:gd name="connsiteY67" fmla="*/ 2288667 h 2345941"/>
                <a:gd name="connsiteX68" fmla="*/ 702038 w 1874550"/>
                <a:gd name="connsiteY68" fmla="*/ 2303296 h 2345941"/>
                <a:gd name="connsiteX69" fmla="*/ 700349 w 1874550"/>
                <a:gd name="connsiteY69" fmla="*/ 2308466 h 2345941"/>
                <a:gd name="connsiteX70" fmla="*/ 742347 w 1874550"/>
                <a:gd name="connsiteY70" fmla="*/ 2320864 h 2345941"/>
                <a:gd name="connsiteX71" fmla="*/ 743742 w 1874550"/>
                <a:gd name="connsiteY71" fmla="*/ 2315595 h 2345941"/>
                <a:gd name="connsiteX72" fmla="*/ 786078 w 1874550"/>
                <a:gd name="connsiteY72" fmla="*/ 2325522 h 2345941"/>
                <a:gd name="connsiteX73" fmla="*/ 784978 w 1874550"/>
                <a:gd name="connsiteY73" fmla="*/ 2330856 h 2345941"/>
                <a:gd name="connsiteX74" fmla="*/ 828110 w 1874550"/>
                <a:gd name="connsiteY74" fmla="*/ 2338388 h 2345941"/>
                <a:gd name="connsiteX75" fmla="*/ 828895 w 1874550"/>
                <a:gd name="connsiteY75" fmla="*/ 2333000 h 2345941"/>
                <a:gd name="connsiteX76" fmla="*/ 872070 w 1874550"/>
                <a:gd name="connsiteY76" fmla="*/ 2338007 h 2345941"/>
                <a:gd name="connsiteX77" fmla="*/ 871601 w 1874550"/>
                <a:gd name="connsiteY77" fmla="*/ 2343428 h 2345941"/>
                <a:gd name="connsiteX78" fmla="*/ 915311 w 1874550"/>
                <a:gd name="connsiteY78" fmla="*/ 2345942 h 2345941"/>
                <a:gd name="connsiteX79" fmla="*/ 915475 w 1874550"/>
                <a:gd name="connsiteY79" fmla="*/ 2340511 h 2345941"/>
                <a:gd name="connsiteX80" fmla="*/ 937275 w 1874550"/>
                <a:gd name="connsiteY80" fmla="*/ 2340815 h 2345941"/>
                <a:gd name="connsiteX81" fmla="*/ 959086 w 1874550"/>
                <a:gd name="connsiteY81" fmla="*/ 2340511 h 2345941"/>
                <a:gd name="connsiteX82" fmla="*/ 959239 w 1874550"/>
                <a:gd name="connsiteY82" fmla="*/ 2345942 h 2345941"/>
                <a:gd name="connsiteX83" fmla="*/ 1002949 w 1874550"/>
                <a:gd name="connsiteY83" fmla="*/ 2343428 h 2345941"/>
                <a:gd name="connsiteX84" fmla="*/ 1002480 w 1874550"/>
                <a:gd name="connsiteY84" fmla="*/ 2338007 h 2345941"/>
                <a:gd name="connsiteX85" fmla="*/ 1045656 w 1874550"/>
                <a:gd name="connsiteY85" fmla="*/ 2333000 h 2345941"/>
                <a:gd name="connsiteX86" fmla="*/ 1046441 w 1874550"/>
                <a:gd name="connsiteY86" fmla="*/ 2338388 h 2345941"/>
                <a:gd name="connsiteX87" fmla="*/ 1089573 w 1874550"/>
                <a:gd name="connsiteY87" fmla="*/ 2330856 h 2345941"/>
                <a:gd name="connsiteX88" fmla="*/ 1088483 w 1874550"/>
                <a:gd name="connsiteY88" fmla="*/ 2325522 h 2345941"/>
                <a:gd name="connsiteX89" fmla="*/ 1130808 w 1874550"/>
                <a:gd name="connsiteY89" fmla="*/ 2315595 h 2345941"/>
                <a:gd name="connsiteX90" fmla="*/ 1132203 w 1874550"/>
                <a:gd name="connsiteY90" fmla="*/ 2320864 h 2345941"/>
                <a:gd name="connsiteX91" fmla="*/ 1174202 w 1874550"/>
                <a:gd name="connsiteY91" fmla="*/ 2308466 h 2345941"/>
                <a:gd name="connsiteX92" fmla="*/ 1172512 w 1874550"/>
                <a:gd name="connsiteY92" fmla="*/ 2303296 h 2345941"/>
                <a:gd name="connsiteX93" fmla="*/ 1213475 w 1874550"/>
                <a:gd name="connsiteY93" fmla="*/ 2288667 h 2345941"/>
                <a:gd name="connsiteX94" fmla="*/ 1215448 w 1874550"/>
                <a:gd name="connsiteY94" fmla="*/ 2293739 h 2345941"/>
                <a:gd name="connsiteX95" fmla="*/ 1255823 w 1874550"/>
                <a:gd name="connsiteY95" fmla="*/ 2276791 h 2345941"/>
                <a:gd name="connsiteX96" fmla="*/ 1253566 w 1874550"/>
                <a:gd name="connsiteY96" fmla="*/ 2271828 h 2345941"/>
                <a:gd name="connsiteX97" fmla="*/ 1292709 w 1874550"/>
                <a:gd name="connsiteY97" fmla="*/ 2252867 h 2345941"/>
                <a:gd name="connsiteX98" fmla="*/ 1295216 w 1874550"/>
                <a:gd name="connsiteY98" fmla="*/ 2257700 h 2345941"/>
                <a:gd name="connsiteX99" fmla="*/ 1333563 w 1874550"/>
                <a:gd name="connsiteY99" fmla="*/ 2236583 h 2345941"/>
                <a:gd name="connsiteX100" fmla="*/ 1330805 w 1874550"/>
                <a:gd name="connsiteY100" fmla="*/ 2231881 h 2345941"/>
                <a:gd name="connsiteX101" fmla="*/ 1367800 w 1874550"/>
                <a:gd name="connsiteY101" fmla="*/ 2208990 h 2345941"/>
                <a:gd name="connsiteX102" fmla="*/ 1370776 w 1874550"/>
                <a:gd name="connsiteY102" fmla="*/ 2213540 h 2345941"/>
                <a:gd name="connsiteX103" fmla="*/ 1406823 w 1874550"/>
                <a:gd name="connsiteY103" fmla="*/ 2188701 h 2345941"/>
                <a:gd name="connsiteX104" fmla="*/ 1403618 w 1874550"/>
                <a:gd name="connsiteY104" fmla="*/ 2184293 h 2345941"/>
                <a:gd name="connsiteX105" fmla="*/ 1438216 w 1874550"/>
                <a:gd name="connsiteY105" fmla="*/ 2157908 h 2345941"/>
                <a:gd name="connsiteX106" fmla="*/ 1441627 w 1874550"/>
                <a:gd name="connsiteY106" fmla="*/ 2162153 h 2345941"/>
                <a:gd name="connsiteX107" fmla="*/ 1475167 w 1874550"/>
                <a:gd name="connsiteY107" fmla="*/ 2134027 h 2345941"/>
                <a:gd name="connsiteX108" fmla="*/ 1471559 w 1874550"/>
                <a:gd name="connsiteY108" fmla="*/ 2129935 h 2345941"/>
                <a:gd name="connsiteX109" fmla="*/ 1503627 w 1874550"/>
                <a:gd name="connsiteY109" fmla="*/ 2100481 h 2345941"/>
                <a:gd name="connsiteX110" fmla="*/ 1507399 w 1874550"/>
                <a:gd name="connsiteY110" fmla="*/ 2104410 h 2345941"/>
                <a:gd name="connsiteX111" fmla="*/ 1538323 w 1874550"/>
                <a:gd name="connsiteY111" fmla="*/ 2073399 h 2345941"/>
                <a:gd name="connsiteX112" fmla="*/ 1534377 w 1874550"/>
                <a:gd name="connsiteY112" fmla="*/ 2069644 h 2345941"/>
                <a:gd name="connsiteX113" fmla="*/ 1563797 w 1874550"/>
                <a:gd name="connsiteY113" fmla="*/ 2037523 h 2345941"/>
                <a:gd name="connsiteX114" fmla="*/ 1567895 w 1874550"/>
                <a:gd name="connsiteY114" fmla="*/ 2041104 h 2345941"/>
                <a:gd name="connsiteX115" fmla="*/ 1596083 w 1874550"/>
                <a:gd name="connsiteY115" fmla="*/ 2007666 h 2345941"/>
                <a:gd name="connsiteX116" fmla="*/ 1591843 w 1874550"/>
                <a:gd name="connsiteY116" fmla="*/ 2004238 h 2345941"/>
                <a:gd name="connsiteX117" fmla="*/ 1618537 w 1874550"/>
                <a:gd name="connsiteY117" fmla="*/ 1969864 h 2345941"/>
                <a:gd name="connsiteX118" fmla="*/ 1622908 w 1874550"/>
                <a:gd name="connsiteY118" fmla="*/ 1973118 h 2345941"/>
                <a:gd name="connsiteX119" fmla="*/ 1648360 w 1874550"/>
                <a:gd name="connsiteY119" fmla="*/ 1937536 h 2345941"/>
                <a:gd name="connsiteX120" fmla="*/ 1643869 w 1874550"/>
                <a:gd name="connsiteY120" fmla="*/ 1934467 h 2345941"/>
                <a:gd name="connsiteX121" fmla="*/ 1667850 w 1874550"/>
                <a:gd name="connsiteY121" fmla="*/ 1898112 h 2345941"/>
                <a:gd name="connsiteX122" fmla="*/ 1672461 w 1874550"/>
                <a:gd name="connsiteY122" fmla="*/ 1901018 h 2345941"/>
                <a:gd name="connsiteX123" fmla="*/ 1695176 w 1874550"/>
                <a:gd name="connsiteY123" fmla="*/ 1863607 h 2345941"/>
                <a:gd name="connsiteX124" fmla="*/ 1690468 w 1874550"/>
                <a:gd name="connsiteY124" fmla="*/ 1860864 h 2345941"/>
                <a:gd name="connsiteX125" fmla="*/ 1711734 w 1874550"/>
                <a:gd name="connsiteY125" fmla="*/ 1822811 h 2345941"/>
                <a:gd name="connsiteX126" fmla="*/ 1716541 w 1874550"/>
                <a:gd name="connsiteY126" fmla="*/ 1825380 h 2345941"/>
                <a:gd name="connsiteX127" fmla="*/ 1736510 w 1874550"/>
                <a:gd name="connsiteY127" fmla="*/ 1786456 h 2345941"/>
                <a:gd name="connsiteX128" fmla="*/ 1731616 w 1874550"/>
                <a:gd name="connsiteY128" fmla="*/ 1784061 h 2345941"/>
                <a:gd name="connsiteX129" fmla="*/ 1750124 w 1874550"/>
                <a:gd name="connsiteY129" fmla="*/ 1744669 h 2345941"/>
                <a:gd name="connsiteX130" fmla="*/ 1755095 w 1874550"/>
                <a:gd name="connsiteY130" fmla="*/ 1746890 h 2345941"/>
                <a:gd name="connsiteX131" fmla="*/ 1772328 w 1874550"/>
                <a:gd name="connsiteY131" fmla="*/ 1706693 h 2345941"/>
                <a:gd name="connsiteX132" fmla="*/ 1767281 w 1874550"/>
                <a:gd name="connsiteY132" fmla="*/ 1704635 h 2345941"/>
                <a:gd name="connsiteX133" fmla="*/ 1783098 w 1874550"/>
                <a:gd name="connsiteY133" fmla="*/ 1664035 h 2345941"/>
                <a:gd name="connsiteX134" fmla="*/ 1788210 w 1874550"/>
                <a:gd name="connsiteY134" fmla="*/ 1665918 h 2345941"/>
                <a:gd name="connsiteX135" fmla="*/ 1802740 w 1874550"/>
                <a:gd name="connsiteY135" fmla="*/ 1624622 h 2345941"/>
                <a:gd name="connsiteX136" fmla="*/ 1797562 w 1874550"/>
                <a:gd name="connsiteY136" fmla="*/ 1622902 h 2345941"/>
                <a:gd name="connsiteX137" fmla="*/ 1810675 w 1874550"/>
                <a:gd name="connsiteY137" fmla="*/ 1581355 h 2345941"/>
                <a:gd name="connsiteX138" fmla="*/ 1815907 w 1874550"/>
                <a:gd name="connsiteY138" fmla="*/ 1582911 h 2345941"/>
                <a:gd name="connsiteX139" fmla="*/ 1827712 w 1874550"/>
                <a:gd name="connsiteY139" fmla="*/ 1540831 h 2345941"/>
                <a:gd name="connsiteX140" fmla="*/ 1822436 w 1874550"/>
                <a:gd name="connsiteY140" fmla="*/ 1539449 h 2345941"/>
                <a:gd name="connsiteX141" fmla="*/ 1832879 w 1874550"/>
                <a:gd name="connsiteY141" fmla="*/ 1497151 h 2345941"/>
                <a:gd name="connsiteX142" fmla="*/ 1838187 w 1874550"/>
                <a:gd name="connsiteY142" fmla="*/ 1498370 h 2345941"/>
                <a:gd name="connsiteX143" fmla="*/ 1847343 w 1874550"/>
                <a:gd name="connsiteY143" fmla="*/ 1455571 h 2345941"/>
                <a:gd name="connsiteX144" fmla="*/ 1841991 w 1874550"/>
                <a:gd name="connsiteY144" fmla="*/ 1454515 h 2345941"/>
                <a:gd name="connsiteX145" fmla="*/ 1849785 w 1874550"/>
                <a:gd name="connsiteY145" fmla="*/ 1411608 h 2345941"/>
                <a:gd name="connsiteX146" fmla="*/ 1855159 w 1874550"/>
                <a:gd name="connsiteY146" fmla="*/ 1412500 h 2345941"/>
                <a:gd name="connsiteX147" fmla="*/ 1861644 w 1874550"/>
                <a:gd name="connsiteY147" fmla="*/ 1369299 h 2345941"/>
                <a:gd name="connsiteX148" fmla="*/ 1856249 w 1874550"/>
                <a:gd name="connsiteY148" fmla="*/ 1368569 h 2345941"/>
                <a:gd name="connsiteX149" fmla="*/ 1861404 w 1874550"/>
                <a:gd name="connsiteY149" fmla="*/ 1325313 h 2345941"/>
                <a:gd name="connsiteX150" fmla="*/ 1866822 w 1874550"/>
                <a:gd name="connsiteY150" fmla="*/ 1325879 h 2345941"/>
                <a:gd name="connsiteX151" fmla="*/ 1870692 w 1874550"/>
                <a:gd name="connsiteY151" fmla="*/ 1282275 h 2345941"/>
                <a:gd name="connsiteX152" fmla="*/ 1865263 w 1874550"/>
                <a:gd name="connsiteY152" fmla="*/ 1281872 h 2345941"/>
                <a:gd name="connsiteX153" fmla="*/ 1867825 w 1874550"/>
                <a:gd name="connsiteY153" fmla="*/ 1238355 h 2345941"/>
                <a:gd name="connsiteX154" fmla="*/ 1873275 w 1874550"/>
                <a:gd name="connsiteY154" fmla="*/ 1238595 h 2345941"/>
                <a:gd name="connsiteX155" fmla="*/ 1874550 w 1874550"/>
                <a:gd name="connsiteY155" fmla="*/ 1194925 h 2345941"/>
                <a:gd name="connsiteX156" fmla="*/ 1869100 w 1874550"/>
                <a:gd name="connsiteY156" fmla="*/ 1194849 h 2345941"/>
                <a:gd name="connsiteX157" fmla="*/ 1869264 w 1874550"/>
                <a:gd name="connsiteY157" fmla="*/ 1172971 h 2345941"/>
                <a:gd name="connsiteX158" fmla="*/ 1869100 w 1874550"/>
                <a:gd name="connsiteY158" fmla="*/ 1151103 h 2345941"/>
                <a:gd name="connsiteX159" fmla="*/ 1874550 w 1874550"/>
                <a:gd name="connsiteY159" fmla="*/ 1151027 h 2345941"/>
                <a:gd name="connsiteX160" fmla="*/ 1873275 w 1874550"/>
                <a:gd name="connsiteY160" fmla="*/ 1107358 h 2345941"/>
                <a:gd name="connsiteX161" fmla="*/ 1867825 w 1874550"/>
                <a:gd name="connsiteY161" fmla="*/ 1107597 h 2345941"/>
                <a:gd name="connsiteX162" fmla="*/ 1865263 w 1874550"/>
                <a:gd name="connsiteY162" fmla="*/ 1064069 h 2345941"/>
                <a:gd name="connsiteX163" fmla="*/ 1870692 w 1874550"/>
                <a:gd name="connsiteY163" fmla="*/ 1063666 h 2345941"/>
                <a:gd name="connsiteX164" fmla="*/ 1866822 w 1874550"/>
                <a:gd name="connsiteY164" fmla="*/ 1020073 h 2345941"/>
                <a:gd name="connsiteX165" fmla="*/ 1861404 w 1874550"/>
                <a:gd name="connsiteY165" fmla="*/ 1020628 h 2345941"/>
                <a:gd name="connsiteX166" fmla="*/ 1856249 w 1874550"/>
                <a:gd name="connsiteY166" fmla="*/ 977377 h 2345941"/>
                <a:gd name="connsiteX167" fmla="*/ 1861644 w 1874550"/>
                <a:gd name="connsiteY167" fmla="*/ 976653 h 2345941"/>
                <a:gd name="connsiteX168" fmla="*/ 1855159 w 1874550"/>
                <a:gd name="connsiteY168" fmla="*/ 933449 h 2345941"/>
                <a:gd name="connsiteX169" fmla="*/ 1849785 w 1874550"/>
                <a:gd name="connsiteY169" fmla="*/ 934337 h 2345941"/>
                <a:gd name="connsiteX170" fmla="*/ 1841991 w 1874550"/>
                <a:gd name="connsiteY170" fmla="*/ 891433 h 2345941"/>
                <a:gd name="connsiteX171" fmla="*/ 1847343 w 1874550"/>
                <a:gd name="connsiteY171" fmla="*/ 890380 h 2345941"/>
                <a:gd name="connsiteX172" fmla="*/ 1838187 w 1874550"/>
                <a:gd name="connsiteY172" fmla="*/ 847578 h 2345941"/>
                <a:gd name="connsiteX173" fmla="*/ 1832879 w 1874550"/>
                <a:gd name="connsiteY173" fmla="*/ 848797 h 2345941"/>
                <a:gd name="connsiteX174" fmla="*/ 1822447 w 1874550"/>
                <a:gd name="connsiteY174" fmla="*/ 806501 h 2345941"/>
                <a:gd name="connsiteX175" fmla="*/ 1827712 w 1874550"/>
                <a:gd name="connsiteY175" fmla="*/ 805116 h 2345941"/>
                <a:gd name="connsiteX176" fmla="*/ 1815907 w 1874550"/>
                <a:gd name="connsiteY176" fmla="*/ 763036 h 2345941"/>
                <a:gd name="connsiteX177" fmla="*/ 1810675 w 1874550"/>
                <a:gd name="connsiteY177" fmla="*/ 764589 h 2345941"/>
                <a:gd name="connsiteX178" fmla="*/ 1797562 w 1874550"/>
                <a:gd name="connsiteY178" fmla="*/ 723046 h 2345941"/>
                <a:gd name="connsiteX179" fmla="*/ 1802740 w 1874550"/>
                <a:gd name="connsiteY179" fmla="*/ 721326 h 2345941"/>
                <a:gd name="connsiteX180" fmla="*/ 1788210 w 1874550"/>
                <a:gd name="connsiteY180" fmla="*/ 680025 h 2345941"/>
                <a:gd name="connsiteX181" fmla="*/ 1783098 w 1874550"/>
                <a:gd name="connsiteY181" fmla="*/ 681912 h 2345941"/>
                <a:gd name="connsiteX182" fmla="*/ 1767281 w 1874550"/>
                <a:gd name="connsiteY182" fmla="*/ 641307 h 2345941"/>
                <a:gd name="connsiteX183" fmla="*/ 1772328 w 1874550"/>
                <a:gd name="connsiteY183" fmla="*/ 639250 h 2345941"/>
                <a:gd name="connsiteX184" fmla="*/ 1755095 w 1874550"/>
                <a:gd name="connsiteY184" fmla="*/ 599054 h 2345941"/>
                <a:gd name="connsiteX185" fmla="*/ 1750124 w 1874550"/>
                <a:gd name="connsiteY185" fmla="*/ 601280 h 2345941"/>
                <a:gd name="connsiteX186" fmla="*/ 1731616 w 1874550"/>
                <a:gd name="connsiteY186" fmla="*/ 561882 h 2345941"/>
                <a:gd name="connsiteX187" fmla="*/ 1736510 w 1874550"/>
                <a:gd name="connsiteY187" fmla="*/ 559485 h 2345941"/>
                <a:gd name="connsiteX188" fmla="*/ 1716541 w 1874550"/>
                <a:gd name="connsiteY188" fmla="*/ 520564 h 2345941"/>
                <a:gd name="connsiteX189" fmla="*/ 1711734 w 1874550"/>
                <a:gd name="connsiteY189" fmla="*/ 523130 h 2345941"/>
                <a:gd name="connsiteX190" fmla="*/ 1690468 w 1874550"/>
                <a:gd name="connsiteY190" fmla="*/ 485077 h 2345941"/>
                <a:gd name="connsiteX191" fmla="*/ 1695176 w 1874550"/>
                <a:gd name="connsiteY191" fmla="*/ 482340 h 2345941"/>
                <a:gd name="connsiteX192" fmla="*/ 1672461 w 1874550"/>
                <a:gd name="connsiteY192" fmla="*/ 444931 h 2345941"/>
                <a:gd name="connsiteX193" fmla="*/ 1667850 w 1874550"/>
                <a:gd name="connsiteY193" fmla="*/ 447840 h 2345941"/>
                <a:gd name="connsiteX194" fmla="*/ 1643869 w 1874550"/>
                <a:gd name="connsiteY194" fmla="*/ 411483 h 2345941"/>
                <a:gd name="connsiteX195" fmla="*/ 1648360 w 1874550"/>
                <a:gd name="connsiteY195" fmla="*/ 408404 h 2345941"/>
                <a:gd name="connsiteX196" fmla="*/ 1622908 w 1874550"/>
                <a:gd name="connsiteY196" fmla="*/ 372831 h 2345941"/>
                <a:gd name="connsiteX197" fmla="*/ 1618537 w 1874550"/>
                <a:gd name="connsiteY197" fmla="*/ 376080 h 2345941"/>
                <a:gd name="connsiteX198" fmla="*/ 1591843 w 1874550"/>
                <a:gd name="connsiteY198" fmla="*/ 341703 h 2345941"/>
                <a:gd name="connsiteX199" fmla="*/ 1596083 w 1874550"/>
                <a:gd name="connsiteY199" fmla="*/ 338284 h 2345941"/>
                <a:gd name="connsiteX200" fmla="*/ 1567895 w 1874550"/>
                <a:gd name="connsiteY200" fmla="*/ 304839 h 2345941"/>
                <a:gd name="connsiteX201" fmla="*/ 1563797 w 1874550"/>
                <a:gd name="connsiteY201" fmla="*/ 308428 h 2345941"/>
                <a:gd name="connsiteX202" fmla="*/ 1534377 w 1874550"/>
                <a:gd name="connsiteY202" fmla="*/ 276299 h 2345941"/>
                <a:gd name="connsiteX203" fmla="*/ 1538323 w 1874550"/>
                <a:gd name="connsiteY203" fmla="*/ 272543 h 2345941"/>
                <a:gd name="connsiteX204" fmla="*/ 1507399 w 1874550"/>
                <a:gd name="connsiteY204" fmla="*/ 241539 h 2345941"/>
                <a:gd name="connsiteX205" fmla="*/ 1503627 w 1874550"/>
                <a:gd name="connsiteY205" fmla="*/ 245462 h 2345941"/>
                <a:gd name="connsiteX206" fmla="*/ 1471559 w 1874550"/>
                <a:gd name="connsiteY206" fmla="*/ 216007 h 2345941"/>
                <a:gd name="connsiteX207" fmla="*/ 1475167 w 1874550"/>
                <a:gd name="connsiteY207" fmla="*/ 211921 h 2345941"/>
                <a:gd name="connsiteX208" fmla="*/ 1441627 w 1874550"/>
                <a:gd name="connsiteY208" fmla="*/ 183789 h 2345941"/>
                <a:gd name="connsiteX209" fmla="*/ 1438216 w 1874550"/>
                <a:gd name="connsiteY209" fmla="*/ 188035 h 2345941"/>
                <a:gd name="connsiteX210" fmla="*/ 1403618 w 1874550"/>
                <a:gd name="connsiteY210" fmla="*/ 161649 h 2345941"/>
                <a:gd name="connsiteX211" fmla="*/ 1406823 w 1874550"/>
                <a:gd name="connsiteY211" fmla="*/ 157247 h 2345941"/>
                <a:gd name="connsiteX212" fmla="*/ 1370787 w 1874550"/>
                <a:gd name="connsiteY212" fmla="*/ 132403 h 2345941"/>
                <a:gd name="connsiteX213" fmla="*/ 1367800 w 1874550"/>
                <a:gd name="connsiteY213" fmla="*/ 136956 h 2345941"/>
                <a:gd name="connsiteX214" fmla="*/ 1330805 w 1874550"/>
                <a:gd name="connsiteY214" fmla="*/ 114064 h 2345941"/>
                <a:gd name="connsiteX215" fmla="*/ 1333563 w 1874550"/>
                <a:gd name="connsiteY215" fmla="*/ 109367 h 2345941"/>
                <a:gd name="connsiteX216" fmla="*/ 1295216 w 1874550"/>
                <a:gd name="connsiteY216" fmla="*/ 88248 h 2345941"/>
                <a:gd name="connsiteX217" fmla="*/ 1292709 w 1874550"/>
                <a:gd name="connsiteY217" fmla="*/ 93081 h 2345941"/>
                <a:gd name="connsiteX218" fmla="*/ 1253566 w 1874550"/>
                <a:gd name="connsiteY218" fmla="*/ 74117 h 2345941"/>
                <a:gd name="connsiteX219" fmla="*/ 1255823 w 1874550"/>
                <a:gd name="connsiteY219" fmla="*/ 69159 h 2345941"/>
                <a:gd name="connsiteX220" fmla="*/ 1215448 w 1874550"/>
                <a:gd name="connsiteY220" fmla="*/ 52203 h 2345941"/>
                <a:gd name="connsiteX221" fmla="*/ 1213475 w 1874550"/>
                <a:gd name="connsiteY221" fmla="*/ 57276 h 2345941"/>
                <a:gd name="connsiteX222" fmla="*/ 1172512 w 1874550"/>
                <a:gd name="connsiteY222" fmla="*/ 42654 h 2345941"/>
                <a:gd name="connsiteX223" fmla="*/ 1174202 w 1874550"/>
                <a:gd name="connsiteY223" fmla="*/ 37481 h 2345941"/>
                <a:gd name="connsiteX224" fmla="*/ 1132203 w 1874550"/>
                <a:gd name="connsiteY224" fmla="*/ 25084 h 2345941"/>
                <a:gd name="connsiteX225" fmla="*/ 1130808 w 1874550"/>
                <a:gd name="connsiteY225" fmla="*/ 30345 h 2345941"/>
                <a:gd name="connsiteX226" fmla="*/ 1088483 w 1874550"/>
                <a:gd name="connsiteY226" fmla="*/ 20421 h 2345941"/>
                <a:gd name="connsiteX227" fmla="*/ 1089573 w 1874550"/>
                <a:gd name="connsiteY227" fmla="*/ 15090 h 2345941"/>
                <a:gd name="connsiteX228" fmla="*/ 1046441 w 1874550"/>
                <a:gd name="connsiteY228" fmla="*/ 7554 h 2345941"/>
                <a:gd name="connsiteX229" fmla="*/ 1045656 w 1874550"/>
                <a:gd name="connsiteY229" fmla="*/ 12940 h 2345941"/>
                <a:gd name="connsiteX230" fmla="*/ 1002480 w 1874550"/>
                <a:gd name="connsiteY230" fmla="*/ 7941 h 2345941"/>
                <a:gd name="connsiteX231" fmla="*/ 1002949 w 1874550"/>
                <a:gd name="connsiteY231" fmla="*/ 2519 h 2345941"/>
                <a:gd name="connsiteX232" fmla="*/ 959239 w 1874550"/>
                <a:gd name="connsiteY232" fmla="*/ 0 h 2345941"/>
                <a:gd name="connsiteX233" fmla="*/ 959086 w 1874550"/>
                <a:gd name="connsiteY233" fmla="*/ 5441 h 2345941"/>
                <a:gd name="connsiteX234" fmla="*/ 937275 w 1874550"/>
                <a:gd name="connsiteY234" fmla="*/ 5127 h 2345941"/>
                <a:gd name="connsiteX235" fmla="*/ 915475 w 1874550"/>
                <a:gd name="connsiteY235" fmla="*/ 5441 h 2345941"/>
                <a:gd name="connsiteX236" fmla="*/ 915311 w 1874550"/>
                <a:gd name="connsiteY236" fmla="*/ 0 h 2345941"/>
                <a:gd name="connsiteX237" fmla="*/ 871601 w 1874550"/>
                <a:gd name="connsiteY237" fmla="*/ 2519 h 2345941"/>
                <a:gd name="connsiteX238" fmla="*/ 872070 w 1874550"/>
                <a:gd name="connsiteY238" fmla="*/ 7941 h 2345941"/>
                <a:gd name="connsiteX239" fmla="*/ 828895 w 1874550"/>
                <a:gd name="connsiteY239" fmla="*/ 12940 h 2345941"/>
                <a:gd name="connsiteX240" fmla="*/ 828110 w 1874550"/>
                <a:gd name="connsiteY240" fmla="*/ 7554 h 2345941"/>
                <a:gd name="connsiteX241" fmla="*/ 784978 w 1874550"/>
                <a:gd name="connsiteY241" fmla="*/ 15090 h 2345941"/>
                <a:gd name="connsiteX242" fmla="*/ 786078 w 1874550"/>
                <a:gd name="connsiteY242" fmla="*/ 20421 h 2345941"/>
                <a:gd name="connsiteX243" fmla="*/ 743742 w 1874550"/>
                <a:gd name="connsiteY243" fmla="*/ 30345 h 2345941"/>
                <a:gd name="connsiteX244" fmla="*/ 742347 w 1874550"/>
                <a:gd name="connsiteY244" fmla="*/ 25084 h 2345941"/>
                <a:gd name="connsiteX245" fmla="*/ 700349 w 1874550"/>
                <a:gd name="connsiteY245" fmla="*/ 37481 h 2345941"/>
                <a:gd name="connsiteX246" fmla="*/ 702038 w 1874550"/>
                <a:gd name="connsiteY246" fmla="*/ 42654 h 2345941"/>
                <a:gd name="connsiteX247" fmla="*/ 661075 w 1874550"/>
                <a:gd name="connsiteY247" fmla="*/ 57275 h 2345941"/>
                <a:gd name="connsiteX248" fmla="*/ 659102 w 1874550"/>
                <a:gd name="connsiteY248" fmla="*/ 52203 h 2345941"/>
                <a:gd name="connsiteX249" fmla="*/ 618739 w 1874550"/>
                <a:gd name="connsiteY249" fmla="*/ 69159 h 2345941"/>
                <a:gd name="connsiteX250" fmla="*/ 620984 w 1874550"/>
                <a:gd name="connsiteY250" fmla="*/ 74117 h 2345941"/>
                <a:gd name="connsiteX251" fmla="*/ 581842 w 1874550"/>
                <a:gd name="connsiteY251" fmla="*/ 93081 h 2345941"/>
                <a:gd name="connsiteX252" fmla="*/ 579335 w 1874550"/>
                <a:gd name="connsiteY252" fmla="*/ 88248 h 2345941"/>
                <a:gd name="connsiteX253" fmla="*/ 540988 w 1874550"/>
                <a:gd name="connsiteY253" fmla="*/ 109367 h 2345941"/>
                <a:gd name="connsiteX254" fmla="*/ 543745 w 1874550"/>
                <a:gd name="connsiteY254" fmla="*/ 114064 h 2345941"/>
                <a:gd name="connsiteX255" fmla="*/ 506761 w 1874550"/>
                <a:gd name="connsiteY255" fmla="*/ 136955 h 2345941"/>
                <a:gd name="connsiteX256" fmla="*/ 503774 w 1874550"/>
                <a:gd name="connsiteY256" fmla="*/ 132403 h 2345941"/>
                <a:gd name="connsiteX257" fmla="*/ 467738 w 1874550"/>
                <a:gd name="connsiteY257" fmla="*/ 157247 h 2345941"/>
                <a:gd name="connsiteX258" fmla="*/ 470943 w 1874550"/>
                <a:gd name="connsiteY258" fmla="*/ 161649 h 2345941"/>
                <a:gd name="connsiteX259" fmla="*/ 436335 w 1874550"/>
                <a:gd name="connsiteY259" fmla="*/ 188035 h 2345941"/>
                <a:gd name="connsiteX260" fmla="*/ 432934 w 1874550"/>
                <a:gd name="connsiteY260" fmla="*/ 183789 h 2345941"/>
                <a:gd name="connsiteX261" fmla="*/ 399394 w 1874550"/>
                <a:gd name="connsiteY261" fmla="*/ 211921 h 2345941"/>
                <a:gd name="connsiteX262" fmla="*/ 402991 w 1874550"/>
                <a:gd name="connsiteY262" fmla="*/ 216007 h 2345941"/>
                <a:gd name="connsiteX263" fmla="*/ 370934 w 1874550"/>
                <a:gd name="connsiteY263" fmla="*/ 245461 h 2345941"/>
                <a:gd name="connsiteX264" fmla="*/ 367151 w 1874550"/>
                <a:gd name="connsiteY264" fmla="*/ 241538 h 2345941"/>
                <a:gd name="connsiteX265" fmla="*/ 336238 w 1874550"/>
                <a:gd name="connsiteY265" fmla="*/ 272543 h 2345941"/>
                <a:gd name="connsiteX266" fmla="*/ 340173 w 1874550"/>
                <a:gd name="connsiteY266" fmla="*/ 276299 h 2345941"/>
                <a:gd name="connsiteX267" fmla="*/ 310754 w 1874550"/>
                <a:gd name="connsiteY267" fmla="*/ 308427 h 2345941"/>
                <a:gd name="connsiteX268" fmla="*/ 306655 w 1874550"/>
                <a:gd name="connsiteY268" fmla="*/ 304839 h 2345941"/>
                <a:gd name="connsiteX269" fmla="*/ 278467 w 1874550"/>
                <a:gd name="connsiteY269" fmla="*/ 338283 h 2345941"/>
                <a:gd name="connsiteX270" fmla="*/ 282708 w 1874550"/>
                <a:gd name="connsiteY270" fmla="*/ 341703 h 2345941"/>
                <a:gd name="connsiteX271" fmla="*/ 256024 w 1874550"/>
                <a:gd name="connsiteY271" fmla="*/ 376080 h 2345941"/>
                <a:gd name="connsiteX272" fmla="*/ 251653 w 1874550"/>
                <a:gd name="connsiteY272" fmla="*/ 372831 h 2345941"/>
                <a:gd name="connsiteX273" fmla="*/ 226190 w 1874550"/>
                <a:gd name="connsiteY273" fmla="*/ 408404 h 2345941"/>
                <a:gd name="connsiteX274" fmla="*/ 230681 w 1874550"/>
                <a:gd name="connsiteY274" fmla="*/ 411483 h 2345941"/>
                <a:gd name="connsiteX275" fmla="*/ 206700 w 1874550"/>
                <a:gd name="connsiteY275" fmla="*/ 447840 h 2345941"/>
                <a:gd name="connsiteX276" fmla="*/ 202101 w 1874550"/>
                <a:gd name="connsiteY276" fmla="*/ 444931 h 2345941"/>
                <a:gd name="connsiteX277" fmla="*/ 179374 w 1874550"/>
                <a:gd name="connsiteY277" fmla="*/ 482340 h 2345941"/>
                <a:gd name="connsiteX278" fmla="*/ 184083 w 1874550"/>
                <a:gd name="connsiteY278" fmla="*/ 485077 h 2345941"/>
                <a:gd name="connsiteX279" fmla="*/ 162816 w 1874550"/>
                <a:gd name="connsiteY279" fmla="*/ 523130 h 2345941"/>
                <a:gd name="connsiteX280" fmla="*/ 158009 w 1874550"/>
                <a:gd name="connsiteY280" fmla="*/ 520564 h 2345941"/>
                <a:gd name="connsiteX281" fmla="*/ 138051 w 1874550"/>
                <a:gd name="connsiteY281" fmla="*/ 559485 h 2345941"/>
                <a:gd name="connsiteX282" fmla="*/ 142945 w 1874550"/>
                <a:gd name="connsiteY282" fmla="*/ 561881 h 2345941"/>
                <a:gd name="connsiteX283" fmla="*/ 124437 w 1874550"/>
                <a:gd name="connsiteY283" fmla="*/ 601280 h 2345941"/>
                <a:gd name="connsiteX284" fmla="*/ 119455 w 1874550"/>
                <a:gd name="connsiteY284" fmla="*/ 599052 h 2345941"/>
                <a:gd name="connsiteX285" fmla="*/ 102222 w 1874550"/>
                <a:gd name="connsiteY285" fmla="*/ 639250 h 2345941"/>
                <a:gd name="connsiteX286" fmla="*/ 107269 w 1874550"/>
                <a:gd name="connsiteY286" fmla="*/ 641307 h 2345941"/>
                <a:gd name="connsiteX287" fmla="*/ 91464 w 1874550"/>
                <a:gd name="connsiteY287" fmla="*/ 681912 h 2345941"/>
                <a:gd name="connsiteX288" fmla="*/ 86351 w 1874550"/>
                <a:gd name="connsiteY288" fmla="*/ 680024 h 2345941"/>
                <a:gd name="connsiteX289" fmla="*/ 71821 w 1874550"/>
                <a:gd name="connsiteY289" fmla="*/ 721326 h 2345941"/>
                <a:gd name="connsiteX290" fmla="*/ 76988 w 1874550"/>
                <a:gd name="connsiteY290" fmla="*/ 723045 h 2345941"/>
                <a:gd name="connsiteX291" fmla="*/ 63875 w 1874550"/>
                <a:gd name="connsiteY291" fmla="*/ 764587 h 2345941"/>
                <a:gd name="connsiteX292" fmla="*/ 58654 w 1874550"/>
                <a:gd name="connsiteY292" fmla="*/ 763035 h 2345941"/>
                <a:gd name="connsiteX293" fmla="*/ 46838 w 1874550"/>
                <a:gd name="connsiteY293" fmla="*/ 805116 h 2345941"/>
                <a:gd name="connsiteX294" fmla="*/ 52114 w 1874550"/>
                <a:gd name="connsiteY294" fmla="*/ 806501 h 2345941"/>
                <a:gd name="connsiteX295" fmla="*/ 41671 w 1874550"/>
                <a:gd name="connsiteY295" fmla="*/ 848796 h 2345941"/>
                <a:gd name="connsiteX296" fmla="*/ 36363 w 1874550"/>
                <a:gd name="connsiteY296" fmla="*/ 847577 h 2345941"/>
                <a:gd name="connsiteX297" fmla="*/ 27218 w 1874550"/>
                <a:gd name="connsiteY297" fmla="*/ 890379 h 2345941"/>
                <a:gd name="connsiteX298" fmla="*/ 32559 w 1874550"/>
                <a:gd name="connsiteY298" fmla="*/ 891433 h 2345941"/>
                <a:gd name="connsiteX299" fmla="*/ 24765 w 1874550"/>
                <a:gd name="connsiteY299" fmla="*/ 934337 h 2345941"/>
                <a:gd name="connsiteX300" fmla="*/ 19392 w 1874550"/>
                <a:gd name="connsiteY300" fmla="*/ 933448 h 2345941"/>
                <a:gd name="connsiteX301" fmla="*/ 12906 w 1874550"/>
                <a:gd name="connsiteY301" fmla="*/ 976651 h 2345941"/>
                <a:gd name="connsiteX302" fmla="*/ 18312 w 1874550"/>
                <a:gd name="connsiteY302" fmla="*/ 977376 h 2345941"/>
                <a:gd name="connsiteX303" fmla="*/ 13157 w 1874550"/>
                <a:gd name="connsiteY303" fmla="*/ 1020628 h 2345941"/>
                <a:gd name="connsiteX304" fmla="*/ 7728 w 1874550"/>
                <a:gd name="connsiteY304" fmla="*/ 1020073 h 2345941"/>
                <a:gd name="connsiteX305" fmla="*/ 3859 w 1874550"/>
                <a:gd name="connsiteY305" fmla="*/ 1063666 h 2345941"/>
                <a:gd name="connsiteX306" fmla="*/ 9298 w 1874550"/>
                <a:gd name="connsiteY306" fmla="*/ 1064069 h 2345941"/>
                <a:gd name="connsiteX307" fmla="*/ 6725 w 1874550"/>
                <a:gd name="connsiteY307" fmla="*/ 1107597 h 2345941"/>
                <a:gd name="connsiteX308" fmla="*/ 1286 w 1874550"/>
                <a:gd name="connsiteY308" fmla="*/ 1107358 h 2345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</a:cxnLst>
              <a:rect l="l" t="t" r="r" b="b"/>
              <a:pathLst>
                <a:path w="1874550" h="2345941">
                  <a:moveTo>
                    <a:pt x="1286" y="1107358"/>
                  </a:moveTo>
                  <a:cubicBezTo>
                    <a:pt x="643" y="1121845"/>
                    <a:pt x="218" y="1136398"/>
                    <a:pt x="0" y="1151027"/>
                  </a:cubicBezTo>
                  <a:lnTo>
                    <a:pt x="5450" y="1151103"/>
                  </a:lnTo>
                  <a:cubicBezTo>
                    <a:pt x="5352" y="1158374"/>
                    <a:pt x="5298" y="1165667"/>
                    <a:pt x="5298" y="1172971"/>
                  </a:cubicBezTo>
                  <a:cubicBezTo>
                    <a:pt x="5298" y="1180274"/>
                    <a:pt x="5352" y="1187567"/>
                    <a:pt x="5450" y="1194849"/>
                  </a:cubicBezTo>
                  <a:lnTo>
                    <a:pt x="0" y="1194925"/>
                  </a:lnTo>
                  <a:cubicBezTo>
                    <a:pt x="218" y="1209543"/>
                    <a:pt x="643" y="1224107"/>
                    <a:pt x="1286" y="1238595"/>
                  </a:cubicBezTo>
                  <a:lnTo>
                    <a:pt x="6725" y="1238355"/>
                  </a:lnTo>
                  <a:cubicBezTo>
                    <a:pt x="7369" y="1252930"/>
                    <a:pt x="8230" y="1267439"/>
                    <a:pt x="9298" y="1281872"/>
                  </a:cubicBezTo>
                  <a:lnTo>
                    <a:pt x="3859" y="1282275"/>
                  </a:lnTo>
                  <a:cubicBezTo>
                    <a:pt x="4938" y="1296882"/>
                    <a:pt x="6224" y="1311424"/>
                    <a:pt x="7728" y="1325879"/>
                  </a:cubicBezTo>
                  <a:lnTo>
                    <a:pt x="13157" y="1325313"/>
                  </a:lnTo>
                  <a:cubicBezTo>
                    <a:pt x="14661" y="1339812"/>
                    <a:pt x="16383" y="1354234"/>
                    <a:pt x="18312" y="1368569"/>
                  </a:cubicBezTo>
                  <a:lnTo>
                    <a:pt x="12906" y="1369299"/>
                  </a:lnTo>
                  <a:cubicBezTo>
                    <a:pt x="14857" y="1383786"/>
                    <a:pt x="17026" y="1398187"/>
                    <a:pt x="19392" y="1412500"/>
                  </a:cubicBezTo>
                  <a:lnTo>
                    <a:pt x="24765" y="1411608"/>
                  </a:lnTo>
                  <a:cubicBezTo>
                    <a:pt x="27152" y="1426008"/>
                    <a:pt x="29758" y="1440311"/>
                    <a:pt x="32559" y="1454515"/>
                  </a:cubicBezTo>
                  <a:lnTo>
                    <a:pt x="27218" y="1455571"/>
                  </a:lnTo>
                  <a:cubicBezTo>
                    <a:pt x="30052" y="1469939"/>
                    <a:pt x="33104" y="1484209"/>
                    <a:pt x="36363" y="1498370"/>
                  </a:cubicBezTo>
                  <a:lnTo>
                    <a:pt x="41671" y="1497151"/>
                  </a:lnTo>
                  <a:cubicBezTo>
                    <a:pt x="44942" y="1511366"/>
                    <a:pt x="48430" y="1525462"/>
                    <a:pt x="52114" y="1539449"/>
                  </a:cubicBezTo>
                  <a:lnTo>
                    <a:pt x="46838" y="1540831"/>
                  </a:lnTo>
                  <a:cubicBezTo>
                    <a:pt x="50566" y="1554981"/>
                    <a:pt x="54512" y="1569001"/>
                    <a:pt x="58654" y="1582911"/>
                  </a:cubicBezTo>
                  <a:lnTo>
                    <a:pt x="63875" y="1581355"/>
                  </a:lnTo>
                  <a:cubicBezTo>
                    <a:pt x="68039" y="1595331"/>
                    <a:pt x="72410" y="1609187"/>
                    <a:pt x="76988" y="1622902"/>
                  </a:cubicBezTo>
                  <a:lnTo>
                    <a:pt x="71821" y="1624622"/>
                  </a:lnTo>
                  <a:cubicBezTo>
                    <a:pt x="76454" y="1638522"/>
                    <a:pt x="81294" y="1652291"/>
                    <a:pt x="86351" y="1665918"/>
                  </a:cubicBezTo>
                  <a:lnTo>
                    <a:pt x="91464" y="1664035"/>
                  </a:lnTo>
                  <a:cubicBezTo>
                    <a:pt x="96521" y="1677718"/>
                    <a:pt x="101797" y="1691247"/>
                    <a:pt x="107269" y="1704635"/>
                  </a:cubicBezTo>
                  <a:lnTo>
                    <a:pt x="102222" y="1706693"/>
                  </a:lnTo>
                  <a:cubicBezTo>
                    <a:pt x="107770" y="1720244"/>
                    <a:pt x="113515" y="1733654"/>
                    <a:pt x="119455" y="1746890"/>
                  </a:cubicBezTo>
                  <a:lnTo>
                    <a:pt x="124437" y="1744669"/>
                  </a:lnTo>
                  <a:cubicBezTo>
                    <a:pt x="130399" y="1757960"/>
                    <a:pt x="136569" y="1771098"/>
                    <a:pt x="142934" y="1784061"/>
                  </a:cubicBezTo>
                  <a:lnTo>
                    <a:pt x="138051" y="1786456"/>
                  </a:lnTo>
                  <a:cubicBezTo>
                    <a:pt x="144504" y="1799605"/>
                    <a:pt x="151164" y="1812579"/>
                    <a:pt x="158009" y="1825380"/>
                  </a:cubicBezTo>
                  <a:lnTo>
                    <a:pt x="162816" y="1822811"/>
                  </a:lnTo>
                  <a:cubicBezTo>
                    <a:pt x="169705" y="1835688"/>
                    <a:pt x="176801" y="1848368"/>
                    <a:pt x="184083" y="1860864"/>
                  </a:cubicBezTo>
                  <a:lnTo>
                    <a:pt x="179374" y="1863607"/>
                  </a:lnTo>
                  <a:cubicBezTo>
                    <a:pt x="186753" y="1876266"/>
                    <a:pt x="194329" y="1888740"/>
                    <a:pt x="202101" y="1901018"/>
                  </a:cubicBezTo>
                  <a:lnTo>
                    <a:pt x="206700" y="1898112"/>
                  </a:lnTo>
                  <a:cubicBezTo>
                    <a:pt x="214505" y="1910433"/>
                    <a:pt x="222506" y="1922548"/>
                    <a:pt x="230681" y="1934467"/>
                  </a:cubicBezTo>
                  <a:lnTo>
                    <a:pt x="226190" y="1937536"/>
                  </a:lnTo>
                  <a:cubicBezTo>
                    <a:pt x="234485" y="1949618"/>
                    <a:pt x="242976" y="1961472"/>
                    <a:pt x="251653" y="1973118"/>
                  </a:cubicBezTo>
                  <a:lnTo>
                    <a:pt x="256024" y="1969864"/>
                  </a:lnTo>
                  <a:cubicBezTo>
                    <a:pt x="264733" y="1981554"/>
                    <a:pt x="273628" y="1993015"/>
                    <a:pt x="282708" y="2004238"/>
                  </a:cubicBezTo>
                  <a:lnTo>
                    <a:pt x="278467" y="2007666"/>
                  </a:lnTo>
                  <a:cubicBezTo>
                    <a:pt x="287678" y="2019052"/>
                    <a:pt x="297074" y="2030198"/>
                    <a:pt x="306655" y="2041104"/>
                  </a:cubicBezTo>
                  <a:lnTo>
                    <a:pt x="310754" y="2037523"/>
                  </a:lnTo>
                  <a:cubicBezTo>
                    <a:pt x="320379" y="2048484"/>
                    <a:pt x="330189" y="2059195"/>
                    <a:pt x="340173" y="2069644"/>
                  </a:cubicBezTo>
                  <a:lnTo>
                    <a:pt x="336238" y="2073399"/>
                  </a:lnTo>
                  <a:cubicBezTo>
                    <a:pt x="346365" y="2084001"/>
                    <a:pt x="356665" y="2094342"/>
                    <a:pt x="367151" y="2104410"/>
                  </a:cubicBezTo>
                  <a:lnTo>
                    <a:pt x="370934" y="2100481"/>
                  </a:lnTo>
                  <a:cubicBezTo>
                    <a:pt x="381441" y="2110581"/>
                    <a:pt x="392135" y="2120400"/>
                    <a:pt x="402991" y="2129935"/>
                  </a:cubicBezTo>
                  <a:lnTo>
                    <a:pt x="399394" y="2134027"/>
                  </a:lnTo>
                  <a:cubicBezTo>
                    <a:pt x="410403" y="2143693"/>
                    <a:pt x="421576" y="2153076"/>
                    <a:pt x="432934" y="2162153"/>
                  </a:cubicBezTo>
                  <a:lnTo>
                    <a:pt x="436335" y="2157908"/>
                  </a:lnTo>
                  <a:cubicBezTo>
                    <a:pt x="447704" y="2167008"/>
                    <a:pt x="459247" y="2175803"/>
                    <a:pt x="470943" y="2184293"/>
                  </a:cubicBezTo>
                  <a:lnTo>
                    <a:pt x="467738" y="2188701"/>
                  </a:lnTo>
                  <a:cubicBezTo>
                    <a:pt x="479587" y="2197300"/>
                    <a:pt x="491599" y="2205584"/>
                    <a:pt x="503774" y="2213540"/>
                  </a:cubicBezTo>
                  <a:lnTo>
                    <a:pt x="506761" y="2208990"/>
                  </a:lnTo>
                  <a:cubicBezTo>
                    <a:pt x="518937" y="2216947"/>
                    <a:pt x="531265" y="2224588"/>
                    <a:pt x="543745" y="2231881"/>
                  </a:cubicBezTo>
                  <a:lnTo>
                    <a:pt x="540988" y="2236583"/>
                  </a:lnTo>
                  <a:cubicBezTo>
                    <a:pt x="553621" y="2243963"/>
                    <a:pt x="566407" y="2251005"/>
                    <a:pt x="579335" y="2257700"/>
                  </a:cubicBezTo>
                  <a:lnTo>
                    <a:pt x="581842" y="2252867"/>
                  </a:lnTo>
                  <a:cubicBezTo>
                    <a:pt x="594747" y="2259539"/>
                    <a:pt x="607795" y="2265863"/>
                    <a:pt x="620984" y="2271828"/>
                  </a:cubicBezTo>
                  <a:lnTo>
                    <a:pt x="618739" y="2276791"/>
                  </a:lnTo>
                  <a:cubicBezTo>
                    <a:pt x="632059" y="2282811"/>
                    <a:pt x="645510" y="2288460"/>
                    <a:pt x="659102" y="2293739"/>
                  </a:cubicBezTo>
                  <a:lnTo>
                    <a:pt x="661075" y="2288667"/>
                  </a:lnTo>
                  <a:cubicBezTo>
                    <a:pt x="674602" y="2293924"/>
                    <a:pt x="688260" y="2298800"/>
                    <a:pt x="702038" y="2303296"/>
                  </a:cubicBezTo>
                  <a:lnTo>
                    <a:pt x="700349" y="2308466"/>
                  </a:lnTo>
                  <a:cubicBezTo>
                    <a:pt x="714224" y="2312983"/>
                    <a:pt x="728231" y="2317119"/>
                    <a:pt x="742347" y="2320864"/>
                  </a:cubicBezTo>
                  <a:lnTo>
                    <a:pt x="743742" y="2315595"/>
                  </a:lnTo>
                  <a:cubicBezTo>
                    <a:pt x="757738" y="2319307"/>
                    <a:pt x="771854" y="2322616"/>
                    <a:pt x="786078" y="2325522"/>
                  </a:cubicBezTo>
                  <a:lnTo>
                    <a:pt x="784978" y="2330856"/>
                  </a:lnTo>
                  <a:cubicBezTo>
                    <a:pt x="799257" y="2333773"/>
                    <a:pt x="813634" y="2336287"/>
                    <a:pt x="828110" y="2338388"/>
                  </a:cubicBezTo>
                  <a:lnTo>
                    <a:pt x="828895" y="2333000"/>
                  </a:lnTo>
                  <a:cubicBezTo>
                    <a:pt x="843196" y="2335079"/>
                    <a:pt x="857584" y="2336755"/>
                    <a:pt x="872070" y="2338007"/>
                  </a:cubicBezTo>
                  <a:lnTo>
                    <a:pt x="871601" y="2343428"/>
                  </a:lnTo>
                  <a:cubicBezTo>
                    <a:pt x="886088" y="2344679"/>
                    <a:pt x="900661" y="2345528"/>
                    <a:pt x="915311" y="2345942"/>
                  </a:cubicBezTo>
                  <a:lnTo>
                    <a:pt x="915475" y="2340511"/>
                  </a:lnTo>
                  <a:cubicBezTo>
                    <a:pt x="922723" y="2340717"/>
                    <a:pt x="929994" y="2340815"/>
                    <a:pt x="937275" y="2340815"/>
                  </a:cubicBezTo>
                  <a:cubicBezTo>
                    <a:pt x="944567" y="2340815"/>
                    <a:pt x="951838" y="2340717"/>
                    <a:pt x="959086" y="2340511"/>
                  </a:cubicBezTo>
                  <a:lnTo>
                    <a:pt x="959239" y="2345942"/>
                  </a:lnTo>
                  <a:cubicBezTo>
                    <a:pt x="973900" y="2345528"/>
                    <a:pt x="988473" y="2344679"/>
                    <a:pt x="1002949" y="2343428"/>
                  </a:cubicBezTo>
                  <a:lnTo>
                    <a:pt x="1002480" y="2338007"/>
                  </a:lnTo>
                  <a:cubicBezTo>
                    <a:pt x="1016967" y="2336755"/>
                    <a:pt x="1031366" y="2335079"/>
                    <a:pt x="1045656" y="2333000"/>
                  </a:cubicBezTo>
                  <a:lnTo>
                    <a:pt x="1046441" y="2338388"/>
                  </a:lnTo>
                  <a:cubicBezTo>
                    <a:pt x="1060927" y="2336287"/>
                    <a:pt x="1075304" y="2333773"/>
                    <a:pt x="1089573" y="2330856"/>
                  </a:cubicBezTo>
                  <a:lnTo>
                    <a:pt x="1088483" y="2325522"/>
                  </a:lnTo>
                  <a:cubicBezTo>
                    <a:pt x="1102697" y="2322616"/>
                    <a:pt x="1116812" y="2319307"/>
                    <a:pt x="1130808" y="2315595"/>
                  </a:cubicBezTo>
                  <a:lnTo>
                    <a:pt x="1132203" y="2320864"/>
                  </a:lnTo>
                  <a:cubicBezTo>
                    <a:pt x="1146319" y="2317119"/>
                    <a:pt x="1160326" y="2312983"/>
                    <a:pt x="1174202" y="2308466"/>
                  </a:cubicBezTo>
                  <a:lnTo>
                    <a:pt x="1172512" y="2303296"/>
                  </a:lnTo>
                  <a:cubicBezTo>
                    <a:pt x="1186290" y="2298800"/>
                    <a:pt x="1199948" y="2293924"/>
                    <a:pt x="1213475" y="2288667"/>
                  </a:cubicBezTo>
                  <a:lnTo>
                    <a:pt x="1215448" y="2293739"/>
                  </a:lnTo>
                  <a:cubicBezTo>
                    <a:pt x="1229041" y="2288460"/>
                    <a:pt x="1242502" y="2282811"/>
                    <a:pt x="1255823" y="2276791"/>
                  </a:cubicBezTo>
                  <a:lnTo>
                    <a:pt x="1253566" y="2271828"/>
                  </a:lnTo>
                  <a:cubicBezTo>
                    <a:pt x="1266755" y="2265863"/>
                    <a:pt x="1279803" y="2259539"/>
                    <a:pt x="1292709" y="2252867"/>
                  </a:cubicBezTo>
                  <a:lnTo>
                    <a:pt x="1295216" y="2257700"/>
                  </a:lnTo>
                  <a:cubicBezTo>
                    <a:pt x="1308143" y="2251005"/>
                    <a:pt x="1320929" y="2243963"/>
                    <a:pt x="1333563" y="2236583"/>
                  </a:cubicBezTo>
                  <a:lnTo>
                    <a:pt x="1330805" y="2231881"/>
                  </a:lnTo>
                  <a:cubicBezTo>
                    <a:pt x="1343286" y="2224588"/>
                    <a:pt x="1355624" y="2216947"/>
                    <a:pt x="1367800" y="2208990"/>
                  </a:cubicBezTo>
                  <a:lnTo>
                    <a:pt x="1370776" y="2213540"/>
                  </a:lnTo>
                  <a:cubicBezTo>
                    <a:pt x="1382951" y="2205584"/>
                    <a:pt x="1394963" y="2197300"/>
                    <a:pt x="1406823" y="2188701"/>
                  </a:cubicBezTo>
                  <a:lnTo>
                    <a:pt x="1403618" y="2184293"/>
                  </a:lnTo>
                  <a:cubicBezTo>
                    <a:pt x="1415314" y="2175803"/>
                    <a:pt x="1426847" y="2167008"/>
                    <a:pt x="1438216" y="2157908"/>
                  </a:cubicBezTo>
                  <a:lnTo>
                    <a:pt x="1441627" y="2162153"/>
                  </a:lnTo>
                  <a:cubicBezTo>
                    <a:pt x="1452974" y="2153076"/>
                    <a:pt x="1464158" y="2143693"/>
                    <a:pt x="1475167" y="2134027"/>
                  </a:cubicBezTo>
                  <a:lnTo>
                    <a:pt x="1471559" y="2129935"/>
                  </a:lnTo>
                  <a:cubicBezTo>
                    <a:pt x="1482427" y="2120400"/>
                    <a:pt x="1493109" y="2110581"/>
                    <a:pt x="1503627" y="2100481"/>
                  </a:cubicBezTo>
                  <a:lnTo>
                    <a:pt x="1507399" y="2104410"/>
                  </a:lnTo>
                  <a:cubicBezTo>
                    <a:pt x="1517885" y="2094342"/>
                    <a:pt x="1528196" y="2084001"/>
                    <a:pt x="1538323" y="2073399"/>
                  </a:cubicBezTo>
                  <a:lnTo>
                    <a:pt x="1534377" y="2069644"/>
                  </a:lnTo>
                  <a:cubicBezTo>
                    <a:pt x="1544361" y="2059195"/>
                    <a:pt x="1554172" y="2048484"/>
                    <a:pt x="1563797" y="2037523"/>
                  </a:cubicBezTo>
                  <a:lnTo>
                    <a:pt x="1567895" y="2041104"/>
                  </a:lnTo>
                  <a:cubicBezTo>
                    <a:pt x="1577476" y="2030198"/>
                    <a:pt x="1586872" y="2019052"/>
                    <a:pt x="1596083" y="2007666"/>
                  </a:cubicBezTo>
                  <a:lnTo>
                    <a:pt x="1591843" y="2004238"/>
                  </a:lnTo>
                  <a:cubicBezTo>
                    <a:pt x="1600923" y="1993015"/>
                    <a:pt x="1609828" y="1981554"/>
                    <a:pt x="1618537" y="1969864"/>
                  </a:cubicBezTo>
                  <a:lnTo>
                    <a:pt x="1622908" y="1973118"/>
                  </a:lnTo>
                  <a:cubicBezTo>
                    <a:pt x="1631585" y="1961472"/>
                    <a:pt x="1640065" y="1949618"/>
                    <a:pt x="1648360" y="1937536"/>
                  </a:cubicBezTo>
                  <a:lnTo>
                    <a:pt x="1643869" y="1934467"/>
                  </a:lnTo>
                  <a:cubicBezTo>
                    <a:pt x="1652055" y="1922548"/>
                    <a:pt x="1660045" y="1910433"/>
                    <a:pt x="1667850" y="1898112"/>
                  </a:cubicBezTo>
                  <a:lnTo>
                    <a:pt x="1672461" y="1901018"/>
                  </a:lnTo>
                  <a:cubicBezTo>
                    <a:pt x="1680222" y="1888740"/>
                    <a:pt x="1687797" y="1876266"/>
                    <a:pt x="1695176" y="1863607"/>
                  </a:cubicBezTo>
                  <a:lnTo>
                    <a:pt x="1690468" y="1860864"/>
                  </a:lnTo>
                  <a:cubicBezTo>
                    <a:pt x="1697749" y="1848368"/>
                    <a:pt x="1704845" y="1835688"/>
                    <a:pt x="1711734" y="1822811"/>
                  </a:cubicBezTo>
                  <a:lnTo>
                    <a:pt x="1716541" y="1825380"/>
                  </a:lnTo>
                  <a:cubicBezTo>
                    <a:pt x="1723397" y="1812579"/>
                    <a:pt x="1730057" y="1799605"/>
                    <a:pt x="1736510" y="1786456"/>
                  </a:cubicBezTo>
                  <a:lnTo>
                    <a:pt x="1731616" y="1784061"/>
                  </a:lnTo>
                  <a:cubicBezTo>
                    <a:pt x="1737982" y="1771098"/>
                    <a:pt x="1744151" y="1757960"/>
                    <a:pt x="1750124" y="1744669"/>
                  </a:cubicBezTo>
                  <a:lnTo>
                    <a:pt x="1755095" y="1746890"/>
                  </a:lnTo>
                  <a:cubicBezTo>
                    <a:pt x="1761036" y="1733654"/>
                    <a:pt x="1766791" y="1720244"/>
                    <a:pt x="1772328" y="1706693"/>
                  </a:cubicBezTo>
                  <a:lnTo>
                    <a:pt x="1767281" y="1704635"/>
                  </a:lnTo>
                  <a:cubicBezTo>
                    <a:pt x="1772753" y="1691247"/>
                    <a:pt x="1778029" y="1677718"/>
                    <a:pt x="1783098" y="1664035"/>
                  </a:cubicBezTo>
                  <a:lnTo>
                    <a:pt x="1788210" y="1665918"/>
                  </a:lnTo>
                  <a:cubicBezTo>
                    <a:pt x="1793257" y="1652291"/>
                    <a:pt x="1798096" y="1638522"/>
                    <a:pt x="1802740" y="1624622"/>
                  </a:cubicBezTo>
                  <a:lnTo>
                    <a:pt x="1797562" y="1622902"/>
                  </a:lnTo>
                  <a:cubicBezTo>
                    <a:pt x="1802140" y="1609187"/>
                    <a:pt x="1806511" y="1595331"/>
                    <a:pt x="1810675" y="1581355"/>
                  </a:cubicBezTo>
                  <a:lnTo>
                    <a:pt x="1815907" y="1582911"/>
                  </a:lnTo>
                  <a:cubicBezTo>
                    <a:pt x="1820049" y="1569001"/>
                    <a:pt x="1823984" y="1554981"/>
                    <a:pt x="1827712" y="1540831"/>
                  </a:cubicBezTo>
                  <a:lnTo>
                    <a:pt x="1822436" y="1539449"/>
                  </a:lnTo>
                  <a:cubicBezTo>
                    <a:pt x="1826131" y="1525462"/>
                    <a:pt x="1829609" y="1511366"/>
                    <a:pt x="1832879" y="1497151"/>
                  </a:cubicBezTo>
                  <a:lnTo>
                    <a:pt x="1838187" y="1498370"/>
                  </a:lnTo>
                  <a:cubicBezTo>
                    <a:pt x="1841446" y="1484209"/>
                    <a:pt x="1844498" y="1469939"/>
                    <a:pt x="1847343" y="1455571"/>
                  </a:cubicBezTo>
                  <a:lnTo>
                    <a:pt x="1841991" y="1454515"/>
                  </a:lnTo>
                  <a:cubicBezTo>
                    <a:pt x="1844804" y="1440311"/>
                    <a:pt x="1847398" y="1426008"/>
                    <a:pt x="1849785" y="1411608"/>
                  </a:cubicBezTo>
                  <a:lnTo>
                    <a:pt x="1855159" y="1412500"/>
                  </a:lnTo>
                  <a:cubicBezTo>
                    <a:pt x="1857535" y="1398187"/>
                    <a:pt x="1859693" y="1383786"/>
                    <a:pt x="1861644" y="1369299"/>
                  </a:cubicBezTo>
                  <a:lnTo>
                    <a:pt x="1856249" y="1368569"/>
                  </a:lnTo>
                  <a:cubicBezTo>
                    <a:pt x="1858178" y="1354234"/>
                    <a:pt x="1859890" y="1339812"/>
                    <a:pt x="1861404" y="1325313"/>
                  </a:cubicBezTo>
                  <a:lnTo>
                    <a:pt x="1866822" y="1325879"/>
                  </a:lnTo>
                  <a:cubicBezTo>
                    <a:pt x="1868326" y="1311424"/>
                    <a:pt x="1869623" y="1296893"/>
                    <a:pt x="1870692" y="1282275"/>
                  </a:cubicBezTo>
                  <a:lnTo>
                    <a:pt x="1865263" y="1281872"/>
                  </a:lnTo>
                  <a:cubicBezTo>
                    <a:pt x="1866332" y="1267439"/>
                    <a:pt x="1867182" y="1252930"/>
                    <a:pt x="1867825" y="1238355"/>
                  </a:cubicBezTo>
                  <a:lnTo>
                    <a:pt x="1873275" y="1238595"/>
                  </a:lnTo>
                  <a:cubicBezTo>
                    <a:pt x="1873907" y="1224107"/>
                    <a:pt x="1874332" y="1209543"/>
                    <a:pt x="1874550" y="1194925"/>
                  </a:cubicBezTo>
                  <a:lnTo>
                    <a:pt x="1869100" y="1194849"/>
                  </a:lnTo>
                  <a:cubicBezTo>
                    <a:pt x="1869209" y="1187567"/>
                    <a:pt x="1869264" y="1180274"/>
                    <a:pt x="1869264" y="1172971"/>
                  </a:cubicBezTo>
                  <a:cubicBezTo>
                    <a:pt x="1869264" y="1165667"/>
                    <a:pt x="1869209" y="1158374"/>
                    <a:pt x="1869100" y="1151103"/>
                  </a:cubicBezTo>
                  <a:lnTo>
                    <a:pt x="1874550" y="1151027"/>
                  </a:lnTo>
                  <a:cubicBezTo>
                    <a:pt x="1874332" y="1136398"/>
                    <a:pt x="1873907" y="1121845"/>
                    <a:pt x="1873275" y="1107358"/>
                  </a:cubicBezTo>
                  <a:lnTo>
                    <a:pt x="1867825" y="1107597"/>
                  </a:lnTo>
                  <a:cubicBezTo>
                    <a:pt x="1867182" y="1093011"/>
                    <a:pt x="1866332" y="1078502"/>
                    <a:pt x="1865263" y="1064069"/>
                  </a:cubicBezTo>
                  <a:lnTo>
                    <a:pt x="1870692" y="1063666"/>
                  </a:lnTo>
                  <a:cubicBezTo>
                    <a:pt x="1869623" y="1049059"/>
                    <a:pt x="1868326" y="1034528"/>
                    <a:pt x="1866822" y="1020073"/>
                  </a:cubicBezTo>
                  <a:lnTo>
                    <a:pt x="1861404" y="1020628"/>
                  </a:lnTo>
                  <a:cubicBezTo>
                    <a:pt x="1859890" y="1006129"/>
                    <a:pt x="1858178" y="991707"/>
                    <a:pt x="1856249" y="977377"/>
                  </a:cubicBezTo>
                  <a:lnTo>
                    <a:pt x="1861644" y="976653"/>
                  </a:lnTo>
                  <a:cubicBezTo>
                    <a:pt x="1859693" y="962160"/>
                    <a:pt x="1857535" y="947756"/>
                    <a:pt x="1855159" y="933449"/>
                  </a:cubicBezTo>
                  <a:lnTo>
                    <a:pt x="1849785" y="934337"/>
                  </a:lnTo>
                  <a:cubicBezTo>
                    <a:pt x="1847398" y="919937"/>
                    <a:pt x="1844804" y="905634"/>
                    <a:pt x="1841991" y="891433"/>
                  </a:cubicBezTo>
                  <a:lnTo>
                    <a:pt x="1847343" y="890380"/>
                  </a:lnTo>
                  <a:cubicBezTo>
                    <a:pt x="1844498" y="876006"/>
                    <a:pt x="1841446" y="861737"/>
                    <a:pt x="1838187" y="847578"/>
                  </a:cubicBezTo>
                  <a:lnTo>
                    <a:pt x="1832879" y="848797"/>
                  </a:lnTo>
                  <a:cubicBezTo>
                    <a:pt x="1829609" y="834585"/>
                    <a:pt x="1826131" y="820485"/>
                    <a:pt x="1822447" y="806501"/>
                  </a:cubicBezTo>
                  <a:lnTo>
                    <a:pt x="1827712" y="805116"/>
                  </a:lnTo>
                  <a:cubicBezTo>
                    <a:pt x="1823984" y="790969"/>
                    <a:pt x="1820049" y="776939"/>
                    <a:pt x="1815907" y="763036"/>
                  </a:cubicBezTo>
                  <a:lnTo>
                    <a:pt x="1810675" y="764589"/>
                  </a:lnTo>
                  <a:cubicBezTo>
                    <a:pt x="1806511" y="750611"/>
                    <a:pt x="1802140" y="736762"/>
                    <a:pt x="1797562" y="723046"/>
                  </a:cubicBezTo>
                  <a:lnTo>
                    <a:pt x="1802740" y="721326"/>
                  </a:lnTo>
                  <a:cubicBezTo>
                    <a:pt x="1798096" y="707421"/>
                    <a:pt x="1793257" y="693652"/>
                    <a:pt x="1788210" y="680025"/>
                  </a:cubicBezTo>
                  <a:lnTo>
                    <a:pt x="1783098" y="681912"/>
                  </a:lnTo>
                  <a:cubicBezTo>
                    <a:pt x="1778029" y="668231"/>
                    <a:pt x="1772753" y="654694"/>
                    <a:pt x="1767281" y="641307"/>
                  </a:cubicBezTo>
                  <a:lnTo>
                    <a:pt x="1772328" y="639250"/>
                  </a:lnTo>
                  <a:cubicBezTo>
                    <a:pt x="1766791" y="625696"/>
                    <a:pt x="1761036" y="612295"/>
                    <a:pt x="1755095" y="599054"/>
                  </a:cubicBezTo>
                  <a:lnTo>
                    <a:pt x="1750124" y="601280"/>
                  </a:lnTo>
                  <a:cubicBezTo>
                    <a:pt x="1744151" y="587983"/>
                    <a:pt x="1737982" y="574848"/>
                    <a:pt x="1731616" y="561882"/>
                  </a:cubicBezTo>
                  <a:lnTo>
                    <a:pt x="1736510" y="559485"/>
                  </a:lnTo>
                  <a:cubicBezTo>
                    <a:pt x="1730057" y="546338"/>
                    <a:pt x="1723397" y="533362"/>
                    <a:pt x="1716541" y="520564"/>
                  </a:cubicBezTo>
                  <a:lnTo>
                    <a:pt x="1711734" y="523130"/>
                  </a:lnTo>
                  <a:cubicBezTo>
                    <a:pt x="1704845" y="510262"/>
                    <a:pt x="1697749" y="497575"/>
                    <a:pt x="1690468" y="485077"/>
                  </a:cubicBezTo>
                  <a:lnTo>
                    <a:pt x="1695176" y="482340"/>
                  </a:lnTo>
                  <a:cubicBezTo>
                    <a:pt x="1687808" y="469677"/>
                    <a:pt x="1680222" y="457204"/>
                    <a:pt x="1672461" y="444931"/>
                  </a:cubicBezTo>
                  <a:lnTo>
                    <a:pt x="1667850" y="447840"/>
                  </a:lnTo>
                  <a:cubicBezTo>
                    <a:pt x="1660045" y="435516"/>
                    <a:pt x="1652055" y="423395"/>
                    <a:pt x="1643869" y="411483"/>
                  </a:cubicBezTo>
                  <a:lnTo>
                    <a:pt x="1648360" y="408404"/>
                  </a:lnTo>
                  <a:cubicBezTo>
                    <a:pt x="1640065" y="396331"/>
                    <a:pt x="1631585" y="384470"/>
                    <a:pt x="1622908" y="372831"/>
                  </a:cubicBezTo>
                  <a:lnTo>
                    <a:pt x="1618537" y="376080"/>
                  </a:lnTo>
                  <a:cubicBezTo>
                    <a:pt x="1609828" y="364394"/>
                    <a:pt x="1600923" y="352932"/>
                    <a:pt x="1591843" y="341703"/>
                  </a:cubicBezTo>
                  <a:lnTo>
                    <a:pt x="1596083" y="338284"/>
                  </a:lnTo>
                  <a:cubicBezTo>
                    <a:pt x="1586872" y="326896"/>
                    <a:pt x="1577476" y="315745"/>
                    <a:pt x="1567895" y="304839"/>
                  </a:cubicBezTo>
                  <a:lnTo>
                    <a:pt x="1563797" y="308428"/>
                  </a:lnTo>
                  <a:cubicBezTo>
                    <a:pt x="1554172" y="297466"/>
                    <a:pt x="1544361" y="286754"/>
                    <a:pt x="1534377" y="276299"/>
                  </a:cubicBezTo>
                  <a:lnTo>
                    <a:pt x="1538323" y="272543"/>
                  </a:lnTo>
                  <a:cubicBezTo>
                    <a:pt x="1528196" y="261942"/>
                    <a:pt x="1517885" y="251605"/>
                    <a:pt x="1507399" y="241539"/>
                  </a:cubicBezTo>
                  <a:lnTo>
                    <a:pt x="1503627" y="245462"/>
                  </a:lnTo>
                  <a:cubicBezTo>
                    <a:pt x="1493109" y="235365"/>
                    <a:pt x="1482427" y="225545"/>
                    <a:pt x="1471559" y="216007"/>
                  </a:cubicBezTo>
                  <a:lnTo>
                    <a:pt x="1475167" y="211921"/>
                  </a:lnTo>
                  <a:cubicBezTo>
                    <a:pt x="1464158" y="202252"/>
                    <a:pt x="1452974" y="192871"/>
                    <a:pt x="1441627" y="183789"/>
                  </a:cubicBezTo>
                  <a:lnTo>
                    <a:pt x="1438216" y="188035"/>
                  </a:lnTo>
                  <a:cubicBezTo>
                    <a:pt x="1426847" y="178937"/>
                    <a:pt x="1415314" y="170137"/>
                    <a:pt x="1403618" y="161649"/>
                  </a:cubicBezTo>
                  <a:lnTo>
                    <a:pt x="1406823" y="157247"/>
                  </a:lnTo>
                  <a:cubicBezTo>
                    <a:pt x="1394963" y="148648"/>
                    <a:pt x="1382951" y="140362"/>
                    <a:pt x="1370787" y="132403"/>
                  </a:cubicBezTo>
                  <a:lnTo>
                    <a:pt x="1367800" y="136956"/>
                  </a:lnTo>
                  <a:cubicBezTo>
                    <a:pt x="1355624" y="128994"/>
                    <a:pt x="1343286" y="121361"/>
                    <a:pt x="1330805" y="114064"/>
                  </a:cubicBezTo>
                  <a:lnTo>
                    <a:pt x="1333563" y="109367"/>
                  </a:lnTo>
                  <a:cubicBezTo>
                    <a:pt x="1320929" y="101983"/>
                    <a:pt x="1308143" y="94939"/>
                    <a:pt x="1295216" y="88248"/>
                  </a:cubicBezTo>
                  <a:lnTo>
                    <a:pt x="1292709" y="93081"/>
                  </a:lnTo>
                  <a:cubicBezTo>
                    <a:pt x="1279803" y="86403"/>
                    <a:pt x="1266755" y="80079"/>
                    <a:pt x="1253566" y="74117"/>
                  </a:cubicBezTo>
                  <a:lnTo>
                    <a:pt x="1255823" y="69159"/>
                  </a:lnTo>
                  <a:cubicBezTo>
                    <a:pt x="1242502" y="63137"/>
                    <a:pt x="1229041" y="57482"/>
                    <a:pt x="1215448" y="52203"/>
                  </a:cubicBezTo>
                  <a:lnTo>
                    <a:pt x="1213475" y="57276"/>
                  </a:lnTo>
                  <a:cubicBezTo>
                    <a:pt x="1199948" y="52023"/>
                    <a:pt x="1186290" y="47145"/>
                    <a:pt x="1172512" y="42654"/>
                  </a:cubicBezTo>
                  <a:lnTo>
                    <a:pt x="1174202" y="37481"/>
                  </a:lnTo>
                  <a:cubicBezTo>
                    <a:pt x="1160326" y="32957"/>
                    <a:pt x="1146330" y="28822"/>
                    <a:pt x="1132203" y="25084"/>
                  </a:cubicBezTo>
                  <a:lnTo>
                    <a:pt x="1130808" y="30345"/>
                  </a:lnTo>
                  <a:cubicBezTo>
                    <a:pt x="1116812" y="26640"/>
                    <a:pt x="1102697" y="23328"/>
                    <a:pt x="1088483" y="20421"/>
                  </a:cubicBezTo>
                  <a:lnTo>
                    <a:pt x="1089573" y="15090"/>
                  </a:lnTo>
                  <a:cubicBezTo>
                    <a:pt x="1075304" y="12172"/>
                    <a:pt x="1060927" y="9656"/>
                    <a:pt x="1046441" y="7554"/>
                  </a:cubicBezTo>
                  <a:lnTo>
                    <a:pt x="1045656" y="12940"/>
                  </a:lnTo>
                  <a:cubicBezTo>
                    <a:pt x="1031366" y="10865"/>
                    <a:pt x="1016967" y="9196"/>
                    <a:pt x="1002480" y="7941"/>
                  </a:cubicBezTo>
                  <a:lnTo>
                    <a:pt x="1002949" y="2519"/>
                  </a:lnTo>
                  <a:cubicBezTo>
                    <a:pt x="988473" y="1264"/>
                    <a:pt x="973900" y="422"/>
                    <a:pt x="959239" y="0"/>
                  </a:cubicBezTo>
                  <a:lnTo>
                    <a:pt x="959086" y="5441"/>
                  </a:lnTo>
                  <a:cubicBezTo>
                    <a:pt x="951838" y="5232"/>
                    <a:pt x="944567" y="5127"/>
                    <a:pt x="937275" y="5127"/>
                  </a:cubicBezTo>
                  <a:cubicBezTo>
                    <a:pt x="929994" y="5127"/>
                    <a:pt x="922723" y="5232"/>
                    <a:pt x="915475" y="5441"/>
                  </a:cubicBezTo>
                  <a:lnTo>
                    <a:pt x="915311" y="0"/>
                  </a:lnTo>
                  <a:cubicBezTo>
                    <a:pt x="900661" y="422"/>
                    <a:pt x="886088" y="1264"/>
                    <a:pt x="871601" y="2519"/>
                  </a:cubicBezTo>
                  <a:lnTo>
                    <a:pt x="872070" y="7941"/>
                  </a:lnTo>
                  <a:cubicBezTo>
                    <a:pt x="857584" y="9196"/>
                    <a:pt x="843196" y="10865"/>
                    <a:pt x="828895" y="12940"/>
                  </a:cubicBezTo>
                  <a:lnTo>
                    <a:pt x="828110" y="7554"/>
                  </a:lnTo>
                  <a:cubicBezTo>
                    <a:pt x="813634" y="9656"/>
                    <a:pt x="799257" y="12172"/>
                    <a:pt x="784978" y="15090"/>
                  </a:cubicBezTo>
                  <a:lnTo>
                    <a:pt x="786078" y="20421"/>
                  </a:lnTo>
                  <a:cubicBezTo>
                    <a:pt x="771854" y="23328"/>
                    <a:pt x="757738" y="26640"/>
                    <a:pt x="743742" y="30345"/>
                  </a:cubicBezTo>
                  <a:lnTo>
                    <a:pt x="742347" y="25084"/>
                  </a:lnTo>
                  <a:cubicBezTo>
                    <a:pt x="728231" y="28822"/>
                    <a:pt x="714224" y="32957"/>
                    <a:pt x="700349" y="37481"/>
                  </a:cubicBezTo>
                  <a:lnTo>
                    <a:pt x="702038" y="42654"/>
                  </a:lnTo>
                  <a:cubicBezTo>
                    <a:pt x="688260" y="47145"/>
                    <a:pt x="674602" y="52023"/>
                    <a:pt x="661075" y="57275"/>
                  </a:cubicBezTo>
                  <a:lnTo>
                    <a:pt x="659102" y="52203"/>
                  </a:lnTo>
                  <a:cubicBezTo>
                    <a:pt x="645510" y="57482"/>
                    <a:pt x="632059" y="63137"/>
                    <a:pt x="618739" y="69159"/>
                  </a:cubicBezTo>
                  <a:lnTo>
                    <a:pt x="620984" y="74117"/>
                  </a:lnTo>
                  <a:cubicBezTo>
                    <a:pt x="607795" y="80078"/>
                    <a:pt x="594747" y="86403"/>
                    <a:pt x="581842" y="93081"/>
                  </a:cubicBezTo>
                  <a:lnTo>
                    <a:pt x="579335" y="88248"/>
                  </a:lnTo>
                  <a:cubicBezTo>
                    <a:pt x="566407" y="94939"/>
                    <a:pt x="553621" y="101982"/>
                    <a:pt x="540988" y="109367"/>
                  </a:cubicBezTo>
                  <a:lnTo>
                    <a:pt x="543745" y="114064"/>
                  </a:lnTo>
                  <a:cubicBezTo>
                    <a:pt x="531265" y="121361"/>
                    <a:pt x="518937" y="128994"/>
                    <a:pt x="506761" y="136955"/>
                  </a:cubicBezTo>
                  <a:lnTo>
                    <a:pt x="503774" y="132403"/>
                  </a:lnTo>
                  <a:cubicBezTo>
                    <a:pt x="491599" y="140362"/>
                    <a:pt x="479587" y="148647"/>
                    <a:pt x="467738" y="157247"/>
                  </a:cubicBezTo>
                  <a:lnTo>
                    <a:pt x="470943" y="161649"/>
                  </a:lnTo>
                  <a:cubicBezTo>
                    <a:pt x="459247" y="170137"/>
                    <a:pt x="447704" y="178936"/>
                    <a:pt x="436335" y="188035"/>
                  </a:cubicBezTo>
                  <a:lnTo>
                    <a:pt x="432934" y="183789"/>
                  </a:lnTo>
                  <a:cubicBezTo>
                    <a:pt x="421576" y="192871"/>
                    <a:pt x="410403" y="202252"/>
                    <a:pt x="399394" y="211921"/>
                  </a:cubicBezTo>
                  <a:lnTo>
                    <a:pt x="402991" y="216007"/>
                  </a:lnTo>
                  <a:cubicBezTo>
                    <a:pt x="392135" y="225545"/>
                    <a:pt x="381441" y="235365"/>
                    <a:pt x="370934" y="245461"/>
                  </a:cubicBezTo>
                  <a:lnTo>
                    <a:pt x="367151" y="241538"/>
                  </a:lnTo>
                  <a:cubicBezTo>
                    <a:pt x="356665" y="251605"/>
                    <a:pt x="346365" y="261942"/>
                    <a:pt x="336238" y="272543"/>
                  </a:cubicBezTo>
                  <a:lnTo>
                    <a:pt x="340173" y="276299"/>
                  </a:lnTo>
                  <a:cubicBezTo>
                    <a:pt x="330189" y="286754"/>
                    <a:pt x="320379" y="297466"/>
                    <a:pt x="310754" y="308427"/>
                  </a:cubicBezTo>
                  <a:lnTo>
                    <a:pt x="306655" y="304839"/>
                  </a:lnTo>
                  <a:cubicBezTo>
                    <a:pt x="297074" y="315745"/>
                    <a:pt x="287678" y="326895"/>
                    <a:pt x="278467" y="338283"/>
                  </a:cubicBezTo>
                  <a:lnTo>
                    <a:pt x="282708" y="341703"/>
                  </a:lnTo>
                  <a:cubicBezTo>
                    <a:pt x="273628" y="352931"/>
                    <a:pt x="264733" y="364393"/>
                    <a:pt x="256024" y="376080"/>
                  </a:cubicBezTo>
                  <a:lnTo>
                    <a:pt x="251653" y="372831"/>
                  </a:lnTo>
                  <a:cubicBezTo>
                    <a:pt x="242976" y="384470"/>
                    <a:pt x="234485" y="396330"/>
                    <a:pt x="226190" y="408404"/>
                  </a:cubicBezTo>
                  <a:lnTo>
                    <a:pt x="230681" y="411483"/>
                  </a:lnTo>
                  <a:cubicBezTo>
                    <a:pt x="222506" y="423395"/>
                    <a:pt x="214505" y="435516"/>
                    <a:pt x="206700" y="447840"/>
                  </a:cubicBezTo>
                  <a:lnTo>
                    <a:pt x="202101" y="444931"/>
                  </a:lnTo>
                  <a:cubicBezTo>
                    <a:pt x="194329" y="457204"/>
                    <a:pt x="186753" y="469675"/>
                    <a:pt x="179374" y="482340"/>
                  </a:cubicBezTo>
                  <a:lnTo>
                    <a:pt x="184083" y="485077"/>
                  </a:lnTo>
                  <a:cubicBezTo>
                    <a:pt x="176801" y="497575"/>
                    <a:pt x="169705" y="510261"/>
                    <a:pt x="162816" y="523130"/>
                  </a:cubicBezTo>
                  <a:lnTo>
                    <a:pt x="158009" y="520564"/>
                  </a:lnTo>
                  <a:cubicBezTo>
                    <a:pt x="151164" y="533362"/>
                    <a:pt x="144504" y="546338"/>
                    <a:pt x="138051" y="559485"/>
                  </a:cubicBezTo>
                  <a:lnTo>
                    <a:pt x="142945" y="561881"/>
                  </a:lnTo>
                  <a:cubicBezTo>
                    <a:pt x="136569" y="574848"/>
                    <a:pt x="130399" y="587983"/>
                    <a:pt x="124437" y="601280"/>
                  </a:cubicBezTo>
                  <a:lnTo>
                    <a:pt x="119455" y="599052"/>
                  </a:lnTo>
                  <a:cubicBezTo>
                    <a:pt x="113515" y="612295"/>
                    <a:pt x="107770" y="625696"/>
                    <a:pt x="102222" y="639250"/>
                  </a:cubicBezTo>
                  <a:lnTo>
                    <a:pt x="107269" y="641307"/>
                  </a:lnTo>
                  <a:cubicBezTo>
                    <a:pt x="101797" y="654694"/>
                    <a:pt x="96521" y="668231"/>
                    <a:pt x="91464" y="681912"/>
                  </a:cubicBezTo>
                  <a:lnTo>
                    <a:pt x="86351" y="680024"/>
                  </a:lnTo>
                  <a:cubicBezTo>
                    <a:pt x="81294" y="693652"/>
                    <a:pt x="76454" y="707421"/>
                    <a:pt x="71821" y="721326"/>
                  </a:cubicBezTo>
                  <a:lnTo>
                    <a:pt x="76988" y="723045"/>
                  </a:lnTo>
                  <a:cubicBezTo>
                    <a:pt x="72410" y="736762"/>
                    <a:pt x="68039" y="750611"/>
                    <a:pt x="63875" y="764587"/>
                  </a:cubicBezTo>
                  <a:lnTo>
                    <a:pt x="58654" y="763035"/>
                  </a:lnTo>
                  <a:cubicBezTo>
                    <a:pt x="54512" y="776939"/>
                    <a:pt x="50566" y="790968"/>
                    <a:pt x="46838" y="805116"/>
                  </a:cubicBezTo>
                  <a:lnTo>
                    <a:pt x="52114" y="806501"/>
                  </a:lnTo>
                  <a:cubicBezTo>
                    <a:pt x="48430" y="820484"/>
                    <a:pt x="44942" y="834585"/>
                    <a:pt x="41671" y="848796"/>
                  </a:cubicBezTo>
                  <a:lnTo>
                    <a:pt x="36363" y="847577"/>
                  </a:lnTo>
                  <a:cubicBezTo>
                    <a:pt x="33104" y="861737"/>
                    <a:pt x="30052" y="876006"/>
                    <a:pt x="27218" y="890379"/>
                  </a:cubicBezTo>
                  <a:lnTo>
                    <a:pt x="32559" y="891433"/>
                  </a:lnTo>
                  <a:cubicBezTo>
                    <a:pt x="29758" y="905633"/>
                    <a:pt x="27152" y="919937"/>
                    <a:pt x="24765" y="934337"/>
                  </a:cubicBezTo>
                  <a:lnTo>
                    <a:pt x="19392" y="933448"/>
                  </a:lnTo>
                  <a:cubicBezTo>
                    <a:pt x="17026" y="947756"/>
                    <a:pt x="14857" y="962158"/>
                    <a:pt x="12906" y="976651"/>
                  </a:cubicBezTo>
                  <a:lnTo>
                    <a:pt x="18312" y="977376"/>
                  </a:lnTo>
                  <a:cubicBezTo>
                    <a:pt x="16383" y="991707"/>
                    <a:pt x="14661" y="1006129"/>
                    <a:pt x="13157" y="1020628"/>
                  </a:cubicBezTo>
                  <a:lnTo>
                    <a:pt x="7728" y="1020073"/>
                  </a:lnTo>
                  <a:cubicBezTo>
                    <a:pt x="6224" y="1034528"/>
                    <a:pt x="4938" y="1049059"/>
                    <a:pt x="3859" y="1063666"/>
                  </a:cubicBezTo>
                  <a:lnTo>
                    <a:pt x="9298" y="1064069"/>
                  </a:lnTo>
                  <a:cubicBezTo>
                    <a:pt x="8230" y="1078502"/>
                    <a:pt x="7369" y="1093011"/>
                    <a:pt x="6725" y="1107597"/>
                  </a:cubicBezTo>
                  <a:lnTo>
                    <a:pt x="1286" y="1107358"/>
                  </a:lnTo>
                  <a:close/>
                </a:path>
              </a:pathLst>
            </a:custGeom>
            <a:noFill/>
            <a:ln w="10882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8" name="Полилиния 27">
              <a:extLst>
                <a:ext uri="{FF2B5EF4-FFF2-40B4-BE49-F238E27FC236}">
                  <a16:creationId xmlns:a16="http://schemas.microsoft.com/office/drawing/2014/main" id="{B8EBD3A8-98D7-A28E-0C52-38ED12149DB3}"/>
                </a:ext>
              </a:extLst>
            </p:cNvPr>
            <p:cNvSpPr/>
            <p:nvPr/>
          </p:nvSpPr>
          <p:spPr>
            <a:xfrm rot="10800000" flipV="1">
              <a:off x="21304376" y="4766844"/>
              <a:ext cx="1245602" cy="2540931"/>
            </a:xfrm>
            <a:custGeom>
              <a:avLst/>
              <a:gdLst>
                <a:gd name="connsiteX0" fmla="*/ 1245775 w 1245602"/>
                <a:gd name="connsiteY0" fmla="*/ 1270467 h 2540931"/>
                <a:gd name="connsiteX1" fmla="*/ 622973 w 1245602"/>
                <a:gd name="connsiteY1" fmla="*/ 2540933 h 2540931"/>
                <a:gd name="connsiteX2" fmla="*/ 172 w 1245602"/>
                <a:gd name="connsiteY2" fmla="*/ 1270467 h 2540931"/>
                <a:gd name="connsiteX3" fmla="*/ 622973 w 1245602"/>
                <a:gd name="connsiteY3" fmla="*/ 1 h 2540931"/>
                <a:gd name="connsiteX4" fmla="*/ 1245775 w 1245602"/>
                <a:gd name="connsiteY4" fmla="*/ 1270467 h 2540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5602" h="2540931">
                  <a:moveTo>
                    <a:pt x="1245775" y="1270467"/>
                  </a:moveTo>
                  <a:cubicBezTo>
                    <a:pt x="1245775" y="1972126"/>
                    <a:pt x="966937" y="2540933"/>
                    <a:pt x="622973" y="2540933"/>
                  </a:cubicBezTo>
                  <a:cubicBezTo>
                    <a:pt x="279010" y="2540933"/>
                    <a:pt x="172" y="1972126"/>
                    <a:pt x="172" y="1270467"/>
                  </a:cubicBezTo>
                  <a:cubicBezTo>
                    <a:pt x="172" y="568808"/>
                    <a:pt x="279010" y="1"/>
                    <a:pt x="622973" y="1"/>
                  </a:cubicBezTo>
                  <a:cubicBezTo>
                    <a:pt x="966937" y="1"/>
                    <a:pt x="1245775" y="568808"/>
                    <a:pt x="1245775" y="1270467"/>
                  </a:cubicBezTo>
                  <a:close/>
                </a:path>
              </a:pathLst>
            </a:custGeom>
            <a:noFill/>
            <a:ln w="1088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9" name="Полилиния 28">
              <a:extLst>
                <a:ext uri="{FF2B5EF4-FFF2-40B4-BE49-F238E27FC236}">
                  <a16:creationId xmlns:a16="http://schemas.microsoft.com/office/drawing/2014/main" id="{1CAB615B-38C0-4D3A-C2D6-2AFC0CF85A40}"/>
                </a:ext>
              </a:extLst>
            </p:cNvPr>
            <p:cNvSpPr/>
            <p:nvPr/>
          </p:nvSpPr>
          <p:spPr>
            <a:xfrm rot="10800000" flipV="1">
              <a:off x="21304407" y="5295910"/>
              <a:ext cx="637885" cy="1482805"/>
            </a:xfrm>
            <a:custGeom>
              <a:avLst/>
              <a:gdLst>
                <a:gd name="connsiteX0" fmla="*/ 638058 w 637885"/>
                <a:gd name="connsiteY0" fmla="*/ 741452 h 1482805"/>
                <a:gd name="connsiteX1" fmla="*/ 319115 w 637885"/>
                <a:gd name="connsiteY1" fmla="*/ 1482855 h 1482805"/>
                <a:gd name="connsiteX2" fmla="*/ 172 w 637885"/>
                <a:gd name="connsiteY2" fmla="*/ 741452 h 1482805"/>
                <a:gd name="connsiteX3" fmla="*/ 319115 w 637885"/>
                <a:gd name="connsiteY3" fmla="*/ 49 h 1482805"/>
                <a:gd name="connsiteX4" fmla="*/ 638058 w 637885"/>
                <a:gd name="connsiteY4" fmla="*/ 741452 h 1482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7885" h="1482805">
                  <a:moveTo>
                    <a:pt x="638058" y="741452"/>
                  </a:moveTo>
                  <a:cubicBezTo>
                    <a:pt x="638058" y="1150917"/>
                    <a:pt x="495263" y="1482855"/>
                    <a:pt x="319115" y="1482855"/>
                  </a:cubicBezTo>
                  <a:cubicBezTo>
                    <a:pt x="142968" y="1482855"/>
                    <a:pt x="172" y="1150917"/>
                    <a:pt x="172" y="741452"/>
                  </a:cubicBezTo>
                  <a:cubicBezTo>
                    <a:pt x="172" y="331987"/>
                    <a:pt x="142968" y="49"/>
                    <a:pt x="319115" y="49"/>
                  </a:cubicBezTo>
                  <a:cubicBezTo>
                    <a:pt x="495263" y="49"/>
                    <a:pt x="638058" y="331987"/>
                    <a:pt x="638058" y="741452"/>
                  </a:cubicBezTo>
                  <a:close/>
                </a:path>
              </a:pathLst>
            </a:custGeom>
            <a:noFill/>
            <a:ln w="1088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0" name="Полилиния 29">
              <a:extLst>
                <a:ext uri="{FF2B5EF4-FFF2-40B4-BE49-F238E27FC236}">
                  <a16:creationId xmlns:a16="http://schemas.microsoft.com/office/drawing/2014/main" id="{BB7704AF-305A-41CF-1C30-A3872D74564C}"/>
                </a:ext>
              </a:extLst>
            </p:cNvPr>
            <p:cNvSpPr/>
            <p:nvPr/>
          </p:nvSpPr>
          <p:spPr>
            <a:xfrm>
              <a:off x="20943965" y="6037308"/>
              <a:ext cx="713624" cy="10884"/>
            </a:xfrm>
            <a:custGeom>
              <a:avLst/>
              <a:gdLst>
                <a:gd name="connsiteX0" fmla="*/ 0 w 713624"/>
                <a:gd name="connsiteY0" fmla="*/ 0 h 10884"/>
                <a:gd name="connsiteX1" fmla="*/ 713625 w 713624"/>
                <a:gd name="connsiteY1" fmla="*/ 0 h 10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13624" h="10884">
                  <a:moveTo>
                    <a:pt x="0" y="0"/>
                  </a:moveTo>
                  <a:lnTo>
                    <a:pt x="713625" y="0"/>
                  </a:lnTo>
                </a:path>
              </a:pathLst>
            </a:custGeom>
            <a:noFill/>
            <a:ln w="10882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1" name="Полилиния 30">
              <a:extLst>
                <a:ext uri="{FF2B5EF4-FFF2-40B4-BE49-F238E27FC236}">
                  <a16:creationId xmlns:a16="http://schemas.microsoft.com/office/drawing/2014/main" id="{14822717-BB8D-786D-EBE5-082C4AAD0B07}"/>
                </a:ext>
              </a:extLst>
            </p:cNvPr>
            <p:cNvSpPr/>
            <p:nvPr/>
          </p:nvSpPr>
          <p:spPr>
            <a:xfrm>
              <a:off x="20306026" y="6037308"/>
              <a:ext cx="360420" cy="10884"/>
            </a:xfrm>
            <a:custGeom>
              <a:avLst/>
              <a:gdLst>
                <a:gd name="connsiteX0" fmla="*/ 0 w 360420"/>
                <a:gd name="connsiteY0" fmla="*/ 0 h 10884"/>
                <a:gd name="connsiteX1" fmla="*/ 360420 w 360420"/>
                <a:gd name="connsiteY1" fmla="*/ 0 h 10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60420" h="10884">
                  <a:moveTo>
                    <a:pt x="0" y="0"/>
                  </a:moveTo>
                  <a:lnTo>
                    <a:pt x="360420" y="0"/>
                  </a:lnTo>
                </a:path>
              </a:pathLst>
            </a:custGeom>
            <a:noFill/>
            <a:ln w="10882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2" name="Полилиния 31">
              <a:extLst>
                <a:ext uri="{FF2B5EF4-FFF2-40B4-BE49-F238E27FC236}">
                  <a16:creationId xmlns:a16="http://schemas.microsoft.com/office/drawing/2014/main" id="{0994E914-B0AF-84A6-8816-233DE9CB1DF6}"/>
                </a:ext>
              </a:extLst>
            </p:cNvPr>
            <p:cNvSpPr/>
            <p:nvPr/>
          </p:nvSpPr>
          <p:spPr>
            <a:xfrm>
              <a:off x="21938630" y="6037308"/>
              <a:ext cx="360415" cy="10884"/>
            </a:xfrm>
            <a:custGeom>
              <a:avLst/>
              <a:gdLst>
                <a:gd name="connsiteX0" fmla="*/ 0 w 360415"/>
                <a:gd name="connsiteY0" fmla="*/ 0 h 10884"/>
                <a:gd name="connsiteX1" fmla="*/ 360415 w 360415"/>
                <a:gd name="connsiteY1" fmla="*/ 0 h 10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60415" h="10884">
                  <a:moveTo>
                    <a:pt x="0" y="0"/>
                  </a:moveTo>
                  <a:lnTo>
                    <a:pt x="360415" y="0"/>
                  </a:lnTo>
                </a:path>
              </a:pathLst>
            </a:custGeom>
            <a:noFill/>
            <a:ln w="10882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3" name="Полилиния 32">
              <a:extLst>
                <a:ext uri="{FF2B5EF4-FFF2-40B4-BE49-F238E27FC236}">
                  <a16:creationId xmlns:a16="http://schemas.microsoft.com/office/drawing/2014/main" id="{29BF5169-62DD-42DC-F5A7-304E01EBAE1A}"/>
                </a:ext>
              </a:extLst>
            </p:cNvPr>
            <p:cNvSpPr/>
            <p:nvPr/>
          </p:nvSpPr>
          <p:spPr>
            <a:xfrm>
              <a:off x="19700512" y="6037308"/>
              <a:ext cx="360416" cy="10884"/>
            </a:xfrm>
            <a:custGeom>
              <a:avLst/>
              <a:gdLst>
                <a:gd name="connsiteX0" fmla="*/ 0 w 360416"/>
                <a:gd name="connsiteY0" fmla="*/ 0 h 10884"/>
                <a:gd name="connsiteX1" fmla="*/ 360416 w 360416"/>
                <a:gd name="connsiteY1" fmla="*/ 0 h 10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60416" h="10884">
                  <a:moveTo>
                    <a:pt x="0" y="0"/>
                  </a:moveTo>
                  <a:lnTo>
                    <a:pt x="360416" y="0"/>
                  </a:lnTo>
                </a:path>
              </a:pathLst>
            </a:custGeom>
            <a:noFill/>
            <a:ln w="10882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4" name="Полилиния 33">
              <a:extLst>
                <a:ext uri="{FF2B5EF4-FFF2-40B4-BE49-F238E27FC236}">
                  <a16:creationId xmlns:a16="http://schemas.microsoft.com/office/drawing/2014/main" id="{5353E977-4BBB-60FD-B111-F354D035A998}"/>
                </a:ext>
              </a:extLst>
            </p:cNvPr>
            <p:cNvSpPr/>
            <p:nvPr/>
          </p:nvSpPr>
          <p:spPr>
            <a:xfrm>
              <a:off x="22547787" y="6037308"/>
              <a:ext cx="360414" cy="10884"/>
            </a:xfrm>
            <a:custGeom>
              <a:avLst/>
              <a:gdLst>
                <a:gd name="connsiteX0" fmla="*/ 0 w 360414"/>
                <a:gd name="connsiteY0" fmla="*/ 0 h 10884"/>
                <a:gd name="connsiteX1" fmla="*/ 360415 w 360414"/>
                <a:gd name="connsiteY1" fmla="*/ 0 h 10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60414" h="10884">
                  <a:moveTo>
                    <a:pt x="0" y="0"/>
                  </a:moveTo>
                  <a:lnTo>
                    <a:pt x="360415" y="0"/>
                  </a:lnTo>
                </a:path>
              </a:pathLst>
            </a:custGeom>
            <a:noFill/>
            <a:ln w="10882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5" name="Полилиния 34">
              <a:extLst>
                <a:ext uri="{FF2B5EF4-FFF2-40B4-BE49-F238E27FC236}">
                  <a16:creationId xmlns:a16="http://schemas.microsoft.com/office/drawing/2014/main" id="{2B10CEBB-63F4-646A-D694-6F0C5C86E600}"/>
                </a:ext>
              </a:extLst>
            </p:cNvPr>
            <p:cNvSpPr/>
            <p:nvPr/>
          </p:nvSpPr>
          <p:spPr>
            <a:xfrm>
              <a:off x="22844186" y="5972522"/>
              <a:ext cx="66752" cy="132336"/>
            </a:xfrm>
            <a:custGeom>
              <a:avLst/>
              <a:gdLst>
                <a:gd name="connsiteX0" fmla="*/ 0 w 66752"/>
                <a:gd name="connsiteY0" fmla="*/ 132337 h 132336"/>
                <a:gd name="connsiteX1" fmla="*/ 66753 w 66752"/>
                <a:gd name="connsiteY1" fmla="*/ 66658 h 132336"/>
                <a:gd name="connsiteX2" fmla="*/ 981 w 66752"/>
                <a:gd name="connsiteY2" fmla="*/ 0 h 13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6752" h="132336">
                  <a:moveTo>
                    <a:pt x="0" y="132337"/>
                  </a:moveTo>
                  <a:lnTo>
                    <a:pt x="66753" y="66658"/>
                  </a:lnTo>
                  <a:lnTo>
                    <a:pt x="981" y="0"/>
                  </a:lnTo>
                </a:path>
              </a:pathLst>
            </a:custGeom>
            <a:noFill/>
            <a:ln w="10882" cap="flat">
              <a:solidFill>
                <a:srgbClr val="E3FF7C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C21EA28C-E0EE-2FE7-8568-780223D39967}"/>
              </a:ext>
            </a:extLst>
          </p:cNvPr>
          <p:cNvGrpSpPr/>
          <p:nvPr userDrawn="1"/>
        </p:nvGrpSpPr>
        <p:grpSpPr>
          <a:xfrm>
            <a:off x="1057227" y="4823481"/>
            <a:ext cx="4078591" cy="2437679"/>
            <a:chOff x="1057227" y="4823481"/>
            <a:chExt cx="4078591" cy="2437679"/>
          </a:xfrm>
        </p:grpSpPr>
        <p:sp>
          <p:nvSpPr>
            <p:cNvPr id="37" name="Полилиния 36">
              <a:extLst>
                <a:ext uri="{FF2B5EF4-FFF2-40B4-BE49-F238E27FC236}">
                  <a16:creationId xmlns:a16="http://schemas.microsoft.com/office/drawing/2014/main" id="{1F546A89-8BD9-CBFB-150E-AD8ED760EED0}"/>
                </a:ext>
              </a:extLst>
            </p:cNvPr>
            <p:cNvSpPr/>
            <p:nvPr/>
          </p:nvSpPr>
          <p:spPr>
            <a:xfrm>
              <a:off x="2145104" y="4823481"/>
              <a:ext cx="1902838" cy="2437679"/>
            </a:xfrm>
            <a:custGeom>
              <a:avLst/>
              <a:gdLst>
                <a:gd name="connsiteX0" fmla="*/ 1902838 w 1902838"/>
                <a:gd name="connsiteY0" fmla="*/ 1218840 h 2437679"/>
                <a:gd name="connsiteX1" fmla="*/ 951419 w 1902838"/>
                <a:gd name="connsiteY1" fmla="*/ 2437680 h 2437679"/>
                <a:gd name="connsiteX2" fmla="*/ 0 w 1902838"/>
                <a:gd name="connsiteY2" fmla="*/ 1218840 h 2437679"/>
                <a:gd name="connsiteX3" fmla="*/ 951419 w 1902838"/>
                <a:gd name="connsiteY3" fmla="*/ 0 h 2437679"/>
                <a:gd name="connsiteX4" fmla="*/ 1902838 w 1902838"/>
                <a:gd name="connsiteY4" fmla="*/ 1218840 h 2437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2838" h="2437679">
                  <a:moveTo>
                    <a:pt x="1902838" y="1218840"/>
                  </a:moveTo>
                  <a:cubicBezTo>
                    <a:pt x="1902838" y="1891986"/>
                    <a:pt x="1476873" y="2437680"/>
                    <a:pt x="951419" y="2437680"/>
                  </a:cubicBezTo>
                  <a:cubicBezTo>
                    <a:pt x="425965" y="2437680"/>
                    <a:pt x="0" y="1891986"/>
                    <a:pt x="0" y="1218840"/>
                  </a:cubicBezTo>
                  <a:cubicBezTo>
                    <a:pt x="0" y="545693"/>
                    <a:pt x="425965" y="0"/>
                    <a:pt x="951419" y="0"/>
                  </a:cubicBezTo>
                  <a:cubicBezTo>
                    <a:pt x="1476873" y="0"/>
                    <a:pt x="1902838" y="545693"/>
                    <a:pt x="1902838" y="1218840"/>
                  </a:cubicBezTo>
                  <a:close/>
                </a:path>
              </a:pathLst>
            </a:custGeom>
            <a:noFill/>
            <a:ln w="1089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8" name="Полилиния 37">
              <a:extLst>
                <a:ext uri="{FF2B5EF4-FFF2-40B4-BE49-F238E27FC236}">
                  <a16:creationId xmlns:a16="http://schemas.microsoft.com/office/drawing/2014/main" id="{A94625F7-EC3D-F93B-EB68-E083A16CDC96}"/>
                </a:ext>
              </a:extLst>
            </p:cNvPr>
            <p:cNvSpPr/>
            <p:nvPr/>
          </p:nvSpPr>
          <p:spPr>
            <a:xfrm>
              <a:off x="1648497" y="5050235"/>
              <a:ext cx="2895963" cy="1984149"/>
            </a:xfrm>
            <a:custGeom>
              <a:avLst/>
              <a:gdLst>
                <a:gd name="connsiteX0" fmla="*/ 2895964 w 2895963"/>
                <a:gd name="connsiteY0" fmla="*/ 992075 h 1984149"/>
                <a:gd name="connsiteX1" fmla="*/ 1447982 w 2895963"/>
                <a:gd name="connsiteY1" fmla="*/ 1984150 h 1984149"/>
                <a:gd name="connsiteX2" fmla="*/ 0 w 2895963"/>
                <a:gd name="connsiteY2" fmla="*/ 992075 h 1984149"/>
                <a:gd name="connsiteX3" fmla="*/ 1447982 w 2895963"/>
                <a:gd name="connsiteY3" fmla="*/ 0 h 1984149"/>
                <a:gd name="connsiteX4" fmla="*/ 2895964 w 2895963"/>
                <a:gd name="connsiteY4" fmla="*/ 992075 h 198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95963" h="1984149">
                  <a:moveTo>
                    <a:pt x="2895964" y="992075"/>
                  </a:moveTo>
                  <a:cubicBezTo>
                    <a:pt x="2895964" y="1539983"/>
                    <a:pt x="2247680" y="1984150"/>
                    <a:pt x="1447982" y="1984150"/>
                  </a:cubicBezTo>
                  <a:cubicBezTo>
                    <a:pt x="648283" y="1984150"/>
                    <a:pt x="0" y="1539983"/>
                    <a:pt x="0" y="992075"/>
                  </a:cubicBezTo>
                  <a:cubicBezTo>
                    <a:pt x="0" y="444167"/>
                    <a:pt x="648283" y="0"/>
                    <a:pt x="1447982" y="0"/>
                  </a:cubicBezTo>
                  <a:cubicBezTo>
                    <a:pt x="2247680" y="0"/>
                    <a:pt x="2895964" y="444167"/>
                    <a:pt x="2895964" y="992075"/>
                  </a:cubicBezTo>
                  <a:close/>
                </a:path>
              </a:pathLst>
            </a:custGeom>
            <a:noFill/>
            <a:ln w="1089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184366F3-04FC-8CD3-8275-A292ACB3A7BC}"/>
                </a:ext>
              </a:extLst>
            </p:cNvPr>
            <p:cNvSpPr/>
            <p:nvPr/>
          </p:nvSpPr>
          <p:spPr>
            <a:xfrm>
              <a:off x="1299844" y="5375269"/>
              <a:ext cx="3593401" cy="1334104"/>
            </a:xfrm>
            <a:custGeom>
              <a:avLst/>
              <a:gdLst>
                <a:gd name="connsiteX0" fmla="*/ 3593402 w 3593401"/>
                <a:gd name="connsiteY0" fmla="*/ 667052 h 1334104"/>
                <a:gd name="connsiteX1" fmla="*/ 1796701 w 3593401"/>
                <a:gd name="connsiteY1" fmla="*/ 1334104 h 1334104"/>
                <a:gd name="connsiteX2" fmla="*/ 0 w 3593401"/>
                <a:gd name="connsiteY2" fmla="*/ 667052 h 1334104"/>
                <a:gd name="connsiteX3" fmla="*/ 1796701 w 3593401"/>
                <a:gd name="connsiteY3" fmla="*/ 0 h 1334104"/>
                <a:gd name="connsiteX4" fmla="*/ 3593402 w 3593401"/>
                <a:gd name="connsiteY4" fmla="*/ 667052 h 1334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3401" h="1334104">
                  <a:moveTo>
                    <a:pt x="3593402" y="667052"/>
                  </a:moveTo>
                  <a:cubicBezTo>
                    <a:pt x="3593402" y="1035455"/>
                    <a:pt x="2788992" y="1334104"/>
                    <a:pt x="1796701" y="1334104"/>
                  </a:cubicBezTo>
                  <a:cubicBezTo>
                    <a:pt x="804410" y="1334104"/>
                    <a:pt x="0" y="1035455"/>
                    <a:pt x="0" y="667052"/>
                  </a:cubicBezTo>
                  <a:cubicBezTo>
                    <a:pt x="0" y="298649"/>
                    <a:pt x="804410" y="0"/>
                    <a:pt x="1796701" y="0"/>
                  </a:cubicBezTo>
                  <a:cubicBezTo>
                    <a:pt x="2788992" y="0"/>
                    <a:pt x="3593402" y="298649"/>
                    <a:pt x="3593402" y="667052"/>
                  </a:cubicBezTo>
                  <a:close/>
                </a:path>
              </a:pathLst>
            </a:custGeom>
            <a:noFill/>
            <a:ln w="1089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0" name="Полилиния 39">
              <a:extLst>
                <a:ext uri="{FF2B5EF4-FFF2-40B4-BE49-F238E27FC236}">
                  <a16:creationId xmlns:a16="http://schemas.microsoft.com/office/drawing/2014/main" id="{F4237A5D-74E9-A4CA-570A-CCD3536C6071}"/>
                </a:ext>
              </a:extLst>
            </p:cNvPr>
            <p:cNvSpPr/>
            <p:nvPr/>
          </p:nvSpPr>
          <p:spPr>
            <a:xfrm>
              <a:off x="1057227" y="5738073"/>
              <a:ext cx="4078591" cy="608473"/>
            </a:xfrm>
            <a:custGeom>
              <a:avLst/>
              <a:gdLst>
                <a:gd name="connsiteX0" fmla="*/ 4078591 w 4078591"/>
                <a:gd name="connsiteY0" fmla="*/ 304237 h 608473"/>
                <a:gd name="connsiteX1" fmla="*/ 2039296 w 4078591"/>
                <a:gd name="connsiteY1" fmla="*/ 608473 h 608473"/>
                <a:gd name="connsiteX2" fmla="*/ 0 w 4078591"/>
                <a:gd name="connsiteY2" fmla="*/ 304237 h 608473"/>
                <a:gd name="connsiteX3" fmla="*/ 2039296 w 4078591"/>
                <a:gd name="connsiteY3" fmla="*/ 0 h 608473"/>
                <a:gd name="connsiteX4" fmla="*/ 4078591 w 4078591"/>
                <a:gd name="connsiteY4" fmla="*/ 304237 h 608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8591" h="608473">
                  <a:moveTo>
                    <a:pt x="4078591" y="304237"/>
                  </a:moveTo>
                  <a:cubicBezTo>
                    <a:pt x="4078591" y="472262"/>
                    <a:pt x="3165568" y="608473"/>
                    <a:pt x="2039296" y="608473"/>
                  </a:cubicBezTo>
                  <a:cubicBezTo>
                    <a:pt x="913024" y="608473"/>
                    <a:pt x="0" y="472262"/>
                    <a:pt x="0" y="304237"/>
                  </a:cubicBezTo>
                  <a:cubicBezTo>
                    <a:pt x="0" y="136211"/>
                    <a:pt x="913024" y="0"/>
                    <a:pt x="2039296" y="0"/>
                  </a:cubicBezTo>
                  <a:cubicBezTo>
                    <a:pt x="3165568" y="0"/>
                    <a:pt x="4078591" y="136211"/>
                    <a:pt x="4078591" y="304237"/>
                  </a:cubicBezTo>
                  <a:close/>
                </a:path>
              </a:pathLst>
            </a:custGeom>
            <a:noFill/>
            <a:ln w="1089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1" name="Полилиния 40">
              <a:extLst>
                <a:ext uri="{FF2B5EF4-FFF2-40B4-BE49-F238E27FC236}">
                  <a16:creationId xmlns:a16="http://schemas.microsoft.com/office/drawing/2014/main" id="{C5F936FF-DCA3-06C9-5C57-8B0F1B7A2DA9}"/>
                </a:ext>
              </a:extLst>
            </p:cNvPr>
            <p:cNvSpPr/>
            <p:nvPr/>
          </p:nvSpPr>
          <p:spPr>
            <a:xfrm rot="10800000" flipV="1">
              <a:off x="3053694" y="5997675"/>
              <a:ext cx="89558" cy="89294"/>
            </a:xfrm>
            <a:custGeom>
              <a:avLst/>
              <a:gdLst>
                <a:gd name="connsiteX0" fmla="*/ 89744 w 89558"/>
                <a:gd name="connsiteY0" fmla="*/ 44758 h 89294"/>
                <a:gd name="connsiteX1" fmla="*/ 44965 w 89558"/>
                <a:gd name="connsiteY1" fmla="*/ 89405 h 89294"/>
                <a:gd name="connsiteX2" fmla="*/ 185 w 89558"/>
                <a:gd name="connsiteY2" fmla="*/ 44758 h 89294"/>
                <a:gd name="connsiteX3" fmla="*/ 44965 w 89558"/>
                <a:gd name="connsiteY3" fmla="*/ 111 h 89294"/>
                <a:gd name="connsiteX4" fmla="*/ 89744 w 89558"/>
                <a:gd name="connsiteY4" fmla="*/ 44758 h 89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558" h="89294">
                  <a:moveTo>
                    <a:pt x="89744" y="44758"/>
                  </a:moveTo>
                  <a:cubicBezTo>
                    <a:pt x="89744" y="69416"/>
                    <a:pt x="69696" y="89405"/>
                    <a:pt x="44965" y="89405"/>
                  </a:cubicBezTo>
                  <a:cubicBezTo>
                    <a:pt x="20234" y="89405"/>
                    <a:pt x="185" y="69416"/>
                    <a:pt x="185" y="44758"/>
                  </a:cubicBezTo>
                  <a:cubicBezTo>
                    <a:pt x="185" y="20100"/>
                    <a:pt x="20234" y="111"/>
                    <a:pt x="44965" y="111"/>
                  </a:cubicBezTo>
                  <a:cubicBezTo>
                    <a:pt x="69696" y="111"/>
                    <a:pt x="89744" y="20100"/>
                    <a:pt x="89744" y="44758"/>
                  </a:cubicBezTo>
                  <a:close/>
                </a:path>
              </a:pathLst>
            </a:custGeom>
            <a:solidFill>
              <a:srgbClr val="2CB9FF"/>
            </a:solidFill>
            <a:ln w="32679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2" name="Полилиния 41">
              <a:extLst>
                <a:ext uri="{FF2B5EF4-FFF2-40B4-BE49-F238E27FC236}">
                  <a16:creationId xmlns:a16="http://schemas.microsoft.com/office/drawing/2014/main" id="{D495F459-4051-049F-71A2-6984076C2001}"/>
                </a:ext>
              </a:extLst>
            </p:cNvPr>
            <p:cNvSpPr/>
            <p:nvPr/>
          </p:nvSpPr>
          <p:spPr>
            <a:xfrm>
              <a:off x="2501360" y="5447077"/>
              <a:ext cx="1197802" cy="1194269"/>
            </a:xfrm>
            <a:custGeom>
              <a:avLst/>
              <a:gdLst>
                <a:gd name="connsiteX0" fmla="*/ 1197803 w 1197802"/>
                <a:gd name="connsiteY0" fmla="*/ 597135 h 1194269"/>
                <a:gd name="connsiteX1" fmla="*/ 598901 w 1197802"/>
                <a:gd name="connsiteY1" fmla="*/ 1194269 h 1194269"/>
                <a:gd name="connsiteX2" fmla="*/ 0 w 1197802"/>
                <a:gd name="connsiteY2" fmla="*/ 597135 h 1194269"/>
                <a:gd name="connsiteX3" fmla="*/ 598901 w 1197802"/>
                <a:gd name="connsiteY3" fmla="*/ 0 h 1194269"/>
                <a:gd name="connsiteX4" fmla="*/ 1197803 w 1197802"/>
                <a:gd name="connsiteY4" fmla="*/ 597135 h 1194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7802" h="1194269">
                  <a:moveTo>
                    <a:pt x="1197803" y="597135"/>
                  </a:moveTo>
                  <a:cubicBezTo>
                    <a:pt x="1197803" y="926923"/>
                    <a:pt x="929666" y="1194269"/>
                    <a:pt x="598901" y="1194269"/>
                  </a:cubicBezTo>
                  <a:cubicBezTo>
                    <a:pt x="268137" y="1194269"/>
                    <a:pt x="0" y="926923"/>
                    <a:pt x="0" y="597135"/>
                  </a:cubicBezTo>
                  <a:cubicBezTo>
                    <a:pt x="0" y="267346"/>
                    <a:pt x="268137" y="0"/>
                    <a:pt x="598901" y="0"/>
                  </a:cubicBezTo>
                  <a:cubicBezTo>
                    <a:pt x="929665" y="0"/>
                    <a:pt x="1197803" y="267346"/>
                    <a:pt x="1197803" y="597135"/>
                  </a:cubicBezTo>
                  <a:close/>
                </a:path>
              </a:pathLst>
            </a:custGeom>
            <a:noFill/>
            <a:ln w="10893" cap="flat">
              <a:solidFill>
                <a:srgbClr val="2CB9FF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1BC07E40-7898-E6A3-B359-6D8CBC87D194}"/>
              </a:ext>
            </a:extLst>
          </p:cNvPr>
          <p:cNvGrpSpPr/>
          <p:nvPr userDrawn="1"/>
        </p:nvGrpSpPr>
        <p:grpSpPr>
          <a:xfrm>
            <a:off x="13506193" y="5198201"/>
            <a:ext cx="3755070" cy="1675225"/>
            <a:chOff x="13506193" y="5198201"/>
            <a:chExt cx="3755070" cy="1675225"/>
          </a:xfrm>
        </p:grpSpPr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6829DB51-65B5-B4A1-01A7-F1F0C57BAE73}"/>
                </a:ext>
              </a:extLst>
            </p:cNvPr>
            <p:cNvSpPr/>
            <p:nvPr/>
          </p:nvSpPr>
          <p:spPr>
            <a:xfrm>
              <a:off x="13527952" y="5244904"/>
              <a:ext cx="1617701" cy="1613950"/>
            </a:xfrm>
            <a:custGeom>
              <a:avLst/>
              <a:gdLst>
                <a:gd name="connsiteX0" fmla="*/ 1617702 w 1617701"/>
                <a:gd name="connsiteY0" fmla="*/ 806975 h 1613950"/>
                <a:gd name="connsiteX1" fmla="*/ 808851 w 1617701"/>
                <a:gd name="connsiteY1" fmla="*/ 1613951 h 1613950"/>
                <a:gd name="connsiteX2" fmla="*/ 0 w 1617701"/>
                <a:gd name="connsiteY2" fmla="*/ 806975 h 1613950"/>
                <a:gd name="connsiteX3" fmla="*/ 808851 w 1617701"/>
                <a:gd name="connsiteY3" fmla="*/ 0 h 1613950"/>
                <a:gd name="connsiteX4" fmla="*/ 1617702 w 1617701"/>
                <a:gd name="connsiteY4" fmla="*/ 806975 h 1613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7701" h="1613950">
                  <a:moveTo>
                    <a:pt x="1617702" y="806975"/>
                  </a:moveTo>
                  <a:cubicBezTo>
                    <a:pt x="1617702" y="1252655"/>
                    <a:pt x="1255567" y="1613951"/>
                    <a:pt x="808851" y="1613951"/>
                  </a:cubicBezTo>
                  <a:cubicBezTo>
                    <a:pt x="362135" y="1613951"/>
                    <a:pt x="0" y="1252655"/>
                    <a:pt x="0" y="806975"/>
                  </a:cubicBezTo>
                  <a:cubicBezTo>
                    <a:pt x="0" y="361295"/>
                    <a:pt x="362135" y="0"/>
                    <a:pt x="808851" y="0"/>
                  </a:cubicBezTo>
                  <a:cubicBezTo>
                    <a:pt x="1255567" y="0"/>
                    <a:pt x="1617702" y="361295"/>
                    <a:pt x="1617702" y="806975"/>
                  </a:cubicBezTo>
                  <a:close/>
                </a:path>
              </a:pathLst>
            </a:custGeom>
            <a:noFill/>
            <a:ln w="10859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53625F20-6B09-5C94-181C-151EF2D8AD33}"/>
                </a:ext>
              </a:extLst>
            </p:cNvPr>
            <p:cNvSpPr/>
            <p:nvPr/>
          </p:nvSpPr>
          <p:spPr>
            <a:xfrm>
              <a:off x="15621818" y="5244904"/>
              <a:ext cx="1617701" cy="1613950"/>
            </a:xfrm>
            <a:custGeom>
              <a:avLst/>
              <a:gdLst>
                <a:gd name="connsiteX0" fmla="*/ 1617702 w 1617701"/>
                <a:gd name="connsiteY0" fmla="*/ 806975 h 1613950"/>
                <a:gd name="connsiteX1" fmla="*/ 808851 w 1617701"/>
                <a:gd name="connsiteY1" fmla="*/ 1613951 h 1613950"/>
                <a:gd name="connsiteX2" fmla="*/ 0 w 1617701"/>
                <a:gd name="connsiteY2" fmla="*/ 806975 h 1613950"/>
                <a:gd name="connsiteX3" fmla="*/ 808851 w 1617701"/>
                <a:gd name="connsiteY3" fmla="*/ 0 h 1613950"/>
                <a:gd name="connsiteX4" fmla="*/ 1617702 w 1617701"/>
                <a:gd name="connsiteY4" fmla="*/ 806975 h 1613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7701" h="1613950">
                  <a:moveTo>
                    <a:pt x="1617702" y="806975"/>
                  </a:moveTo>
                  <a:cubicBezTo>
                    <a:pt x="1617702" y="1252655"/>
                    <a:pt x="1255567" y="1613951"/>
                    <a:pt x="808851" y="1613951"/>
                  </a:cubicBezTo>
                  <a:cubicBezTo>
                    <a:pt x="362135" y="1613951"/>
                    <a:pt x="0" y="1252655"/>
                    <a:pt x="0" y="806975"/>
                  </a:cubicBezTo>
                  <a:cubicBezTo>
                    <a:pt x="0" y="361295"/>
                    <a:pt x="362135" y="0"/>
                    <a:pt x="808851" y="0"/>
                  </a:cubicBezTo>
                  <a:cubicBezTo>
                    <a:pt x="1255567" y="0"/>
                    <a:pt x="1617702" y="361295"/>
                    <a:pt x="1617702" y="806975"/>
                  </a:cubicBezTo>
                  <a:close/>
                </a:path>
              </a:pathLst>
            </a:custGeom>
            <a:noFill/>
            <a:ln w="10859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F7709B76-9C2D-7D65-7C3A-EC4AE3DDD5FC}"/>
                </a:ext>
              </a:extLst>
            </p:cNvPr>
            <p:cNvSpPr/>
            <p:nvPr/>
          </p:nvSpPr>
          <p:spPr>
            <a:xfrm>
              <a:off x="14225935" y="5244904"/>
              <a:ext cx="1614122" cy="1613951"/>
            </a:xfrm>
            <a:custGeom>
              <a:avLst/>
              <a:gdLst>
                <a:gd name="connsiteX0" fmla="*/ 1614123 w 1614122"/>
                <a:gd name="connsiteY0" fmla="*/ 806975 h 1613951"/>
                <a:gd name="connsiteX1" fmla="*/ 807064 w 1614122"/>
                <a:gd name="connsiteY1" fmla="*/ 1613952 h 1613951"/>
                <a:gd name="connsiteX2" fmla="*/ 0 w 1614122"/>
                <a:gd name="connsiteY2" fmla="*/ 806975 h 1613951"/>
                <a:gd name="connsiteX3" fmla="*/ 807064 w 1614122"/>
                <a:gd name="connsiteY3" fmla="*/ 0 h 1613951"/>
                <a:gd name="connsiteX4" fmla="*/ 1614123 w 1614122"/>
                <a:gd name="connsiteY4" fmla="*/ 806975 h 161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4122" h="1613951">
                  <a:moveTo>
                    <a:pt x="1614123" y="806975"/>
                  </a:moveTo>
                  <a:cubicBezTo>
                    <a:pt x="1614123" y="1252669"/>
                    <a:pt x="1252773" y="1613952"/>
                    <a:pt x="807064" y="1613952"/>
                  </a:cubicBezTo>
                  <a:cubicBezTo>
                    <a:pt x="361345" y="1613952"/>
                    <a:pt x="0" y="1252669"/>
                    <a:pt x="0" y="806975"/>
                  </a:cubicBezTo>
                  <a:cubicBezTo>
                    <a:pt x="0" y="361284"/>
                    <a:pt x="361345" y="0"/>
                    <a:pt x="807064" y="0"/>
                  </a:cubicBezTo>
                  <a:cubicBezTo>
                    <a:pt x="1252773" y="0"/>
                    <a:pt x="1614123" y="361284"/>
                    <a:pt x="1614123" y="806975"/>
                  </a:cubicBezTo>
                  <a:close/>
                </a:path>
              </a:pathLst>
            </a:custGeom>
            <a:noFill/>
            <a:ln w="10859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6C25129E-12E6-12B8-6960-078E8B93A366}"/>
                </a:ext>
              </a:extLst>
            </p:cNvPr>
            <p:cNvSpPr/>
            <p:nvPr/>
          </p:nvSpPr>
          <p:spPr>
            <a:xfrm>
              <a:off x="14923837" y="5244904"/>
              <a:ext cx="1617701" cy="1613950"/>
            </a:xfrm>
            <a:custGeom>
              <a:avLst/>
              <a:gdLst>
                <a:gd name="connsiteX0" fmla="*/ 1617702 w 1617701"/>
                <a:gd name="connsiteY0" fmla="*/ 806975 h 1613950"/>
                <a:gd name="connsiteX1" fmla="*/ 808851 w 1617701"/>
                <a:gd name="connsiteY1" fmla="*/ 1613951 h 1613950"/>
                <a:gd name="connsiteX2" fmla="*/ 0 w 1617701"/>
                <a:gd name="connsiteY2" fmla="*/ 806975 h 1613950"/>
                <a:gd name="connsiteX3" fmla="*/ 808851 w 1617701"/>
                <a:gd name="connsiteY3" fmla="*/ 0 h 1613950"/>
                <a:gd name="connsiteX4" fmla="*/ 1617702 w 1617701"/>
                <a:gd name="connsiteY4" fmla="*/ 806975 h 1613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7701" h="1613950">
                  <a:moveTo>
                    <a:pt x="1617702" y="806975"/>
                  </a:moveTo>
                  <a:cubicBezTo>
                    <a:pt x="1617702" y="1252655"/>
                    <a:pt x="1255567" y="1613951"/>
                    <a:pt x="808851" y="1613951"/>
                  </a:cubicBezTo>
                  <a:cubicBezTo>
                    <a:pt x="362135" y="1613951"/>
                    <a:pt x="0" y="1252655"/>
                    <a:pt x="0" y="806975"/>
                  </a:cubicBezTo>
                  <a:cubicBezTo>
                    <a:pt x="0" y="361295"/>
                    <a:pt x="362135" y="0"/>
                    <a:pt x="808851" y="0"/>
                  </a:cubicBezTo>
                  <a:cubicBezTo>
                    <a:pt x="1255567" y="0"/>
                    <a:pt x="1617702" y="361295"/>
                    <a:pt x="1617702" y="806975"/>
                  </a:cubicBezTo>
                  <a:close/>
                </a:path>
              </a:pathLst>
            </a:custGeom>
            <a:noFill/>
            <a:ln w="10859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7716EAF0-0552-64C8-E5E2-A6EA80569801}"/>
                </a:ext>
              </a:extLst>
            </p:cNvPr>
            <p:cNvSpPr/>
            <p:nvPr/>
          </p:nvSpPr>
          <p:spPr>
            <a:xfrm>
              <a:off x="13554683" y="6153654"/>
              <a:ext cx="3690257" cy="671346"/>
            </a:xfrm>
            <a:custGeom>
              <a:avLst/>
              <a:gdLst>
                <a:gd name="connsiteX0" fmla="*/ 3690258 w 3690257"/>
                <a:gd name="connsiteY0" fmla="*/ 671347 h 671346"/>
                <a:gd name="connsiteX1" fmla="*/ 1828297 w 3690257"/>
                <a:gd name="connsiteY1" fmla="*/ 0 h 671346"/>
                <a:gd name="connsiteX2" fmla="*/ 0 w 3690257"/>
                <a:gd name="connsiteY2" fmla="*/ 671347 h 671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90257" h="671346">
                  <a:moveTo>
                    <a:pt x="3690258" y="671347"/>
                  </a:moveTo>
                  <a:cubicBezTo>
                    <a:pt x="3385046" y="340022"/>
                    <a:pt x="2666307" y="0"/>
                    <a:pt x="1828297" y="0"/>
                  </a:cubicBezTo>
                  <a:cubicBezTo>
                    <a:pt x="1019705" y="0"/>
                    <a:pt x="322165" y="358941"/>
                    <a:pt x="0" y="671347"/>
                  </a:cubicBezTo>
                </a:path>
              </a:pathLst>
            </a:custGeom>
            <a:noFill/>
            <a:ln w="10859" cap="flat">
              <a:solidFill>
                <a:srgbClr val="FFA3D7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FF6A5756-0929-5DEA-A735-D77D1C3920D3}"/>
                </a:ext>
              </a:extLst>
            </p:cNvPr>
            <p:cNvSpPr/>
            <p:nvPr/>
          </p:nvSpPr>
          <p:spPr>
            <a:xfrm>
              <a:off x="13536786" y="5239475"/>
              <a:ext cx="3690257" cy="671348"/>
            </a:xfrm>
            <a:custGeom>
              <a:avLst/>
              <a:gdLst>
                <a:gd name="connsiteX0" fmla="*/ 0 w 3690257"/>
                <a:gd name="connsiteY0" fmla="*/ 0 h 671348"/>
                <a:gd name="connsiteX1" fmla="*/ 1861959 w 3690257"/>
                <a:gd name="connsiteY1" fmla="*/ 671348 h 671348"/>
                <a:gd name="connsiteX2" fmla="*/ 3690258 w 3690257"/>
                <a:gd name="connsiteY2" fmla="*/ 0 h 671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90257" h="671348">
                  <a:moveTo>
                    <a:pt x="0" y="0"/>
                  </a:moveTo>
                  <a:cubicBezTo>
                    <a:pt x="305216" y="331321"/>
                    <a:pt x="1023949" y="671348"/>
                    <a:pt x="1861959" y="671348"/>
                  </a:cubicBezTo>
                  <a:cubicBezTo>
                    <a:pt x="2670551" y="671348"/>
                    <a:pt x="3368096" y="312407"/>
                    <a:pt x="3690258" y="0"/>
                  </a:cubicBezTo>
                </a:path>
              </a:pathLst>
            </a:custGeom>
            <a:noFill/>
            <a:ln w="10859" cap="flat">
              <a:solidFill>
                <a:srgbClr val="FFA3D7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3E9459D7-621F-3231-2EA5-4F433C4D624A}"/>
                </a:ext>
              </a:extLst>
            </p:cNvPr>
            <p:cNvSpPr/>
            <p:nvPr/>
          </p:nvSpPr>
          <p:spPr>
            <a:xfrm>
              <a:off x="13506193" y="6773010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1" name="Полилиния 50">
              <a:extLst>
                <a:ext uri="{FF2B5EF4-FFF2-40B4-BE49-F238E27FC236}">
                  <a16:creationId xmlns:a16="http://schemas.microsoft.com/office/drawing/2014/main" id="{03793737-012F-1DAF-2D83-7819C3F27194}"/>
                </a:ext>
              </a:extLst>
            </p:cNvPr>
            <p:cNvSpPr/>
            <p:nvPr/>
          </p:nvSpPr>
          <p:spPr>
            <a:xfrm>
              <a:off x="13506193" y="5198201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7C2F86B7-7E59-EFE1-D80D-3D8220EA8E8E}"/>
                </a:ext>
              </a:extLst>
            </p:cNvPr>
            <p:cNvSpPr/>
            <p:nvPr/>
          </p:nvSpPr>
          <p:spPr>
            <a:xfrm>
              <a:off x="17160619" y="6773015"/>
              <a:ext cx="100644" cy="100411"/>
            </a:xfrm>
            <a:custGeom>
              <a:avLst/>
              <a:gdLst>
                <a:gd name="connsiteX0" fmla="*/ 100645 w 100644"/>
                <a:gd name="connsiteY0" fmla="*/ 50206 h 100411"/>
                <a:gd name="connsiteX1" fmla="*/ 50323 w 100644"/>
                <a:gd name="connsiteY1" fmla="*/ 100412 h 100411"/>
                <a:gd name="connsiteX2" fmla="*/ 0 w 100644"/>
                <a:gd name="connsiteY2" fmla="*/ 50206 h 100411"/>
                <a:gd name="connsiteX3" fmla="*/ 50323 w 100644"/>
                <a:gd name="connsiteY3" fmla="*/ 0 h 100411"/>
                <a:gd name="connsiteX4" fmla="*/ 100645 w 100644"/>
                <a:gd name="connsiteY4" fmla="*/ 50206 h 100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644" h="100411">
                  <a:moveTo>
                    <a:pt x="100645" y="50206"/>
                  </a:moveTo>
                  <a:cubicBezTo>
                    <a:pt x="100645" y="77934"/>
                    <a:pt x="78115" y="100412"/>
                    <a:pt x="50323" y="100412"/>
                  </a:cubicBezTo>
                  <a:cubicBezTo>
                    <a:pt x="22530" y="100412"/>
                    <a:pt x="0" y="77934"/>
                    <a:pt x="0" y="50206"/>
                  </a:cubicBezTo>
                  <a:cubicBezTo>
                    <a:pt x="0" y="22478"/>
                    <a:pt x="22530" y="0"/>
                    <a:pt x="50323" y="0"/>
                  </a:cubicBezTo>
                  <a:cubicBezTo>
                    <a:pt x="78115" y="0"/>
                    <a:pt x="100645" y="22478"/>
                    <a:pt x="100645" y="50206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3" name="Полилиния 52">
              <a:extLst>
                <a:ext uri="{FF2B5EF4-FFF2-40B4-BE49-F238E27FC236}">
                  <a16:creationId xmlns:a16="http://schemas.microsoft.com/office/drawing/2014/main" id="{6B0FEE78-1F75-D24E-A364-0CFD28E02F04}"/>
                </a:ext>
              </a:extLst>
            </p:cNvPr>
            <p:cNvSpPr/>
            <p:nvPr/>
          </p:nvSpPr>
          <p:spPr>
            <a:xfrm>
              <a:off x="17160614" y="5198201"/>
              <a:ext cx="82748" cy="82556"/>
            </a:xfrm>
            <a:custGeom>
              <a:avLst/>
              <a:gdLst>
                <a:gd name="connsiteX0" fmla="*/ 82748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8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8" y="41278"/>
                  </a:moveTo>
                  <a:cubicBezTo>
                    <a:pt x="82748" y="64076"/>
                    <a:pt x="64224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8" y="18481"/>
                    <a:pt x="82748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4" name="Полилиния 53">
              <a:extLst>
                <a:ext uri="{FF2B5EF4-FFF2-40B4-BE49-F238E27FC236}">
                  <a16:creationId xmlns:a16="http://schemas.microsoft.com/office/drawing/2014/main" id="{D31B9380-753F-A945-E55D-E5DE1801AB84}"/>
                </a:ext>
              </a:extLst>
            </p:cNvPr>
            <p:cNvSpPr/>
            <p:nvPr/>
          </p:nvSpPr>
          <p:spPr>
            <a:xfrm>
              <a:off x="14869884" y="5826691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5" name="Полилиния 54">
              <a:extLst>
                <a:ext uri="{FF2B5EF4-FFF2-40B4-BE49-F238E27FC236}">
                  <a16:creationId xmlns:a16="http://schemas.microsoft.com/office/drawing/2014/main" id="{97CED6F1-A638-CCCB-9F47-67FBAF579421}"/>
                </a:ext>
              </a:extLst>
            </p:cNvPr>
            <p:cNvSpPr/>
            <p:nvPr/>
          </p:nvSpPr>
          <p:spPr>
            <a:xfrm>
              <a:off x="14869884" y="6137373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6" name="Полилиния 55">
              <a:extLst>
                <a:ext uri="{FF2B5EF4-FFF2-40B4-BE49-F238E27FC236}">
                  <a16:creationId xmlns:a16="http://schemas.microsoft.com/office/drawing/2014/main" id="{15958D0E-0EA8-2A6E-D1E6-53AF6D32B5E5}"/>
                </a:ext>
              </a:extLst>
            </p:cNvPr>
            <p:cNvSpPr/>
            <p:nvPr/>
          </p:nvSpPr>
          <p:spPr>
            <a:xfrm>
              <a:off x="14250668" y="5666004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7" name="Полилиния 56">
              <a:extLst>
                <a:ext uri="{FF2B5EF4-FFF2-40B4-BE49-F238E27FC236}">
                  <a16:creationId xmlns:a16="http://schemas.microsoft.com/office/drawing/2014/main" id="{93BB9787-620D-86A1-CBA1-44179BFF5EF8}"/>
                </a:ext>
              </a:extLst>
            </p:cNvPr>
            <p:cNvSpPr/>
            <p:nvPr/>
          </p:nvSpPr>
          <p:spPr>
            <a:xfrm>
              <a:off x="13749535" y="5423172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8" name="Полилиния 57">
              <a:extLst>
                <a:ext uri="{FF2B5EF4-FFF2-40B4-BE49-F238E27FC236}">
                  <a16:creationId xmlns:a16="http://schemas.microsoft.com/office/drawing/2014/main" id="{4BBBC3C7-7BB2-1919-8EB8-822EF9B6BEA1}"/>
                </a:ext>
              </a:extLst>
            </p:cNvPr>
            <p:cNvSpPr/>
            <p:nvPr/>
          </p:nvSpPr>
          <p:spPr>
            <a:xfrm>
              <a:off x="13749535" y="6573043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9" name="Полилиния 58">
              <a:extLst>
                <a:ext uri="{FF2B5EF4-FFF2-40B4-BE49-F238E27FC236}">
                  <a16:creationId xmlns:a16="http://schemas.microsoft.com/office/drawing/2014/main" id="{DC2E3112-E257-3AB6-99D0-2A29A46BB32A}"/>
                </a:ext>
              </a:extLst>
            </p:cNvPr>
            <p:cNvSpPr/>
            <p:nvPr/>
          </p:nvSpPr>
          <p:spPr>
            <a:xfrm>
              <a:off x="14250668" y="6301633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0" name="Полилиния 59">
              <a:extLst>
                <a:ext uri="{FF2B5EF4-FFF2-40B4-BE49-F238E27FC236}">
                  <a16:creationId xmlns:a16="http://schemas.microsoft.com/office/drawing/2014/main" id="{0C1AA7B8-AA6C-13AC-9500-74BED1900560}"/>
                </a:ext>
              </a:extLst>
            </p:cNvPr>
            <p:cNvSpPr/>
            <p:nvPr/>
          </p:nvSpPr>
          <p:spPr>
            <a:xfrm>
              <a:off x="16412620" y="5666004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4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1" name="Полилиния 60">
              <a:extLst>
                <a:ext uri="{FF2B5EF4-FFF2-40B4-BE49-F238E27FC236}">
                  <a16:creationId xmlns:a16="http://schemas.microsoft.com/office/drawing/2014/main" id="{DCD9BD2E-EEB6-18FC-EF34-5E0E2A1F5322}"/>
                </a:ext>
              </a:extLst>
            </p:cNvPr>
            <p:cNvSpPr/>
            <p:nvPr/>
          </p:nvSpPr>
          <p:spPr>
            <a:xfrm>
              <a:off x="16917274" y="5391035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2" name="Полилиния 61">
              <a:extLst>
                <a:ext uri="{FF2B5EF4-FFF2-40B4-BE49-F238E27FC236}">
                  <a16:creationId xmlns:a16="http://schemas.microsoft.com/office/drawing/2014/main" id="{2D72BFEE-85E7-1FDB-EBDB-6CCAD9035AB6}"/>
                </a:ext>
              </a:extLst>
            </p:cNvPr>
            <p:cNvSpPr/>
            <p:nvPr/>
          </p:nvSpPr>
          <p:spPr>
            <a:xfrm>
              <a:off x="16927990" y="6573043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4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3" name="Полилиния 62">
              <a:extLst>
                <a:ext uri="{FF2B5EF4-FFF2-40B4-BE49-F238E27FC236}">
                  <a16:creationId xmlns:a16="http://schemas.microsoft.com/office/drawing/2014/main" id="{D043E15C-C9CF-7303-8034-0F665088AC6C}"/>
                </a:ext>
              </a:extLst>
            </p:cNvPr>
            <p:cNvSpPr/>
            <p:nvPr/>
          </p:nvSpPr>
          <p:spPr>
            <a:xfrm>
              <a:off x="16412620" y="6301633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4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4" name="Полилиния 63">
              <a:extLst>
                <a:ext uri="{FF2B5EF4-FFF2-40B4-BE49-F238E27FC236}">
                  <a16:creationId xmlns:a16="http://schemas.microsoft.com/office/drawing/2014/main" id="{C28B2B78-773A-C339-A61C-F011E4A1F437}"/>
                </a:ext>
              </a:extLst>
            </p:cNvPr>
            <p:cNvSpPr/>
            <p:nvPr/>
          </p:nvSpPr>
          <p:spPr>
            <a:xfrm>
              <a:off x="15796910" y="5826691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5" name="Полилиния 64">
              <a:extLst>
                <a:ext uri="{FF2B5EF4-FFF2-40B4-BE49-F238E27FC236}">
                  <a16:creationId xmlns:a16="http://schemas.microsoft.com/office/drawing/2014/main" id="{B4BE835F-B216-BE7D-3E67-F03DA23B6A49}"/>
                </a:ext>
              </a:extLst>
            </p:cNvPr>
            <p:cNvSpPr/>
            <p:nvPr/>
          </p:nvSpPr>
          <p:spPr>
            <a:xfrm>
              <a:off x="15796910" y="6137373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6" name="Полилиния 65">
              <a:extLst>
                <a:ext uri="{FF2B5EF4-FFF2-40B4-BE49-F238E27FC236}">
                  <a16:creationId xmlns:a16="http://schemas.microsoft.com/office/drawing/2014/main" id="{3169DF7D-80B5-A7F3-20EB-003FF58CBDD5}"/>
                </a:ext>
              </a:extLst>
            </p:cNvPr>
            <p:cNvSpPr/>
            <p:nvPr/>
          </p:nvSpPr>
          <p:spPr>
            <a:xfrm>
              <a:off x="15102563" y="5848119"/>
              <a:ext cx="82748" cy="82556"/>
            </a:xfrm>
            <a:custGeom>
              <a:avLst/>
              <a:gdLst>
                <a:gd name="connsiteX0" fmla="*/ 82748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8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8" y="41278"/>
                  </a:moveTo>
                  <a:cubicBezTo>
                    <a:pt x="82748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8" y="18481"/>
                    <a:pt x="82748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7" name="Полилиния 66">
              <a:extLst>
                <a:ext uri="{FF2B5EF4-FFF2-40B4-BE49-F238E27FC236}">
                  <a16:creationId xmlns:a16="http://schemas.microsoft.com/office/drawing/2014/main" id="{5F16ED4E-4555-6B50-485F-E9797C990C56}"/>
                </a:ext>
              </a:extLst>
            </p:cNvPr>
            <p:cNvSpPr/>
            <p:nvPr/>
          </p:nvSpPr>
          <p:spPr>
            <a:xfrm>
              <a:off x="15102563" y="6105235"/>
              <a:ext cx="82748" cy="82556"/>
            </a:xfrm>
            <a:custGeom>
              <a:avLst/>
              <a:gdLst>
                <a:gd name="connsiteX0" fmla="*/ 82748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8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8" y="41278"/>
                  </a:moveTo>
                  <a:cubicBezTo>
                    <a:pt x="82748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8" y="18481"/>
                    <a:pt x="82748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8" name="Полилиния 67">
              <a:extLst>
                <a:ext uri="{FF2B5EF4-FFF2-40B4-BE49-F238E27FC236}">
                  <a16:creationId xmlns:a16="http://schemas.microsoft.com/office/drawing/2014/main" id="{5F5B3FEB-F1F4-618E-7508-04C584B03EA4}"/>
                </a:ext>
              </a:extLst>
            </p:cNvPr>
            <p:cNvSpPr/>
            <p:nvPr/>
          </p:nvSpPr>
          <p:spPr>
            <a:xfrm>
              <a:off x="15592920" y="5848119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9" name="Полилиния 68">
              <a:extLst>
                <a:ext uri="{FF2B5EF4-FFF2-40B4-BE49-F238E27FC236}">
                  <a16:creationId xmlns:a16="http://schemas.microsoft.com/office/drawing/2014/main" id="{968ADAB2-F7C6-D4C6-FEF8-A7A83CA0A50B}"/>
                </a:ext>
              </a:extLst>
            </p:cNvPr>
            <p:cNvSpPr/>
            <p:nvPr/>
          </p:nvSpPr>
          <p:spPr>
            <a:xfrm>
              <a:off x="15592920" y="6105235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70" name="Группа 69">
            <a:extLst>
              <a:ext uri="{FF2B5EF4-FFF2-40B4-BE49-F238E27FC236}">
                <a16:creationId xmlns:a16="http://schemas.microsoft.com/office/drawing/2014/main" id="{0E8EBC0B-E573-68AE-1368-156B5626368B}"/>
              </a:ext>
            </a:extLst>
          </p:cNvPr>
          <p:cNvGrpSpPr/>
          <p:nvPr userDrawn="1"/>
        </p:nvGrpSpPr>
        <p:grpSpPr>
          <a:xfrm>
            <a:off x="19694768" y="8661660"/>
            <a:ext cx="3452600" cy="3202346"/>
            <a:chOff x="19694768" y="8661660"/>
            <a:chExt cx="3452600" cy="3202346"/>
          </a:xfrm>
        </p:grpSpPr>
        <p:sp>
          <p:nvSpPr>
            <p:cNvPr id="71" name="Полилиния 70">
              <a:extLst>
                <a:ext uri="{FF2B5EF4-FFF2-40B4-BE49-F238E27FC236}">
                  <a16:creationId xmlns:a16="http://schemas.microsoft.com/office/drawing/2014/main" id="{BCC90763-9DF5-6A66-2655-922EE769ACB6}"/>
                </a:ext>
              </a:extLst>
            </p:cNvPr>
            <p:cNvSpPr/>
            <p:nvPr/>
          </p:nvSpPr>
          <p:spPr>
            <a:xfrm>
              <a:off x="19694768" y="9182760"/>
              <a:ext cx="3452600" cy="2289302"/>
            </a:xfrm>
            <a:custGeom>
              <a:avLst/>
              <a:gdLst>
                <a:gd name="connsiteX0" fmla="*/ 0 w 3452600"/>
                <a:gd name="connsiteY0" fmla="*/ 0 h 2289302"/>
                <a:gd name="connsiteX1" fmla="*/ 3452601 w 3452600"/>
                <a:gd name="connsiteY1" fmla="*/ 0 h 2289302"/>
                <a:gd name="connsiteX2" fmla="*/ 3452601 w 3452600"/>
                <a:gd name="connsiteY2" fmla="*/ 2289303 h 2289302"/>
                <a:gd name="connsiteX3" fmla="*/ 0 w 3452600"/>
                <a:gd name="connsiteY3" fmla="*/ 2289303 h 228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2600" h="2289302">
                  <a:moveTo>
                    <a:pt x="0" y="0"/>
                  </a:moveTo>
                  <a:lnTo>
                    <a:pt x="3452601" y="0"/>
                  </a:lnTo>
                  <a:lnTo>
                    <a:pt x="3452601" y="2289303"/>
                  </a:lnTo>
                  <a:lnTo>
                    <a:pt x="0" y="2289303"/>
                  </a:lnTo>
                  <a:close/>
                </a:path>
              </a:pathLst>
            </a:custGeom>
            <a:noFill/>
            <a:ln w="10869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2" name="Полилиния 71">
              <a:extLst>
                <a:ext uri="{FF2B5EF4-FFF2-40B4-BE49-F238E27FC236}">
                  <a16:creationId xmlns:a16="http://schemas.microsoft.com/office/drawing/2014/main" id="{4A543BAF-8042-1E1D-0D41-83B7969E5A0D}"/>
                </a:ext>
              </a:extLst>
            </p:cNvPr>
            <p:cNvSpPr/>
            <p:nvPr/>
          </p:nvSpPr>
          <p:spPr>
            <a:xfrm>
              <a:off x="20090721" y="8915522"/>
              <a:ext cx="2660645" cy="2828222"/>
            </a:xfrm>
            <a:custGeom>
              <a:avLst/>
              <a:gdLst>
                <a:gd name="connsiteX0" fmla="*/ 0 w 2660645"/>
                <a:gd name="connsiteY0" fmla="*/ 547650 h 2828222"/>
                <a:gd name="connsiteX1" fmla="*/ 2660646 w 2660645"/>
                <a:gd name="connsiteY1" fmla="*/ 0 h 2828222"/>
                <a:gd name="connsiteX2" fmla="*/ 2660646 w 2660645"/>
                <a:gd name="connsiteY2" fmla="*/ 2280575 h 2828222"/>
                <a:gd name="connsiteX3" fmla="*/ 0 w 2660645"/>
                <a:gd name="connsiteY3" fmla="*/ 2828223 h 2828222"/>
                <a:gd name="connsiteX4" fmla="*/ 0 w 2660645"/>
                <a:gd name="connsiteY4" fmla="*/ 547650 h 28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60645" h="2828222">
                  <a:moveTo>
                    <a:pt x="0" y="547650"/>
                  </a:moveTo>
                  <a:lnTo>
                    <a:pt x="2660646" y="0"/>
                  </a:lnTo>
                  <a:lnTo>
                    <a:pt x="2660646" y="2280575"/>
                  </a:lnTo>
                  <a:lnTo>
                    <a:pt x="0" y="2828223"/>
                  </a:lnTo>
                  <a:lnTo>
                    <a:pt x="0" y="547650"/>
                  </a:lnTo>
                  <a:close/>
                </a:path>
              </a:pathLst>
            </a:custGeom>
            <a:noFill/>
            <a:ln w="10869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3" name="Полилиния 72">
              <a:extLst>
                <a:ext uri="{FF2B5EF4-FFF2-40B4-BE49-F238E27FC236}">
                  <a16:creationId xmlns:a16="http://schemas.microsoft.com/office/drawing/2014/main" id="{FC32258E-B2B1-893F-A41C-C432B3414A71}"/>
                </a:ext>
              </a:extLst>
            </p:cNvPr>
            <p:cNvSpPr/>
            <p:nvPr/>
          </p:nvSpPr>
          <p:spPr>
            <a:xfrm>
              <a:off x="20767018" y="8710655"/>
              <a:ext cx="1450448" cy="3153351"/>
            </a:xfrm>
            <a:custGeom>
              <a:avLst/>
              <a:gdLst>
                <a:gd name="connsiteX0" fmla="*/ 0 w 1450448"/>
                <a:gd name="connsiteY0" fmla="*/ 863934 h 3153351"/>
                <a:gd name="connsiteX1" fmla="*/ 1450449 w 1450448"/>
                <a:gd name="connsiteY1" fmla="*/ 0 h 3153351"/>
                <a:gd name="connsiteX2" fmla="*/ 1450449 w 1450448"/>
                <a:gd name="connsiteY2" fmla="*/ 2289424 h 3153351"/>
                <a:gd name="connsiteX3" fmla="*/ 0 w 1450448"/>
                <a:gd name="connsiteY3" fmla="*/ 3153352 h 3153351"/>
                <a:gd name="connsiteX4" fmla="*/ 0 w 1450448"/>
                <a:gd name="connsiteY4" fmla="*/ 863934 h 315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50448" h="3153351">
                  <a:moveTo>
                    <a:pt x="0" y="863934"/>
                  </a:moveTo>
                  <a:lnTo>
                    <a:pt x="1450449" y="0"/>
                  </a:lnTo>
                  <a:lnTo>
                    <a:pt x="1450449" y="2289424"/>
                  </a:lnTo>
                  <a:lnTo>
                    <a:pt x="0" y="3153352"/>
                  </a:lnTo>
                  <a:lnTo>
                    <a:pt x="0" y="863934"/>
                  </a:lnTo>
                  <a:close/>
                </a:path>
              </a:pathLst>
            </a:custGeom>
            <a:noFill/>
            <a:ln w="10869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4" name="Полилиния 73">
              <a:extLst>
                <a:ext uri="{FF2B5EF4-FFF2-40B4-BE49-F238E27FC236}">
                  <a16:creationId xmlns:a16="http://schemas.microsoft.com/office/drawing/2014/main" id="{97813192-FC13-01EE-1399-5414D3657ED8}"/>
                </a:ext>
              </a:extLst>
            </p:cNvPr>
            <p:cNvSpPr/>
            <p:nvPr/>
          </p:nvSpPr>
          <p:spPr>
            <a:xfrm>
              <a:off x="20615755" y="8710655"/>
              <a:ext cx="1454898" cy="3153351"/>
            </a:xfrm>
            <a:custGeom>
              <a:avLst/>
              <a:gdLst>
                <a:gd name="connsiteX0" fmla="*/ 1454898 w 1454898"/>
                <a:gd name="connsiteY0" fmla="*/ 863934 h 3153351"/>
                <a:gd name="connsiteX1" fmla="*/ 0 w 1454898"/>
                <a:gd name="connsiteY1" fmla="*/ 0 h 3153351"/>
                <a:gd name="connsiteX2" fmla="*/ 0 w 1454898"/>
                <a:gd name="connsiteY2" fmla="*/ 2289424 h 3153351"/>
                <a:gd name="connsiteX3" fmla="*/ 1454898 w 1454898"/>
                <a:gd name="connsiteY3" fmla="*/ 3153352 h 3153351"/>
                <a:gd name="connsiteX4" fmla="*/ 1454898 w 1454898"/>
                <a:gd name="connsiteY4" fmla="*/ 863934 h 315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54898" h="3153351">
                  <a:moveTo>
                    <a:pt x="1454898" y="863934"/>
                  </a:moveTo>
                  <a:lnTo>
                    <a:pt x="0" y="0"/>
                  </a:lnTo>
                  <a:lnTo>
                    <a:pt x="0" y="2289424"/>
                  </a:lnTo>
                  <a:lnTo>
                    <a:pt x="1454898" y="3153352"/>
                  </a:lnTo>
                  <a:lnTo>
                    <a:pt x="1454898" y="863934"/>
                  </a:lnTo>
                  <a:close/>
                </a:path>
              </a:pathLst>
            </a:custGeom>
            <a:noFill/>
            <a:ln w="10869" cap="flat">
              <a:solidFill>
                <a:srgbClr val="2CB9FF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5" name="Полилиния 74">
              <a:extLst>
                <a:ext uri="{FF2B5EF4-FFF2-40B4-BE49-F238E27FC236}">
                  <a16:creationId xmlns:a16="http://schemas.microsoft.com/office/drawing/2014/main" id="{437A2B9F-9F4D-C4D3-1E5F-F608A8234B90}"/>
                </a:ext>
              </a:extLst>
            </p:cNvPr>
            <p:cNvSpPr/>
            <p:nvPr/>
          </p:nvSpPr>
          <p:spPr>
            <a:xfrm>
              <a:off x="20090733" y="8915522"/>
              <a:ext cx="2660644" cy="2828222"/>
            </a:xfrm>
            <a:custGeom>
              <a:avLst/>
              <a:gdLst>
                <a:gd name="connsiteX0" fmla="*/ 2660645 w 2660644"/>
                <a:gd name="connsiteY0" fmla="*/ 547650 h 2828222"/>
                <a:gd name="connsiteX1" fmla="*/ 0 w 2660644"/>
                <a:gd name="connsiteY1" fmla="*/ 0 h 2828222"/>
                <a:gd name="connsiteX2" fmla="*/ 0 w 2660644"/>
                <a:gd name="connsiteY2" fmla="*/ 2280575 h 2828222"/>
                <a:gd name="connsiteX3" fmla="*/ 2660645 w 2660644"/>
                <a:gd name="connsiteY3" fmla="*/ 2828223 h 2828222"/>
                <a:gd name="connsiteX4" fmla="*/ 2660645 w 2660644"/>
                <a:gd name="connsiteY4" fmla="*/ 547650 h 28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60644" h="2828222">
                  <a:moveTo>
                    <a:pt x="2660645" y="547650"/>
                  </a:moveTo>
                  <a:lnTo>
                    <a:pt x="0" y="0"/>
                  </a:lnTo>
                  <a:lnTo>
                    <a:pt x="0" y="2280575"/>
                  </a:lnTo>
                  <a:lnTo>
                    <a:pt x="2660645" y="2828223"/>
                  </a:lnTo>
                  <a:lnTo>
                    <a:pt x="2660645" y="547650"/>
                  </a:lnTo>
                  <a:close/>
                </a:path>
              </a:pathLst>
            </a:custGeom>
            <a:noFill/>
            <a:ln w="10869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6" name="Полилиния 75">
              <a:extLst>
                <a:ext uri="{FF2B5EF4-FFF2-40B4-BE49-F238E27FC236}">
                  <a16:creationId xmlns:a16="http://schemas.microsoft.com/office/drawing/2014/main" id="{2E145D9E-6C54-9FF3-D981-05314981124C}"/>
                </a:ext>
              </a:extLst>
            </p:cNvPr>
            <p:cNvSpPr/>
            <p:nvPr/>
          </p:nvSpPr>
          <p:spPr>
            <a:xfrm>
              <a:off x="21425491" y="8666113"/>
              <a:ext cx="10888" cy="2810403"/>
            </a:xfrm>
            <a:custGeom>
              <a:avLst/>
              <a:gdLst>
                <a:gd name="connsiteX0" fmla="*/ 0 w 10888"/>
                <a:gd name="connsiteY0" fmla="*/ 0 h 2810403"/>
                <a:gd name="connsiteX1" fmla="*/ 0 w 10888"/>
                <a:gd name="connsiteY1" fmla="*/ 2810403 h 2810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888" h="2810403">
                  <a:moveTo>
                    <a:pt x="0" y="0"/>
                  </a:moveTo>
                  <a:lnTo>
                    <a:pt x="0" y="2810403"/>
                  </a:lnTo>
                </a:path>
              </a:pathLst>
            </a:custGeom>
            <a:noFill/>
            <a:ln w="10869" cap="flat">
              <a:solidFill>
                <a:srgbClr val="2CB9FF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7" name="Полилиния 76">
              <a:extLst>
                <a:ext uri="{FF2B5EF4-FFF2-40B4-BE49-F238E27FC236}">
                  <a16:creationId xmlns:a16="http://schemas.microsoft.com/office/drawing/2014/main" id="{836448CE-4630-3E45-A686-280074D5AB6C}"/>
                </a:ext>
              </a:extLst>
            </p:cNvPr>
            <p:cNvSpPr/>
            <p:nvPr/>
          </p:nvSpPr>
          <p:spPr>
            <a:xfrm>
              <a:off x="21374553" y="8661660"/>
              <a:ext cx="99850" cy="50929"/>
            </a:xfrm>
            <a:custGeom>
              <a:avLst/>
              <a:gdLst>
                <a:gd name="connsiteX0" fmla="*/ 99850 w 99850"/>
                <a:gd name="connsiteY0" fmla="*/ 49021 h 50929"/>
                <a:gd name="connsiteX1" fmla="*/ 50873 w 99850"/>
                <a:gd name="connsiteY1" fmla="*/ 0 h 50929"/>
                <a:gd name="connsiteX2" fmla="*/ 0 w 99850"/>
                <a:gd name="connsiteY2" fmla="*/ 50930 h 50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850" h="50929">
                  <a:moveTo>
                    <a:pt x="99850" y="49021"/>
                  </a:moveTo>
                  <a:lnTo>
                    <a:pt x="50873" y="0"/>
                  </a:lnTo>
                  <a:lnTo>
                    <a:pt x="0" y="50930"/>
                  </a:lnTo>
                </a:path>
              </a:pathLst>
            </a:custGeom>
            <a:noFill/>
            <a:ln w="10869" cap="flat">
              <a:solidFill>
                <a:srgbClr val="2CB9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8" name="Полилиния 77">
              <a:extLst>
                <a:ext uri="{FF2B5EF4-FFF2-40B4-BE49-F238E27FC236}">
                  <a16:creationId xmlns:a16="http://schemas.microsoft.com/office/drawing/2014/main" id="{7DED4CF7-DD2E-FE12-1072-83F727E98D4A}"/>
                </a:ext>
              </a:extLst>
            </p:cNvPr>
            <p:cNvSpPr/>
            <p:nvPr/>
          </p:nvSpPr>
          <p:spPr>
            <a:xfrm rot="10800000" flipV="1">
              <a:off x="21369173" y="9139693"/>
              <a:ext cx="99404" cy="99508"/>
            </a:xfrm>
            <a:custGeom>
              <a:avLst/>
              <a:gdLst>
                <a:gd name="connsiteX0" fmla="*/ 99562 w 99404"/>
                <a:gd name="connsiteY0" fmla="*/ 49801 h 99508"/>
                <a:gd name="connsiteX1" fmla="*/ 49859 w 99404"/>
                <a:gd name="connsiteY1" fmla="*/ 99555 h 99508"/>
                <a:gd name="connsiteX2" fmla="*/ 157 w 99404"/>
                <a:gd name="connsiteY2" fmla="*/ 49801 h 99508"/>
                <a:gd name="connsiteX3" fmla="*/ 49859 w 99404"/>
                <a:gd name="connsiteY3" fmla="*/ 46 h 99508"/>
                <a:gd name="connsiteX4" fmla="*/ 99562 w 99404"/>
                <a:gd name="connsiteY4" fmla="*/ 49801 h 9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404" h="99508">
                  <a:moveTo>
                    <a:pt x="99562" y="49801"/>
                  </a:moveTo>
                  <a:cubicBezTo>
                    <a:pt x="99562" y="77279"/>
                    <a:pt x="77309" y="99555"/>
                    <a:pt x="49859" y="99555"/>
                  </a:cubicBezTo>
                  <a:cubicBezTo>
                    <a:pt x="22409" y="99555"/>
                    <a:pt x="157" y="77279"/>
                    <a:pt x="157" y="49801"/>
                  </a:cubicBezTo>
                  <a:cubicBezTo>
                    <a:pt x="157" y="22322"/>
                    <a:pt x="22409" y="46"/>
                    <a:pt x="49859" y="46"/>
                  </a:cubicBezTo>
                  <a:cubicBezTo>
                    <a:pt x="77309" y="46"/>
                    <a:pt x="99562" y="22322"/>
                    <a:pt x="99562" y="49801"/>
                  </a:cubicBezTo>
                  <a:close/>
                </a:path>
              </a:pathLst>
            </a:custGeom>
            <a:solidFill>
              <a:srgbClr val="2CB9FF"/>
            </a:solidFill>
            <a:ln w="3260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9" name="Полилиния 78">
              <a:extLst>
                <a:ext uri="{FF2B5EF4-FFF2-40B4-BE49-F238E27FC236}">
                  <a16:creationId xmlns:a16="http://schemas.microsoft.com/office/drawing/2014/main" id="{71B58A56-5A33-4731-9F95-F08C6F624BE2}"/>
                </a:ext>
              </a:extLst>
            </p:cNvPr>
            <p:cNvSpPr/>
            <p:nvPr/>
          </p:nvSpPr>
          <p:spPr>
            <a:xfrm rot="10800000" flipV="1">
              <a:off x="21369173" y="11424532"/>
              <a:ext cx="99404" cy="99508"/>
            </a:xfrm>
            <a:custGeom>
              <a:avLst/>
              <a:gdLst>
                <a:gd name="connsiteX0" fmla="*/ 99562 w 99404"/>
                <a:gd name="connsiteY0" fmla="*/ 50010 h 99508"/>
                <a:gd name="connsiteX1" fmla="*/ 49859 w 99404"/>
                <a:gd name="connsiteY1" fmla="*/ 99765 h 99508"/>
                <a:gd name="connsiteX2" fmla="*/ 157 w 99404"/>
                <a:gd name="connsiteY2" fmla="*/ 50010 h 99508"/>
                <a:gd name="connsiteX3" fmla="*/ 49859 w 99404"/>
                <a:gd name="connsiteY3" fmla="*/ 256 h 99508"/>
                <a:gd name="connsiteX4" fmla="*/ 99562 w 99404"/>
                <a:gd name="connsiteY4" fmla="*/ 50010 h 9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404" h="99508">
                  <a:moveTo>
                    <a:pt x="99562" y="50010"/>
                  </a:moveTo>
                  <a:cubicBezTo>
                    <a:pt x="99562" y="77489"/>
                    <a:pt x="77309" y="99765"/>
                    <a:pt x="49859" y="99765"/>
                  </a:cubicBezTo>
                  <a:cubicBezTo>
                    <a:pt x="22409" y="99765"/>
                    <a:pt x="157" y="77489"/>
                    <a:pt x="157" y="50010"/>
                  </a:cubicBezTo>
                  <a:cubicBezTo>
                    <a:pt x="157" y="22532"/>
                    <a:pt x="22409" y="256"/>
                    <a:pt x="49859" y="256"/>
                  </a:cubicBezTo>
                  <a:cubicBezTo>
                    <a:pt x="77309" y="256"/>
                    <a:pt x="99562" y="22532"/>
                    <a:pt x="99562" y="50010"/>
                  </a:cubicBezTo>
                  <a:close/>
                </a:path>
              </a:pathLst>
            </a:custGeom>
            <a:solidFill>
              <a:srgbClr val="2CB9FF"/>
            </a:solidFill>
            <a:ln w="3260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80" name="Группа 79">
            <a:extLst>
              <a:ext uri="{FF2B5EF4-FFF2-40B4-BE49-F238E27FC236}">
                <a16:creationId xmlns:a16="http://schemas.microsoft.com/office/drawing/2014/main" id="{D5C5405E-DC56-9F98-39D5-336E144C2A3F}"/>
              </a:ext>
            </a:extLst>
          </p:cNvPr>
          <p:cNvGrpSpPr/>
          <p:nvPr userDrawn="1"/>
        </p:nvGrpSpPr>
        <p:grpSpPr>
          <a:xfrm>
            <a:off x="1226009" y="8963554"/>
            <a:ext cx="3696883" cy="2600048"/>
            <a:chOff x="1226009" y="8963554"/>
            <a:chExt cx="3696883" cy="2600048"/>
          </a:xfrm>
        </p:grpSpPr>
        <p:sp>
          <p:nvSpPr>
            <p:cNvPr id="81" name="Полилиния 80">
              <a:extLst>
                <a:ext uri="{FF2B5EF4-FFF2-40B4-BE49-F238E27FC236}">
                  <a16:creationId xmlns:a16="http://schemas.microsoft.com/office/drawing/2014/main" id="{17D301C0-7010-B6FE-DDF9-FE8C1BE4FD55}"/>
                </a:ext>
              </a:extLst>
            </p:cNvPr>
            <p:cNvSpPr/>
            <p:nvPr/>
          </p:nvSpPr>
          <p:spPr>
            <a:xfrm>
              <a:off x="1226009" y="9312299"/>
              <a:ext cx="2470477" cy="813359"/>
            </a:xfrm>
            <a:custGeom>
              <a:avLst/>
              <a:gdLst>
                <a:gd name="connsiteX0" fmla="*/ 2470478 w 2470477"/>
                <a:gd name="connsiteY0" fmla="*/ 787823 h 813359"/>
                <a:gd name="connsiteX1" fmla="*/ 1848735 w 2470477"/>
                <a:gd name="connsiteY1" fmla="*/ 813360 h 813359"/>
                <a:gd name="connsiteX2" fmla="*/ 0 w 2470477"/>
                <a:gd name="connsiteY2" fmla="*/ 372707 h 813359"/>
                <a:gd name="connsiteX3" fmla="*/ 862008 w 2470477"/>
                <a:gd name="connsiteY3" fmla="*/ 0 h 813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70477" h="813359">
                  <a:moveTo>
                    <a:pt x="2470478" y="787823"/>
                  </a:moveTo>
                  <a:cubicBezTo>
                    <a:pt x="2276180" y="804357"/>
                    <a:pt x="2066869" y="813360"/>
                    <a:pt x="1848735" y="813360"/>
                  </a:cubicBezTo>
                  <a:cubicBezTo>
                    <a:pt x="827706" y="813360"/>
                    <a:pt x="0" y="616073"/>
                    <a:pt x="0" y="372707"/>
                  </a:cubicBezTo>
                  <a:cubicBezTo>
                    <a:pt x="0" y="215817"/>
                    <a:pt x="343991" y="78078"/>
                    <a:pt x="862008" y="0"/>
                  </a:cubicBezTo>
                </a:path>
              </a:pathLst>
            </a:custGeom>
            <a:noFill/>
            <a:ln w="1086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2" name="Полилиния 81">
              <a:extLst>
                <a:ext uri="{FF2B5EF4-FFF2-40B4-BE49-F238E27FC236}">
                  <a16:creationId xmlns:a16="http://schemas.microsoft.com/office/drawing/2014/main" id="{D4B2E4E4-D5D9-38FE-AB2D-7A0020BA0721}"/>
                </a:ext>
              </a:extLst>
            </p:cNvPr>
            <p:cNvSpPr/>
            <p:nvPr/>
          </p:nvSpPr>
          <p:spPr>
            <a:xfrm>
              <a:off x="2448911" y="9230966"/>
              <a:ext cx="2470478" cy="774459"/>
            </a:xfrm>
            <a:custGeom>
              <a:avLst/>
              <a:gdLst>
                <a:gd name="connsiteX0" fmla="*/ 0 w 2470478"/>
                <a:gd name="connsiteY0" fmla="*/ 25432 h 774459"/>
                <a:gd name="connsiteX1" fmla="*/ 621743 w 2470478"/>
                <a:gd name="connsiteY1" fmla="*/ 0 h 774459"/>
                <a:gd name="connsiteX2" fmla="*/ 2470478 w 2470478"/>
                <a:gd name="connsiteY2" fmla="*/ 438798 h 774459"/>
                <a:gd name="connsiteX3" fmla="*/ 1812541 w 2470478"/>
                <a:gd name="connsiteY3" fmla="*/ 774460 h 774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70478" h="774459">
                  <a:moveTo>
                    <a:pt x="0" y="25432"/>
                  </a:moveTo>
                  <a:cubicBezTo>
                    <a:pt x="194298" y="8967"/>
                    <a:pt x="403609" y="0"/>
                    <a:pt x="621743" y="0"/>
                  </a:cubicBezTo>
                  <a:cubicBezTo>
                    <a:pt x="1642776" y="0"/>
                    <a:pt x="2470478" y="196457"/>
                    <a:pt x="2470478" y="438798"/>
                  </a:cubicBezTo>
                  <a:cubicBezTo>
                    <a:pt x="2470478" y="573468"/>
                    <a:pt x="2214878" y="693968"/>
                    <a:pt x="1812541" y="774460"/>
                  </a:cubicBezTo>
                </a:path>
              </a:pathLst>
            </a:custGeom>
            <a:noFill/>
            <a:ln w="1086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3" name="Полилиния 82">
              <a:extLst>
                <a:ext uri="{FF2B5EF4-FFF2-40B4-BE49-F238E27FC236}">
                  <a16:creationId xmlns:a16="http://schemas.microsoft.com/office/drawing/2014/main" id="{9F3DAB7A-111E-D248-0707-392020A8AA28}"/>
                </a:ext>
              </a:extLst>
            </p:cNvPr>
            <p:cNvSpPr/>
            <p:nvPr/>
          </p:nvSpPr>
          <p:spPr>
            <a:xfrm>
              <a:off x="1226009" y="9775561"/>
              <a:ext cx="3696883" cy="866407"/>
            </a:xfrm>
            <a:custGeom>
              <a:avLst/>
              <a:gdLst>
                <a:gd name="connsiteX0" fmla="*/ 2479257 w 3696883"/>
                <a:gd name="connsiteY0" fmla="*/ 840087 h 866407"/>
                <a:gd name="connsiteX1" fmla="*/ 1848441 w 3696883"/>
                <a:gd name="connsiteY1" fmla="*/ 866407 h 866407"/>
                <a:gd name="connsiteX2" fmla="*/ 0 w 3696883"/>
                <a:gd name="connsiteY2" fmla="*/ 425859 h 866407"/>
                <a:gd name="connsiteX3" fmla="*/ 856371 w 3696883"/>
                <a:gd name="connsiteY3" fmla="*/ 54073 h 866407"/>
                <a:gd name="connsiteX4" fmla="*/ 3088065 w 3696883"/>
                <a:gd name="connsiteY4" fmla="*/ 752656 h 866407"/>
                <a:gd name="connsiteX5" fmla="*/ 3696883 w 3696883"/>
                <a:gd name="connsiteY5" fmla="*/ 425859 h 866407"/>
                <a:gd name="connsiteX6" fmla="*/ 1287305 w 3696883"/>
                <a:gd name="connsiteY6" fmla="*/ 16780 h 86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96883" h="866407">
                  <a:moveTo>
                    <a:pt x="2479257" y="840087"/>
                  </a:moveTo>
                  <a:cubicBezTo>
                    <a:pt x="2282413" y="857122"/>
                    <a:pt x="2069980" y="866407"/>
                    <a:pt x="1848441" y="866407"/>
                  </a:cubicBezTo>
                  <a:cubicBezTo>
                    <a:pt x="827575" y="866407"/>
                    <a:pt x="0" y="669166"/>
                    <a:pt x="0" y="425859"/>
                  </a:cubicBezTo>
                  <a:cubicBezTo>
                    <a:pt x="0" y="269558"/>
                    <a:pt x="341503" y="132277"/>
                    <a:pt x="856371" y="54073"/>
                  </a:cubicBezTo>
                  <a:moveTo>
                    <a:pt x="3088065" y="752656"/>
                  </a:moveTo>
                  <a:cubicBezTo>
                    <a:pt x="3461964" y="672040"/>
                    <a:pt x="3696883" y="555492"/>
                    <a:pt x="3696883" y="425859"/>
                  </a:cubicBezTo>
                  <a:cubicBezTo>
                    <a:pt x="3696883" y="54072"/>
                    <a:pt x="1912627" y="-44190"/>
                    <a:pt x="1287305" y="16780"/>
                  </a:cubicBezTo>
                </a:path>
              </a:pathLst>
            </a:custGeom>
            <a:noFill/>
            <a:ln w="1086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4" name="Полилиния 83">
              <a:extLst>
                <a:ext uri="{FF2B5EF4-FFF2-40B4-BE49-F238E27FC236}">
                  <a16:creationId xmlns:a16="http://schemas.microsoft.com/office/drawing/2014/main" id="{0FDF5CA9-41A8-C348-E993-035346E0E78A}"/>
                </a:ext>
              </a:extLst>
            </p:cNvPr>
            <p:cNvSpPr/>
            <p:nvPr/>
          </p:nvSpPr>
          <p:spPr>
            <a:xfrm>
              <a:off x="1226009" y="10291866"/>
              <a:ext cx="3696883" cy="880550"/>
            </a:xfrm>
            <a:custGeom>
              <a:avLst/>
              <a:gdLst>
                <a:gd name="connsiteX0" fmla="*/ 3080732 w 3696883"/>
                <a:gd name="connsiteY0" fmla="*/ 768444 h 880550"/>
                <a:gd name="connsiteX1" fmla="*/ 1848441 w 3696883"/>
                <a:gd name="connsiteY1" fmla="*/ 880551 h 880550"/>
                <a:gd name="connsiteX2" fmla="*/ 0 w 3696883"/>
                <a:gd name="connsiteY2" fmla="*/ 440275 h 880550"/>
                <a:gd name="connsiteX3" fmla="*/ 143034 w 3696883"/>
                <a:gd name="connsiteY3" fmla="*/ 270161 h 880550"/>
                <a:gd name="connsiteX4" fmla="*/ 3594186 w 3696883"/>
                <a:gd name="connsiteY4" fmla="*/ 585343 h 880550"/>
                <a:gd name="connsiteX5" fmla="*/ 3696883 w 3696883"/>
                <a:gd name="connsiteY5" fmla="*/ 440275 h 880550"/>
                <a:gd name="connsiteX6" fmla="*/ 3491500 w 3696883"/>
                <a:gd name="connsiteY6" fmla="*/ 238376 h 880550"/>
                <a:gd name="connsiteX7" fmla="*/ 632650 w 3696883"/>
                <a:gd name="connsiteY7" fmla="*/ 108635 h 880550"/>
                <a:gd name="connsiteX8" fmla="*/ 1848441 w 3696883"/>
                <a:gd name="connsiteY8" fmla="*/ 0 h 880550"/>
                <a:gd name="connsiteX9" fmla="*/ 3117405 w 3696883"/>
                <a:gd name="connsiteY9" fmla="*/ 120141 h 88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96883" h="880550">
                  <a:moveTo>
                    <a:pt x="3080732" y="768444"/>
                  </a:moveTo>
                  <a:cubicBezTo>
                    <a:pt x="2753711" y="838164"/>
                    <a:pt x="2321861" y="880551"/>
                    <a:pt x="1848441" y="880551"/>
                  </a:cubicBezTo>
                  <a:cubicBezTo>
                    <a:pt x="827575" y="880551"/>
                    <a:pt x="0" y="683430"/>
                    <a:pt x="0" y="440275"/>
                  </a:cubicBezTo>
                  <a:cubicBezTo>
                    <a:pt x="0" y="379971"/>
                    <a:pt x="50903" y="322497"/>
                    <a:pt x="143034" y="270161"/>
                  </a:cubicBezTo>
                  <a:moveTo>
                    <a:pt x="3594186" y="585343"/>
                  </a:moveTo>
                  <a:cubicBezTo>
                    <a:pt x="3660722" y="539919"/>
                    <a:pt x="3696883" y="491109"/>
                    <a:pt x="3696883" y="440275"/>
                  </a:cubicBezTo>
                  <a:cubicBezTo>
                    <a:pt x="3696883" y="367508"/>
                    <a:pt x="3622754" y="298854"/>
                    <a:pt x="3491500" y="238376"/>
                  </a:cubicBezTo>
                  <a:moveTo>
                    <a:pt x="632650" y="108635"/>
                  </a:moveTo>
                  <a:cubicBezTo>
                    <a:pt x="957635" y="40983"/>
                    <a:pt x="1382942" y="0"/>
                    <a:pt x="1848441" y="0"/>
                  </a:cubicBezTo>
                  <a:cubicBezTo>
                    <a:pt x="2339778" y="0"/>
                    <a:pt x="2786337" y="45664"/>
                    <a:pt x="3117405" y="120141"/>
                  </a:cubicBezTo>
                </a:path>
              </a:pathLst>
            </a:custGeom>
            <a:noFill/>
            <a:ln w="1086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5" name="Полилиния 84">
              <a:extLst>
                <a:ext uri="{FF2B5EF4-FFF2-40B4-BE49-F238E27FC236}">
                  <a16:creationId xmlns:a16="http://schemas.microsoft.com/office/drawing/2014/main" id="{07BC06F8-2FD4-21B9-F02B-83476B4F3EEB}"/>
                </a:ext>
              </a:extLst>
            </p:cNvPr>
            <p:cNvSpPr/>
            <p:nvPr/>
          </p:nvSpPr>
          <p:spPr>
            <a:xfrm>
              <a:off x="2240343" y="8986950"/>
              <a:ext cx="1" cy="2362286"/>
            </a:xfrm>
            <a:custGeom>
              <a:avLst/>
              <a:gdLst>
                <a:gd name="connsiteX0" fmla="*/ 0 w 1"/>
                <a:gd name="connsiteY0" fmla="*/ 0 h 2362286"/>
                <a:gd name="connsiteX1" fmla="*/ 1 w 1"/>
                <a:gd name="connsiteY1" fmla="*/ 2362286 h 2362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" h="2362286">
                  <a:moveTo>
                    <a:pt x="0" y="0"/>
                  </a:moveTo>
                  <a:lnTo>
                    <a:pt x="1" y="2362286"/>
                  </a:lnTo>
                </a:path>
              </a:pathLst>
            </a:custGeom>
            <a:noFill/>
            <a:ln w="10862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6" name="Полилиния 85">
              <a:extLst>
                <a:ext uri="{FF2B5EF4-FFF2-40B4-BE49-F238E27FC236}">
                  <a16:creationId xmlns:a16="http://schemas.microsoft.com/office/drawing/2014/main" id="{0455EBF6-6180-5DBA-9EDD-1ABCD034EE46}"/>
                </a:ext>
              </a:extLst>
            </p:cNvPr>
            <p:cNvSpPr/>
            <p:nvPr/>
          </p:nvSpPr>
          <p:spPr>
            <a:xfrm>
              <a:off x="3069142" y="9319368"/>
              <a:ext cx="10878" cy="2196074"/>
            </a:xfrm>
            <a:custGeom>
              <a:avLst/>
              <a:gdLst>
                <a:gd name="connsiteX0" fmla="*/ 0 w 10878"/>
                <a:gd name="connsiteY0" fmla="*/ 0 h 2196074"/>
                <a:gd name="connsiteX1" fmla="*/ 0 w 10878"/>
                <a:gd name="connsiteY1" fmla="*/ 2196075 h 2196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878" h="2196074">
                  <a:moveTo>
                    <a:pt x="0" y="0"/>
                  </a:moveTo>
                  <a:lnTo>
                    <a:pt x="0" y="2196075"/>
                  </a:lnTo>
                </a:path>
              </a:pathLst>
            </a:custGeom>
            <a:noFill/>
            <a:ln w="10862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7" name="Полилиния 86">
              <a:extLst>
                <a:ext uri="{FF2B5EF4-FFF2-40B4-BE49-F238E27FC236}">
                  <a16:creationId xmlns:a16="http://schemas.microsoft.com/office/drawing/2014/main" id="{E81D4451-939E-FC29-4C8E-A70F144B6920}"/>
                </a:ext>
              </a:extLst>
            </p:cNvPr>
            <p:cNvSpPr/>
            <p:nvPr/>
          </p:nvSpPr>
          <p:spPr>
            <a:xfrm>
              <a:off x="3890861" y="8986950"/>
              <a:ext cx="10878" cy="2362286"/>
            </a:xfrm>
            <a:custGeom>
              <a:avLst/>
              <a:gdLst>
                <a:gd name="connsiteX0" fmla="*/ 0 w 10878"/>
                <a:gd name="connsiteY0" fmla="*/ 0 h 2362286"/>
                <a:gd name="connsiteX1" fmla="*/ 0 w 10878"/>
                <a:gd name="connsiteY1" fmla="*/ 2362286 h 2362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878" h="2362286">
                  <a:moveTo>
                    <a:pt x="0" y="0"/>
                  </a:moveTo>
                  <a:lnTo>
                    <a:pt x="0" y="2362286"/>
                  </a:lnTo>
                </a:path>
              </a:pathLst>
            </a:custGeom>
            <a:noFill/>
            <a:ln w="10862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8" name="Полилиния 87">
              <a:extLst>
                <a:ext uri="{FF2B5EF4-FFF2-40B4-BE49-F238E27FC236}">
                  <a16:creationId xmlns:a16="http://schemas.microsoft.com/office/drawing/2014/main" id="{3BD132A2-1877-3156-364D-8D68E68A24B8}"/>
                </a:ext>
              </a:extLst>
            </p:cNvPr>
            <p:cNvSpPr/>
            <p:nvPr/>
          </p:nvSpPr>
          <p:spPr>
            <a:xfrm>
              <a:off x="2185120" y="10568293"/>
              <a:ext cx="99788" cy="99846"/>
            </a:xfrm>
            <a:custGeom>
              <a:avLst/>
              <a:gdLst>
                <a:gd name="connsiteX0" fmla="*/ 99789 w 99788"/>
                <a:gd name="connsiteY0" fmla="*/ 49923 h 99846"/>
                <a:gd name="connsiteX1" fmla="*/ 49894 w 99788"/>
                <a:gd name="connsiteY1" fmla="*/ 99846 h 99846"/>
                <a:gd name="connsiteX2" fmla="*/ 0 w 99788"/>
                <a:gd name="connsiteY2" fmla="*/ 49923 h 99846"/>
                <a:gd name="connsiteX3" fmla="*/ 49894 w 99788"/>
                <a:gd name="connsiteY3" fmla="*/ 0 h 99846"/>
                <a:gd name="connsiteX4" fmla="*/ 99789 w 99788"/>
                <a:gd name="connsiteY4" fmla="*/ 49923 h 9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88" h="99846">
                  <a:moveTo>
                    <a:pt x="99789" y="49923"/>
                  </a:moveTo>
                  <a:cubicBezTo>
                    <a:pt x="99789" y="77495"/>
                    <a:pt x="77450" y="99846"/>
                    <a:pt x="49894" y="99846"/>
                  </a:cubicBezTo>
                  <a:cubicBezTo>
                    <a:pt x="22338" y="99846"/>
                    <a:pt x="0" y="77495"/>
                    <a:pt x="0" y="49923"/>
                  </a:cubicBezTo>
                  <a:cubicBezTo>
                    <a:pt x="0" y="22351"/>
                    <a:pt x="22338" y="0"/>
                    <a:pt x="49894" y="0"/>
                  </a:cubicBezTo>
                  <a:cubicBezTo>
                    <a:pt x="77450" y="0"/>
                    <a:pt x="99789" y="22351"/>
                    <a:pt x="99789" y="49923"/>
                  </a:cubicBezTo>
                  <a:close/>
                </a:path>
              </a:pathLst>
            </a:custGeom>
            <a:solidFill>
              <a:srgbClr val="E3FF7C"/>
            </a:solidFill>
            <a:ln w="3258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9" name="Полилиния 88">
              <a:extLst>
                <a:ext uri="{FF2B5EF4-FFF2-40B4-BE49-F238E27FC236}">
                  <a16:creationId xmlns:a16="http://schemas.microsoft.com/office/drawing/2014/main" id="{0289FFE3-B009-9C58-0DB5-D087CB2E21EB}"/>
                </a:ext>
              </a:extLst>
            </p:cNvPr>
            <p:cNvSpPr/>
            <p:nvPr/>
          </p:nvSpPr>
          <p:spPr>
            <a:xfrm>
              <a:off x="3015744" y="10607197"/>
              <a:ext cx="99788" cy="99846"/>
            </a:xfrm>
            <a:custGeom>
              <a:avLst/>
              <a:gdLst>
                <a:gd name="connsiteX0" fmla="*/ 99789 w 99788"/>
                <a:gd name="connsiteY0" fmla="*/ 49923 h 99846"/>
                <a:gd name="connsiteX1" fmla="*/ 49894 w 99788"/>
                <a:gd name="connsiteY1" fmla="*/ 99846 h 99846"/>
                <a:gd name="connsiteX2" fmla="*/ 0 w 99788"/>
                <a:gd name="connsiteY2" fmla="*/ 49923 h 99846"/>
                <a:gd name="connsiteX3" fmla="*/ 49894 w 99788"/>
                <a:gd name="connsiteY3" fmla="*/ 0 h 99846"/>
                <a:gd name="connsiteX4" fmla="*/ 99789 w 99788"/>
                <a:gd name="connsiteY4" fmla="*/ 49923 h 9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88" h="99846">
                  <a:moveTo>
                    <a:pt x="99789" y="49923"/>
                  </a:moveTo>
                  <a:cubicBezTo>
                    <a:pt x="99789" y="77495"/>
                    <a:pt x="77450" y="99846"/>
                    <a:pt x="49894" y="99846"/>
                  </a:cubicBezTo>
                  <a:cubicBezTo>
                    <a:pt x="22338" y="99846"/>
                    <a:pt x="0" y="77495"/>
                    <a:pt x="0" y="49923"/>
                  </a:cubicBezTo>
                  <a:cubicBezTo>
                    <a:pt x="0" y="22351"/>
                    <a:pt x="22338" y="0"/>
                    <a:pt x="49894" y="0"/>
                  </a:cubicBezTo>
                  <a:cubicBezTo>
                    <a:pt x="77450" y="0"/>
                    <a:pt x="99789" y="22351"/>
                    <a:pt x="99789" y="49923"/>
                  </a:cubicBezTo>
                  <a:close/>
                </a:path>
              </a:pathLst>
            </a:custGeom>
            <a:solidFill>
              <a:srgbClr val="E3FF7C"/>
            </a:solidFill>
            <a:ln w="3258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0" name="Полилиния 89">
              <a:extLst>
                <a:ext uri="{FF2B5EF4-FFF2-40B4-BE49-F238E27FC236}">
                  <a16:creationId xmlns:a16="http://schemas.microsoft.com/office/drawing/2014/main" id="{1CA7215F-D94F-1515-A526-5AC449FED28E}"/>
                </a:ext>
              </a:extLst>
            </p:cNvPr>
            <p:cNvSpPr/>
            <p:nvPr/>
          </p:nvSpPr>
          <p:spPr>
            <a:xfrm>
              <a:off x="3015744" y="9714026"/>
              <a:ext cx="99788" cy="99846"/>
            </a:xfrm>
            <a:custGeom>
              <a:avLst/>
              <a:gdLst>
                <a:gd name="connsiteX0" fmla="*/ 99789 w 99788"/>
                <a:gd name="connsiteY0" fmla="*/ 49923 h 99846"/>
                <a:gd name="connsiteX1" fmla="*/ 49894 w 99788"/>
                <a:gd name="connsiteY1" fmla="*/ 99846 h 99846"/>
                <a:gd name="connsiteX2" fmla="*/ 0 w 99788"/>
                <a:gd name="connsiteY2" fmla="*/ 49923 h 99846"/>
                <a:gd name="connsiteX3" fmla="*/ 49894 w 99788"/>
                <a:gd name="connsiteY3" fmla="*/ 0 h 99846"/>
                <a:gd name="connsiteX4" fmla="*/ 99789 w 99788"/>
                <a:gd name="connsiteY4" fmla="*/ 49923 h 9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88" h="99846">
                  <a:moveTo>
                    <a:pt x="99789" y="49923"/>
                  </a:moveTo>
                  <a:cubicBezTo>
                    <a:pt x="99789" y="77495"/>
                    <a:pt x="77450" y="99846"/>
                    <a:pt x="49894" y="99846"/>
                  </a:cubicBezTo>
                  <a:cubicBezTo>
                    <a:pt x="22338" y="99846"/>
                    <a:pt x="0" y="77495"/>
                    <a:pt x="0" y="49923"/>
                  </a:cubicBezTo>
                  <a:cubicBezTo>
                    <a:pt x="0" y="22351"/>
                    <a:pt x="22338" y="0"/>
                    <a:pt x="49894" y="0"/>
                  </a:cubicBezTo>
                  <a:cubicBezTo>
                    <a:pt x="77450" y="0"/>
                    <a:pt x="99789" y="22351"/>
                    <a:pt x="99789" y="49923"/>
                  </a:cubicBezTo>
                  <a:close/>
                </a:path>
              </a:pathLst>
            </a:custGeom>
            <a:solidFill>
              <a:srgbClr val="E3FF7C"/>
            </a:solidFill>
            <a:ln w="3258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1" name="Полилиния 90">
              <a:extLst>
                <a:ext uri="{FF2B5EF4-FFF2-40B4-BE49-F238E27FC236}">
                  <a16:creationId xmlns:a16="http://schemas.microsoft.com/office/drawing/2014/main" id="{8B4AA987-AE8E-138E-811E-84D53AB34AFD}"/>
                </a:ext>
              </a:extLst>
            </p:cNvPr>
            <p:cNvSpPr/>
            <p:nvPr/>
          </p:nvSpPr>
          <p:spPr>
            <a:xfrm>
              <a:off x="3015744" y="9179266"/>
              <a:ext cx="99788" cy="99846"/>
            </a:xfrm>
            <a:custGeom>
              <a:avLst/>
              <a:gdLst>
                <a:gd name="connsiteX0" fmla="*/ 99789 w 99788"/>
                <a:gd name="connsiteY0" fmla="*/ 49923 h 99846"/>
                <a:gd name="connsiteX1" fmla="*/ 49894 w 99788"/>
                <a:gd name="connsiteY1" fmla="*/ 99846 h 99846"/>
                <a:gd name="connsiteX2" fmla="*/ 0 w 99788"/>
                <a:gd name="connsiteY2" fmla="*/ 49923 h 99846"/>
                <a:gd name="connsiteX3" fmla="*/ 49894 w 99788"/>
                <a:gd name="connsiteY3" fmla="*/ 0 h 99846"/>
                <a:gd name="connsiteX4" fmla="*/ 99789 w 99788"/>
                <a:gd name="connsiteY4" fmla="*/ 49923 h 9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88" h="99846">
                  <a:moveTo>
                    <a:pt x="99789" y="49923"/>
                  </a:moveTo>
                  <a:cubicBezTo>
                    <a:pt x="99789" y="77495"/>
                    <a:pt x="77450" y="99846"/>
                    <a:pt x="49894" y="99846"/>
                  </a:cubicBezTo>
                  <a:cubicBezTo>
                    <a:pt x="22338" y="99846"/>
                    <a:pt x="0" y="77495"/>
                    <a:pt x="0" y="49923"/>
                  </a:cubicBezTo>
                  <a:cubicBezTo>
                    <a:pt x="0" y="22351"/>
                    <a:pt x="22338" y="0"/>
                    <a:pt x="49894" y="0"/>
                  </a:cubicBezTo>
                  <a:cubicBezTo>
                    <a:pt x="77450" y="0"/>
                    <a:pt x="99789" y="22351"/>
                    <a:pt x="99789" y="49923"/>
                  </a:cubicBezTo>
                  <a:close/>
                </a:path>
              </a:pathLst>
            </a:custGeom>
            <a:solidFill>
              <a:srgbClr val="E3FF7C"/>
            </a:solidFill>
            <a:ln w="3258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2" name="Полилиния 91">
              <a:extLst>
                <a:ext uri="{FF2B5EF4-FFF2-40B4-BE49-F238E27FC236}">
                  <a16:creationId xmlns:a16="http://schemas.microsoft.com/office/drawing/2014/main" id="{92F52185-F357-E205-7777-CE30ACAB24CC}"/>
                </a:ext>
              </a:extLst>
            </p:cNvPr>
            <p:cNvSpPr/>
            <p:nvPr/>
          </p:nvSpPr>
          <p:spPr>
            <a:xfrm>
              <a:off x="3835658" y="9781215"/>
              <a:ext cx="99788" cy="99846"/>
            </a:xfrm>
            <a:custGeom>
              <a:avLst/>
              <a:gdLst>
                <a:gd name="connsiteX0" fmla="*/ 99789 w 99788"/>
                <a:gd name="connsiteY0" fmla="*/ 49923 h 99846"/>
                <a:gd name="connsiteX1" fmla="*/ 49894 w 99788"/>
                <a:gd name="connsiteY1" fmla="*/ 99846 h 99846"/>
                <a:gd name="connsiteX2" fmla="*/ 0 w 99788"/>
                <a:gd name="connsiteY2" fmla="*/ 49923 h 99846"/>
                <a:gd name="connsiteX3" fmla="*/ 49894 w 99788"/>
                <a:gd name="connsiteY3" fmla="*/ 0 h 99846"/>
                <a:gd name="connsiteX4" fmla="*/ 99789 w 99788"/>
                <a:gd name="connsiteY4" fmla="*/ 49923 h 9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88" h="99846">
                  <a:moveTo>
                    <a:pt x="99789" y="49923"/>
                  </a:moveTo>
                  <a:cubicBezTo>
                    <a:pt x="99789" y="77495"/>
                    <a:pt x="77450" y="99846"/>
                    <a:pt x="49894" y="99846"/>
                  </a:cubicBezTo>
                  <a:cubicBezTo>
                    <a:pt x="22338" y="99846"/>
                    <a:pt x="0" y="77495"/>
                    <a:pt x="0" y="49923"/>
                  </a:cubicBezTo>
                  <a:cubicBezTo>
                    <a:pt x="0" y="22351"/>
                    <a:pt x="22338" y="0"/>
                    <a:pt x="49894" y="0"/>
                  </a:cubicBezTo>
                  <a:cubicBezTo>
                    <a:pt x="77450" y="0"/>
                    <a:pt x="99789" y="22351"/>
                    <a:pt x="99789" y="49923"/>
                  </a:cubicBezTo>
                  <a:close/>
                </a:path>
              </a:pathLst>
            </a:custGeom>
            <a:solidFill>
              <a:srgbClr val="E3FF7C"/>
            </a:solidFill>
            <a:ln w="3258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3" name="Полилиния 92">
              <a:extLst>
                <a:ext uri="{FF2B5EF4-FFF2-40B4-BE49-F238E27FC236}">
                  <a16:creationId xmlns:a16="http://schemas.microsoft.com/office/drawing/2014/main" id="{16151DAA-E345-F2DF-3625-CEADDC105DC7}"/>
                </a:ext>
              </a:extLst>
            </p:cNvPr>
            <p:cNvSpPr/>
            <p:nvPr/>
          </p:nvSpPr>
          <p:spPr>
            <a:xfrm>
              <a:off x="3835658" y="8963554"/>
              <a:ext cx="99788" cy="99846"/>
            </a:xfrm>
            <a:custGeom>
              <a:avLst/>
              <a:gdLst>
                <a:gd name="connsiteX0" fmla="*/ 99789 w 99788"/>
                <a:gd name="connsiteY0" fmla="*/ 49923 h 99846"/>
                <a:gd name="connsiteX1" fmla="*/ 49894 w 99788"/>
                <a:gd name="connsiteY1" fmla="*/ 99846 h 99846"/>
                <a:gd name="connsiteX2" fmla="*/ 0 w 99788"/>
                <a:gd name="connsiteY2" fmla="*/ 49923 h 99846"/>
                <a:gd name="connsiteX3" fmla="*/ 49894 w 99788"/>
                <a:gd name="connsiteY3" fmla="*/ 0 h 99846"/>
                <a:gd name="connsiteX4" fmla="*/ 99789 w 99788"/>
                <a:gd name="connsiteY4" fmla="*/ 49923 h 9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88" h="99846">
                  <a:moveTo>
                    <a:pt x="99789" y="49923"/>
                  </a:moveTo>
                  <a:cubicBezTo>
                    <a:pt x="99789" y="77495"/>
                    <a:pt x="77450" y="99846"/>
                    <a:pt x="49894" y="99846"/>
                  </a:cubicBezTo>
                  <a:cubicBezTo>
                    <a:pt x="22338" y="99846"/>
                    <a:pt x="0" y="77495"/>
                    <a:pt x="0" y="49923"/>
                  </a:cubicBezTo>
                  <a:cubicBezTo>
                    <a:pt x="0" y="22351"/>
                    <a:pt x="22338" y="0"/>
                    <a:pt x="49894" y="0"/>
                  </a:cubicBezTo>
                  <a:cubicBezTo>
                    <a:pt x="77450" y="0"/>
                    <a:pt x="99789" y="22351"/>
                    <a:pt x="99789" y="49923"/>
                  </a:cubicBezTo>
                  <a:close/>
                </a:path>
              </a:pathLst>
            </a:custGeom>
            <a:solidFill>
              <a:srgbClr val="E3FF7C"/>
            </a:solidFill>
            <a:ln w="3258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4" name="Полилиния 93">
              <a:extLst>
                <a:ext uri="{FF2B5EF4-FFF2-40B4-BE49-F238E27FC236}">
                  <a16:creationId xmlns:a16="http://schemas.microsoft.com/office/drawing/2014/main" id="{CD457A2D-CE40-5212-A9C1-93ECA857DD5F}"/>
                </a:ext>
              </a:extLst>
            </p:cNvPr>
            <p:cNvSpPr/>
            <p:nvPr/>
          </p:nvSpPr>
          <p:spPr>
            <a:xfrm>
              <a:off x="2185120" y="8963554"/>
              <a:ext cx="99788" cy="99846"/>
            </a:xfrm>
            <a:custGeom>
              <a:avLst/>
              <a:gdLst>
                <a:gd name="connsiteX0" fmla="*/ 99789 w 99788"/>
                <a:gd name="connsiteY0" fmla="*/ 49923 h 99846"/>
                <a:gd name="connsiteX1" fmla="*/ 49894 w 99788"/>
                <a:gd name="connsiteY1" fmla="*/ 99846 h 99846"/>
                <a:gd name="connsiteX2" fmla="*/ 0 w 99788"/>
                <a:gd name="connsiteY2" fmla="*/ 49923 h 99846"/>
                <a:gd name="connsiteX3" fmla="*/ 49894 w 99788"/>
                <a:gd name="connsiteY3" fmla="*/ 0 h 99846"/>
                <a:gd name="connsiteX4" fmla="*/ 99789 w 99788"/>
                <a:gd name="connsiteY4" fmla="*/ 49923 h 9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88" h="99846">
                  <a:moveTo>
                    <a:pt x="99789" y="49923"/>
                  </a:moveTo>
                  <a:cubicBezTo>
                    <a:pt x="99789" y="77495"/>
                    <a:pt x="77450" y="99846"/>
                    <a:pt x="49894" y="99846"/>
                  </a:cubicBezTo>
                  <a:cubicBezTo>
                    <a:pt x="22338" y="99846"/>
                    <a:pt x="0" y="77495"/>
                    <a:pt x="0" y="49923"/>
                  </a:cubicBezTo>
                  <a:cubicBezTo>
                    <a:pt x="0" y="22351"/>
                    <a:pt x="22338" y="0"/>
                    <a:pt x="49894" y="0"/>
                  </a:cubicBezTo>
                  <a:cubicBezTo>
                    <a:pt x="77450" y="0"/>
                    <a:pt x="99789" y="22351"/>
                    <a:pt x="99789" y="49923"/>
                  </a:cubicBezTo>
                  <a:close/>
                </a:path>
              </a:pathLst>
            </a:custGeom>
            <a:solidFill>
              <a:srgbClr val="E3FF7C"/>
            </a:solidFill>
            <a:ln w="3258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5" name="Полилиния 94">
              <a:extLst>
                <a:ext uri="{FF2B5EF4-FFF2-40B4-BE49-F238E27FC236}">
                  <a16:creationId xmlns:a16="http://schemas.microsoft.com/office/drawing/2014/main" id="{CE7D323D-77C3-B14F-BB4D-9D169984AD40}"/>
                </a:ext>
              </a:extLst>
            </p:cNvPr>
            <p:cNvSpPr/>
            <p:nvPr/>
          </p:nvSpPr>
          <p:spPr>
            <a:xfrm>
              <a:off x="3015744" y="11463756"/>
              <a:ext cx="99788" cy="99846"/>
            </a:xfrm>
            <a:custGeom>
              <a:avLst/>
              <a:gdLst>
                <a:gd name="connsiteX0" fmla="*/ 99789 w 99788"/>
                <a:gd name="connsiteY0" fmla="*/ 49923 h 99846"/>
                <a:gd name="connsiteX1" fmla="*/ 49894 w 99788"/>
                <a:gd name="connsiteY1" fmla="*/ 99846 h 99846"/>
                <a:gd name="connsiteX2" fmla="*/ 0 w 99788"/>
                <a:gd name="connsiteY2" fmla="*/ 49923 h 99846"/>
                <a:gd name="connsiteX3" fmla="*/ 49894 w 99788"/>
                <a:gd name="connsiteY3" fmla="*/ 0 h 99846"/>
                <a:gd name="connsiteX4" fmla="*/ 99789 w 99788"/>
                <a:gd name="connsiteY4" fmla="*/ 49923 h 9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88" h="99846">
                  <a:moveTo>
                    <a:pt x="99789" y="49923"/>
                  </a:moveTo>
                  <a:cubicBezTo>
                    <a:pt x="99789" y="77495"/>
                    <a:pt x="77450" y="99846"/>
                    <a:pt x="49894" y="99846"/>
                  </a:cubicBezTo>
                  <a:cubicBezTo>
                    <a:pt x="22338" y="99846"/>
                    <a:pt x="0" y="77495"/>
                    <a:pt x="0" y="49923"/>
                  </a:cubicBezTo>
                  <a:cubicBezTo>
                    <a:pt x="0" y="22351"/>
                    <a:pt x="22338" y="0"/>
                    <a:pt x="49894" y="0"/>
                  </a:cubicBezTo>
                  <a:cubicBezTo>
                    <a:pt x="77450" y="0"/>
                    <a:pt x="99789" y="22351"/>
                    <a:pt x="99789" y="49923"/>
                  </a:cubicBezTo>
                  <a:close/>
                </a:path>
              </a:pathLst>
            </a:custGeom>
            <a:solidFill>
              <a:srgbClr val="E3FF7C"/>
            </a:solidFill>
            <a:ln w="3258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6" name="Полилиния 95">
              <a:extLst>
                <a:ext uri="{FF2B5EF4-FFF2-40B4-BE49-F238E27FC236}">
                  <a16:creationId xmlns:a16="http://schemas.microsoft.com/office/drawing/2014/main" id="{B7A5C3EC-F192-E921-E543-941735D68036}"/>
                </a:ext>
              </a:extLst>
            </p:cNvPr>
            <p:cNvSpPr/>
            <p:nvPr/>
          </p:nvSpPr>
          <p:spPr>
            <a:xfrm>
              <a:off x="3835658" y="11297550"/>
              <a:ext cx="99788" cy="99846"/>
            </a:xfrm>
            <a:custGeom>
              <a:avLst/>
              <a:gdLst>
                <a:gd name="connsiteX0" fmla="*/ 99789 w 99788"/>
                <a:gd name="connsiteY0" fmla="*/ 49923 h 99846"/>
                <a:gd name="connsiteX1" fmla="*/ 49894 w 99788"/>
                <a:gd name="connsiteY1" fmla="*/ 99846 h 99846"/>
                <a:gd name="connsiteX2" fmla="*/ 0 w 99788"/>
                <a:gd name="connsiteY2" fmla="*/ 49923 h 99846"/>
                <a:gd name="connsiteX3" fmla="*/ 49894 w 99788"/>
                <a:gd name="connsiteY3" fmla="*/ 0 h 99846"/>
                <a:gd name="connsiteX4" fmla="*/ 99789 w 99788"/>
                <a:gd name="connsiteY4" fmla="*/ 49923 h 9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88" h="99846">
                  <a:moveTo>
                    <a:pt x="99789" y="49923"/>
                  </a:moveTo>
                  <a:cubicBezTo>
                    <a:pt x="99789" y="77495"/>
                    <a:pt x="77450" y="99846"/>
                    <a:pt x="49894" y="99846"/>
                  </a:cubicBezTo>
                  <a:cubicBezTo>
                    <a:pt x="22338" y="99846"/>
                    <a:pt x="0" y="77495"/>
                    <a:pt x="0" y="49923"/>
                  </a:cubicBezTo>
                  <a:cubicBezTo>
                    <a:pt x="0" y="22351"/>
                    <a:pt x="22338" y="0"/>
                    <a:pt x="49894" y="0"/>
                  </a:cubicBezTo>
                  <a:cubicBezTo>
                    <a:pt x="77450" y="0"/>
                    <a:pt x="99789" y="22351"/>
                    <a:pt x="99789" y="49923"/>
                  </a:cubicBezTo>
                  <a:close/>
                </a:path>
              </a:pathLst>
            </a:custGeom>
            <a:solidFill>
              <a:srgbClr val="E3FF7C"/>
            </a:solidFill>
            <a:ln w="3258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7" name="Полилиния 96">
              <a:extLst>
                <a:ext uri="{FF2B5EF4-FFF2-40B4-BE49-F238E27FC236}">
                  <a16:creationId xmlns:a16="http://schemas.microsoft.com/office/drawing/2014/main" id="{2EB52454-7A15-4B2D-A1DB-F92E0CA04A05}"/>
                </a:ext>
              </a:extLst>
            </p:cNvPr>
            <p:cNvSpPr/>
            <p:nvPr/>
          </p:nvSpPr>
          <p:spPr>
            <a:xfrm>
              <a:off x="2185120" y="11308152"/>
              <a:ext cx="99788" cy="99846"/>
            </a:xfrm>
            <a:custGeom>
              <a:avLst/>
              <a:gdLst>
                <a:gd name="connsiteX0" fmla="*/ 99789 w 99788"/>
                <a:gd name="connsiteY0" fmla="*/ 49923 h 99846"/>
                <a:gd name="connsiteX1" fmla="*/ 49894 w 99788"/>
                <a:gd name="connsiteY1" fmla="*/ 99846 h 99846"/>
                <a:gd name="connsiteX2" fmla="*/ 0 w 99788"/>
                <a:gd name="connsiteY2" fmla="*/ 49923 h 99846"/>
                <a:gd name="connsiteX3" fmla="*/ 49894 w 99788"/>
                <a:gd name="connsiteY3" fmla="*/ 0 h 99846"/>
                <a:gd name="connsiteX4" fmla="*/ 99789 w 99788"/>
                <a:gd name="connsiteY4" fmla="*/ 49923 h 9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88" h="99846">
                  <a:moveTo>
                    <a:pt x="99789" y="49923"/>
                  </a:moveTo>
                  <a:cubicBezTo>
                    <a:pt x="99789" y="77495"/>
                    <a:pt x="77450" y="99846"/>
                    <a:pt x="49894" y="99846"/>
                  </a:cubicBezTo>
                  <a:cubicBezTo>
                    <a:pt x="22338" y="99846"/>
                    <a:pt x="0" y="77495"/>
                    <a:pt x="0" y="49923"/>
                  </a:cubicBezTo>
                  <a:cubicBezTo>
                    <a:pt x="0" y="22351"/>
                    <a:pt x="22338" y="0"/>
                    <a:pt x="49894" y="0"/>
                  </a:cubicBezTo>
                  <a:cubicBezTo>
                    <a:pt x="77450" y="0"/>
                    <a:pt x="99789" y="22351"/>
                    <a:pt x="99789" y="49923"/>
                  </a:cubicBezTo>
                  <a:close/>
                </a:path>
              </a:pathLst>
            </a:custGeom>
            <a:solidFill>
              <a:srgbClr val="E3FF7C"/>
            </a:solidFill>
            <a:ln w="3258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98" name="Группа 97">
            <a:extLst>
              <a:ext uri="{FF2B5EF4-FFF2-40B4-BE49-F238E27FC236}">
                <a16:creationId xmlns:a16="http://schemas.microsoft.com/office/drawing/2014/main" id="{C28D67CC-3536-9325-D77E-AFB4371C0EFB}"/>
              </a:ext>
            </a:extLst>
          </p:cNvPr>
          <p:cNvGrpSpPr/>
          <p:nvPr userDrawn="1"/>
        </p:nvGrpSpPr>
        <p:grpSpPr>
          <a:xfrm>
            <a:off x="7112388" y="8821396"/>
            <a:ext cx="4273827" cy="2894569"/>
            <a:chOff x="7112388" y="8821396"/>
            <a:chExt cx="4273827" cy="2894569"/>
          </a:xfrm>
        </p:grpSpPr>
        <p:sp>
          <p:nvSpPr>
            <p:cNvPr id="99" name="Полилиния 98">
              <a:extLst>
                <a:ext uri="{FF2B5EF4-FFF2-40B4-BE49-F238E27FC236}">
                  <a16:creationId xmlns:a16="http://schemas.microsoft.com/office/drawing/2014/main" id="{6AA17341-B8F3-EFB4-3EDD-A52FF99F8C08}"/>
                </a:ext>
              </a:extLst>
            </p:cNvPr>
            <p:cNvSpPr/>
            <p:nvPr/>
          </p:nvSpPr>
          <p:spPr>
            <a:xfrm>
              <a:off x="7161553" y="9435892"/>
              <a:ext cx="4095016" cy="1548353"/>
            </a:xfrm>
            <a:custGeom>
              <a:avLst/>
              <a:gdLst>
                <a:gd name="connsiteX0" fmla="*/ 824895 w 4095016"/>
                <a:gd name="connsiteY0" fmla="*/ 58064 h 1548353"/>
                <a:gd name="connsiteX1" fmla="*/ 846562 w 4095016"/>
                <a:gd name="connsiteY1" fmla="*/ 19354 h 1548353"/>
                <a:gd name="connsiteX2" fmla="*/ 851319 w 4095016"/>
                <a:gd name="connsiteY2" fmla="*/ 22011 h 1548353"/>
                <a:gd name="connsiteX3" fmla="*/ 860593 w 4095016"/>
                <a:gd name="connsiteY3" fmla="*/ 5443 h 1548353"/>
                <a:gd name="connsiteX4" fmla="*/ 879326 w 4095016"/>
                <a:gd name="connsiteY4" fmla="*/ 5443 h 1548353"/>
                <a:gd name="connsiteX5" fmla="*/ 879326 w 4095016"/>
                <a:gd name="connsiteY5" fmla="*/ 0 h 1548353"/>
                <a:gd name="connsiteX6" fmla="*/ 923188 w 4095016"/>
                <a:gd name="connsiteY6" fmla="*/ 0 h 1548353"/>
                <a:gd name="connsiteX7" fmla="*/ 923188 w 4095016"/>
                <a:gd name="connsiteY7" fmla="*/ 5443 h 1548353"/>
                <a:gd name="connsiteX8" fmla="*/ 967051 w 4095016"/>
                <a:gd name="connsiteY8" fmla="*/ 5443 h 1548353"/>
                <a:gd name="connsiteX9" fmla="*/ 967051 w 4095016"/>
                <a:gd name="connsiteY9" fmla="*/ 0 h 1548353"/>
                <a:gd name="connsiteX10" fmla="*/ 1010914 w 4095016"/>
                <a:gd name="connsiteY10" fmla="*/ 0 h 1548353"/>
                <a:gd name="connsiteX11" fmla="*/ 1010914 w 4095016"/>
                <a:gd name="connsiteY11" fmla="*/ 5443 h 1548353"/>
                <a:gd name="connsiteX12" fmla="*/ 1054778 w 4095016"/>
                <a:gd name="connsiteY12" fmla="*/ 5443 h 1548353"/>
                <a:gd name="connsiteX13" fmla="*/ 1054778 w 4095016"/>
                <a:gd name="connsiteY13" fmla="*/ 0 h 1548353"/>
                <a:gd name="connsiteX14" fmla="*/ 1098640 w 4095016"/>
                <a:gd name="connsiteY14" fmla="*/ 0 h 1548353"/>
                <a:gd name="connsiteX15" fmla="*/ 1098640 w 4095016"/>
                <a:gd name="connsiteY15" fmla="*/ 5443 h 1548353"/>
                <a:gd name="connsiteX16" fmla="*/ 1142502 w 4095016"/>
                <a:gd name="connsiteY16" fmla="*/ 5443 h 1548353"/>
                <a:gd name="connsiteX17" fmla="*/ 1142502 w 4095016"/>
                <a:gd name="connsiteY17" fmla="*/ 0 h 1548353"/>
                <a:gd name="connsiteX18" fmla="*/ 1186365 w 4095016"/>
                <a:gd name="connsiteY18" fmla="*/ 0 h 1548353"/>
                <a:gd name="connsiteX19" fmla="*/ 1186365 w 4095016"/>
                <a:gd name="connsiteY19" fmla="*/ 5443 h 1548353"/>
                <a:gd name="connsiteX20" fmla="*/ 1230227 w 4095016"/>
                <a:gd name="connsiteY20" fmla="*/ 5443 h 1548353"/>
                <a:gd name="connsiteX21" fmla="*/ 1230227 w 4095016"/>
                <a:gd name="connsiteY21" fmla="*/ 0 h 1548353"/>
                <a:gd name="connsiteX22" fmla="*/ 1274090 w 4095016"/>
                <a:gd name="connsiteY22" fmla="*/ 0 h 1548353"/>
                <a:gd name="connsiteX23" fmla="*/ 1274090 w 4095016"/>
                <a:gd name="connsiteY23" fmla="*/ 5443 h 1548353"/>
                <a:gd name="connsiteX24" fmla="*/ 1317952 w 4095016"/>
                <a:gd name="connsiteY24" fmla="*/ 5443 h 1548353"/>
                <a:gd name="connsiteX25" fmla="*/ 1317952 w 4095016"/>
                <a:gd name="connsiteY25" fmla="*/ 0 h 1548353"/>
                <a:gd name="connsiteX26" fmla="*/ 1361814 w 4095016"/>
                <a:gd name="connsiteY26" fmla="*/ 0 h 1548353"/>
                <a:gd name="connsiteX27" fmla="*/ 1361814 w 4095016"/>
                <a:gd name="connsiteY27" fmla="*/ 5443 h 1548353"/>
                <a:gd name="connsiteX28" fmla="*/ 1405677 w 4095016"/>
                <a:gd name="connsiteY28" fmla="*/ 5443 h 1548353"/>
                <a:gd name="connsiteX29" fmla="*/ 1405677 w 4095016"/>
                <a:gd name="connsiteY29" fmla="*/ 0 h 1548353"/>
                <a:gd name="connsiteX30" fmla="*/ 1449539 w 4095016"/>
                <a:gd name="connsiteY30" fmla="*/ 0 h 1548353"/>
                <a:gd name="connsiteX31" fmla="*/ 1449539 w 4095016"/>
                <a:gd name="connsiteY31" fmla="*/ 5443 h 1548353"/>
                <a:gd name="connsiteX32" fmla="*/ 1493402 w 4095016"/>
                <a:gd name="connsiteY32" fmla="*/ 5443 h 1548353"/>
                <a:gd name="connsiteX33" fmla="*/ 1493402 w 4095016"/>
                <a:gd name="connsiteY33" fmla="*/ 0 h 1548353"/>
                <a:gd name="connsiteX34" fmla="*/ 1537264 w 4095016"/>
                <a:gd name="connsiteY34" fmla="*/ 0 h 1548353"/>
                <a:gd name="connsiteX35" fmla="*/ 1537264 w 4095016"/>
                <a:gd name="connsiteY35" fmla="*/ 5443 h 1548353"/>
                <a:gd name="connsiteX36" fmla="*/ 1581126 w 4095016"/>
                <a:gd name="connsiteY36" fmla="*/ 5443 h 1548353"/>
                <a:gd name="connsiteX37" fmla="*/ 1581126 w 4095016"/>
                <a:gd name="connsiteY37" fmla="*/ 0 h 1548353"/>
                <a:gd name="connsiteX38" fmla="*/ 1624989 w 4095016"/>
                <a:gd name="connsiteY38" fmla="*/ 0 h 1548353"/>
                <a:gd name="connsiteX39" fmla="*/ 1624989 w 4095016"/>
                <a:gd name="connsiteY39" fmla="*/ 5443 h 1548353"/>
                <a:gd name="connsiteX40" fmla="*/ 1668851 w 4095016"/>
                <a:gd name="connsiteY40" fmla="*/ 5443 h 1548353"/>
                <a:gd name="connsiteX41" fmla="*/ 1668851 w 4095016"/>
                <a:gd name="connsiteY41" fmla="*/ 0 h 1548353"/>
                <a:gd name="connsiteX42" fmla="*/ 1712713 w 4095016"/>
                <a:gd name="connsiteY42" fmla="*/ 0 h 1548353"/>
                <a:gd name="connsiteX43" fmla="*/ 1712713 w 4095016"/>
                <a:gd name="connsiteY43" fmla="*/ 5443 h 1548353"/>
                <a:gd name="connsiteX44" fmla="*/ 1756576 w 4095016"/>
                <a:gd name="connsiteY44" fmla="*/ 5443 h 1548353"/>
                <a:gd name="connsiteX45" fmla="*/ 1756576 w 4095016"/>
                <a:gd name="connsiteY45" fmla="*/ 0 h 1548353"/>
                <a:gd name="connsiteX46" fmla="*/ 1800438 w 4095016"/>
                <a:gd name="connsiteY46" fmla="*/ 0 h 1548353"/>
                <a:gd name="connsiteX47" fmla="*/ 1800438 w 4095016"/>
                <a:gd name="connsiteY47" fmla="*/ 5443 h 1548353"/>
                <a:gd name="connsiteX48" fmla="*/ 1844301 w 4095016"/>
                <a:gd name="connsiteY48" fmla="*/ 5443 h 1548353"/>
                <a:gd name="connsiteX49" fmla="*/ 1844301 w 4095016"/>
                <a:gd name="connsiteY49" fmla="*/ 0 h 1548353"/>
                <a:gd name="connsiteX50" fmla="*/ 1888163 w 4095016"/>
                <a:gd name="connsiteY50" fmla="*/ 0 h 1548353"/>
                <a:gd name="connsiteX51" fmla="*/ 1888163 w 4095016"/>
                <a:gd name="connsiteY51" fmla="*/ 5443 h 1548353"/>
                <a:gd name="connsiteX52" fmla="*/ 1932025 w 4095016"/>
                <a:gd name="connsiteY52" fmla="*/ 5443 h 1548353"/>
                <a:gd name="connsiteX53" fmla="*/ 1932025 w 4095016"/>
                <a:gd name="connsiteY53" fmla="*/ 0 h 1548353"/>
                <a:gd name="connsiteX54" fmla="*/ 1975888 w 4095016"/>
                <a:gd name="connsiteY54" fmla="*/ 0 h 1548353"/>
                <a:gd name="connsiteX55" fmla="*/ 1975888 w 4095016"/>
                <a:gd name="connsiteY55" fmla="*/ 5443 h 1548353"/>
                <a:gd name="connsiteX56" fmla="*/ 2019750 w 4095016"/>
                <a:gd name="connsiteY56" fmla="*/ 5443 h 1548353"/>
                <a:gd name="connsiteX57" fmla="*/ 2019750 w 4095016"/>
                <a:gd name="connsiteY57" fmla="*/ 0 h 1548353"/>
                <a:gd name="connsiteX58" fmla="*/ 2063612 w 4095016"/>
                <a:gd name="connsiteY58" fmla="*/ 0 h 1548353"/>
                <a:gd name="connsiteX59" fmla="*/ 2063612 w 4095016"/>
                <a:gd name="connsiteY59" fmla="*/ 5443 h 1548353"/>
                <a:gd name="connsiteX60" fmla="*/ 2107475 w 4095016"/>
                <a:gd name="connsiteY60" fmla="*/ 5443 h 1548353"/>
                <a:gd name="connsiteX61" fmla="*/ 2107475 w 4095016"/>
                <a:gd name="connsiteY61" fmla="*/ 0 h 1548353"/>
                <a:gd name="connsiteX62" fmla="*/ 2151337 w 4095016"/>
                <a:gd name="connsiteY62" fmla="*/ 0 h 1548353"/>
                <a:gd name="connsiteX63" fmla="*/ 2151337 w 4095016"/>
                <a:gd name="connsiteY63" fmla="*/ 5443 h 1548353"/>
                <a:gd name="connsiteX64" fmla="*/ 2195200 w 4095016"/>
                <a:gd name="connsiteY64" fmla="*/ 5443 h 1548353"/>
                <a:gd name="connsiteX65" fmla="*/ 2195200 w 4095016"/>
                <a:gd name="connsiteY65" fmla="*/ 0 h 1548353"/>
                <a:gd name="connsiteX66" fmla="*/ 2239062 w 4095016"/>
                <a:gd name="connsiteY66" fmla="*/ 0 h 1548353"/>
                <a:gd name="connsiteX67" fmla="*/ 2239062 w 4095016"/>
                <a:gd name="connsiteY67" fmla="*/ 5443 h 1548353"/>
                <a:gd name="connsiteX68" fmla="*/ 2282924 w 4095016"/>
                <a:gd name="connsiteY68" fmla="*/ 5443 h 1548353"/>
                <a:gd name="connsiteX69" fmla="*/ 2282924 w 4095016"/>
                <a:gd name="connsiteY69" fmla="*/ 0 h 1548353"/>
                <a:gd name="connsiteX70" fmla="*/ 2326787 w 4095016"/>
                <a:gd name="connsiteY70" fmla="*/ 0 h 1548353"/>
                <a:gd name="connsiteX71" fmla="*/ 2326787 w 4095016"/>
                <a:gd name="connsiteY71" fmla="*/ 5443 h 1548353"/>
                <a:gd name="connsiteX72" fmla="*/ 2370649 w 4095016"/>
                <a:gd name="connsiteY72" fmla="*/ 5443 h 1548353"/>
                <a:gd name="connsiteX73" fmla="*/ 2370649 w 4095016"/>
                <a:gd name="connsiteY73" fmla="*/ 0 h 1548353"/>
                <a:gd name="connsiteX74" fmla="*/ 2414512 w 4095016"/>
                <a:gd name="connsiteY74" fmla="*/ 0 h 1548353"/>
                <a:gd name="connsiteX75" fmla="*/ 2414512 w 4095016"/>
                <a:gd name="connsiteY75" fmla="*/ 5443 h 1548353"/>
                <a:gd name="connsiteX76" fmla="*/ 2458374 w 4095016"/>
                <a:gd name="connsiteY76" fmla="*/ 5443 h 1548353"/>
                <a:gd name="connsiteX77" fmla="*/ 2458374 w 4095016"/>
                <a:gd name="connsiteY77" fmla="*/ 0 h 1548353"/>
                <a:gd name="connsiteX78" fmla="*/ 2502236 w 4095016"/>
                <a:gd name="connsiteY78" fmla="*/ 0 h 1548353"/>
                <a:gd name="connsiteX79" fmla="*/ 2502236 w 4095016"/>
                <a:gd name="connsiteY79" fmla="*/ 5443 h 1548353"/>
                <a:gd name="connsiteX80" fmla="*/ 2546099 w 4095016"/>
                <a:gd name="connsiteY80" fmla="*/ 5443 h 1548353"/>
                <a:gd name="connsiteX81" fmla="*/ 2546099 w 4095016"/>
                <a:gd name="connsiteY81" fmla="*/ 0 h 1548353"/>
                <a:gd name="connsiteX82" fmla="*/ 2589961 w 4095016"/>
                <a:gd name="connsiteY82" fmla="*/ 0 h 1548353"/>
                <a:gd name="connsiteX83" fmla="*/ 2589961 w 4095016"/>
                <a:gd name="connsiteY83" fmla="*/ 5443 h 1548353"/>
                <a:gd name="connsiteX84" fmla="*/ 2633834 w 4095016"/>
                <a:gd name="connsiteY84" fmla="*/ 5443 h 1548353"/>
                <a:gd name="connsiteX85" fmla="*/ 2633834 w 4095016"/>
                <a:gd name="connsiteY85" fmla="*/ 0 h 1548353"/>
                <a:gd name="connsiteX86" fmla="*/ 2677697 w 4095016"/>
                <a:gd name="connsiteY86" fmla="*/ 0 h 1548353"/>
                <a:gd name="connsiteX87" fmla="*/ 2677697 w 4095016"/>
                <a:gd name="connsiteY87" fmla="*/ 5443 h 1548353"/>
                <a:gd name="connsiteX88" fmla="*/ 2721559 w 4095016"/>
                <a:gd name="connsiteY88" fmla="*/ 5443 h 1548353"/>
                <a:gd name="connsiteX89" fmla="*/ 2721559 w 4095016"/>
                <a:gd name="connsiteY89" fmla="*/ 0 h 1548353"/>
                <a:gd name="connsiteX90" fmla="*/ 2765421 w 4095016"/>
                <a:gd name="connsiteY90" fmla="*/ 0 h 1548353"/>
                <a:gd name="connsiteX91" fmla="*/ 2765421 w 4095016"/>
                <a:gd name="connsiteY91" fmla="*/ 5443 h 1548353"/>
                <a:gd name="connsiteX92" fmla="*/ 2809284 w 4095016"/>
                <a:gd name="connsiteY92" fmla="*/ 5443 h 1548353"/>
                <a:gd name="connsiteX93" fmla="*/ 2809284 w 4095016"/>
                <a:gd name="connsiteY93" fmla="*/ 0 h 1548353"/>
                <a:gd name="connsiteX94" fmla="*/ 2853146 w 4095016"/>
                <a:gd name="connsiteY94" fmla="*/ 0 h 1548353"/>
                <a:gd name="connsiteX95" fmla="*/ 2853146 w 4095016"/>
                <a:gd name="connsiteY95" fmla="*/ 5443 h 1548353"/>
                <a:gd name="connsiteX96" fmla="*/ 2897009 w 4095016"/>
                <a:gd name="connsiteY96" fmla="*/ 5443 h 1548353"/>
                <a:gd name="connsiteX97" fmla="*/ 2897009 w 4095016"/>
                <a:gd name="connsiteY97" fmla="*/ 0 h 1548353"/>
                <a:gd name="connsiteX98" fmla="*/ 2940871 w 4095016"/>
                <a:gd name="connsiteY98" fmla="*/ 0 h 1548353"/>
                <a:gd name="connsiteX99" fmla="*/ 2940871 w 4095016"/>
                <a:gd name="connsiteY99" fmla="*/ 5443 h 1548353"/>
                <a:gd name="connsiteX100" fmla="*/ 2984733 w 4095016"/>
                <a:gd name="connsiteY100" fmla="*/ 5443 h 1548353"/>
                <a:gd name="connsiteX101" fmla="*/ 2984733 w 4095016"/>
                <a:gd name="connsiteY101" fmla="*/ 0 h 1548353"/>
                <a:gd name="connsiteX102" fmla="*/ 3028596 w 4095016"/>
                <a:gd name="connsiteY102" fmla="*/ 0 h 1548353"/>
                <a:gd name="connsiteX103" fmla="*/ 3028596 w 4095016"/>
                <a:gd name="connsiteY103" fmla="*/ 5443 h 1548353"/>
                <a:gd name="connsiteX104" fmla="*/ 3072458 w 4095016"/>
                <a:gd name="connsiteY104" fmla="*/ 5443 h 1548353"/>
                <a:gd name="connsiteX105" fmla="*/ 3072458 w 4095016"/>
                <a:gd name="connsiteY105" fmla="*/ 0 h 1548353"/>
                <a:gd name="connsiteX106" fmla="*/ 3116321 w 4095016"/>
                <a:gd name="connsiteY106" fmla="*/ 0 h 1548353"/>
                <a:gd name="connsiteX107" fmla="*/ 3116321 w 4095016"/>
                <a:gd name="connsiteY107" fmla="*/ 5443 h 1548353"/>
                <a:gd name="connsiteX108" fmla="*/ 3160183 w 4095016"/>
                <a:gd name="connsiteY108" fmla="*/ 5443 h 1548353"/>
                <a:gd name="connsiteX109" fmla="*/ 3160183 w 4095016"/>
                <a:gd name="connsiteY109" fmla="*/ 0 h 1548353"/>
                <a:gd name="connsiteX110" fmla="*/ 3204045 w 4095016"/>
                <a:gd name="connsiteY110" fmla="*/ 0 h 1548353"/>
                <a:gd name="connsiteX111" fmla="*/ 3204045 w 4095016"/>
                <a:gd name="connsiteY111" fmla="*/ 5443 h 1548353"/>
                <a:gd name="connsiteX112" fmla="*/ 3247908 w 4095016"/>
                <a:gd name="connsiteY112" fmla="*/ 5443 h 1548353"/>
                <a:gd name="connsiteX113" fmla="*/ 3247908 w 4095016"/>
                <a:gd name="connsiteY113" fmla="*/ 0 h 1548353"/>
                <a:gd name="connsiteX114" fmla="*/ 3291770 w 4095016"/>
                <a:gd name="connsiteY114" fmla="*/ 0 h 1548353"/>
                <a:gd name="connsiteX115" fmla="*/ 3291770 w 4095016"/>
                <a:gd name="connsiteY115" fmla="*/ 5443 h 1548353"/>
                <a:gd name="connsiteX116" fmla="*/ 3335633 w 4095016"/>
                <a:gd name="connsiteY116" fmla="*/ 5443 h 1548353"/>
                <a:gd name="connsiteX117" fmla="*/ 3335633 w 4095016"/>
                <a:gd name="connsiteY117" fmla="*/ 0 h 1548353"/>
                <a:gd name="connsiteX118" fmla="*/ 3379495 w 4095016"/>
                <a:gd name="connsiteY118" fmla="*/ 0 h 1548353"/>
                <a:gd name="connsiteX119" fmla="*/ 3379495 w 4095016"/>
                <a:gd name="connsiteY119" fmla="*/ 5443 h 1548353"/>
                <a:gd name="connsiteX120" fmla="*/ 3423357 w 4095016"/>
                <a:gd name="connsiteY120" fmla="*/ 5443 h 1548353"/>
                <a:gd name="connsiteX121" fmla="*/ 3423357 w 4095016"/>
                <a:gd name="connsiteY121" fmla="*/ 0 h 1548353"/>
                <a:gd name="connsiteX122" fmla="*/ 3467220 w 4095016"/>
                <a:gd name="connsiteY122" fmla="*/ 0 h 1548353"/>
                <a:gd name="connsiteX123" fmla="*/ 3467220 w 4095016"/>
                <a:gd name="connsiteY123" fmla="*/ 5443 h 1548353"/>
                <a:gd name="connsiteX124" fmla="*/ 3511082 w 4095016"/>
                <a:gd name="connsiteY124" fmla="*/ 5443 h 1548353"/>
                <a:gd name="connsiteX125" fmla="*/ 3511082 w 4095016"/>
                <a:gd name="connsiteY125" fmla="*/ 0 h 1548353"/>
                <a:gd name="connsiteX126" fmla="*/ 3554944 w 4095016"/>
                <a:gd name="connsiteY126" fmla="*/ 0 h 1548353"/>
                <a:gd name="connsiteX127" fmla="*/ 3554944 w 4095016"/>
                <a:gd name="connsiteY127" fmla="*/ 5443 h 1548353"/>
                <a:gd name="connsiteX128" fmla="*/ 3598807 w 4095016"/>
                <a:gd name="connsiteY128" fmla="*/ 5443 h 1548353"/>
                <a:gd name="connsiteX129" fmla="*/ 3598807 w 4095016"/>
                <a:gd name="connsiteY129" fmla="*/ 0 h 1548353"/>
                <a:gd name="connsiteX130" fmla="*/ 3642669 w 4095016"/>
                <a:gd name="connsiteY130" fmla="*/ 0 h 1548353"/>
                <a:gd name="connsiteX131" fmla="*/ 3642669 w 4095016"/>
                <a:gd name="connsiteY131" fmla="*/ 5443 h 1548353"/>
                <a:gd name="connsiteX132" fmla="*/ 3686531 w 4095016"/>
                <a:gd name="connsiteY132" fmla="*/ 5443 h 1548353"/>
                <a:gd name="connsiteX133" fmla="*/ 3686531 w 4095016"/>
                <a:gd name="connsiteY133" fmla="*/ 0 h 1548353"/>
                <a:gd name="connsiteX134" fmla="*/ 3730394 w 4095016"/>
                <a:gd name="connsiteY134" fmla="*/ 0 h 1548353"/>
                <a:gd name="connsiteX135" fmla="*/ 3730394 w 4095016"/>
                <a:gd name="connsiteY135" fmla="*/ 5443 h 1548353"/>
                <a:gd name="connsiteX136" fmla="*/ 3774256 w 4095016"/>
                <a:gd name="connsiteY136" fmla="*/ 5443 h 1548353"/>
                <a:gd name="connsiteX137" fmla="*/ 3774256 w 4095016"/>
                <a:gd name="connsiteY137" fmla="*/ 0 h 1548353"/>
                <a:gd name="connsiteX138" fmla="*/ 3818119 w 4095016"/>
                <a:gd name="connsiteY138" fmla="*/ 0 h 1548353"/>
                <a:gd name="connsiteX139" fmla="*/ 3818119 w 4095016"/>
                <a:gd name="connsiteY139" fmla="*/ 5443 h 1548353"/>
                <a:gd name="connsiteX140" fmla="*/ 3861981 w 4095016"/>
                <a:gd name="connsiteY140" fmla="*/ 5443 h 1548353"/>
                <a:gd name="connsiteX141" fmla="*/ 3861981 w 4095016"/>
                <a:gd name="connsiteY141" fmla="*/ 0 h 1548353"/>
                <a:gd name="connsiteX142" fmla="*/ 3905843 w 4095016"/>
                <a:gd name="connsiteY142" fmla="*/ 0 h 1548353"/>
                <a:gd name="connsiteX143" fmla="*/ 3905843 w 4095016"/>
                <a:gd name="connsiteY143" fmla="*/ 5443 h 1548353"/>
                <a:gd name="connsiteX144" fmla="*/ 3949706 w 4095016"/>
                <a:gd name="connsiteY144" fmla="*/ 5443 h 1548353"/>
                <a:gd name="connsiteX145" fmla="*/ 3949706 w 4095016"/>
                <a:gd name="connsiteY145" fmla="*/ 0 h 1548353"/>
                <a:gd name="connsiteX146" fmla="*/ 3993568 w 4095016"/>
                <a:gd name="connsiteY146" fmla="*/ 0 h 1548353"/>
                <a:gd name="connsiteX147" fmla="*/ 3993568 w 4095016"/>
                <a:gd name="connsiteY147" fmla="*/ 5443 h 1548353"/>
                <a:gd name="connsiteX148" fmla="*/ 4037431 w 4095016"/>
                <a:gd name="connsiteY148" fmla="*/ 5443 h 1548353"/>
                <a:gd name="connsiteX149" fmla="*/ 4037431 w 4095016"/>
                <a:gd name="connsiteY149" fmla="*/ 0 h 1548353"/>
                <a:gd name="connsiteX150" fmla="*/ 4081293 w 4095016"/>
                <a:gd name="connsiteY150" fmla="*/ 0 h 1548353"/>
                <a:gd name="connsiteX151" fmla="*/ 4081293 w 4095016"/>
                <a:gd name="connsiteY151" fmla="*/ 5443 h 1548353"/>
                <a:gd name="connsiteX152" fmla="*/ 4095016 w 4095016"/>
                <a:gd name="connsiteY152" fmla="*/ 5443 h 1548353"/>
                <a:gd name="connsiteX153" fmla="*/ 4089621 w 4095016"/>
                <a:gd name="connsiteY153" fmla="*/ 18262 h 1548353"/>
                <a:gd name="connsiteX154" fmla="*/ 4094646 w 4095016"/>
                <a:gd name="connsiteY154" fmla="*/ 20373 h 1548353"/>
                <a:gd name="connsiteX155" fmla="*/ 4077478 w 4095016"/>
                <a:gd name="connsiteY155" fmla="*/ 61119 h 1548353"/>
                <a:gd name="connsiteX156" fmla="*/ 4072453 w 4095016"/>
                <a:gd name="connsiteY156" fmla="*/ 59009 h 1548353"/>
                <a:gd name="connsiteX157" fmla="*/ 4055296 w 4095016"/>
                <a:gd name="connsiteY157" fmla="*/ 99755 h 1548353"/>
                <a:gd name="connsiteX158" fmla="*/ 4060321 w 4095016"/>
                <a:gd name="connsiteY158" fmla="*/ 101866 h 1548353"/>
                <a:gd name="connsiteX159" fmla="*/ 4043153 w 4095016"/>
                <a:gd name="connsiteY159" fmla="*/ 142611 h 1548353"/>
                <a:gd name="connsiteX160" fmla="*/ 4038128 w 4095016"/>
                <a:gd name="connsiteY160" fmla="*/ 140501 h 1548353"/>
                <a:gd name="connsiteX161" fmla="*/ 4020971 w 4095016"/>
                <a:gd name="connsiteY161" fmla="*/ 181246 h 1548353"/>
                <a:gd name="connsiteX162" fmla="*/ 4025996 w 4095016"/>
                <a:gd name="connsiteY162" fmla="*/ 183357 h 1548353"/>
                <a:gd name="connsiteX163" fmla="*/ 4008828 w 4095016"/>
                <a:gd name="connsiteY163" fmla="*/ 224104 h 1548353"/>
                <a:gd name="connsiteX164" fmla="*/ 4003803 w 4095016"/>
                <a:gd name="connsiteY164" fmla="*/ 221993 h 1548353"/>
                <a:gd name="connsiteX165" fmla="*/ 3986647 w 4095016"/>
                <a:gd name="connsiteY165" fmla="*/ 262739 h 1548353"/>
                <a:gd name="connsiteX166" fmla="*/ 3991672 w 4095016"/>
                <a:gd name="connsiteY166" fmla="*/ 264850 h 1548353"/>
                <a:gd name="connsiteX167" fmla="*/ 3974504 w 4095016"/>
                <a:gd name="connsiteY167" fmla="*/ 305596 h 1548353"/>
                <a:gd name="connsiteX168" fmla="*/ 3969490 w 4095016"/>
                <a:gd name="connsiteY168" fmla="*/ 303485 h 1548353"/>
                <a:gd name="connsiteX169" fmla="*/ 3952322 w 4095016"/>
                <a:gd name="connsiteY169" fmla="*/ 344232 h 1548353"/>
                <a:gd name="connsiteX170" fmla="*/ 3957347 w 4095016"/>
                <a:gd name="connsiteY170" fmla="*/ 346343 h 1548353"/>
                <a:gd name="connsiteX171" fmla="*/ 3940179 w 4095016"/>
                <a:gd name="connsiteY171" fmla="*/ 387089 h 1548353"/>
                <a:gd name="connsiteX172" fmla="*/ 3935165 w 4095016"/>
                <a:gd name="connsiteY172" fmla="*/ 384978 h 1548353"/>
                <a:gd name="connsiteX173" fmla="*/ 3917997 w 4095016"/>
                <a:gd name="connsiteY173" fmla="*/ 425724 h 1548353"/>
                <a:gd name="connsiteX174" fmla="*/ 3923022 w 4095016"/>
                <a:gd name="connsiteY174" fmla="*/ 427834 h 1548353"/>
                <a:gd name="connsiteX175" fmla="*/ 3905865 w 4095016"/>
                <a:gd name="connsiteY175" fmla="*/ 468578 h 1548353"/>
                <a:gd name="connsiteX176" fmla="*/ 3900840 w 4095016"/>
                <a:gd name="connsiteY176" fmla="*/ 466466 h 1548353"/>
                <a:gd name="connsiteX177" fmla="*/ 3883672 w 4095016"/>
                <a:gd name="connsiteY177" fmla="*/ 507215 h 1548353"/>
                <a:gd name="connsiteX178" fmla="*/ 3888697 w 4095016"/>
                <a:gd name="connsiteY178" fmla="*/ 509327 h 1548353"/>
                <a:gd name="connsiteX179" fmla="*/ 3871541 w 4095016"/>
                <a:gd name="connsiteY179" fmla="*/ 550075 h 1548353"/>
                <a:gd name="connsiteX180" fmla="*/ 3866515 w 4095016"/>
                <a:gd name="connsiteY180" fmla="*/ 547963 h 1548353"/>
                <a:gd name="connsiteX181" fmla="*/ 3849348 w 4095016"/>
                <a:gd name="connsiteY181" fmla="*/ 588712 h 1548353"/>
                <a:gd name="connsiteX182" fmla="*/ 3854373 w 4095016"/>
                <a:gd name="connsiteY182" fmla="*/ 590824 h 1548353"/>
                <a:gd name="connsiteX183" fmla="*/ 3837216 w 4095016"/>
                <a:gd name="connsiteY183" fmla="*/ 631561 h 1548353"/>
                <a:gd name="connsiteX184" fmla="*/ 3832191 w 4095016"/>
                <a:gd name="connsiteY184" fmla="*/ 629449 h 1548353"/>
                <a:gd name="connsiteX185" fmla="*/ 3815023 w 4095016"/>
                <a:gd name="connsiteY185" fmla="*/ 670198 h 1548353"/>
                <a:gd name="connsiteX186" fmla="*/ 3820048 w 4095016"/>
                <a:gd name="connsiteY186" fmla="*/ 672310 h 1548353"/>
                <a:gd name="connsiteX187" fmla="*/ 3802891 w 4095016"/>
                <a:gd name="connsiteY187" fmla="*/ 713058 h 1548353"/>
                <a:gd name="connsiteX188" fmla="*/ 3797866 w 4095016"/>
                <a:gd name="connsiteY188" fmla="*/ 710946 h 1548353"/>
                <a:gd name="connsiteX189" fmla="*/ 3780698 w 4095016"/>
                <a:gd name="connsiteY189" fmla="*/ 751695 h 1548353"/>
                <a:gd name="connsiteX190" fmla="*/ 3785723 w 4095016"/>
                <a:gd name="connsiteY190" fmla="*/ 753807 h 1548353"/>
                <a:gd name="connsiteX191" fmla="*/ 3768566 w 4095016"/>
                <a:gd name="connsiteY191" fmla="*/ 794545 h 1548353"/>
                <a:gd name="connsiteX192" fmla="*/ 3763541 w 4095016"/>
                <a:gd name="connsiteY192" fmla="*/ 792444 h 1548353"/>
                <a:gd name="connsiteX193" fmla="*/ 3746374 w 4095016"/>
                <a:gd name="connsiteY193" fmla="*/ 833181 h 1548353"/>
                <a:gd name="connsiteX194" fmla="*/ 3751399 w 4095016"/>
                <a:gd name="connsiteY194" fmla="*/ 835293 h 1548353"/>
                <a:gd name="connsiteX195" fmla="*/ 3734242 w 4095016"/>
                <a:gd name="connsiteY195" fmla="*/ 876042 h 1548353"/>
                <a:gd name="connsiteX196" fmla="*/ 3729217 w 4095016"/>
                <a:gd name="connsiteY196" fmla="*/ 873930 h 1548353"/>
                <a:gd name="connsiteX197" fmla="*/ 3712060 w 4095016"/>
                <a:gd name="connsiteY197" fmla="*/ 914678 h 1548353"/>
                <a:gd name="connsiteX198" fmla="*/ 3717074 w 4095016"/>
                <a:gd name="connsiteY198" fmla="*/ 916790 h 1548353"/>
                <a:gd name="connsiteX199" fmla="*/ 3699917 w 4095016"/>
                <a:gd name="connsiteY199" fmla="*/ 957539 h 1548353"/>
                <a:gd name="connsiteX200" fmla="*/ 3694892 w 4095016"/>
                <a:gd name="connsiteY200" fmla="*/ 955427 h 1548353"/>
                <a:gd name="connsiteX201" fmla="*/ 3677735 w 4095016"/>
                <a:gd name="connsiteY201" fmla="*/ 996164 h 1548353"/>
                <a:gd name="connsiteX202" fmla="*/ 3682749 w 4095016"/>
                <a:gd name="connsiteY202" fmla="*/ 998276 h 1548353"/>
                <a:gd name="connsiteX203" fmla="*/ 3665592 w 4095016"/>
                <a:gd name="connsiteY203" fmla="*/ 1039025 h 1548353"/>
                <a:gd name="connsiteX204" fmla="*/ 3660567 w 4095016"/>
                <a:gd name="connsiteY204" fmla="*/ 1036913 h 1548353"/>
                <a:gd name="connsiteX205" fmla="*/ 3643410 w 4095016"/>
                <a:gd name="connsiteY205" fmla="*/ 1077661 h 1548353"/>
                <a:gd name="connsiteX206" fmla="*/ 3648435 w 4095016"/>
                <a:gd name="connsiteY206" fmla="*/ 1079773 h 1548353"/>
                <a:gd name="connsiteX207" fmla="*/ 3631267 w 4095016"/>
                <a:gd name="connsiteY207" fmla="*/ 1120522 h 1548353"/>
                <a:gd name="connsiteX208" fmla="*/ 3626242 w 4095016"/>
                <a:gd name="connsiteY208" fmla="*/ 1118410 h 1548353"/>
                <a:gd name="connsiteX209" fmla="*/ 3609086 w 4095016"/>
                <a:gd name="connsiteY209" fmla="*/ 1159158 h 1548353"/>
                <a:gd name="connsiteX210" fmla="*/ 3614111 w 4095016"/>
                <a:gd name="connsiteY210" fmla="*/ 1161270 h 1548353"/>
                <a:gd name="connsiteX211" fmla="*/ 3596943 w 4095016"/>
                <a:gd name="connsiteY211" fmla="*/ 1202008 h 1548353"/>
                <a:gd name="connsiteX212" fmla="*/ 3591918 w 4095016"/>
                <a:gd name="connsiteY212" fmla="*/ 1199896 h 1548353"/>
                <a:gd name="connsiteX213" fmla="*/ 3574761 w 4095016"/>
                <a:gd name="connsiteY213" fmla="*/ 1240644 h 1548353"/>
                <a:gd name="connsiteX214" fmla="*/ 3579786 w 4095016"/>
                <a:gd name="connsiteY214" fmla="*/ 1242756 h 1548353"/>
                <a:gd name="connsiteX215" fmla="*/ 3562618 w 4095016"/>
                <a:gd name="connsiteY215" fmla="*/ 1283505 h 1548353"/>
                <a:gd name="connsiteX216" fmla="*/ 3557593 w 4095016"/>
                <a:gd name="connsiteY216" fmla="*/ 1281393 h 1548353"/>
                <a:gd name="connsiteX217" fmla="*/ 3540436 w 4095016"/>
                <a:gd name="connsiteY217" fmla="*/ 1322141 h 1548353"/>
                <a:gd name="connsiteX218" fmla="*/ 3545461 w 4095016"/>
                <a:gd name="connsiteY218" fmla="*/ 1324253 h 1548353"/>
                <a:gd name="connsiteX219" fmla="*/ 3528293 w 4095016"/>
                <a:gd name="connsiteY219" fmla="*/ 1364991 h 1548353"/>
                <a:gd name="connsiteX220" fmla="*/ 3523268 w 4095016"/>
                <a:gd name="connsiteY220" fmla="*/ 1362890 h 1548353"/>
                <a:gd name="connsiteX221" fmla="*/ 3506111 w 4095016"/>
                <a:gd name="connsiteY221" fmla="*/ 1403627 h 1548353"/>
                <a:gd name="connsiteX222" fmla="*/ 3511136 w 4095016"/>
                <a:gd name="connsiteY222" fmla="*/ 1405739 h 1548353"/>
                <a:gd name="connsiteX223" fmla="*/ 3493969 w 4095016"/>
                <a:gd name="connsiteY223" fmla="*/ 1446488 h 1548353"/>
                <a:gd name="connsiteX224" fmla="*/ 3488944 w 4095016"/>
                <a:gd name="connsiteY224" fmla="*/ 1444376 h 1548353"/>
                <a:gd name="connsiteX225" fmla="*/ 3471787 w 4095016"/>
                <a:gd name="connsiteY225" fmla="*/ 1485125 h 1548353"/>
                <a:gd name="connsiteX226" fmla="*/ 3476812 w 4095016"/>
                <a:gd name="connsiteY226" fmla="*/ 1487237 h 1548353"/>
                <a:gd name="connsiteX227" fmla="*/ 3459644 w 4095016"/>
                <a:gd name="connsiteY227" fmla="*/ 1527985 h 1548353"/>
                <a:gd name="connsiteX228" fmla="*/ 3454630 w 4095016"/>
                <a:gd name="connsiteY228" fmla="*/ 1525873 h 1548353"/>
                <a:gd name="connsiteX229" fmla="*/ 3447447 w 4095016"/>
                <a:gd name="connsiteY229" fmla="*/ 1542910 h 1548353"/>
                <a:gd name="connsiteX230" fmla="*/ 3429440 w 4095016"/>
                <a:gd name="connsiteY230" fmla="*/ 1542910 h 1548353"/>
                <a:gd name="connsiteX231" fmla="*/ 3429440 w 4095016"/>
                <a:gd name="connsiteY231" fmla="*/ 1548354 h 1548353"/>
                <a:gd name="connsiteX232" fmla="*/ 3386188 w 4095016"/>
                <a:gd name="connsiteY232" fmla="*/ 1548354 h 1548353"/>
                <a:gd name="connsiteX233" fmla="*/ 3386188 w 4095016"/>
                <a:gd name="connsiteY233" fmla="*/ 1542910 h 1548353"/>
                <a:gd name="connsiteX234" fmla="*/ 3342936 w 4095016"/>
                <a:gd name="connsiteY234" fmla="*/ 1542910 h 1548353"/>
                <a:gd name="connsiteX235" fmla="*/ 3342936 w 4095016"/>
                <a:gd name="connsiteY235" fmla="*/ 1548354 h 1548353"/>
                <a:gd name="connsiteX236" fmla="*/ 3299673 w 4095016"/>
                <a:gd name="connsiteY236" fmla="*/ 1548354 h 1548353"/>
                <a:gd name="connsiteX237" fmla="*/ 3299673 w 4095016"/>
                <a:gd name="connsiteY237" fmla="*/ 1542910 h 1548353"/>
                <a:gd name="connsiteX238" fmla="*/ 3256421 w 4095016"/>
                <a:gd name="connsiteY238" fmla="*/ 1542910 h 1548353"/>
                <a:gd name="connsiteX239" fmla="*/ 3256421 w 4095016"/>
                <a:gd name="connsiteY239" fmla="*/ 1548354 h 1548353"/>
                <a:gd name="connsiteX240" fmla="*/ 3213169 w 4095016"/>
                <a:gd name="connsiteY240" fmla="*/ 1548354 h 1548353"/>
                <a:gd name="connsiteX241" fmla="*/ 3213169 w 4095016"/>
                <a:gd name="connsiteY241" fmla="*/ 1542910 h 1548353"/>
                <a:gd name="connsiteX242" fmla="*/ 3169917 w 4095016"/>
                <a:gd name="connsiteY242" fmla="*/ 1542910 h 1548353"/>
                <a:gd name="connsiteX243" fmla="*/ 3169917 w 4095016"/>
                <a:gd name="connsiteY243" fmla="*/ 1548354 h 1548353"/>
                <a:gd name="connsiteX244" fmla="*/ 3126665 w 4095016"/>
                <a:gd name="connsiteY244" fmla="*/ 1548354 h 1548353"/>
                <a:gd name="connsiteX245" fmla="*/ 3126665 w 4095016"/>
                <a:gd name="connsiteY245" fmla="*/ 1542910 h 1548353"/>
                <a:gd name="connsiteX246" fmla="*/ 3083402 w 4095016"/>
                <a:gd name="connsiteY246" fmla="*/ 1542910 h 1548353"/>
                <a:gd name="connsiteX247" fmla="*/ 3083402 w 4095016"/>
                <a:gd name="connsiteY247" fmla="*/ 1548354 h 1548353"/>
                <a:gd name="connsiteX248" fmla="*/ 3040150 w 4095016"/>
                <a:gd name="connsiteY248" fmla="*/ 1548354 h 1548353"/>
                <a:gd name="connsiteX249" fmla="*/ 3040150 w 4095016"/>
                <a:gd name="connsiteY249" fmla="*/ 1542910 h 1548353"/>
                <a:gd name="connsiteX250" fmla="*/ 2996898 w 4095016"/>
                <a:gd name="connsiteY250" fmla="*/ 1542910 h 1548353"/>
                <a:gd name="connsiteX251" fmla="*/ 2996898 w 4095016"/>
                <a:gd name="connsiteY251" fmla="*/ 1548354 h 1548353"/>
                <a:gd name="connsiteX252" fmla="*/ 2953646 w 4095016"/>
                <a:gd name="connsiteY252" fmla="*/ 1548354 h 1548353"/>
                <a:gd name="connsiteX253" fmla="*/ 2953646 w 4095016"/>
                <a:gd name="connsiteY253" fmla="*/ 1542910 h 1548353"/>
                <a:gd name="connsiteX254" fmla="*/ 2910383 w 4095016"/>
                <a:gd name="connsiteY254" fmla="*/ 1542910 h 1548353"/>
                <a:gd name="connsiteX255" fmla="*/ 2910383 w 4095016"/>
                <a:gd name="connsiteY255" fmla="*/ 1548354 h 1548353"/>
                <a:gd name="connsiteX256" fmla="*/ 2867131 w 4095016"/>
                <a:gd name="connsiteY256" fmla="*/ 1548354 h 1548353"/>
                <a:gd name="connsiteX257" fmla="*/ 2867131 w 4095016"/>
                <a:gd name="connsiteY257" fmla="*/ 1542910 h 1548353"/>
                <a:gd name="connsiteX258" fmla="*/ 2823879 w 4095016"/>
                <a:gd name="connsiteY258" fmla="*/ 1542910 h 1548353"/>
                <a:gd name="connsiteX259" fmla="*/ 2823879 w 4095016"/>
                <a:gd name="connsiteY259" fmla="*/ 1548354 h 1548353"/>
                <a:gd name="connsiteX260" fmla="*/ 2780627 w 4095016"/>
                <a:gd name="connsiteY260" fmla="*/ 1548354 h 1548353"/>
                <a:gd name="connsiteX261" fmla="*/ 2780627 w 4095016"/>
                <a:gd name="connsiteY261" fmla="*/ 1542910 h 1548353"/>
                <a:gd name="connsiteX262" fmla="*/ 2737364 w 4095016"/>
                <a:gd name="connsiteY262" fmla="*/ 1542910 h 1548353"/>
                <a:gd name="connsiteX263" fmla="*/ 2737364 w 4095016"/>
                <a:gd name="connsiteY263" fmla="*/ 1548354 h 1548353"/>
                <a:gd name="connsiteX264" fmla="*/ 2694112 w 4095016"/>
                <a:gd name="connsiteY264" fmla="*/ 1548354 h 1548353"/>
                <a:gd name="connsiteX265" fmla="*/ 2694112 w 4095016"/>
                <a:gd name="connsiteY265" fmla="*/ 1542910 h 1548353"/>
                <a:gd name="connsiteX266" fmla="*/ 2650860 w 4095016"/>
                <a:gd name="connsiteY266" fmla="*/ 1542910 h 1548353"/>
                <a:gd name="connsiteX267" fmla="*/ 2650860 w 4095016"/>
                <a:gd name="connsiteY267" fmla="*/ 1548354 h 1548353"/>
                <a:gd name="connsiteX268" fmla="*/ 2607608 w 4095016"/>
                <a:gd name="connsiteY268" fmla="*/ 1548354 h 1548353"/>
                <a:gd name="connsiteX269" fmla="*/ 2607608 w 4095016"/>
                <a:gd name="connsiteY269" fmla="*/ 1542910 h 1548353"/>
                <a:gd name="connsiteX270" fmla="*/ 2564356 w 4095016"/>
                <a:gd name="connsiteY270" fmla="*/ 1542910 h 1548353"/>
                <a:gd name="connsiteX271" fmla="*/ 2564356 w 4095016"/>
                <a:gd name="connsiteY271" fmla="*/ 1548354 h 1548353"/>
                <a:gd name="connsiteX272" fmla="*/ 2521094 w 4095016"/>
                <a:gd name="connsiteY272" fmla="*/ 1548354 h 1548353"/>
                <a:gd name="connsiteX273" fmla="*/ 2521094 w 4095016"/>
                <a:gd name="connsiteY273" fmla="*/ 1542910 h 1548353"/>
                <a:gd name="connsiteX274" fmla="*/ 2477842 w 4095016"/>
                <a:gd name="connsiteY274" fmla="*/ 1542910 h 1548353"/>
                <a:gd name="connsiteX275" fmla="*/ 2477842 w 4095016"/>
                <a:gd name="connsiteY275" fmla="*/ 1548354 h 1548353"/>
                <a:gd name="connsiteX276" fmla="*/ 2434590 w 4095016"/>
                <a:gd name="connsiteY276" fmla="*/ 1548354 h 1548353"/>
                <a:gd name="connsiteX277" fmla="*/ 2434590 w 4095016"/>
                <a:gd name="connsiteY277" fmla="*/ 1542910 h 1548353"/>
                <a:gd name="connsiteX278" fmla="*/ 2391338 w 4095016"/>
                <a:gd name="connsiteY278" fmla="*/ 1542910 h 1548353"/>
                <a:gd name="connsiteX279" fmla="*/ 2391338 w 4095016"/>
                <a:gd name="connsiteY279" fmla="*/ 1548354 h 1548353"/>
                <a:gd name="connsiteX280" fmla="*/ 2348075 w 4095016"/>
                <a:gd name="connsiteY280" fmla="*/ 1548354 h 1548353"/>
                <a:gd name="connsiteX281" fmla="*/ 2348075 w 4095016"/>
                <a:gd name="connsiteY281" fmla="*/ 1542910 h 1548353"/>
                <a:gd name="connsiteX282" fmla="*/ 2304823 w 4095016"/>
                <a:gd name="connsiteY282" fmla="*/ 1542910 h 1548353"/>
                <a:gd name="connsiteX283" fmla="*/ 2304823 w 4095016"/>
                <a:gd name="connsiteY283" fmla="*/ 1548354 h 1548353"/>
                <a:gd name="connsiteX284" fmla="*/ 2261571 w 4095016"/>
                <a:gd name="connsiteY284" fmla="*/ 1548354 h 1548353"/>
                <a:gd name="connsiteX285" fmla="*/ 2261571 w 4095016"/>
                <a:gd name="connsiteY285" fmla="*/ 1542910 h 1548353"/>
                <a:gd name="connsiteX286" fmla="*/ 2218319 w 4095016"/>
                <a:gd name="connsiteY286" fmla="*/ 1542910 h 1548353"/>
                <a:gd name="connsiteX287" fmla="*/ 2218319 w 4095016"/>
                <a:gd name="connsiteY287" fmla="*/ 1548354 h 1548353"/>
                <a:gd name="connsiteX288" fmla="*/ 2175056 w 4095016"/>
                <a:gd name="connsiteY288" fmla="*/ 1548354 h 1548353"/>
                <a:gd name="connsiteX289" fmla="*/ 2175056 w 4095016"/>
                <a:gd name="connsiteY289" fmla="*/ 1542910 h 1548353"/>
                <a:gd name="connsiteX290" fmla="*/ 2131804 w 4095016"/>
                <a:gd name="connsiteY290" fmla="*/ 1542910 h 1548353"/>
                <a:gd name="connsiteX291" fmla="*/ 2131804 w 4095016"/>
                <a:gd name="connsiteY291" fmla="*/ 1548354 h 1548353"/>
                <a:gd name="connsiteX292" fmla="*/ 2088552 w 4095016"/>
                <a:gd name="connsiteY292" fmla="*/ 1548354 h 1548353"/>
                <a:gd name="connsiteX293" fmla="*/ 2088552 w 4095016"/>
                <a:gd name="connsiteY293" fmla="*/ 1542910 h 1548353"/>
                <a:gd name="connsiteX294" fmla="*/ 2045300 w 4095016"/>
                <a:gd name="connsiteY294" fmla="*/ 1542910 h 1548353"/>
                <a:gd name="connsiteX295" fmla="*/ 2045300 w 4095016"/>
                <a:gd name="connsiteY295" fmla="*/ 1548354 h 1548353"/>
                <a:gd name="connsiteX296" fmla="*/ 2002048 w 4095016"/>
                <a:gd name="connsiteY296" fmla="*/ 1548354 h 1548353"/>
                <a:gd name="connsiteX297" fmla="*/ 2002048 w 4095016"/>
                <a:gd name="connsiteY297" fmla="*/ 1542910 h 1548353"/>
                <a:gd name="connsiteX298" fmla="*/ 1958785 w 4095016"/>
                <a:gd name="connsiteY298" fmla="*/ 1542910 h 1548353"/>
                <a:gd name="connsiteX299" fmla="*/ 1958785 w 4095016"/>
                <a:gd name="connsiteY299" fmla="*/ 1548354 h 1548353"/>
                <a:gd name="connsiteX300" fmla="*/ 1915533 w 4095016"/>
                <a:gd name="connsiteY300" fmla="*/ 1548354 h 1548353"/>
                <a:gd name="connsiteX301" fmla="*/ 1915533 w 4095016"/>
                <a:gd name="connsiteY301" fmla="*/ 1542910 h 1548353"/>
                <a:gd name="connsiteX302" fmla="*/ 1872281 w 4095016"/>
                <a:gd name="connsiteY302" fmla="*/ 1542910 h 1548353"/>
                <a:gd name="connsiteX303" fmla="*/ 1872281 w 4095016"/>
                <a:gd name="connsiteY303" fmla="*/ 1548354 h 1548353"/>
                <a:gd name="connsiteX304" fmla="*/ 1829029 w 4095016"/>
                <a:gd name="connsiteY304" fmla="*/ 1548354 h 1548353"/>
                <a:gd name="connsiteX305" fmla="*/ 1829029 w 4095016"/>
                <a:gd name="connsiteY305" fmla="*/ 1542910 h 1548353"/>
                <a:gd name="connsiteX306" fmla="*/ 1785766 w 4095016"/>
                <a:gd name="connsiteY306" fmla="*/ 1542910 h 1548353"/>
                <a:gd name="connsiteX307" fmla="*/ 1785766 w 4095016"/>
                <a:gd name="connsiteY307" fmla="*/ 1548354 h 1548353"/>
                <a:gd name="connsiteX308" fmla="*/ 1742515 w 4095016"/>
                <a:gd name="connsiteY308" fmla="*/ 1548354 h 1548353"/>
                <a:gd name="connsiteX309" fmla="*/ 1742515 w 4095016"/>
                <a:gd name="connsiteY309" fmla="*/ 1542910 h 1548353"/>
                <a:gd name="connsiteX310" fmla="*/ 1699263 w 4095016"/>
                <a:gd name="connsiteY310" fmla="*/ 1542910 h 1548353"/>
                <a:gd name="connsiteX311" fmla="*/ 1699263 w 4095016"/>
                <a:gd name="connsiteY311" fmla="*/ 1548354 h 1548353"/>
                <a:gd name="connsiteX312" fmla="*/ 1656011 w 4095016"/>
                <a:gd name="connsiteY312" fmla="*/ 1548354 h 1548353"/>
                <a:gd name="connsiteX313" fmla="*/ 1656011 w 4095016"/>
                <a:gd name="connsiteY313" fmla="*/ 1542910 h 1548353"/>
                <a:gd name="connsiteX314" fmla="*/ 1612748 w 4095016"/>
                <a:gd name="connsiteY314" fmla="*/ 1542910 h 1548353"/>
                <a:gd name="connsiteX315" fmla="*/ 1612748 w 4095016"/>
                <a:gd name="connsiteY315" fmla="*/ 1548354 h 1548353"/>
                <a:gd name="connsiteX316" fmla="*/ 1569496 w 4095016"/>
                <a:gd name="connsiteY316" fmla="*/ 1548354 h 1548353"/>
                <a:gd name="connsiteX317" fmla="*/ 1569496 w 4095016"/>
                <a:gd name="connsiteY317" fmla="*/ 1542910 h 1548353"/>
                <a:gd name="connsiteX318" fmla="*/ 1526244 w 4095016"/>
                <a:gd name="connsiteY318" fmla="*/ 1542910 h 1548353"/>
                <a:gd name="connsiteX319" fmla="*/ 1526244 w 4095016"/>
                <a:gd name="connsiteY319" fmla="*/ 1548354 h 1548353"/>
                <a:gd name="connsiteX320" fmla="*/ 1482992 w 4095016"/>
                <a:gd name="connsiteY320" fmla="*/ 1548354 h 1548353"/>
                <a:gd name="connsiteX321" fmla="*/ 1482992 w 4095016"/>
                <a:gd name="connsiteY321" fmla="*/ 1542910 h 1548353"/>
                <a:gd name="connsiteX322" fmla="*/ 1439740 w 4095016"/>
                <a:gd name="connsiteY322" fmla="*/ 1542910 h 1548353"/>
                <a:gd name="connsiteX323" fmla="*/ 1439740 w 4095016"/>
                <a:gd name="connsiteY323" fmla="*/ 1548354 h 1548353"/>
                <a:gd name="connsiteX324" fmla="*/ 1396477 w 4095016"/>
                <a:gd name="connsiteY324" fmla="*/ 1548354 h 1548353"/>
                <a:gd name="connsiteX325" fmla="*/ 1396477 w 4095016"/>
                <a:gd name="connsiteY325" fmla="*/ 1542910 h 1548353"/>
                <a:gd name="connsiteX326" fmla="*/ 1353225 w 4095016"/>
                <a:gd name="connsiteY326" fmla="*/ 1542910 h 1548353"/>
                <a:gd name="connsiteX327" fmla="*/ 1353225 w 4095016"/>
                <a:gd name="connsiteY327" fmla="*/ 1548354 h 1548353"/>
                <a:gd name="connsiteX328" fmla="*/ 1309973 w 4095016"/>
                <a:gd name="connsiteY328" fmla="*/ 1548354 h 1548353"/>
                <a:gd name="connsiteX329" fmla="*/ 1309973 w 4095016"/>
                <a:gd name="connsiteY329" fmla="*/ 1542910 h 1548353"/>
                <a:gd name="connsiteX330" fmla="*/ 1266721 w 4095016"/>
                <a:gd name="connsiteY330" fmla="*/ 1542910 h 1548353"/>
                <a:gd name="connsiteX331" fmla="*/ 1266721 w 4095016"/>
                <a:gd name="connsiteY331" fmla="*/ 1548354 h 1548353"/>
                <a:gd name="connsiteX332" fmla="*/ 1223458 w 4095016"/>
                <a:gd name="connsiteY332" fmla="*/ 1548354 h 1548353"/>
                <a:gd name="connsiteX333" fmla="*/ 1223458 w 4095016"/>
                <a:gd name="connsiteY333" fmla="*/ 1542910 h 1548353"/>
                <a:gd name="connsiteX334" fmla="*/ 1180206 w 4095016"/>
                <a:gd name="connsiteY334" fmla="*/ 1542910 h 1548353"/>
                <a:gd name="connsiteX335" fmla="*/ 1180206 w 4095016"/>
                <a:gd name="connsiteY335" fmla="*/ 1548354 h 1548353"/>
                <a:gd name="connsiteX336" fmla="*/ 1136954 w 4095016"/>
                <a:gd name="connsiteY336" fmla="*/ 1548354 h 1548353"/>
                <a:gd name="connsiteX337" fmla="*/ 1136954 w 4095016"/>
                <a:gd name="connsiteY337" fmla="*/ 1542910 h 1548353"/>
                <a:gd name="connsiteX338" fmla="*/ 1093702 w 4095016"/>
                <a:gd name="connsiteY338" fmla="*/ 1542910 h 1548353"/>
                <a:gd name="connsiteX339" fmla="*/ 1093702 w 4095016"/>
                <a:gd name="connsiteY339" fmla="*/ 1548354 h 1548353"/>
                <a:gd name="connsiteX340" fmla="*/ 1050439 w 4095016"/>
                <a:gd name="connsiteY340" fmla="*/ 1548354 h 1548353"/>
                <a:gd name="connsiteX341" fmla="*/ 1050439 w 4095016"/>
                <a:gd name="connsiteY341" fmla="*/ 1542910 h 1548353"/>
                <a:gd name="connsiteX342" fmla="*/ 1007190 w 4095016"/>
                <a:gd name="connsiteY342" fmla="*/ 1542910 h 1548353"/>
                <a:gd name="connsiteX343" fmla="*/ 1007190 w 4095016"/>
                <a:gd name="connsiteY343" fmla="*/ 1548354 h 1548353"/>
                <a:gd name="connsiteX344" fmla="*/ 963935 w 4095016"/>
                <a:gd name="connsiteY344" fmla="*/ 1548354 h 1548353"/>
                <a:gd name="connsiteX345" fmla="*/ 963935 w 4095016"/>
                <a:gd name="connsiteY345" fmla="*/ 1542910 h 1548353"/>
                <a:gd name="connsiteX346" fmla="*/ 920680 w 4095016"/>
                <a:gd name="connsiteY346" fmla="*/ 1542910 h 1548353"/>
                <a:gd name="connsiteX347" fmla="*/ 920680 w 4095016"/>
                <a:gd name="connsiteY347" fmla="*/ 1548354 h 1548353"/>
                <a:gd name="connsiteX348" fmla="*/ 877426 w 4095016"/>
                <a:gd name="connsiteY348" fmla="*/ 1548354 h 1548353"/>
                <a:gd name="connsiteX349" fmla="*/ 877426 w 4095016"/>
                <a:gd name="connsiteY349" fmla="*/ 1542910 h 1548353"/>
                <a:gd name="connsiteX350" fmla="*/ 834172 w 4095016"/>
                <a:gd name="connsiteY350" fmla="*/ 1542910 h 1548353"/>
                <a:gd name="connsiteX351" fmla="*/ 834172 w 4095016"/>
                <a:gd name="connsiteY351" fmla="*/ 1548354 h 1548353"/>
                <a:gd name="connsiteX352" fmla="*/ 790917 w 4095016"/>
                <a:gd name="connsiteY352" fmla="*/ 1548354 h 1548353"/>
                <a:gd name="connsiteX353" fmla="*/ 790917 w 4095016"/>
                <a:gd name="connsiteY353" fmla="*/ 1542910 h 1548353"/>
                <a:gd name="connsiteX354" fmla="*/ 747662 w 4095016"/>
                <a:gd name="connsiteY354" fmla="*/ 1542910 h 1548353"/>
                <a:gd name="connsiteX355" fmla="*/ 747662 w 4095016"/>
                <a:gd name="connsiteY355" fmla="*/ 1548354 h 1548353"/>
                <a:gd name="connsiteX356" fmla="*/ 704408 w 4095016"/>
                <a:gd name="connsiteY356" fmla="*/ 1548354 h 1548353"/>
                <a:gd name="connsiteX357" fmla="*/ 704408 w 4095016"/>
                <a:gd name="connsiteY357" fmla="*/ 1542910 h 1548353"/>
                <a:gd name="connsiteX358" fmla="*/ 661153 w 4095016"/>
                <a:gd name="connsiteY358" fmla="*/ 1542910 h 1548353"/>
                <a:gd name="connsiteX359" fmla="*/ 661153 w 4095016"/>
                <a:gd name="connsiteY359" fmla="*/ 1548354 h 1548353"/>
                <a:gd name="connsiteX360" fmla="*/ 617899 w 4095016"/>
                <a:gd name="connsiteY360" fmla="*/ 1548354 h 1548353"/>
                <a:gd name="connsiteX361" fmla="*/ 617899 w 4095016"/>
                <a:gd name="connsiteY361" fmla="*/ 1542910 h 1548353"/>
                <a:gd name="connsiteX362" fmla="*/ 574645 w 4095016"/>
                <a:gd name="connsiteY362" fmla="*/ 1542910 h 1548353"/>
                <a:gd name="connsiteX363" fmla="*/ 574645 w 4095016"/>
                <a:gd name="connsiteY363" fmla="*/ 1548354 h 1548353"/>
                <a:gd name="connsiteX364" fmla="*/ 531391 w 4095016"/>
                <a:gd name="connsiteY364" fmla="*/ 1548354 h 1548353"/>
                <a:gd name="connsiteX365" fmla="*/ 531391 w 4095016"/>
                <a:gd name="connsiteY365" fmla="*/ 1542910 h 1548353"/>
                <a:gd name="connsiteX366" fmla="*/ 488135 w 4095016"/>
                <a:gd name="connsiteY366" fmla="*/ 1542910 h 1548353"/>
                <a:gd name="connsiteX367" fmla="*/ 488135 w 4095016"/>
                <a:gd name="connsiteY367" fmla="*/ 1548354 h 1548353"/>
                <a:gd name="connsiteX368" fmla="*/ 444881 w 4095016"/>
                <a:gd name="connsiteY368" fmla="*/ 1548354 h 1548353"/>
                <a:gd name="connsiteX369" fmla="*/ 444881 w 4095016"/>
                <a:gd name="connsiteY369" fmla="*/ 1542910 h 1548353"/>
                <a:gd name="connsiteX370" fmla="*/ 401627 w 4095016"/>
                <a:gd name="connsiteY370" fmla="*/ 1542910 h 1548353"/>
                <a:gd name="connsiteX371" fmla="*/ 401627 w 4095016"/>
                <a:gd name="connsiteY371" fmla="*/ 1548354 h 1548353"/>
                <a:gd name="connsiteX372" fmla="*/ 358372 w 4095016"/>
                <a:gd name="connsiteY372" fmla="*/ 1548354 h 1548353"/>
                <a:gd name="connsiteX373" fmla="*/ 358372 w 4095016"/>
                <a:gd name="connsiteY373" fmla="*/ 1542910 h 1548353"/>
                <a:gd name="connsiteX374" fmla="*/ 315118 w 4095016"/>
                <a:gd name="connsiteY374" fmla="*/ 1542910 h 1548353"/>
                <a:gd name="connsiteX375" fmla="*/ 315118 w 4095016"/>
                <a:gd name="connsiteY375" fmla="*/ 1548354 h 1548353"/>
                <a:gd name="connsiteX376" fmla="*/ 271864 w 4095016"/>
                <a:gd name="connsiteY376" fmla="*/ 1548354 h 1548353"/>
                <a:gd name="connsiteX377" fmla="*/ 271864 w 4095016"/>
                <a:gd name="connsiteY377" fmla="*/ 1542910 h 1548353"/>
                <a:gd name="connsiteX378" fmla="*/ 228608 w 4095016"/>
                <a:gd name="connsiteY378" fmla="*/ 1542910 h 1548353"/>
                <a:gd name="connsiteX379" fmla="*/ 228608 w 4095016"/>
                <a:gd name="connsiteY379" fmla="*/ 1548354 h 1548353"/>
                <a:gd name="connsiteX380" fmla="*/ 185354 w 4095016"/>
                <a:gd name="connsiteY380" fmla="*/ 1548354 h 1548353"/>
                <a:gd name="connsiteX381" fmla="*/ 185354 w 4095016"/>
                <a:gd name="connsiteY381" fmla="*/ 1542910 h 1548353"/>
                <a:gd name="connsiteX382" fmla="*/ 142100 w 4095016"/>
                <a:gd name="connsiteY382" fmla="*/ 1542910 h 1548353"/>
                <a:gd name="connsiteX383" fmla="*/ 142100 w 4095016"/>
                <a:gd name="connsiteY383" fmla="*/ 1548354 h 1548353"/>
                <a:gd name="connsiteX384" fmla="*/ 98846 w 4095016"/>
                <a:gd name="connsiteY384" fmla="*/ 1548354 h 1548353"/>
                <a:gd name="connsiteX385" fmla="*/ 98846 w 4095016"/>
                <a:gd name="connsiteY385" fmla="*/ 1542910 h 1548353"/>
                <a:gd name="connsiteX386" fmla="*/ 55591 w 4095016"/>
                <a:gd name="connsiteY386" fmla="*/ 1542910 h 1548353"/>
                <a:gd name="connsiteX387" fmla="*/ 55591 w 4095016"/>
                <a:gd name="connsiteY387" fmla="*/ 1548354 h 1548353"/>
                <a:gd name="connsiteX388" fmla="*/ 12336 w 4095016"/>
                <a:gd name="connsiteY388" fmla="*/ 1548354 h 1548353"/>
                <a:gd name="connsiteX389" fmla="*/ 12336 w 4095016"/>
                <a:gd name="connsiteY389" fmla="*/ 1542910 h 1548353"/>
                <a:gd name="connsiteX390" fmla="*/ 0 w 4095016"/>
                <a:gd name="connsiteY390" fmla="*/ 1542910 h 1548353"/>
                <a:gd name="connsiteX391" fmla="*/ 6300 w 4095016"/>
                <a:gd name="connsiteY391" fmla="*/ 1531654 h 1548353"/>
                <a:gd name="connsiteX392" fmla="*/ 1543 w 4095016"/>
                <a:gd name="connsiteY392" fmla="*/ 1528997 h 1548353"/>
                <a:gd name="connsiteX393" fmla="*/ 23210 w 4095016"/>
                <a:gd name="connsiteY393" fmla="*/ 1490285 h 1548353"/>
                <a:gd name="connsiteX394" fmla="*/ 27967 w 4095016"/>
                <a:gd name="connsiteY394" fmla="*/ 1492941 h 1548353"/>
                <a:gd name="connsiteX395" fmla="*/ 49635 w 4095016"/>
                <a:gd name="connsiteY395" fmla="*/ 1454239 h 1548353"/>
                <a:gd name="connsiteX396" fmla="*/ 44877 w 4095016"/>
                <a:gd name="connsiteY396" fmla="*/ 1451583 h 1548353"/>
                <a:gd name="connsiteX397" fmla="*/ 66544 w 4095016"/>
                <a:gd name="connsiteY397" fmla="*/ 1412870 h 1548353"/>
                <a:gd name="connsiteX398" fmla="*/ 71301 w 4095016"/>
                <a:gd name="connsiteY398" fmla="*/ 1415526 h 1548353"/>
                <a:gd name="connsiteX399" fmla="*/ 92968 w 4095016"/>
                <a:gd name="connsiteY399" fmla="*/ 1376825 h 1548353"/>
                <a:gd name="connsiteX400" fmla="*/ 88212 w 4095016"/>
                <a:gd name="connsiteY400" fmla="*/ 1374168 h 1548353"/>
                <a:gd name="connsiteX401" fmla="*/ 109879 w 4095016"/>
                <a:gd name="connsiteY401" fmla="*/ 1335456 h 1548353"/>
                <a:gd name="connsiteX402" fmla="*/ 114636 w 4095016"/>
                <a:gd name="connsiteY402" fmla="*/ 1338112 h 1548353"/>
                <a:gd name="connsiteX403" fmla="*/ 136303 w 4095016"/>
                <a:gd name="connsiteY403" fmla="*/ 1299399 h 1548353"/>
                <a:gd name="connsiteX404" fmla="*/ 131545 w 4095016"/>
                <a:gd name="connsiteY404" fmla="*/ 1296743 h 1548353"/>
                <a:gd name="connsiteX405" fmla="*/ 153213 w 4095016"/>
                <a:gd name="connsiteY405" fmla="*/ 1258041 h 1548353"/>
                <a:gd name="connsiteX406" fmla="*/ 157971 w 4095016"/>
                <a:gd name="connsiteY406" fmla="*/ 1260697 h 1548353"/>
                <a:gd name="connsiteX407" fmla="*/ 179637 w 4095016"/>
                <a:gd name="connsiteY407" fmla="*/ 1221985 h 1548353"/>
                <a:gd name="connsiteX408" fmla="*/ 174880 w 4095016"/>
                <a:gd name="connsiteY408" fmla="*/ 1219328 h 1548353"/>
                <a:gd name="connsiteX409" fmla="*/ 196548 w 4095016"/>
                <a:gd name="connsiteY409" fmla="*/ 1180616 h 1548353"/>
                <a:gd name="connsiteX410" fmla="*/ 201304 w 4095016"/>
                <a:gd name="connsiteY410" fmla="*/ 1183272 h 1548353"/>
                <a:gd name="connsiteX411" fmla="*/ 222972 w 4095016"/>
                <a:gd name="connsiteY411" fmla="*/ 1144570 h 1548353"/>
                <a:gd name="connsiteX412" fmla="*/ 218215 w 4095016"/>
                <a:gd name="connsiteY412" fmla="*/ 1141914 h 1548353"/>
                <a:gd name="connsiteX413" fmla="*/ 239881 w 4095016"/>
                <a:gd name="connsiteY413" fmla="*/ 1103201 h 1548353"/>
                <a:gd name="connsiteX414" fmla="*/ 244639 w 4095016"/>
                <a:gd name="connsiteY414" fmla="*/ 1105858 h 1548353"/>
                <a:gd name="connsiteX415" fmla="*/ 266307 w 4095016"/>
                <a:gd name="connsiteY415" fmla="*/ 1067145 h 1548353"/>
                <a:gd name="connsiteX416" fmla="*/ 261549 w 4095016"/>
                <a:gd name="connsiteY416" fmla="*/ 1064489 h 1548353"/>
                <a:gd name="connsiteX417" fmla="*/ 283216 w 4095016"/>
                <a:gd name="connsiteY417" fmla="*/ 1025787 h 1548353"/>
                <a:gd name="connsiteX418" fmla="*/ 287973 w 4095016"/>
                <a:gd name="connsiteY418" fmla="*/ 1028443 h 1548353"/>
                <a:gd name="connsiteX419" fmla="*/ 309640 w 4095016"/>
                <a:gd name="connsiteY419" fmla="*/ 989730 h 1548353"/>
                <a:gd name="connsiteX420" fmla="*/ 304883 w 4095016"/>
                <a:gd name="connsiteY420" fmla="*/ 987074 h 1548353"/>
                <a:gd name="connsiteX421" fmla="*/ 326551 w 4095016"/>
                <a:gd name="connsiteY421" fmla="*/ 948361 h 1548353"/>
                <a:gd name="connsiteX422" fmla="*/ 331308 w 4095016"/>
                <a:gd name="connsiteY422" fmla="*/ 951018 h 1548353"/>
                <a:gd name="connsiteX423" fmla="*/ 352975 w 4095016"/>
                <a:gd name="connsiteY423" fmla="*/ 912316 h 1548353"/>
                <a:gd name="connsiteX424" fmla="*/ 348217 w 4095016"/>
                <a:gd name="connsiteY424" fmla="*/ 909659 h 1548353"/>
                <a:gd name="connsiteX425" fmla="*/ 369885 w 4095016"/>
                <a:gd name="connsiteY425" fmla="*/ 870947 h 1548353"/>
                <a:gd name="connsiteX426" fmla="*/ 374641 w 4095016"/>
                <a:gd name="connsiteY426" fmla="*/ 873603 h 1548353"/>
                <a:gd name="connsiteX427" fmla="*/ 396309 w 4095016"/>
                <a:gd name="connsiteY427" fmla="*/ 834890 h 1548353"/>
                <a:gd name="connsiteX428" fmla="*/ 391552 w 4095016"/>
                <a:gd name="connsiteY428" fmla="*/ 832245 h 1548353"/>
                <a:gd name="connsiteX429" fmla="*/ 413219 w 4095016"/>
                <a:gd name="connsiteY429" fmla="*/ 793532 h 1548353"/>
                <a:gd name="connsiteX430" fmla="*/ 417976 w 4095016"/>
                <a:gd name="connsiteY430" fmla="*/ 796188 h 1548353"/>
                <a:gd name="connsiteX431" fmla="*/ 439644 w 4095016"/>
                <a:gd name="connsiteY431" fmla="*/ 757476 h 1548353"/>
                <a:gd name="connsiteX432" fmla="*/ 434886 w 4095016"/>
                <a:gd name="connsiteY432" fmla="*/ 754819 h 1548353"/>
                <a:gd name="connsiteX433" fmla="*/ 456553 w 4095016"/>
                <a:gd name="connsiteY433" fmla="*/ 716118 h 1548353"/>
                <a:gd name="connsiteX434" fmla="*/ 461310 w 4095016"/>
                <a:gd name="connsiteY434" fmla="*/ 718774 h 1548353"/>
                <a:gd name="connsiteX435" fmla="*/ 482977 w 4095016"/>
                <a:gd name="connsiteY435" fmla="*/ 680061 h 1548353"/>
                <a:gd name="connsiteX436" fmla="*/ 478221 w 4095016"/>
                <a:gd name="connsiteY436" fmla="*/ 677405 h 1548353"/>
                <a:gd name="connsiteX437" fmla="*/ 499888 w 4095016"/>
                <a:gd name="connsiteY437" fmla="*/ 638692 h 1548353"/>
                <a:gd name="connsiteX438" fmla="*/ 504645 w 4095016"/>
                <a:gd name="connsiteY438" fmla="*/ 641349 h 1548353"/>
                <a:gd name="connsiteX439" fmla="*/ 526312 w 4095016"/>
                <a:gd name="connsiteY439" fmla="*/ 602647 h 1548353"/>
                <a:gd name="connsiteX440" fmla="*/ 521555 w 4095016"/>
                <a:gd name="connsiteY440" fmla="*/ 599990 h 1548353"/>
                <a:gd name="connsiteX441" fmla="*/ 543222 w 4095016"/>
                <a:gd name="connsiteY441" fmla="*/ 561278 h 1548353"/>
                <a:gd name="connsiteX442" fmla="*/ 547980 w 4095016"/>
                <a:gd name="connsiteY442" fmla="*/ 563934 h 1548353"/>
                <a:gd name="connsiteX443" fmla="*/ 569646 w 4095016"/>
                <a:gd name="connsiteY443" fmla="*/ 525221 h 1548353"/>
                <a:gd name="connsiteX444" fmla="*/ 564889 w 4095016"/>
                <a:gd name="connsiteY444" fmla="*/ 522565 h 1548353"/>
                <a:gd name="connsiteX445" fmla="*/ 586556 w 4095016"/>
                <a:gd name="connsiteY445" fmla="*/ 483863 h 1548353"/>
                <a:gd name="connsiteX446" fmla="*/ 591313 w 4095016"/>
                <a:gd name="connsiteY446" fmla="*/ 486519 h 1548353"/>
                <a:gd name="connsiteX447" fmla="*/ 612981 w 4095016"/>
                <a:gd name="connsiteY447" fmla="*/ 447808 h 1548353"/>
                <a:gd name="connsiteX448" fmla="*/ 608224 w 4095016"/>
                <a:gd name="connsiteY448" fmla="*/ 445151 h 1548353"/>
                <a:gd name="connsiteX449" fmla="*/ 629890 w 4095016"/>
                <a:gd name="connsiteY449" fmla="*/ 406443 h 1548353"/>
                <a:gd name="connsiteX450" fmla="*/ 634648 w 4095016"/>
                <a:gd name="connsiteY450" fmla="*/ 409098 h 1548353"/>
                <a:gd name="connsiteX451" fmla="*/ 656315 w 4095016"/>
                <a:gd name="connsiteY451" fmla="*/ 370390 h 1548353"/>
                <a:gd name="connsiteX452" fmla="*/ 651558 w 4095016"/>
                <a:gd name="connsiteY452" fmla="*/ 367734 h 1548353"/>
                <a:gd name="connsiteX453" fmla="*/ 673225 w 4095016"/>
                <a:gd name="connsiteY453" fmla="*/ 329025 h 1548353"/>
                <a:gd name="connsiteX454" fmla="*/ 677982 w 4095016"/>
                <a:gd name="connsiteY454" fmla="*/ 331681 h 1548353"/>
                <a:gd name="connsiteX455" fmla="*/ 699649 w 4095016"/>
                <a:gd name="connsiteY455" fmla="*/ 292972 h 1548353"/>
                <a:gd name="connsiteX456" fmla="*/ 694892 w 4095016"/>
                <a:gd name="connsiteY456" fmla="*/ 290316 h 1548353"/>
                <a:gd name="connsiteX457" fmla="*/ 716559 w 4095016"/>
                <a:gd name="connsiteY457" fmla="*/ 251608 h 1548353"/>
                <a:gd name="connsiteX458" fmla="*/ 721317 w 4095016"/>
                <a:gd name="connsiteY458" fmla="*/ 254264 h 1548353"/>
                <a:gd name="connsiteX459" fmla="*/ 742984 w 4095016"/>
                <a:gd name="connsiteY459" fmla="*/ 215554 h 1548353"/>
                <a:gd name="connsiteX460" fmla="*/ 738226 w 4095016"/>
                <a:gd name="connsiteY460" fmla="*/ 212898 h 1548353"/>
                <a:gd name="connsiteX461" fmla="*/ 759894 w 4095016"/>
                <a:gd name="connsiteY461" fmla="*/ 174190 h 1548353"/>
                <a:gd name="connsiteX462" fmla="*/ 764650 w 4095016"/>
                <a:gd name="connsiteY462" fmla="*/ 176846 h 1548353"/>
                <a:gd name="connsiteX463" fmla="*/ 786318 w 4095016"/>
                <a:gd name="connsiteY463" fmla="*/ 138137 h 1548353"/>
                <a:gd name="connsiteX464" fmla="*/ 781561 w 4095016"/>
                <a:gd name="connsiteY464" fmla="*/ 135481 h 1548353"/>
                <a:gd name="connsiteX465" fmla="*/ 803228 w 4095016"/>
                <a:gd name="connsiteY465" fmla="*/ 96772 h 1548353"/>
                <a:gd name="connsiteX466" fmla="*/ 807985 w 4095016"/>
                <a:gd name="connsiteY466" fmla="*/ 99428 h 1548353"/>
                <a:gd name="connsiteX467" fmla="*/ 829653 w 4095016"/>
                <a:gd name="connsiteY467" fmla="*/ 60720 h 1548353"/>
                <a:gd name="connsiteX468" fmla="*/ 824895 w 4095016"/>
                <a:gd name="connsiteY468" fmla="*/ 58064 h 1548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</a:cxnLst>
              <a:rect l="l" t="t" r="r" b="b"/>
              <a:pathLst>
                <a:path w="4095016" h="1548353">
                  <a:moveTo>
                    <a:pt x="824895" y="58064"/>
                  </a:moveTo>
                  <a:lnTo>
                    <a:pt x="846562" y="19354"/>
                  </a:lnTo>
                  <a:lnTo>
                    <a:pt x="851319" y="22011"/>
                  </a:lnTo>
                  <a:lnTo>
                    <a:pt x="860593" y="5443"/>
                  </a:lnTo>
                  <a:lnTo>
                    <a:pt x="879326" y="5443"/>
                  </a:lnTo>
                  <a:lnTo>
                    <a:pt x="879326" y="0"/>
                  </a:lnTo>
                  <a:lnTo>
                    <a:pt x="923188" y="0"/>
                  </a:lnTo>
                  <a:lnTo>
                    <a:pt x="923188" y="5443"/>
                  </a:lnTo>
                  <a:lnTo>
                    <a:pt x="967051" y="5443"/>
                  </a:lnTo>
                  <a:lnTo>
                    <a:pt x="967051" y="0"/>
                  </a:lnTo>
                  <a:lnTo>
                    <a:pt x="1010914" y="0"/>
                  </a:lnTo>
                  <a:lnTo>
                    <a:pt x="1010914" y="5443"/>
                  </a:lnTo>
                  <a:lnTo>
                    <a:pt x="1054778" y="5443"/>
                  </a:lnTo>
                  <a:lnTo>
                    <a:pt x="1054778" y="0"/>
                  </a:lnTo>
                  <a:lnTo>
                    <a:pt x="1098640" y="0"/>
                  </a:lnTo>
                  <a:lnTo>
                    <a:pt x="1098640" y="5443"/>
                  </a:lnTo>
                  <a:lnTo>
                    <a:pt x="1142502" y="5443"/>
                  </a:lnTo>
                  <a:lnTo>
                    <a:pt x="1142502" y="0"/>
                  </a:lnTo>
                  <a:lnTo>
                    <a:pt x="1186365" y="0"/>
                  </a:lnTo>
                  <a:lnTo>
                    <a:pt x="1186365" y="5443"/>
                  </a:lnTo>
                  <a:lnTo>
                    <a:pt x="1230227" y="5443"/>
                  </a:lnTo>
                  <a:lnTo>
                    <a:pt x="1230227" y="0"/>
                  </a:lnTo>
                  <a:lnTo>
                    <a:pt x="1274090" y="0"/>
                  </a:lnTo>
                  <a:lnTo>
                    <a:pt x="1274090" y="5443"/>
                  </a:lnTo>
                  <a:lnTo>
                    <a:pt x="1317952" y="5443"/>
                  </a:lnTo>
                  <a:lnTo>
                    <a:pt x="1317952" y="0"/>
                  </a:lnTo>
                  <a:lnTo>
                    <a:pt x="1361814" y="0"/>
                  </a:lnTo>
                  <a:lnTo>
                    <a:pt x="1361814" y="5443"/>
                  </a:lnTo>
                  <a:lnTo>
                    <a:pt x="1405677" y="5443"/>
                  </a:lnTo>
                  <a:lnTo>
                    <a:pt x="1405677" y="0"/>
                  </a:lnTo>
                  <a:lnTo>
                    <a:pt x="1449539" y="0"/>
                  </a:lnTo>
                  <a:lnTo>
                    <a:pt x="1449539" y="5443"/>
                  </a:lnTo>
                  <a:lnTo>
                    <a:pt x="1493402" y="5443"/>
                  </a:lnTo>
                  <a:lnTo>
                    <a:pt x="1493402" y="0"/>
                  </a:lnTo>
                  <a:lnTo>
                    <a:pt x="1537264" y="0"/>
                  </a:lnTo>
                  <a:lnTo>
                    <a:pt x="1537264" y="5443"/>
                  </a:lnTo>
                  <a:lnTo>
                    <a:pt x="1581126" y="5443"/>
                  </a:lnTo>
                  <a:lnTo>
                    <a:pt x="1581126" y="0"/>
                  </a:lnTo>
                  <a:lnTo>
                    <a:pt x="1624989" y="0"/>
                  </a:lnTo>
                  <a:lnTo>
                    <a:pt x="1624989" y="5443"/>
                  </a:lnTo>
                  <a:lnTo>
                    <a:pt x="1668851" y="5443"/>
                  </a:lnTo>
                  <a:lnTo>
                    <a:pt x="1668851" y="0"/>
                  </a:lnTo>
                  <a:lnTo>
                    <a:pt x="1712713" y="0"/>
                  </a:lnTo>
                  <a:lnTo>
                    <a:pt x="1712713" y="5443"/>
                  </a:lnTo>
                  <a:lnTo>
                    <a:pt x="1756576" y="5443"/>
                  </a:lnTo>
                  <a:lnTo>
                    <a:pt x="1756576" y="0"/>
                  </a:lnTo>
                  <a:lnTo>
                    <a:pt x="1800438" y="0"/>
                  </a:lnTo>
                  <a:lnTo>
                    <a:pt x="1800438" y="5443"/>
                  </a:lnTo>
                  <a:lnTo>
                    <a:pt x="1844301" y="5443"/>
                  </a:lnTo>
                  <a:lnTo>
                    <a:pt x="1844301" y="0"/>
                  </a:lnTo>
                  <a:lnTo>
                    <a:pt x="1888163" y="0"/>
                  </a:lnTo>
                  <a:lnTo>
                    <a:pt x="1888163" y="5443"/>
                  </a:lnTo>
                  <a:lnTo>
                    <a:pt x="1932025" y="5443"/>
                  </a:lnTo>
                  <a:lnTo>
                    <a:pt x="1932025" y="0"/>
                  </a:lnTo>
                  <a:lnTo>
                    <a:pt x="1975888" y="0"/>
                  </a:lnTo>
                  <a:lnTo>
                    <a:pt x="1975888" y="5443"/>
                  </a:lnTo>
                  <a:lnTo>
                    <a:pt x="2019750" y="5443"/>
                  </a:lnTo>
                  <a:lnTo>
                    <a:pt x="2019750" y="0"/>
                  </a:lnTo>
                  <a:lnTo>
                    <a:pt x="2063612" y="0"/>
                  </a:lnTo>
                  <a:lnTo>
                    <a:pt x="2063612" y="5443"/>
                  </a:lnTo>
                  <a:lnTo>
                    <a:pt x="2107475" y="5443"/>
                  </a:lnTo>
                  <a:lnTo>
                    <a:pt x="2107475" y="0"/>
                  </a:lnTo>
                  <a:lnTo>
                    <a:pt x="2151337" y="0"/>
                  </a:lnTo>
                  <a:lnTo>
                    <a:pt x="2151337" y="5443"/>
                  </a:lnTo>
                  <a:lnTo>
                    <a:pt x="2195200" y="5443"/>
                  </a:lnTo>
                  <a:lnTo>
                    <a:pt x="2195200" y="0"/>
                  </a:lnTo>
                  <a:lnTo>
                    <a:pt x="2239062" y="0"/>
                  </a:lnTo>
                  <a:lnTo>
                    <a:pt x="2239062" y="5443"/>
                  </a:lnTo>
                  <a:lnTo>
                    <a:pt x="2282924" y="5443"/>
                  </a:lnTo>
                  <a:lnTo>
                    <a:pt x="2282924" y="0"/>
                  </a:lnTo>
                  <a:lnTo>
                    <a:pt x="2326787" y="0"/>
                  </a:lnTo>
                  <a:lnTo>
                    <a:pt x="2326787" y="5443"/>
                  </a:lnTo>
                  <a:lnTo>
                    <a:pt x="2370649" y="5443"/>
                  </a:lnTo>
                  <a:lnTo>
                    <a:pt x="2370649" y="0"/>
                  </a:lnTo>
                  <a:lnTo>
                    <a:pt x="2414512" y="0"/>
                  </a:lnTo>
                  <a:lnTo>
                    <a:pt x="2414512" y="5443"/>
                  </a:lnTo>
                  <a:lnTo>
                    <a:pt x="2458374" y="5443"/>
                  </a:lnTo>
                  <a:lnTo>
                    <a:pt x="2458374" y="0"/>
                  </a:lnTo>
                  <a:lnTo>
                    <a:pt x="2502236" y="0"/>
                  </a:lnTo>
                  <a:lnTo>
                    <a:pt x="2502236" y="5443"/>
                  </a:lnTo>
                  <a:lnTo>
                    <a:pt x="2546099" y="5443"/>
                  </a:lnTo>
                  <a:lnTo>
                    <a:pt x="2546099" y="0"/>
                  </a:lnTo>
                  <a:lnTo>
                    <a:pt x="2589961" y="0"/>
                  </a:lnTo>
                  <a:lnTo>
                    <a:pt x="2589961" y="5443"/>
                  </a:lnTo>
                  <a:lnTo>
                    <a:pt x="2633834" y="5443"/>
                  </a:lnTo>
                  <a:lnTo>
                    <a:pt x="2633834" y="0"/>
                  </a:lnTo>
                  <a:lnTo>
                    <a:pt x="2677697" y="0"/>
                  </a:lnTo>
                  <a:lnTo>
                    <a:pt x="2677697" y="5443"/>
                  </a:lnTo>
                  <a:lnTo>
                    <a:pt x="2721559" y="5443"/>
                  </a:lnTo>
                  <a:lnTo>
                    <a:pt x="2721559" y="0"/>
                  </a:lnTo>
                  <a:lnTo>
                    <a:pt x="2765421" y="0"/>
                  </a:lnTo>
                  <a:lnTo>
                    <a:pt x="2765421" y="5443"/>
                  </a:lnTo>
                  <a:lnTo>
                    <a:pt x="2809284" y="5443"/>
                  </a:lnTo>
                  <a:lnTo>
                    <a:pt x="2809284" y="0"/>
                  </a:lnTo>
                  <a:lnTo>
                    <a:pt x="2853146" y="0"/>
                  </a:lnTo>
                  <a:lnTo>
                    <a:pt x="2853146" y="5443"/>
                  </a:lnTo>
                  <a:lnTo>
                    <a:pt x="2897009" y="5443"/>
                  </a:lnTo>
                  <a:lnTo>
                    <a:pt x="2897009" y="0"/>
                  </a:lnTo>
                  <a:lnTo>
                    <a:pt x="2940871" y="0"/>
                  </a:lnTo>
                  <a:lnTo>
                    <a:pt x="2940871" y="5443"/>
                  </a:lnTo>
                  <a:lnTo>
                    <a:pt x="2984733" y="5443"/>
                  </a:lnTo>
                  <a:lnTo>
                    <a:pt x="2984733" y="0"/>
                  </a:lnTo>
                  <a:lnTo>
                    <a:pt x="3028596" y="0"/>
                  </a:lnTo>
                  <a:lnTo>
                    <a:pt x="3028596" y="5443"/>
                  </a:lnTo>
                  <a:lnTo>
                    <a:pt x="3072458" y="5443"/>
                  </a:lnTo>
                  <a:lnTo>
                    <a:pt x="3072458" y="0"/>
                  </a:lnTo>
                  <a:lnTo>
                    <a:pt x="3116321" y="0"/>
                  </a:lnTo>
                  <a:lnTo>
                    <a:pt x="3116321" y="5443"/>
                  </a:lnTo>
                  <a:lnTo>
                    <a:pt x="3160183" y="5443"/>
                  </a:lnTo>
                  <a:lnTo>
                    <a:pt x="3160183" y="0"/>
                  </a:lnTo>
                  <a:lnTo>
                    <a:pt x="3204045" y="0"/>
                  </a:lnTo>
                  <a:lnTo>
                    <a:pt x="3204045" y="5443"/>
                  </a:lnTo>
                  <a:lnTo>
                    <a:pt x="3247908" y="5443"/>
                  </a:lnTo>
                  <a:lnTo>
                    <a:pt x="3247908" y="0"/>
                  </a:lnTo>
                  <a:lnTo>
                    <a:pt x="3291770" y="0"/>
                  </a:lnTo>
                  <a:lnTo>
                    <a:pt x="3291770" y="5443"/>
                  </a:lnTo>
                  <a:lnTo>
                    <a:pt x="3335633" y="5443"/>
                  </a:lnTo>
                  <a:lnTo>
                    <a:pt x="3335633" y="0"/>
                  </a:lnTo>
                  <a:lnTo>
                    <a:pt x="3379495" y="0"/>
                  </a:lnTo>
                  <a:lnTo>
                    <a:pt x="3379495" y="5443"/>
                  </a:lnTo>
                  <a:lnTo>
                    <a:pt x="3423357" y="5443"/>
                  </a:lnTo>
                  <a:lnTo>
                    <a:pt x="3423357" y="0"/>
                  </a:lnTo>
                  <a:lnTo>
                    <a:pt x="3467220" y="0"/>
                  </a:lnTo>
                  <a:lnTo>
                    <a:pt x="3467220" y="5443"/>
                  </a:lnTo>
                  <a:lnTo>
                    <a:pt x="3511082" y="5443"/>
                  </a:lnTo>
                  <a:lnTo>
                    <a:pt x="3511082" y="0"/>
                  </a:lnTo>
                  <a:lnTo>
                    <a:pt x="3554944" y="0"/>
                  </a:lnTo>
                  <a:lnTo>
                    <a:pt x="3554944" y="5443"/>
                  </a:lnTo>
                  <a:lnTo>
                    <a:pt x="3598807" y="5443"/>
                  </a:lnTo>
                  <a:lnTo>
                    <a:pt x="3598807" y="0"/>
                  </a:lnTo>
                  <a:lnTo>
                    <a:pt x="3642669" y="0"/>
                  </a:lnTo>
                  <a:lnTo>
                    <a:pt x="3642669" y="5443"/>
                  </a:lnTo>
                  <a:lnTo>
                    <a:pt x="3686531" y="5443"/>
                  </a:lnTo>
                  <a:lnTo>
                    <a:pt x="3686531" y="0"/>
                  </a:lnTo>
                  <a:lnTo>
                    <a:pt x="3730394" y="0"/>
                  </a:lnTo>
                  <a:lnTo>
                    <a:pt x="3730394" y="5443"/>
                  </a:lnTo>
                  <a:lnTo>
                    <a:pt x="3774256" y="5443"/>
                  </a:lnTo>
                  <a:lnTo>
                    <a:pt x="3774256" y="0"/>
                  </a:lnTo>
                  <a:lnTo>
                    <a:pt x="3818119" y="0"/>
                  </a:lnTo>
                  <a:lnTo>
                    <a:pt x="3818119" y="5443"/>
                  </a:lnTo>
                  <a:lnTo>
                    <a:pt x="3861981" y="5443"/>
                  </a:lnTo>
                  <a:lnTo>
                    <a:pt x="3861981" y="0"/>
                  </a:lnTo>
                  <a:lnTo>
                    <a:pt x="3905843" y="0"/>
                  </a:lnTo>
                  <a:lnTo>
                    <a:pt x="3905843" y="5443"/>
                  </a:lnTo>
                  <a:lnTo>
                    <a:pt x="3949706" y="5443"/>
                  </a:lnTo>
                  <a:lnTo>
                    <a:pt x="3949706" y="0"/>
                  </a:lnTo>
                  <a:lnTo>
                    <a:pt x="3993568" y="0"/>
                  </a:lnTo>
                  <a:lnTo>
                    <a:pt x="3993568" y="5443"/>
                  </a:lnTo>
                  <a:lnTo>
                    <a:pt x="4037431" y="5443"/>
                  </a:lnTo>
                  <a:lnTo>
                    <a:pt x="4037431" y="0"/>
                  </a:lnTo>
                  <a:lnTo>
                    <a:pt x="4081293" y="0"/>
                  </a:lnTo>
                  <a:lnTo>
                    <a:pt x="4081293" y="5443"/>
                  </a:lnTo>
                  <a:lnTo>
                    <a:pt x="4095016" y="5443"/>
                  </a:lnTo>
                  <a:lnTo>
                    <a:pt x="4089621" y="18262"/>
                  </a:lnTo>
                  <a:lnTo>
                    <a:pt x="4094646" y="20373"/>
                  </a:lnTo>
                  <a:lnTo>
                    <a:pt x="4077478" y="61119"/>
                  </a:lnTo>
                  <a:lnTo>
                    <a:pt x="4072453" y="59009"/>
                  </a:lnTo>
                  <a:lnTo>
                    <a:pt x="4055296" y="99755"/>
                  </a:lnTo>
                  <a:lnTo>
                    <a:pt x="4060321" y="101866"/>
                  </a:lnTo>
                  <a:lnTo>
                    <a:pt x="4043153" y="142611"/>
                  </a:lnTo>
                  <a:lnTo>
                    <a:pt x="4038128" y="140501"/>
                  </a:lnTo>
                  <a:lnTo>
                    <a:pt x="4020971" y="181246"/>
                  </a:lnTo>
                  <a:lnTo>
                    <a:pt x="4025996" y="183357"/>
                  </a:lnTo>
                  <a:lnTo>
                    <a:pt x="4008828" y="224104"/>
                  </a:lnTo>
                  <a:lnTo>
                    <a:pt x="4003803" y="221993"/>
                  </a:lnTo>
                  <a:lnTo>
                    <a:pt x="3986647" y="262739"/>
                  </a:lnTo>
                  <a:lnTo>
                    <a:pt x="3991672" y="264850"/>
                  </a:lnTo>
                  <a:lnTo>
                    <a:pt x="3974504" y="305596"/>
                  </a:lnTo>
                  <a:lnTo>
                    <a:pt x="3969490" y="303485"/>
                  </a:lnTo>
                  <a:lnTo>
                    <a:pt x="3952322" y="344232"/>
                  </a:lnTo>
                  <a:lnTo>
                    <a:pt x="3957347" y="346343"/>
                  </a:lnTo>
                  <a:lnTo>
                    <a:pt x="3940179" y="387089"/>
                  </a:lnTo>
                  <a:lnTo>
                    <a:pt x="3935165" y="384978"/>
                  </a:lnTo>
                  <a:lnTo>
                    <a:pt x="3917997" y="425724"/>
                  </a:lnTo>
                  <a:lnTo>
                    <a:pt x="3923022" y="427834"/>
                  </a:lnTo>
                  <a:lnTo>
                    <a:pt x="3905865" y="468578"/>
                  </a:lnTo>
                  <a:lnTo>
                    <a:pt x="3900840" y="466466"/>
                  </a:lnTo>
                  <a:lnTo>
                    <a:pt x="3883672" y="507215"/>
                  </a:lnTo>
                  <a:lnTo>
                    <a:pt x="3888697" y="509327"/>
                  </a:lnTo>
                  <a:lnTo>
                    <a:pt x="3871541" y="550075"/>
                  </a:lnTo>
                  <a:lnTo>
                    <a:pt x="3866515" y="547963"/>
                  </a:lnTo>
                  <a:lnTo>
                    <a:pt x="3849348" y="588712"/>
                  </a:lnTo>
                  <a:lnTo>
                    <a:pt x="3854373" y="590824"/>
                  </a:lnTo>
                  <a:lnTo>
                    <a:pt x="3837216" y="631561"/>
                  </a:lnTo>
                  <a:lnTo>
                    <a:pt x="3832191" y="629449"/>
                  </a:lnTo>
                  <a:lnTo>
                    <a:pt x="3815023" y="670198"/>
                  </a:lnTo>
                  <a:lnTo>
                    <a:pt x="3820048" y="672310"/>
                  </a:lnTo>
                  <a:lnTo>
                    <a:pt x="3802891" y="713058"/>
                  </a:lnTo>
                  <a:lnTo>
                    <a:pt x="3797866" y="710946"/>
                  </a:lnTo>
                  <a:lnTo>
                    <a:pt x="3780698" y="751695"/>
                  </a:lnTo>
                  <a:lnTo>
                    <a:pt x="3785723" y="753807"/>
                  </a:lnTo>
                  <a:lnTo>
                    <a:pt x="3768566" y="794545"/>
                  </a:lnTo>
                  <a:lnTo>
                    <a:pt x="3763541" y="792444"/>
                  </a:lnTo>
                  <a:lnTo>
                    <a:pt x="3746374" y="833181"/>
                  </a:lnTo>
                  <a:lnTo>
                    <a:pt x="3751399" y="835293"/>
                  </a:lnTo>
                  <a:lnTo>
                    <a:pt x="3734242" y="876042"/>
                  </a:lnTo>
                  <a:lnTo>
                    <a:pt x="3729217" y="873930"/>
                  </a:lnTo>
                  <a:lnTo>
                    <a:pt x="3712060" y="914678"/>
                  </a:lnTo>
                  <a:lnTo>
                    <a:pt x="3717074" y="916790"/>
                  </a:lnTo>
                  <a:lnTo>
                    <a:pt x="3699917" y="957539"/>
                  </a:lnTo>
                  <a:lnTo>
                    <a:pt x="3694892" y="955427"/>
                  </a:lnTo>
                  <a:lnTo>
                    <a:pt x="3677735" y="996164"/>
                  </a:lnTo>
                  <a:lnTo>
                    <a:pt x="3682749" y="998276"/>
                  </a:lnTo>
                  <a:lnTo>
                    <a:pt x="3665592" y="1039025"/>
                  </a:lnTo>
                  <a:lnTo>
                    <a:pt x="3660567" y="1036913"/>
                  </a:lnTo>
                  <a:lnTo>
                    <a:pt x="3643410" y="1077661"/>
                  </a:lnTo>
                  <a:lnTo>
                    <a:pt x="3648435" y="1079773"/>
                  </a:lnTo>
                  <a:lnTo>
                    <a:pt x="3631267" y="1120522"/>
                  </a:lnTo>
                  <a:lnTo>
                    <a:pt x="3626242" y="1118410"/>
                  </a:lnTo>
                  <a:lnTo>
                    <a:pt x="3609086" y="1159158"/>
                  </a:lnTo>
                  <a:lnTo>
                    <a:pt x="3614111" y="1161270"/>
                  </a:lnTo>
                  <a:lnTo>
                    <a:pt x="3596943" y="1202008"/>
                  </a:lnTo>
                  <a:lnTo>
                    <a:pt x="3591918" y="1199896"/>
                  </a:lnTo>
                  <a:lnTo>
                    <a:pt x="3574761" y="1240644"/>
                  </a:lnTo>
                  <a:lnTo>
                    <a:pt x="3579786" y="1242756"/>
                  </a:lnTo>
                  <a:lnTo>
                    <a:pt x="3562618" y="1283505"/>
                  </a:lnTo>
                  <a:lnTo>
                    <a:pt x="3557593" y="1281393"/>
                  </a:lnTo>
                  <a:lnTo>
                    <a:pt x="3540436" y="1322141"/>
                  </a:lnTo>
                  <a:lnTo>
                    <a:pt x="3545461" y="1324253"/>
                  </a:lnTo>
                  <a:lnTo>
                    <a:pt x="3528293" y="1364991"/>
                  </a:lnTo>
                  <a:lnTo>
                    <a:pt x="3523268" y="1362890"/>
                  </a:lnTo>
                  <a:lnTo>
                    <a:pt x="3506111" y="1403627"/>
                  </a:lnTo>
                  <a:lnTo>
                    <a:pt x="3511136" y="1405739"/>
                  </a:lnTo>
                  <a:lnTo>
                    <a:pt x="3493969" y="1446488"/>
                  </a:lnTo>
                  <a:lnTo>
                    <a:pt x="3488944" y="1444376"/>
                  </a:lnTo>
                  <a:lnTo>
                    <a:pt x="3471787" y="1485125"/>
                  </a:lnTo>
                  <a:lnTo>
                    <a:pt x="3476812" y="1487237"/>
                  </a:lnTo>
                  <a:lnTo>
                    <a:pt x="3459644" y="1527985"/>
                  </a:lnTo>
                  <a:lnTo>
                    <a:pt x="3454630" y="1525873"/>
                  </a:lnTo>
                  <a:lnTo>
                    <a:pt x="3447447" y="1542910"/>
                  </a:lnTo>
                  <a:lnTo>
                    <a:pt x="3429440" y="1542910"/>
                  </a:lnTo>
                  <a:lnTo>
                    <a:pt x="3429440" y="1548354"/>
                  </a:lnTo>
                  <a:lnTo>
                    <a:pt x="3386188" y="1548354"/>
                  </a:lnTo>
                  <a:lnTo>
                    <a:pt x="3386188" y="1542910"/>
                  </a:lnTo>
                  <a:lnTo>
                    <a:pt x="3342936" y="1542910"/>
                  </a:lnTo>
                  <a:lnTo>
                    <a:pt x="3342936" y="1548354"/>
                  </a:lnTo>
                  <a:lnTo>
                    <a:pt x="3299673" y="1548354"/>
                  </a:lnTo>
                  <a:lnTo>
                    <a:pt x="3299673" y="1542910"/>
                  </a:lnTo>
                  <a:lnTo>
                    <a:pt x="3256421" y="1542910"/>
                  </a:lnTo>
                  <a:lnTo>
                    <a:pt x="3256421" y="1548354"/>
                  </a:lnTo>
                  <a:lnTo>
                    <a:pt x="3213169" y="1548354"/>
                  </a:lnTo>
                  <a:lnTo>
                    <a:pt x="3213169" y="1542910"/>
                  </a:lnTo>
                  <a:lnTo>
                    <a:pt x="3169917" y="1542910"/>
                  </a:lnTo>
                  <a:lnTo>
                    <a:pt x="3169917" y="1548354"/>
                  </a:lnTo>
                  <a:lnTo>
                    <a:pt x="3126665" y="1548354"/>
                  </a:lnTo>
                  <a:lnTo>
                    <a:pt x="3126665" y="1542910"/>
                  </a:lnTo>
                  <a:lnTo>
                    <a:pt x="3083402" y="1542910"/>
                  </a:lnTo>
                  <a:lnTo>
                    <a:pt x="3083402" y="1548354"/>
                  </a:lnTo>
                  <a:lnTo>
                    <a:pt x="3040150" y="1548354"/>
                  </a:lnTo>
                  <a:lnTo>
                    <a:pt x="3040150" y="1542910"/>
                  </a:lnTo>
                  <a:lnTo>
                    <a:pt x="2996898" y="1542910"/>
                  </a:lnTo>
                  <a:lnTo>
                    <a:pt x="2996898" y="1548354"/>
                  </a:lnTo>
                  <a:lnTo>
                    <a:pt x="2953646" y="1548354"/>
                  </a:lnTo>
                  <a:lnTo>
                    <a:pt x="2953646" y="1542910"/>
                  </a:lnTo>
                  <a:lnTo>
                    <a:pt x="2910383" y="1542910"/>
                  </a:lnTo>
                  <a:lnTo>
                    <a:pt x="2910383" y="1548354"/>
                  </a:lnTo>
                  <a:lnTo>
                    <a:pt x="2867131" y="1548354"/>
                  </a:lnTo>
                  <a:lnTo>
                    <a:pt x="2867131" y="1542910"/>
                  </a:lnTo>
                  <a:lnTo>
                    <a:pt x="2823879" y="1542910"/>
                  </a:lnTo>
                  <a:lnTo>
                    <a:pt x="2823879" y="1548354"/>
                  </a:lnTo>
                  <a:lnTo>
                    <a:pt x="2780627" y="1548354"/>
                  </a:lnTo>
                  <a:lnTo>
                    <a:pt x="2780627" y="1542910"/>
                  </a:lnTo>
                  <a:lnTo>
                    <a:pt x="2737364" y="1542910"/>
                  </a:lnTo>
                  <a:lnTo>
                    <a:pt x="2737364" y="1548354"/>
                  </a:lnTo>
                  <a:lnTo>
                    <a:pt x="2694112" y="1548354"/>
                  </a:lnTo>
                  <a:lnTo>
                    <a:pt x="2694112" y="1542910"/>
                  </a:lnTo>
                  <a:lnTo>
                    <a:pt x="2650860" y="1542910"/>
                  </a:lnTo>
                  <a:lnTo>
                    <a:pt x="2650860" y="1548354"/>
                  </a:lnTo>
                  <a:lnTo>
                    <a:pt x="2607608" y="1548354"/>
                  </a:lnTo>
                  <a:lnTo>
                    <a:pt x="2607608" y="1542910"/>
                  </a:lnTo>
                  <a:lnTo>
                    <a:pt x="2564356" y="1542910"/>
                  </a:lnTo>
                  <a:lnTo>
                    <a:pt x="2564356" y="1548354"/>
                  </a:lnTo>
                  <a:lnTo>
                    <a:pt x="2521094" y="1548354"/>
                  </a:lnTo>
                  <a:lnTo>
                    <a:pt x="2521094" y="1542910"/>
                  </a:lnTo>
                  <a:lnTo>
                    <a:pt x="2477842" y="1542910"/>
                  </a:lnTo>
                  <a:lnTo>
                    <a:pt x="2477842" y="1548354"/>
                  </a:lnTo>
                  <a:lnTo>
                    <a:pt x="2434590" y="1548354"/>
                  </a:lnTo>
                  <a:lnTo>
                    <a:pt x="2434590" y="1542910"/>
                  </a:lnTo>
                  <a:lnTo>
                    <a:pt x="2391338" y="1542910"/>
                  </a:lnTo>
                  <a:lnTo>
                    <a:pt x="2391338" y="1548354"/>
                  </a:lnTo>
                  <a:lnTo>
                    <a:pt x="2348075" y="1548354"/>
                  </a:lnTo>
                  <a:lnTo>
                    <a:pt x="2348075" y="1542910"/>
                  </a:lnTo>
                  <a:lnTo>
                    <a:pt x="2304823" y="1542910"/>
                  </a:lnTo>
                  <a:lnTo>
                    <a:pt x="2304823" y="1548354"/>
                  </a:lnTo>
                  <a:lnTo>
                    <a:pt x="2261571" y="1548354"/>
                  </a:lnTo>
                  <a:lnTo>
                    <a:pt x="2261571" y="1542910"/>
                  </a:lnTo>
                  <a:lnTo>
                    <a:pt x="2218319" y="1542910"/>
                  </a:lnTo>
                  <a:lnTo>
                    <a:pt x="2218319" y="1548354"/>
                  </a:lnTo>
                  <a:lnTo>
                    <a:pt x="2175056" y="1548354"/>
                  </a:lnTo>
                  <a:lnTo>
                    <a:pt x="2175056" y="1542910"/>
                  </a:lnTo>
                  <a:lnTo>
                    <a:pt x="2131804" y="1542910"/>
                  </a:lnTo>
                  <a:lnTo>
                    <a:pt x="2131804" y="1548354"/>
                  </a:lnTo>
                  <a:lnTo>
                    <a:pt x="2088552" y="1548354"/>
                  </a:lnTo>
                  <a:lnTo>
                    <a:pt x="2088552" y="1542910"/>
                  </a:lnTo>
                  <a:lnTo>
                    <a:pt x="2045300" y="1542910"/>
                  </a:lnTo>
                  <a:lnTo>
                    <a:pt x="2045300" y="1548354"/>
                  </a:lnTo>
                  <a:lnTo>
                    <a:pt x="2002048" y="1548354"/>
                  </a:lnTo>
                  <a:lnTo>
                    <a:pt x="2002048" y="1542910"/>
                  </a:lnTo>
                  <a:lnTo>
                    <a:pt x="1958785" y="1542910"/>
                  </a:lnTo>
                  <a:lnTo>
                    <a:pt x="1958785" y="1548354"/>
                  </a:lnTo>
                  <a:lnTo>
                    <a:pt x="1915533" y="1548354"/>
                  </a:lnTo>
                  <a:lnTo>
                    <a:pt x="1915533" y="1542910"/>
                  </a:lnTo>
                  <a:lnTo>
                    <a:pt x="1872281" y="1542910"/>
                  </a:lnTo>
                  <a:lnTo>
                    <a:pt x="1872281" y="1548354"/>
                  </a:lnTo>
                  <a:lnTo>
                    <a:pt x="1829029" y="1548354"/>
                  </a:lnTo>
                  <a:lnTo>
                    <a:pt x="1829029" y="1542910"/>
                  </a:lnTo>
                  <a:lnTo>
                    <a:pt x="1785766" y="1542910"/>
                  </a:lnTo>
                  <a:lnTo>
                    <a:pt x="1785766" y="1548354"/>
                  </a:lnTo>
                  <a:lnTo>
                    <a:pt x="1742515" y="1548354"/>
                  </a:lnTo>
                  <a:lnTo>
                    <a:pt x="1742515" y="1542910"/>
                  </a:lnTo>
                  <a:lnTo>
                    <a:pt x="1699263" y="1542910"/>
                  </a:lnTo>
                  <a:lnTo>
                    <a:pt x="1699263" y="1548354"/>
                  </a:lnTo>
                  <a:lnTo>
                    <a:pt x="1656011" y="1548354"/>
                  </a:lnTo>
                  <a:lnTo>
                    <a:pt x="1656011" y="1542910"/>
                  </a:lnTo>
                  <a:lnTo>
                    <a:pt x="1612748" y="1542910"/>
                  </a:lnTo>
                  <a:lnTo>
                    <a:pt x="1612748" y="1548354"/>
                  </a:lnTo>
                  <a:lnTo>
                    <a:pt x="1569496" y="1548354"/>
                  </a:lnTo>
                  <a:lnTo>
                    <a:pt x="1569496" y="1542910"/>
                  </a:lnTo>
                  <a:lnTo>
                    <a:pt x="1526244" y="1542910"/>
                  </a:lnTo>
                  <a:lnTo>
                    <a:pt x="1526244" y="1548354"/>
                  </a:lnTo>
                  <a:lnTo>
                    <a:pt x="1482992" y="1548354"/>
                  </a:lnTo>
                  <a:lnTo>
                    <a:pt x="1482992" y="1542910"/>
                  </a:lnTo>
                  <a:lnTo>
                    <a:pt x="1439740" y="1542910"/>
                  </a:lnTo>
                  <a:lnTo>
                    <a:pt x="1439740" y="1548354"/>
                  </a:lnTo>
                  <a:lnTo>
                    <a:pt x="1396477" y="1548354"/>
                  </a:lnTo>
                  <a:lnTo>
                    <a:pt x="1396477" y="1542910"/>
                  </a:lnTo>
                  <a:lnTo>
                    <a:pt x="1353225" y="1542910"/>
                  </a:lnTo>
                  <a:lnTo>
                    <a:pt x="1353225" y="1548354"/>
                  </a:lnTo>
                  <a:lnTo>
                    <a:pt x="1309973" y="1548354"/>
                  </a:lnTo>
                  <a:lnTo>
                    <a:pt x="1309973" y="1542910"/>
                  </a:lnTo>
                  <a:lnTo>
                    <a:pt x="1266721" y="1542910"/>
                  </a:lnTo>
                  <a:lnTo>
                    <a:pt x="1266721" y="1548354"/>
                  </a:lnTo>
                  <a:lnTo>
                    <a:pt x="1223458" y="1548354"/>
                  </a:lnTo>
                  <a:lnTo>
                    <a:pt x="1223458" y="1542910"/>
                  </a:lnTo>
                  <a:lnTo>
                    <a:pt x="1180206" y="1542910"/>
                  </a:lnTo>
                  <a:lnTo>
                    <a:pt x="1180206" y="1548354"/>
                  </a:lnTo>
                  <a:lnTo>
                    <a:pt x="1136954" y="1548354"/>
                  </a:lnTo>
                  <a:lnTo>
                    <a:pt x="1136954" y="1542910"/>
                  </a:lnTo>
                  <a:lnTo>
                    <a:pt x="1093702" y="1542910"/>
                  </a:lnTo>
                  <a:lnTo>
                    <a:pt x="1093702" y="1548354"/>
                  </a:lnTo>
                  <a:lnTo>
                    <a:pt x="1050439" y="1548354"/>
                  </a:lnTo>
                  <a:lnTo>
                    <a:pt x="1050439" y="1542910"/>
                  </a:lnTo>
                  <a:lnTo>
                    <a:pt x="1007190" y="1542910"/>
                  </a:lnTo>
                  <a:lnTo>
                    <a:pt x="1007190" y="1548354"/>
                  </a:lnTo>
                  <a:lnTo>
                    <a:pt x="963935" y="1548354"/>
                  </a:lnTo>
                  <a:lnTo>
                    <a:pt x="963935" y="1542910"/>
                  </a:lnTo>
                  <a:lnTo>
                    <a:pt x="920680" y="1542910"/>
                  </a:lnTo>
                  <a:lnTo>
                    <a:pt x="920680" y="1548354"/>
                  </a:lnTo>
                  <a:lnTo>
                    <a:pt x="877426" y="1548354"/>
                  </a:lnTo>
                  <a:lnTo>
                    <a:pt x="877426" y="1542910"/>
                  </a:lnTo>
                  <a:lnTo>
                    <a:pt x="834172" y="1542910"/>
                  </a:lnTo>
                  <a:lnTo>
                    <a:pt x="834172" y="1548354"/>
                  </a:lnTo>
                  <a:lnTo>
                    <a:pt x="790917" y="1548354"/>
                  </a:lnTo>
                  <a:lnTo>
                    <a:pt x="790917" y="1542910"/>
                  </a:lnTo>
                  <a:lnTo>
                    <a:pt x="747662" y="1542910"/>
                  </a:lnTo>
                  <a:lnTo>
                    <a:pt x="747662" y="1548354"/>
                  </a:lnTo>
                  <a:lnTo>
                    <a:pt x="704408" y="1548354"/>
                  </a:lnTo>
                  <a:lnTo>
                    <a:pt x="704408" y="1542910"/>
                  </a:lnTo>
                  <a:lnTo>
                    <a:pt x="661153" y="1542910"/>
                  </a:lnTo>
                  <a:lnTo>
                    <a:pt x="661153" y="1548354"/>
                  </a:lnTo>
                  <a:lnTo>
                    <a:pt x="617899" y="1548354"/>
                  </a:lnTo>
                  <a:lnTo>
                    <a:pt x="617899" y="1542910"/>
                  </a:lnTo>
                  <a:lnTo>
                    <a:pt x="574645" y="1542910"/>
                  </a:lnTo>
                  <a:lnTo>
                    <a:pt x="574645" y="1548354"/>
                  </a:lnTo>
                  <a:lnTo>
                    <a:pt x="531391" y="1548354"/>
                  </a:lnTo>
                  <a:lnTo>
                    <a:pt x="531391" y="1542910"/>
                  </a:lnTo>
                  <a:lnTo>
                    <a:pt x="488135" y="1542910"/>
                  </a:lnTo>
                  <a:lnTo>
                    <a:pt x="488135" y="1548354"/>
                  </a:lnTo>
                  <a:lnTo>
                    <a:pt x="444881" y="1548354"/>
                  </a:lnTo>
                  <a:lnTo>
                    <a:pt x="444881" y="1542910"/>
                  </a:lnTo>
                  <a:lnTo>
                    <a:pt x="401627" y="1542910"/>
                  </a:lnTo>
                  <a:lnTo>
                    <a:pt x="401627" y="1548354"/>
                  </a:lnTo>
                  <a:lnTo>
                    <a:pt x="358372" y="1548354"/>
                  </a:lnTo>
                  <a:lnTo>
                    <a:pt x="358372" y="1542910"/>
                  </a:lnTo>
                  <a:lnTo>
                    <a:pt x="315118" y="1542910"/>
                  </a:lnTo>
                  <a:lnTo>
                    <a:pt x="315118" y="1548354"/>
                  </a:lnTo>
                  <a:lnTo>
                    <a:pt x="271864" y="1548354"/>
                  </a:lnTo>
                  <a:lnTo>
                    <a:pt x="271864" y="1542910"/>
                  </a:lnTo>
                  <a:lnTo>
                    <a:pt x="228608" y="1542910"/>
                  </a:lnTo>
                  <a:lnTo>
                    <a:pt x="228608" y="1548354"/>
                  </a:lnTo>
                  <a:lnTo>
                    <a:pt x="185354" y="1548354"/>
                  </a:lnTo>
                  <a:lnTo>
                    <a:pt x="185354" y="1542910"/>
                  </a:lnTo>
                  <a:lnTo>
                    <a:pt x="142100" y="1542910"/>
                  </a:lnTo>
                  <a:lnTo>
                    <a:pt x="142100" y="1548354"/>
                  </a:lnTo>
                  <a:lnTo>
                    <a:pt x="98846" y="1548354"/>
                  </a:lnTo>
                  <a:lnTo>
                    <a:pt x="98846" y="1542910"/>
                  </a:lnTo>
                  <a:lnTo>
                    <a:pt x="55591" y="1542910"/>
                  </a:lnTo>
                  <a:lnTo>
                    <a:pt x="55591" y="1548354"/>
                  </a:lnTo>
                  <a:lnTo>
                    <a:pt x="12336" y="1548354"/>
                  </a:lnTo>
                  <a:lnTo>
                    <a:pt x="12336" y="1542910"/>
                  </a:lnTo>
                  <a:lnTo>
                    <a:pt x="0" y="1542910"/>
                  </a:lnTo>
                  <a:lnTo>
                    <a:pt x="6300" y="1531654"/>
                  </a:lnTo>
                  <a:lnTo>
                    <a:pt x="1543" y="1528997"/>
                  </a:lnTo>
                  <a:lnTo>
                    <a:pt x="23210" y="1490285"/>
                  </a:lnTo>
                  <a:lnTo>
                    <a:pt x="27967" y="1492941"/>
                  </a:lnTo>
                  <a:lnTo>
                    <a:pt x="49635" y="1454239"/>
                  </a:lnTo>
                  <a:lnTo>
                    <a:pt x="44877" y="1451583"/>
                  </a:lnTo>
                  <a:lnTo>
                    <a:pt x="66544" y="1412870"/>
                  </a:lnTo>
                  <a:lnTo>
                    <a:pt x="71301" y="1415526"/>
                  </a:lnTo>
                  <a:lnTo>
                    <a:pt x="92968" y="1376825"/>
                  </a:lnTo>
                  <a:lnTo>
                    <a:pt x="88212" y="1374168"/>
                  </a:lnTo>
                  <a:lnTo>
                    <a:pt x="109879" y="1335456"/>
                  </a:lnTo>
                  <a:lnTo>
                    <a:pt x="114636" y="1338112"/>
                  </a:lnTo>
                  <a:lnTo>
                    <a:pt x="136303" y="1299399"/>
                  </a:lnTo>
                  <a:lnTo>
                    <a:pt x="131545" y="1296743"/>
                  </a:lnTo>
                  <a:lnTo>
                    <a:pt x="153213" y="1258041"/>
                  </a:lnTo>
                  <a:lnTo>
                    <a:pt x="157971" y="1260697"/>
                  </a:lnTo>
                  <a:lnTo>
                    <a:pt x="179637" y="1221985"/>
                  </a:lnTo>
                  <a:lnTo>
                    <a:pt x="174880" y="1219328"/>
                  </a:lnTo>
                  <a:lnTo>
                    <a:pt x="196548" y="1180616"/>
                  </a:lnTo>
                  <a:lnTo>
                    <a:pt x="201304" y="1183272"/>
                  </a:lnTo>
                  <a:lnTo>
                    <a:pt x="222972" y="1144570"/>
                  </a:lnTo>
                  <a:lnTo>
                    <a:pt x="218215" y="1141914"/>
                  </a:lnTo>
                  <a:lnTo>
                    <a:pt x="239881" y="1103201"/>
                  </a:lnTo>
                  <a:lnTo>
                    <a:pt x="244639" y="1105858"/>
                  </a:lnTo>
                  <a:lnTo>
                    <a:pt x="266307" y="1067145"/>
                  </a:lnTo>
                  <a:lnTo>
                    <a:pt x="261549" y="1064489"/>
                  </a:lnTo>
                  <a:lnTo>
                    <a:pt x="283216" y="1025787"/>
                  </a:lnTo>
                  <a:lnTo>
                    <a:pt x="287973" y="1028443"/>
                  </a:lnTo>
                  <a:lnTo>
                    <a:pt x="309640" y="989730"/>
                  </a:lnTo>
                  <a:lnTo>
                    <a:pt x="304883" y="987074"/>
                  </a:lnTo>
                  <a:lnTo>
                    <a:pt x="326551" y="948361"/>
                  </a:lnTo>
                  <a:lnTo>
                    <a:pt x="331308" y="951018"/>
                  </a:lnTo>
                  <a:lnTo>
                    <a:pt x="352975" y="912316"/>
                  </a:lnTo>
                  <a:lnTo>
                    <a:pt x="348217" y="909659"/>
                  </a:lnTo>
                  <a:lnTo>
                    <a:pt x="369885" y="870947"/>
                  </a:lnTo>
                  <a:lnTo>
                    <a:pt x="374641" y="873603"/>
                  </a:lnTo>
                  <a:lnTo>
                    <a:pt x="396309" y="834890"/>
                  </a:lnTo>
                  <a:lnTo>
                    <a:pt x="391552" y="832245"/>
                  </a:lnTo>
                  <a:lnTo>
                    <a:pt x="413219" y="793532"/>
                  </a:lnTo>
                  <a:lnTo>
                    <a:pt x="417976" y="796188"/>
                  </a:lnTo>
                  <a:lnTo>
                    <a:pt x="439644" y="757476"/>
                  </a:lnTo>
                  <a:lnTo>
                    <a:pt x="434886" y="754819"/>
                  </a:lnTo>
                  <a:lnTo>
                    <a:pt x="456553" y="716118"/>
                  </a:lnTo>
                  <a:lnTo>
                    <a:pt x="461310" y="718774"/>
                  </a:lnTo>
                  <a:lnTo>
                    <a:pt x="482977" y="680061"/>
                  </a:lnTo>
                  <a:lnTo>
                    <a:pt x="478221" y="677405"/>
                  </a:lnTo>
                  <a:lnTo>
                    <a:pt x="499888" y="638692"/>
                  </a:lnTo>
                  <a:lnTo>
                    <a:pt x="504645" y="641349"/>
                  </a:lnTo>
                  <a:lnTo>
                    <a:pt x="526312" y="602647"/>
                  </a:lnTo>
                  <a:lnTo>
                    <a:pt x="521555" y="599990"/>
                  </a:lnTo>
                  <a:lnTo>
                    <a:pt x="543222" y="561278"/>
                  </a:lnTo>
                  <a:lnTo>
                    <a:pt x="547980" y="563934"/>
                  </a:lnTo>
                  <a:lnTo>
                    <a:pt x="569646" y="525221"/>
                  </a:lnTo>
                  <a:lnTo>
                    <a:pt x="564889" y="522565"/>
                  </a:lnTo>
                  <a:lnTo>
                    <a:pt x="586556" y="483863"/>
                  </a:lnTo>
                  <a:lnTo>
                    <a:pt x="591313" y="486519"/>
                  </a:lnTo>
                  <a:lnTo>
                    <a:pt x="612981" y="447808"/>
                  </a:lnTo>
                  <a:lnTo>
                    <a:pt x="608224" y="445151"/>
                  </a:lnTo>
                  <a:lnTo>
                    <a:pt x="629890" y="406443"/>
                  </a:lnTo>
                  <a:lnTo>
                    <a:pt x="634648" y="409098"/>
                  </a:lnTo>
                  <a:lnTo>
                    <a:pt x="656315" y="370390"/>
                  </a:lnTo>
                  <a:lnTo>
                    <a:pt x="651558" y="367734"/>
                  </a:lnTo>
                  <a:lnTo>
                    <a:pt x="673225" y="329025"/>
                  </a:lnTo>
                  <a:lnTo>
                    <a:pt x="677982" y="331681"/>
                  </a:lnTo>
                  <a:lnTo>
                    <a:pt x="699649" y="292972"/>
                  </a:lnTo>
                  <a:lnTo>
                    <a:pt x="694892" y="290316"/>
                  </a:lnTo>
                  <a:lnTo>
                    <a:pt x="716559" y="251608"/>
                  </a:lnTo>
                  <a:lnTo>
                    <a:pt x="721317" y="254264"/>
                  </a:lnTo>
                  <a:lnTo>
                    <a:pt x="742984" y="215554"/>
                  </a:lnTo>
                  <a:lnTo>
                    <a:pt x="738226" y="212898"/>
                  </a:lnTo>
                  <a:lnTo>
                    <a:pt x="759894" y="174190"/>
                  </a:lnTo>
                  <a:lnTo>
                    <a:pt x="764650" y="176846"/>
                  </a:lnTo>
                  <a:lnTo>
                    <a:pt x="786318" y="138137"/>
                  </a:lnTo>
                  <a:lnTo>
                    <a:pt x="781561" y="135481"/>
                  </a:lnTo>
                  <a:lnTo>
                    <a:pt x="803228" y="96772"/>
                  </a:lnTo>
                  <a:lnTo>
                    <a:pt x="807985" y="99428"/>
                  </a:lnTo>
                  <a:lnTo>
                    <a:pt x="829653" y="60720"/>
                  </a:lnTo>
                  <a:lnTo>
                    <a:pt x="824895" y="58064"/>
                  </a:lnTo>
                  <a:close/>
                </a:path>
              </a:pathLst>
            </a:custGeom>
            <a:noFill/>
            <a:ln w="10896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0" name="Полилиния 99">
              <a:extLst>
                <a:ext uri="{FF2B5EF4-FFF2-40B4-BE49-F238E27FC236}">
                  <a16:creationId xmlns:a16="http://schemas.microsoft.com/office/drawing/2014/main" id="{A9C2301A-585F-B6C5-CAF1-6146A93F5A5E}"/>
                </a:ext>
              </a:extLst>
            </p:cNvPr>
            <p:cNvSpPr/>
            <p:nvPr/>
          </p:nvSpPr>
          <p:spPr>
            <a:xfrm>
              <a:off x="7816066" y="9185227"/>
              <a:ext cx="1011939" cy="2049649"/>
            </a:xfrm>
            <a:custGeom>
              <a:avLst/>
              <a:gdLst>
                <a:gd name="connsiteX0" fmla="*/ 1011939 w 1011939"/>
                <a:gd name="connsiteY0" fmla="*/ 0 h 2049649"/>
                <a:gd name="connsiteX1" fmla="*/ 0 w 1011939"/>
                <a:gd name="connsiteY1" fmla="*/ 2049650 h 2049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1939" h="2049649">
                  <a:moveTo>
                    <a:pt x="1011939" y="0"/>
                  </a:moveTo>
                  <a:lnTo>
                    <a:pt x="0" y="2049650"/>
                  </a:lnTo>
                </a:path>
              </a:pathLst>
            </a:custGeom>
            <a:noFill/>
            <a:ln w="10896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1" name="Полилиния 100">
              <a:extLst>
                <a:ext uri="{FF2B5EF4-FFF2-40B4-BE49-F238E27FC236}">
                  <a16:creationId xmlns:a16="http://schemas.microsoft.com/office/drawing/2014/main" id="{F35013DC-A623-BC85-8439-6D45FF88A91D}"/>
                </a:ext>
              </a:extLst>
            </p:cNvPr>
            <p:cNvSpPr/>
            <p:nvPr/>
          </p:nvSpPr>
          <p:spPr>
            <a:xfrm>
              <a:off x="8649820" y="9076071"/>
              <a:ext cx="1117182" cy="2267954"/>
            </a:xfrm>
            <a:custGeom>
              <a:avLst/>
              <a:gdLst>
                <a:gd name="connsiteX0" fmla="*/ 1117183 w 1117182"/>
                <a:gd name="connsiteY0" fmla="*/ 0 h 2267954"/>
                <a:gd name="connsiteX1" fmla="*/ 0 w 1117182"/>
                <a:gd name="connsiteY1" fmla="*/ 2267955 h 2267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7182" h="2267954">
                  <a:moveTo>
                    <a:pt x="1117183" y="0"/>
                  </a:moveTo>
                  <a:lnTo>
                    <a:pt x="0" y="2267955"/>
                  </a:lnTo>
                </a:path>
              </a:pathLst>
            </a:custGeom>
            <a:noFill/>
            <a:ln w="1089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2" name="Полилиния 101">
              <a:extLst>
                <a:ext uri="{FF2B5EF4-FFF2-40B4-BE49-F238E27FC236}">
                  <a16:creationId xmlns:a16="http://schemas.microsoft.com/office/drawing/2014/main" id="{A1A27DE3-0C4E-1385-4DD3-4C867499821D}"/>
                </a:ext>
              </a:extLst>
            </p:cNvPr>
            <p:cNvSpPr/>
            <p:nvPr/>
          </p:nvSpPr>
          <p:spPr>
            <a:xfrm>
              <a:off x="9548563" y="9160972"/>
              <a:ext cx="1036215" cy="2098160"/>
            </a:xfrm>
            <a:custGeom>
              <a:avLst/>
              <a:gdLst>
                <a:gd name="connsiteX0" fmla="*/ 1036216 w 1036215"/>
                <a:gd name="connsiteY0" fmla="*/ 0 h 2098160"/>
                <a:gd name="connsiteX1" fmla="*/ 0 w 1036215"/>
                <a:gd name="connsiteY1" fmla="*/ 2098160 h 2098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6215" h="2098160">
                  <a:moveTo>
                    <a:pt x="1036216" y="0"/>
                  </a:moveTo>
                  <a:lnTo>
                    <a:pt x="0" y="2098160"/>
                  </a:lnTo>
                </a:path>
              </a:pathLst>
            </a:custGeom>
            <a:noFill/>
            <a:ln w="10896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3" name="Полилиния 102">
              <a:extLst>
                <a:ext uri="{FF2B5EF4-FFF2-40B4-BE49-F238E27FC236}">
                  <a16:creationId xmlns:a16="http://schemas.microsoft.com/office/drawing/2014/main" id="{8B518A11-7328-149E-F1F4-6E79AD354794}"/>
                </a:ext>
              </a:extLst>
            </p:cNvPr>
            <p:cNvSpPr/>
            <p:nvPr/>
          </p:nvSpPr>
          <p:spPr>
            <a:xfrm>
              <a:off x="9236861" y="8821396"/>
              <a:ext cx="10900" cy="2894569"/>
            </a:xfrm>
            <a:custGeom>
              <a:avLst/>
              <a:gdLst>
                <a:gd name="connsiteX0" fmla="*/ 0 w 10900"/>
                <a:gd name="connsiteY0" fmla="*/ 0 h 2894569"/>
                <a:gd name="connsiteX1" fmla="*/ 0 w 10900"/>
                <a:gd name="connsiteY1" fmla="*/ 2894569 h 2894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900" h="2894569">
                  <a:moveTo>
                    <a:pt x="0" y="0"/>
                  </a:moveTo>
                  <a:lnTo>
                    <a:pt x="0" y="2894569"/>
                  </a:lnTo>
                </a:path>
              </a:pathLst>
            </a:custGeom>
            <a:noFill/>
            <a:ln w="1089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4" name="Полилиния 103">
              <a:extLst>
                <a:ext uri="{FF2B5EF4-FFF2-40B4-BE49-F238E27FC236}">
                  <a16:creationId xmlns:a16="http://schemas.microsoft.com/office/drawing/2014/main" id="{456CA17D-5B5B-E8E6-0FCE-1B70F46DA436}"/>
                </a:ext>
              </a:extLst>
            </p:cNvPr>
            <p:cNvSpPr/>
            <p:nvPr/>
          </p:nvSpPr>
          <p:spPr>
            <a:xfrm>
              <a:off x="7172508" y="10167610"/>
              <a:ext cx="4213707" cy="10886"/>
            </a:xfrm>
            <a:custGeom>
              <a:avLst/>
              <a:gdLst>
                <a:gd name="connsiteX0" fmla="*/ 0 w 4213707"/>
                <a:gd name="connsiteY0" fmla="*/ 0 h 10886"/>
                <a:gd name="connsiteX1" fmla="*/ 4213708 w 4213707"/>
                <a:gd name="connsiteY1" fmla="*/ 0 h 10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13707" h="10886">
                  <a:moveTo>
                    <a:pt x="0" y="0"/>
                  </a:moveTo>
                  <a:lnTo>
                    <a:pt x="4213708" y="0"/>
                  </a:lnTo>
                </a:path>
              </a:pathLst>
            </a:custGeom>
            <a:noFill/>
            <a:ln w="1089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5" name="Полилиния 104">
              <a:extLst>
                <a:ext uri="{FF2B5EF4-FFF2-40B4-BE49-F238E27FC236}">
                  <a16:creationId xmlns:a16="http://schemas.microsoft.com/office/drawing/2014/main" id="{CC862DDE-FEBE-CA59-164E-3330806F4F57}"/>
                </a:ext>
              </a:extLst>
            </p:cNvPr>
            <p:cNvSpPr/>
            <p:nvPr/>
          </p:nvSpPr>
          <p:spPr>
            <a:xfrm>
              <a:off x="9176147" y="8821396"/>
              <a:ext cx="121428" cy="60639"/>
            </a:xfrm>
            <a:custGeom>
              <a:avLst/>
              <a:gdLst>
                <a:gd name="connsiteX0" fmla="*/ 121428 w 121428"/>
                <a:gd name="connsiteY0" fmla="*/ 60639 h 60639"/>
                <a:gd name="connsiteX1" fmla="*/ 60714 w 121428"/>
                <a:gd name="connsiteY1" fmla="*/ 0 h 60639"/>
                <a:gd name="connsiteX2" fmla="*/ 0 w 121428"/>
                <a:gd name="connsiteY2" fmla="*/ 60639 h 60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1428" h="60639">
                  <a:moveTo>
                    <a:pt x="121428" y="60639"/>
                  </a:moveTo>
                  <a:lnTo>
                    <a:pt x="60714" y="0"/>
                  </a:lnTo>
                  <a:lnTo>
                    <a:pt x="0" y="60639"/>
                  </a:lnTo>
                </a:path>
              </a:pathLst>
            </a:custGeom>
            <a:noFill/>
            <a:ln w="1089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6" name="Полилиния 105">
              <a:extLst>
                <a:ext uri="{FF2B5EF4-FFF2-40B4-BE49-F238E27FC236}">
                  <a16:creationId xmlns:a16="http://schemas.microsoft.com/office/drawing/2014/main" id="{47A6C35B-E0EA-9AA2-DD95-ACD299CFB6C0}"/>
                </a:ext>
              </a:extLst>
            </p:cNvPr>
            <p:cNvSpPr/>
            <p:nvPr/>
          </p:nvSpPr>
          <p:spPr>
            <a:xfrm>
              <a:off x="11325458" y="10106972"/>
              <a:ext cx="60724" cy="121276"/>
            </a:xfrm>
            <a:custGeom>
              <a:avLst/>
              <a:gdLst>
                <a:gd name="connsiteX0" fmla="*/ 0 w 60724"/>
                <a:gd name="connsiteY0" fmla="*/ 121277 h 121276"/>
                <a:gd name="connsiteX1" fmla="*/ 60725 w 60724"/>
                <a:gd name="connsiteY1" fmla="*/ 60638 h 121276"/>
                <a:gd name="connsiteX2" fmla="*/ 0 w 60724"/>
                <a:gd name="connsiteY2" fmla="*/ 0 h 121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724" h="121276">
                  <a:moveTo>
                    <a:pt x="0" y="121277"/>
                  </a:moveTo>
                  <a:lnTo>
                    <a:pt x="60725" y="60638"/>
                  </a:lnTo>
                  <a:lnTo>
                    <a:pt x="0" y="0"/>
                  </a:lnTo>
                </a:path>
              </a:pathLst>
            </a:custGeom>
            <a:noFill/>
            <a:ln w="1089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7" name="Полилиния 106">
              <a:extLst>
                <a:ext uri="{FF2B5EF4-FFF2-40B4-BE49-F238E27FC236}">
                  <a16:creationId xmlns:a16="http://schemas.microsoft.com/office/drawing/2014/main" id="{4CFA376E-B636-8B10-5782-90B5A419235B}"/>
                </a:ext>
              </a:extLst>
            </p:cNvPr>
            <p:cNvSpPr/>
            <p:nvPr/>
          </p:nvSpPr>
          <p:spPr>
            <a:xfrm>
              <a:off x="9687191" y="9073111"/>
              <a:ext cx="109743" cy="80761"/>
            </a:xfrm>
            <a:custGeom>
              <a:avLst/>
              <a:gdLst>
                <a:gd name="connsiteX0" fmla="*/ 109743 w 109743"/>
                <a:gd name="connsiteY0" fmla="*/ 80761 h 80761"/>
                <a:gd name="connsiteX1" fmla="*/ 80858 w 109743"/>
                <a:gd name="connsiteY1" fmla="*/ 0 h 80761"/>
                <a:gd name="connsiteX2" fmla="*/ 0 w 109743"/>
                <a:gd name="connsiteY2" fmla="*/ 28842 h 80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743" h="80761">
                  <a:moveTo>
                    <a:pt x="109743" y="80761"/>
                  </a:moveTo>
                  <a:lnTo>
                    <a:pt x="80858" y="0"/>
                  </a:lnTo>
                  <a:lnTo>
                    <a:pt x="0" y="28842"/>
                  </a:lnTo>
                </a:path>
              </a:pathLst>
            </a:custGeom>
            <a:noFill/>
            <a:ln w="1089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8" name="Полилиния 107">
              <a:extLst>
                <a:ext uri="{FF2B5EF4-FFF2-40B4-BE49-F238E27FC236}">
                  <a16:creationId xmlns:a16="http://schemas.microsoft.com/office/drawing/2014/main" id="{83B67462-371B-2E7B-B792-2B5FDA77FA6E}"/>
                </a:ext>
              </a:extLst>
            </p:cNvPr>
            <p:cNvSpPr/>
            <p:nvPr/>
          </p:nvSpPr>
          <p:spPr>
            <a:xfrm>
              <a:off x="7512522" y="9807819"/>
              <a:ext cx="3812979" cy="10886"/>
            </a:xfrm>
            <a:custGeom>
              <a:avLst/>
              <a:gdLst>
                <a:gd name="connsiteX0" fmla="*/ 0 w 3812979"/>
                <a:gd name="connsiteY0" fmla="*/ 0 h 10886"/>
                <a:gd name="connsiteX1" fmla="*/ 3812980 w 3812979"/>
                <a:gd name="connsiteY1" fmla="*/ 0 h 10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12979" h="10886">
                  <a:moveTo>
                    <a:pt x="0" y="0"/>
                  </a:moveTo>
                  <a:lnTo>
                    <a:pt x="3812980" y="0"/>
                  </a:lnTo>
                </a:path>
              </a:pathLst>
            </a:custGeom>
            <a:noFill/>
            <a:ln w="10896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9" name="Полилиния 108">
              <a:extLst>
                <a:ext uri="{FF2B5EF4-FFF2-40B4-BE49-F238E27FC236}">
                  <a16:creationId xmlns:a16="http://schemas.microsoft.com/office/drawing/2014/main" id="{86CC2529-4555-0717-1245-60CDBB308CB3}"/>
                </a:ext>
              </a:extLst>
            </p:cNvPr>
            <p:cNvSpPr/>
            <p:nvPr/>
          </p:nvSpPr>
          <p:spPr>
            <a:xfrm>
              <a:off x="7156285" y="10575922"/>
              <a:ext cx="3837261" cy="10886"/>
            </a:xfrm>
            <a:custGeom>
              <a:avLst/>
              <a:gdLst>
                <a:gd name="connsiteX0" fmla="*/ 0 w 3837261"/>
                <a:gd name="connsiteY0" fmla="*/ 0 h 10886"/>
                <a:gd name="connsiteX1" fmla="*/ 3837262 w 3837261"/>
                <a:gd name="connsiteY1" fmla="*/ 0 h 10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37261" h="10886">
                  <a:moveTo>
                    <a:pt x="0" y="0"/>
                  </a:moveTo>
                  <a:lnTo>
                    <a:pt x="3837262" y="0"/>
                  </a:lnTo>
                </a:path>
              </a:pathLst>
            </a:custGeom>
            <a:noFill/>
            <a:ln w="10896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0" name="Полилиния 109">
              <a:extLst>
                <a:ext uri="{FF2B5EF4-FFF2-40B4-BE49-F238E27FC236}">
                  <a16:creationId xmlns:a16="http://schemas.microsoft.com/office/drawing/2014/main" id="{4E6E05C5-2FEA-8222-9D3A-A5B23F9E7E82}"/>
                </a:ext>
              </a:extLst>
            </p:cNvPr>
            <p:cNvSpPr/>
            <p:nvPr/>
          </p:nvSpPr>
          <p:spPr>
            <a:xfrm rot="10800000" flipV="1">
              <a:off x="9188048" y="10118947"/>
              <a:ext cx="93416" cy="93300"/>
            </a:xfrm>
            <a:custGeom>
              <a:avLst/>
              <a:gdLst>
                <a:gd name="connsiteX0" fmla="*/ 93611 w 93416"/>
                <a:gd name="connsiteY0" fmla="*/ 46772 h 93300"/>
                <a:gd name="connsiteX1" fmla="*/ 46903 w 93416"/>
                <a:gd name="connsiteY1" fmla="*/ 93422 h 93300"/>
                <a:gd name="connsiteX2" fmla="*/ 194 w 93416"/>
                <a:gd name="connsiteY2" fmla="*/ 46772 h 93300"/>
                <a:gd name="connsiteX3" fmla="*/ 46903 w 93416"/>
                <a:gd name="connsiteY3" fmla="*/ 122 h 93300"/>
                <a:gd name="connsiteX4" fmla="*/ 93611 w 93416"/>
                <a:gd name="connsiteY4" fmla="*/ 46772 h 9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416" h="93300">
                  <a:moveTo>
                    <a:pt x="93611" y="46772"/>
                  </a:moveTo>
                  <a:cubicBezTo>
                    <a:pt x="93611" y="72536"/>
                    <a:pt x="72699" y="93422"/>
                    <a:pt x="46903" y="93422"/>
                  </a:cubicBezTo>
                  <a:cubicBezTo>
                    <a:pt x="21106" y="93422"/>
                    <a:pt x="194" y="72536"/>
                    <a:pt x="194" y="46772"/>
                  </a:cubicBezTo>
                  <a:cubicBezTo>
                    <a:pt x="194" y="21008"/>
                    <a:pt x="21106" y="122"/>
                    <a:pt x="46903" y="122"/>
                  </a:cubicBezTo>
                  <a:cubicBezTo>
                    <a:pt x="72699" y="122"/>
                    <a:pt x="93611" y="21008"/>
                    <a:pt x="93611" y="46772"/>
                  </a:cubicBezTo>
                  <a:close/>
                </a:path>
              </a:pathLst>
            </a:custGeom>
            <a:solidFill>
              <a:srgbClr val="E3FF7C"/>
            </a:solidFill>
            <a:ln w="3268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1" name="Полилиния 110">
              <a:extLst>
                <a:ext uri="{FF2B5EF4-FFF2-40B4-BE49-F238E27FC236}">
                  <a16:creationId xmlns:a16="http://schemas.microsoft.com/office/drawing/2014/main" id="{761BA202-CE52-7F36-D7B9-06809BD4848C}"/>
                </a:ext>
              </a:extLst>
            </p:cNvPr>
            <p:cNvSpPr/>
            <p:nvPr/>
          </p:nvSpPr>
          <p:spPr>
            <a:xfrm rot="10800000" flipV="1">
              <a:off x="9188048" y="9403354"/>
              <a:ext cx="93416" cy="93300"/>
            </a:xfrm>
            <a:custGeom>
              <a:avLst/>
              <a:gdLst>
                <a:gd name="connsiteX0" fmla="*/ 93611 w 93416"/>
                <a:gd name="connsiteY0" fmla="*/ 46706 h 93300"/>
                <a:gd name="connsiteX1" fmla="*/ 46903 w 93416"/>
                <a:gd name="connsiteY1" fmla="*/ 93356 h 93300"/>
                <a:gd name="connsiteX2" fmla="*/ 194 w 93416"/>
                <a:gd name="connsiteY2" fmla="*/ 46706 h 93300"/>
                <a:gd name="connsiteX3" fmla="*/ 46903 w 93416"/>
                <a:gd name="connsiteY3" fmla="*/ 56 h 93300"/>
                <a:gd name="connsiteX4" fmla="*/ 93611 w 93416"/>
                <a:gd name="connsiteY4" fmla="*/ 46706 h 9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416" h="93300">
                  <a:moveTo>
                    <a:pt x="93611" y="46706"/>
                  </a:moveTo>
                  <a:cubicBezTo>
                    <a:pt x="93611" y="72470"/>
                    <a:pt x="72699" y="93356"/>
                    <a:pt x="46903" y="93356"/>
                  </a:cubicBezTo>
                  <a:cubicBezTo>
                    <a:pt x="21106" y="93356"/>
                    <a:pt x="194" y="72470"/>
                    <a:pt x="194" y="46706"/>
                  </a:cubicBezTo>
                  <a:cubicBezTo>
                    <a:pt x="194" y="20942"/>
                    <a:pt x="21106" y="56"/>
                    <a:pt x="46903" y="56"/>
                  </a:cubicBezTo>
                  <a:cubicBezTo>
                    <a:pt x="72699" y="56"/>
                    <a:pt x="93611" y="20942"/>
                    <a:pt x="93611" y="46706"/>
                  </a:cubicBezTo>
                  <a:close/>
                </a:path>
              </a:pathLst>
            </a:custGeom>
            <a:solidFill>
              <a:srgbClr val="E3FF7C"/>
            </a:solidFill>
            <a:ln w="3268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2" name="Полилиния 111">
              <a:extLst>
                <a:ext uri="{FF2B5EF4-FFF2-40B4-BE49-F238E27FC236}">
                  <a16:creationId xmlns:a16="http://schemas.microsoft.com/office/drawing/2014/main" id="{457C2588-9E93-8CFC-6E65-90F8F77E6153}"/>
                </a:ext>
              </a:extLst>
            </p:cNvPr>
            <p:cNvSpPr/>
            <p:nvPr/>
          </p:nvSpPr>
          <p:spPr>
            <a:xfrm rot="10800000" flipV="1">
              <a:off x="9188048" y="10935561"/>
              <a:ext cx="93416" cy="93300"/>
            </a:xfrm>
            <a:custGeom>
              <a:avLst/>
              <a:gdLst>
                <a:gd name="connsiteX0" fmla="*/ 93611 w 93416"/>
                <a:gd name="connsiteY0" fmla="*/ 46847 h 93300"/>
                <a:gd name="connsiteX1" fmla="*/ 46903 w 93416"/>
                <a:gd name="connsiteY1" fmla="*/ 93497 h 93300"/>
                <a:gd name="connsiteX2" fmla="*/ 194 w 93416"/>
                <a:gd name="connsiteY2" fmla="*/ 46847 h 93300"/>
                <a:gd name="connsiteX3" fmla="*/ 46903 w 93416"/>
                <a:gd name="connsiteY3" fmla="*/ 197 h 93300"/>
                <a:gd name="connsiteX4" fmla="*/ 93611 w 93416"/>
                <a:gd name="connsiteY4" fmla="*/ 46847 h 9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416" h="93300">
                  <a:moveTo>
                    <a:pt x="93611" y="46847"/>
                  </a:moveTo>
                  <a:cubicBezTo>
                    <a:pt x="93611" y="72611"/>
                    <a:pt x="72699" y="93497"/>
                    <a:pt x="46903" y="93497"/>
                  </a:cubicBezTo>
                  <a:cubicBezTo>
                    <a:pt x="21106" y="93497"/>
                    <a:pt x="194" y="72611"/>
                    <a:pt x="194" y="46847"/>
                  </a:cubicBezTo>
                  <a:cubicBezTo>
                    <a:pt x="194" y="21083"/>
                    <a:pt x="21106" y="197"/>
                    <a:pt x="46903" y="197"/>
                  </a:cubicBezTo>
                  <a:cubicBezTo>
                    <a:pt x="72699" y="197"/>
                    <a:pt x="93611" y="21083"/>
                    <a:pt x="93611" y="46847"/>
                  </a:cubicBezTo>
                  <a:close/>
                </a:path>
              </a:pathLst>
            </a:custGeom>
            <a:solidFill>
              <a:srgbClr val="E3FF7C"/>
            </a:solidFill>
            <a:ln w="3268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3" name="Полилиния 112">
              <a:extLst>
                <a:ext uri="{FF2B5EF4-FFF2-40B4-BE49-F238E27FC236}">
                  <a16:creationId xmlns:a16="http://schemas.microsoft.com/office/drawing/2014/main" id="{E5ADE874-EB64-720E-563E-95CE870D4973}"/>
                </a:ext>
              </a:extLst>
            </p:cNvPr>
            <p:cNvSpPr/>
            <p:nvPr/>
          </p:nvSpPr>
          <p:spPr>
            <a:xfrm rot="10800000" flipV="1">
              <a:off x="8305742" y="10118947"/>
              <a:ext cx="93416" cy="93300"/>
            </a:xfrm>
            <a:custGeom>
              <a:avLst/>
              <a:gdLst>
                <a:gd name="connsiteX0" fmla="*/ 93530 w 93416"/>
                <a:gd name="connsiteY0" fmla="*/ 46772 h 93300"/>
                <a:gd name="connsiteX1" fmla="*/ 46822 w 93416"/>
                <a:gd name="connsiteY1" fmla="*/ 93422 h 93300"/>
                <a:gd name="connsiteX2" fmla="*/ 113 w 93416"/>
                <a:gd name="connsiteY2" fmla="*/ 46772 h 93300"/>
                <a:gd name="connsiteX3" fmla="*/ 46822 w 93416"/>
                <a:gd name="connsiteY3" fmla="*/ 122 h 93300"/>
                <a:gd name="connsiteX4" fmla="*/ 93530 w 93416"/>
                <a:gd name="connsiteY4" fmla="*/ 46772 h 9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416" h="93300">
                  <a:moveTo>
                    <a:pt x="93530" y="46772"/>
                  </a:moveTo>
                  <a:cubicBezTo>
                    <a:pt x="93530" y="72536"/>
                    <a:pt x="72618" y="93422"/>
                    <a:pt x="46822" y="93422"/>
                  </a:cubicBezTo>
                  <a:cubicBezTo>
                    <a:pt x="21025" y="93422"/>
                    <a:pt x="113" y="72536"/>
                    <a:pt x="113" y="46772"/>
                  </a:cubicBezTo>
                  <a:cubicBezTo>
                    <a:pt x="113" y="21008"/>
                    <a:pt x="21025" y="122"/>
                    <a:pt x="46822" y="122"/>
                  </a:cubicBezTo>
                  <a:cubicBezTo>
                    <a:pt x="72618" y="122"/>
                    <a:pt x="93530" y="21008"/>
                    <a:pt x="93530" y="46772"/>
                  </a:cubicBezTo>
                  <a:close/>
                </a:path>
              </a:pathLst>
            </a:custGeom>
            <a:solidFill>
              <a:srgbClr val="E3FF7C"/>
            </a:solidFill>
            <a:ln w="3268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4" name="Полилиния 113">
              <a:extLst>
                <a:ext uri="{FF2B5EF4-FFF2-40B4-BE49-F238E27FC236}">
                  <a16:creationId xmlns:a16="http://schemas.microsoft.com/office/drawing/2014/main" id="{DEBACAD7-004D-049B-83C1-087D99404094}"/>
                </a:ext>
              </a:extLst>
            </p:cNvPr>
            <p:cNvSpPr/>
            <p:nvPr/>
          </p:nvSpPr>
          <p:spPr>
            <a:xfrm rot="10800000" flipV="1">
              <a:off x="7977122" y="9391994"/>
              <a:ext cx="93416" cy="93300"/>
            </a:xfrm>
            <a:custGeom>
              <a:avLst/>
              <a:gdLst>
                <a:gd name="connsiteX0" fmla="*/ 93500 w 93416"/>
                <a:gd name="connsiteY0" fmla="*/ 46705 h 93300"/>
                <a:gd name="connsiteX1" fmla="*/ 46792 w 93416"/>
                <a:gd name="connsiteY1" fmla="*/ 93355 h 93300"/>
                <a:gd name="connsiteX2" fmla="*/ 83 w 93416"/>
                <a:gd name="connsiteY2" fmla="*/ 46705 h 93300"/>
                <a:gd name="connsiteX3" fmla="*/ 46792 w 93416"/>
                <a:gd name="connsiteY3" fmla="*/ 55 h 93300"/>
                <a:gd name="connsiteX4" fmla="*/ 93500 w 93416"/>
                <a:gd name="connsiteY4" fmla="*/ 46705 h 9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416" h="93300">
                  <a:moveTo>
                    <a:pt x="93500" y="46705"/>
                  </a:moveTo>
                  <a:cubicBezTo>
                    <a:pt x="93500" y="72469"/>
                    <a:pt x="72588" y="93355"/>
                    <a:pt x="46792" y="93355"/>
                  </a:cubicBezTo>
                  <a:cubicBezTo>
                    <a:pt x="20995" y="93355"/>
                    <a:pt x="83" y="72469"/>
                    <a:pt x="83" y="46705"/>
                  </a:cubicBezTo>
                  <a:cubicBezTo>
                    <a:pt x="83" y="20941"/>
                    <a:pt x="20995" y="55"/>
                    <a:pt x="46792" y="55"/>
                  </a:cubicBezTo>
                  <a:cubicBezTo>
                    <a:pt x="72588" y="55"/>
                    <a:pt x="93500" y="20941"/>
                    <a:pt x="93500" y="46705"/>
                  </a:cubicBezTo>
                  <a:close/>
                </a:path>
              </a:pathLst>
            </a:custGeom>
            <a:solidFill>
              <a:srgbClr val="E3FF7C"/>
            </a:solidFill>
            <a:ln w="3268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5" name="Полилиния 114">
              <a:extLst>
                <a:ext uri="{FF2B5EF4-FFF2-40B4-BE49-F238E27FC236}">
                  <a16:creationId xmlns:a16="http://schemas.microsoft.com/office/drawing/2014/main" id="{91800DB4-71CC-AB50-3A56-FECF6698A0CD}"/>
                </a:ext>
              </a:extLst>
            </p:cNvPr>
            <p:cNvSpPr/>
            <p:nvPr/>
          </p:nvSpPr>
          <p:spPr>
            <a:xfrm rot="10800000" flipV="1">
              <a:off x="11214590" y="9391994"/>
              <a:ext cx="93416" cy="93300"/>
            </a:xfrm>
            <a:custGeom>
              <a:avLst/>
              <a:gdLst>
                <a:gd name="connsiteX0" fmla="*/ 93797 w 93416"/>
                <a:gd name="connsiteY0" fmla="*/ 46705 h 93300"/>
                <a:gd name="connsiteX1" fmla="*/ 47089 w 93416"/>
                <a:gd name="connsiteY1" fmla="*/ 93355 h 93300"/>
                <a:gd name="connsiteX2" fmla="*/ 380 w 93416"/>
                <a:gd name="connsiteY2" fmla="*/ 46705 h 93300"/>
                <a:gd name="connsiteX3" fmla="*/ 47089 w 93416"/>
                <a:gd name="connsiteY3" fmla="*/ 55 h 93300"/>
                <a:gd name="connsiteX4" fmla="*/ 93797 w 93416"/>
                <a:gd name="connsiteY4" fmla="*/ 46705 h 9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416" h="93300">
                  <a:moveTo>
                    <a:pt x="93797" y="46705"/>
                  </a:moveTo>
                  <a:cubicBezTo>
                    <a:pt x="93797" y="72469"/>
                    <a:pt x="72885" y="93355"/>
                    <a:pt x="47089" y="93355"/>
                  </a:cubicBezTo>
                  <a:cubicBezTo>
                    <a:pt x="21292" y="93355"/>
                    <a:pt x="380" y="72469"/>
                    <a:pt x="380" y="46705"/>
                  </a:cubicBezTo>
                  <a:cubicBezTo>
                    <a:pt x="380" y="20941"/>
                    <a:pt x="21292" y="55"/>
                    <a:pt x="47089" y="55"/>
                  </a:cubicBezTo>
                  <a:cubicBezTo>
                    <a:pt x="72885" y="55"/>
                    <a:pt x="93797" y="20941"/>
                    <a:pt x="93797" y="46705"/>
                  </a:cubicBezTo>
                  <a:close/>
                </a:path>
              </a:pathLst>
            </a:custGeom>
            <a:solidFill>
              <a:srgbClr val="E3FF7C"/>
            </a:solidFill>
            <a:ln w="3268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6" name="Полилиния 115">
              <a:extLst>
                <a:ext uri="{FF2B5EF4-FFF2-40B4-BE49-F238E27FC236}">
                  <a16:creationId xmlns:a16="http://schemas.microsoft.com/office/drawing/2014/main" id="{45C038C0-E5C0-852A-A015-8702E91EFF60}"/>
                </a:ext>
              </a:extLst>
            </p:cNvPr>
            <p:cNvSpPr/>
            <p:nvPr/>
          </p:nvSpPr>
          <p:spPr>
            <a:xfrm rot="10800000" flipV="1">
              <a:off x="7112388" y="10935561"/>
              <a:ext cx="93416" cy="93300"/>
            </a:xfrm>
            <a:custGeom>
              <a:avLst/>
              <a:gdLst>
                <a:gd name="connsiteX0" fmla="*/ 93421 w 93416"/>
                <a:gd name="connsiteY0" fmla="*/ 46847 h 93300"/>
                <a:gd name="connsiteX1" fmla="*/ 46712 w 93416"/>
                <a:gd name="connsiteY1" fmla="*/ 93497 h 93300"/>
                <a:gd name="connsiteX2" fmla="*/ 4 w 93416"/>
                <a:gd name="connsiteY2" fmla="*/ 46847 h 93300"/>
                <a:gd name="connsiteX3" fmla="*/ 46712 w 93416"/>
                <a:gd name="connsiteY3" fmla="*/ 197 h 93300"/>
                <a:gd name="connsiteX4" fmla="*/ 93421 w 93416"/>
                <a:gd name="connsiteY4" fmla="*/ 46847 h 9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416" h="93300">
                  <a:moveTo>
                    <a:pt x="93421" y="46847"/>
                  </a:moveTo>
                  <a:cubicBezTo>
                    <a:pt x="93421" y="72611"/>
                    <a:pt x="72509" y="93497"/>
                    <a:pt x="46712" y="93497"/>
                  </a:cubicBezTo>
                  <a:cubicBezTo>
                    <a:pt x="20916" y="93497"/>
                    <a:pt x="4" y="72611"/>
                    <a:pt x="4" y="46847"/>
                  </a:cubicBezTo>
                  <a:cubicBezTo>
                    <a:pt x="4" y="21083"/>
                    <a:pt x="20916" y="197"/>
                    <a:pt x="46712" y="197"/>
                  </a:cubicBezTo>
                  <a:cubicBezTo>
                    <a:pt x="72509" y="197"/>
                    <a:pt x="93421" y="21083"/>
                    <a:pt x="93421" y="46847"/>
                  </a:cubicBezTo>
                  <a:close/>
                </a:path>
              </a:pathLst>
            </a:custGeom>
            <a:solidFill>
              <a:srgbClr val="E3FF7C"/>
            </a:solidFill>
            <a:ln w="3268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7" name="Полилиния 116">
              <a:extLst>
                <a:ext uri="{FF2B5EF4-FFF2-40B4-BE49-F238E27FC236}">
                  <a16:creationId xmlns:a16="http://schemas.microsoft.com/office/drawing/2014/main" id="{8AAFD18B-40EE-435E-5035-F57E6D263151}"/>
                </a:ext>
              </a:extLst>
            </p:cNvPr>
            <p:cNvSpPr/>
            <p:nvPr/>
          </p:nvSpPr>
          <p:spPr>
            <a:xfrm rot="10800000" flipV="1">
              <a:off x="10556207" y="10935561"/>
              <a:ext cx="93416" cy="93300"/>
            </a:xfrm>
            <a:custGeom>
              <a:avLst/>
              <a:gdLst>
                <a:gd name="connsiteX0" fmla="*/ 93737 w 93416"/>
                <a:gd name="connsiteY0" fmla="*/ 46847 h 93300"/>
                <a:gd name="connsiteX1" fmla="*/ 47028 w 93416"/>
                <a:gd name="connsiteY1" fmla="*/ 93497 h 93300"/>
                <a:gd name="connsiteX2" fmla="*/ 320 w 93416"/>
                <a:gd name="connsiteY2" fmla="*/ 46847 h 93300"/>
                <a:gd name="connsiteX3" fmla="*/ 47028 w 93416"/>
                <a:gd name="connsiteY3" fmla="*/ 197 h 93300"/>
                <a:gd name="connsiteX4" fmla="*/ 93737 w 93416"/>
                <a:gd name="connsiteY4" fmla="*/ 46847 h 9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416" h="93300">
                  <a:moveTo>
                    <a:pt x="93737" y="46847"/>
                  </a:moveTo>
                  <a:cubicBezTo>
                    <a:pt x="93737" y="72611"/>
                    <a:pt x="72824" y="93497"/>
                    <a:pt x="47028" y="93497"/>
                  </a:cubicBezTo>
                  <a:cubicBezTo>
                    <a:pt x="21232" y="93497"/>
                    <a:pt x="320" y="72611"/>
                    <a:pt x="320" y="46847"/>
                  </a:cubicBezTo>
                  <a:cubicBezTo>
                    <a:pt x="320" y="21083"/>
                    <a:pt x="21232" y="197"/>
                    <a:pt x="47028" y="197"/>
                  </a:cubicBezTo>
                  <a:cubicBezTo>
                    <a:pt x="72824" y="197"/>
                    <a:pt x="93737" y="21083"/>
                    <a:pt x="93737" y="46847"/>
                  </a:cubicBezTo>
                  <a:close/>
                </a:path>
              </a:pathLst>
            </a:custGeom>
            <a:solidFill>
              <a:srgbClr val="E3FF7C"/>
            </a:solidFill>
            <a:ln w="3268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9" name="Полилиния 258">
              <a:extLst>
                <a:ext uri="{FF2B5EF4-FFF2-40B4-BE49-F238E27FC236}">
                  <a16:creationId xmlns:a16="http://schemas.microsoft.com/office/drawing/2014/main" id="{795921AB-8898-31AC-0965-CD9E931B60C2}"/>
                </a:ext>
              </a:extLst>
            </p:cNvPr>
            <p:cNvSpPr/>
            <p:nvPr/>
          </p:nvSpPr>
          <p:spPr>
            <a:xfrm rot="10800000" flipV="1">
              <a:off x="10050286" y="10118947"/>
              <a:ext cx="93416" cy="93300"/>
            </a:xfrm>
            <a:custGeom>
              <a:avLst/>
              <a:gdLst>
                <a:gd name="connsiteX0" fmla="*/ 93690 w 93416"/>
                <a:gd name="connsiteY0" fmla="*/ 46772 h 93300"/>
                <a:gd name="connsiteX1" fmla="*/ 46982 w 93416"/>
                <a:gd name="connsiteY1" fmla="*/ 93422 h 93300"/>
                <a:gd name="connsiteX2" fmla="*/ 273 w 93416"/>
                <a:gd name="connsiteY2" fmla="*/ 46772 h 93300"/>
                <a:gd name="connsiteX3" fmla="*/ 46982 w 93416"/>
                <a:gd name="connsiteY3" fmla="*/ 122 h 93300"/>
                <a:gd name="connsiteX4" fmla="*/ 93690 w 93416"/>
                <a:gd name="connsiteY4" fmla="*/ 46772 h 9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416" h="93300">
                  <a:moveTo>
                    <a:pt x="93690" y="46772"/>
                  </a:moveTo>
                  <a:cubicBezTo>
                    <a:pt x="93690" y="72536"/>
                    <a:pt x="72778" y="93422"/>
                    <a:pt x="46982" y="93422"/>
                  </a:cubicBezTo>
                  <a:cubicBezTo>
                    <a:pt x="21185" y="93422"/>
                    <a:pt x="273" y="72536"/>
                    <a:pt x="273" y="46772"/>
                  </a:cubicBezTo>
                  <a:cubicBezTo>
                    <a:pt x="273" y="21008"/>
                    <a:pt x="21185" y="122"/>
                    <a:pt x="46982" y="122"/>
                  </a:cubicBezTo>
                  <a:cubicBezTo>
                    <a:pt x="72778" y="122"/>
                    <a:pt x="93690" y="21008"/>
                    <a:pt x="93690" y="46772"/>
                  </a:cubicBezTo>
                  <a:close/>
                </a:path>
              </a:pathLst>
            </a:custGeom>
            <a:solidFill>
              <a:srgbClr val="E3FF7C"/>
            </a:solidFill>
            <a:ln w="3268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60" name="Группа 259">
            <a:extLst>
              <a:ext uri="{FF2B5EF4-FFF2-40B4-BE49-F238E27FC236}">
                <a16:creationId xmlns:a16="http://schemas.microsoft.com/office/drawing/2014/main" id="{219E8F9E-8201-56FE-57FA-2BF309F7F0DF}"/>
              </a:ext>
            </a:extLst>
          </p:cNvPr>
          <p:cNvGrpSpPr/>
          <p:nvPr userDrawn="1"/>
        </p:nvGrpSpPr>
        <p:grpSpPr>
          <a:xfrm>
            <a:off x="13566873" y="8945020"/>
            <a:ext cx="3951442" cy="2626137"/>
            <a:chOff x="13566873" y="8945020"/>
            <a:chExt cx="3951442" cy="2626137"/>
          </a:xfrm>
        </p:grpSpPr>
        <p:sp>
          <p:nvSpPr>
            <p:cNvPr id="261" name="Полилиния 260">
              <a:extLst>
                <a:ext uri="{FF2B5EF4-FFF2-40B4-BE49-F238E27FC236}">
                  <a16:creationId xmlns:a16="http://schemas.microsoft.com/office/drawing/2014/main" id="{81752DFB-57FF-4D2F-67F7-30FA0EB01308}"/>
                </a:ext>
              </a:extLst>
            </p:cNvPr>
            <p:cNvSpPr/>
            <p:nvPr/>
          </p:nvSpPr>
          <p:spPr>
            <a:xfrm>
              <a:off x="15786263" y="10371286"/>
              <a:ext cx="573594" cy="1153711"/>
            </a:xfrm>
            <a:custGeom>
              <a:avLst/>
              <a:gdLst>
                <a:gd name="connsiteX0" fmla="*/ 0 w 573594"/>
                <a:gd name="connsiteY0" fmla="*/ 0 h 1153711"/>
                <a:gd name="connsiteX1" fmla="*/ 573595 w 573594"/>
                <a:gd name="connsiteY1" fmla="*/ 0 h 1153711"/>
                <a:gd name="connsiteX2" fmla="*/ 573595 w 573594"/>
                <a:gd name="connsiteY2" fmla="*/ 1153712 h 1153711"/>
                <a:gd name="connsiteX3" fmla="*/ 0 w 573594"/>
                <a:gd name="connsiteY3" fmla="*/ 1153712 h 1153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3594" h="1153711">
                  <a:moveTo>
                    <a:pt x="0" y="0"/>
                  </a:moveTo>
                  <a:lnTo>
                    <a:pt x="573595" y="0"/>
                  </a:lnTo>
                  <a:lnTo>
                    <a:pt x="573595" y="1153712"/>
                  </a:lnTo>
                  <a:lnTo>
                    <a:pt x="0" y="1153712"/>
                  </a:lnTo>
                  <a:close/>
                </a:path>
              </a:pathLst>
            </a:custGeom>
            <a:noFill/>
            <a:ln w="10886" cap="flat">
              <a:solidFill>
                <a:srgbClr val="775A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62" name="Полилиния 261">
              <a:extLst>
                <a:ext uri="{FF2B5EF4-FFF2-40B4-BE49-F238E27FC236}">
                  <a16:creationId xmlns:a16="http://schemas.microsoft.com/office/drawing/2014/main" id="{5DF4B483-CF6A-2D6A-9E36-310873289446}"/>
                </a:ext>
              </a:extLst>
            </p:cNvPr>
            <p:cNvSpPr/>
            <p:nvPr/>
          </p:nvSpPr>
          <p:spPr>
            <a:xfrm>
              <a:off x="14968955" y="9210115"/>
              <a:ext cx="329910" cy="429372"/>
            </a:xfrm>
            <a:custGeom>
              <a:avLst/>
              <a:gdLst>
                <a:gd name="connsiteX0" fmla="*/ 0 w 329910"/>
                <a:gd name="connsiteY0" fmla="*/ 0 h 429372"/>
                <a:gd name="connsiteX1" fmla="*/ 329911 w 329910"/>
                <a:gd name="connsiteY1" fmla="*/ 0 h 429372"/>
                <a:gd name="connsiteX2" fmla="*/ 329911 w 329910"/>
                <a:gd name="connsiteY2" fmla="*/ 429373 h 429372"/>
                <a:gd name="connsiteX3" fmla="*/ 0 w 329910"/>
                <a:gd name="connsiteY3" fmla="*/ 429373 h 429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910" h="429372">
                  <a:moveTo>
                    <a:pt x="0" y="0"/>
                  </a:moveTo>
                  <a:lnTo>
                    <a:pt x="329911" y="0"/>
                  </a:lnTo>
                  <a:lnTo>
                    <a:pt x="329911" y="429373"/>
                  </a:lnTo>
                  <a:lnTo>
                    <a:pt x="0" y="429373"/>
                  </a:lnTo>
                  <a:close/>
                </a:path>
              </a:pathLst>
            </a:custGeom>
            <a:noFill/>
            <a:ln w="10886" cap="flat">
              <a:solidFill>
                <a:srgbClr val="775A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63" name="Полилиния 262">
              <a:extLst>
                <a:ext uri="{FF2B5EF4-FFF2-40B4-BE49-F238E27FC236}">
                  <a16:creationId xmlns:a16="http://schemas.microsoft.com/office/drawing/2014/main" id="{9845E502-F98D-4614-A515-CA7DBE1453CB}"/>
                </a:ext>
              </a:extLst>
            </p:cNvPr>
            <p:cNvSpPr/>
            <p:nvPr/>
          </p:nvSpPr>
          <p:spPr>
            <a:xfrm>
              <a:off x="13619376" y="8993557"/>
              <a:ext cx="3898939" cy="2531430"/>
            </a:xfrm>
            <a:custGeom>
              <a:avLst/>
              <a:gdLst>
                <a:gd name="connsiteX0" fmla="*/ 826650 w 3898939"/>
                <a:gd name="connsiteY0" fmla="*/ 0 h 2531430"/>
                <a:gd name="connsiteX1" fmla="*/ 136349 w 3898939"/>
                <a:gd name="connsiteY1" fmla="*/ 0 h 2531430"/>
                <a:gd name="connsiteX2" fmla="*/ 0 w 3898939"/>
                <a:gd name="connsiteY2" fmla="*/ 135791 h 2531430"/>
                <a:gd name="connsiteX3" fmla="*/ 0 w 3898939"/>
                <a:gd name="connsiteY3" fmla="*/ 1086406 h 2531430"/>
                <a:gd name="connsiteX4" fmla="*/ 1387120 w 3898939"/>
                <a:gd name="connsiteY4" fmla="*/ 0 h 2531430"/>
                <a:gd name="connsiteX5" fmla="*/ 2440591 w 3898939"/>
                <a:gd name="connsiteY5" fmla="*/ 0 h 2531430"/>
                <a:gd name="connsiteX6" fmla="*/ 0 w 3898939"/>
                <a:gd name="connsiteY6" fmla="*/ 1596211 h 2531430"/>
                <a:gd name="connsiteX7" fmla="*/ 0 w 3898939"/>
                <a:gd name="connsiteY7" fmla="*/ 2395647 h 2531430"/>
                <a:gd name="connsiteX8" fmla="*/ 136349 w 3898939"/>
                <a:gd name="connsiteY8" fmla="*/ 2531431 h 2531430"/>
                <a:gd name="connsiteX9" fmla="*/ 1387120 w 3898939"/>
                <a:gd name="connsiteY9" fmla="*/ 2531431 h 2531430"/>
                <a:gd name="connsiteX10" fmla="*/ 3136024 w 3898939"/>
                <a:gd name="connsiteY10" fmla="*/ 2531431 h 2531430"/>
                <a:gd name="connsiteX11" fmla="*/ 3762589 w 3898939"/>
                <a:gd name="connsiteY11" fmla="*/ 2531431 h 2531430"/>
                <a:gd name="connsiteX12" fmla="*/ 3898939 w 3898939"/>
                <a:gd name="connsiteY12" fmla="*/ 2395647 h 2531430"/>
                <a:gd name="connsiteX13" fmla="*/ 3898939 w 3898939"/>
                <a:gd name="connsiteY13" fmla="*/ 135791 h 2531430"/>
                <a:gd name="connsiteX14" fmla="*/ 3762589 w 3898939"/>
                <a:gd name="connsiteY14" fmla="*/ 0 h 2531430"/>
                <a:gd name="connsiteX15" fmla="*/ 2933574 w 3898939"/>
                <a:gd name="connsiteY15" fmla="*/ 0 h 253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898939" h="2531430">
                  <a:moveTo>
                    <a:pt x="826650" y="0"/>
                  </a:moveTo>
                  <a:lnTo>
                    <a:pt x="136349" y="0"/>
                  </a:lnTo>
                  <a:cubicBezTo>
                    <a:pt x="61045" y="0"/>
                    <a:pt x="0" y="60796"/>
                    <a:pt x="0" y="135791"/>
                  </a:cubicBezTo>
                  <a:lnTo>
                    <a:pt x="0" y="1086406"/>
                  </a:lnTo>
                  <a:moveTo>
                    <a:pt x="1387120" y="0"/>
                  </a:moveTo>
                  <a:lnTo>
                    <a:pt x="2440591" y="0"/>
                  </a:lnTo>
                  <a:moveTo>
                    <a:pt x="0" y="1596211"/>
                  </a:moveTo>
                  <a:lnTo>
                    <a:pt x="0" y="2395647"/>
                  </a:lnTo>
                  <a:cubicBezTo>
                    <a:pt x="0" y="2470639"/>
                    <a:pt x="61046" y="2531431"/>
                    <a:pt x="136349" y="2531431"/>
                  </a:cubicBezTo>
                  <a:lnTo>
                    <a:pt x="1387120" y="2531431"/>
                  </a:lnTo>
                  <a:moveTo>
                    <a:pt x="3136024" y="2531431"/>
                  </a:moveTo>
                  <a:lnTo>
                    <a:pt x="3762589" y="2531431"/>
                  </a:lnTo>
                  <a:cubicBezTo>
                    <a:pt x="3837898" y="2531431"/>
                    <a:pt x="3898939" y="2470639"/>
                    <a:pt x="3898939" y="2395647"/>
                  </a:cubicBezTo>
                  <a:lnTo>
                    <a:pt x="3898939" y="135791"/>
                  </a:lnTo>
                  <a:cubicBezTo>
                    <a:pt x="3898939" y="60796"/>
                    <a:pt x="3837898" y="0"/>
                    <a:pt x="3762589" y="0"/>
                  </a:cubicBezTo>
                  <a:lnTo>
                    <a:pt x="2933574" y="0"/>
                  </a:lnTo>
                </a:path>
              </a:pathLst>
            </a:custGeom>
            <a:noFill/>
            <a:ln w="1088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64" name="Полилиния 263">
              <a:extLst>
                <a:ext uri="{FF2B5EF4-FFF2-40B4-BE49-F238E27FC236}">
                  <a16:creationId xmlns:a16="http://schemas.microsoft.com/office/drawing/2014/main" id="{28324802-B825-AE02-8FD6-DFE1D8330512}"/>
                </a:ext>
              </a:extLst>
            </p:cNvPr>
            <p:cNvSpPr/>
            <p:nvPr/>
          </p:nvSpPr>
          <p:spPr>
            <a:xfrm>
              <a:off x="14076695" y="9411731"/>
              <a:ext cx="2984182" cy="1683891"/>
            </a:xfrm>
            <a:custGeom>
              <a:avLst/>
              <a:gdLst>
                <a:gd name="connsiteX0" fmla="*/ 0 w 2984182"/>
                <a:gd name="connsiteY0" fmla="*/ 12291 h 1683891"/>
                <a:gd name="connsiteX1" fmla="*/ 0 w 2984182"/>
                <a:gd name="connsiteY1" fmla="*/ 1572349 h 1683891"/>
                <a:gd name="connsiteX2" fmla="*/ 112000 w 2984182"/>
                <a:gd name="connsiteY2" fmla="*/ 1683892 h 1683891"/>
                <a:gd name="connsiteX3" fmla="*/ 1985082 w 2984182"/>
                <a:gd name="connsiteY3" fmla="*/ 1683892 h 1683891"/>
                <a:gd name="connsiteX4" fmla="*/ 457375 w 2984182"/>
                <a:gd name="connsiteY4" fmla="*/ 423167 h 1683891"/>
                <a:gd name="connsiteX5" fmla="*/ 457375 w 2984182"/>
                <a:gd name="connsiteY5" fmla="*/ 111543 h 1683891"/>
                <a:gd name="connsiteX6" fmla="*/ 569375 w 2984182"/>
                <a:gd name="connsiteY6" fmla="*/ 0 h 1683891"/>
                <a:gd name="connsiteX7" fmla="*/ 1059088 w 2984182"/>
                <a:gd name="connsiteY7" fmla="*/ 0 h 1683891"/>
                <a:gd name="connsiteX8" fmla="*/ 1225916 w 2984182"/>
                <a:gd name="connsiteY8" fmla="*/ 0 h 1683891"/>
                <a:gd name="connsiteX9" fmla="*/ 2872183 w 2984182"/>
                <a:gd name="connsiteY9" fmla="*/ 0 h 1683891"/>
                <a:gd name="connsiteX10" fmla="*/ 2984183 w 2984182"/>
                <a:gd name="connsiteY10" fmla="*/ 111543 h 1683891"/>
                <a:gd name="connsiteX11" fmla="*/ 2984183 w 2984182"/>
                <a:gd name="connsiteY11" fmla="*/ 1572349 h 1683891"/>
                <a:gd name="connsiteX12" fmla="*/ 2872183 w 2984182"/>
                <a:gd name="connsiteY12" fmla="*/ 1683892 h 1683891"/>
                <a:gd name="connsiteX13" fmla="*/ 2286875 w 2984182"/>
                <a:gd name="connsiteY13" fmla="*/ 1683892 h 1683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984182" h="1683891">
                  <a:moveTo>
                    <a:pt x="0" y="12291"/>
                  </a:moveTo>
                  <a:lnTo>
                    <a:pt x="0" y="1572349"/>
                  </a:lnTo>
                  <a:cubicBezTo>
                    <a:pt x="0" y="1633945"/>
                    <a:pt x="50144" y="1683892"/>
                    <a:pt x="112000" y="1683892"/>
                  </a:cubicBezTo>
                  <a:lnTo>
                    <a:pt x="1985082" y="1683892"/>
                  </a:lnTo>
                  <a:moveTo>
                    <a:pt x="457375" y="423167"/>
                  </a:moveTo>
                  <a:lnTo>
                    <a:pt x="457375" y="111543"/>
                  </a:lnTo>
                  <a:cubicBezTo>
                    <a:pt x="457375" y="49940"/>
                    <a:pt x="507520" y="0"/>
                    <a:pt x="569375" y="0"/>
                  </a:cubicBezTo>
                  <a:lnTo>
                    <a:pt x="1059088" y="0"/>
                  </a:lnTo>
                  <a:moveTo>
                    <a:pt x="1225916" y="0"/>
                  </a:moveTo>
                  <a:lnTo>
                    <a:pt x="2872183" y="0"/>
                  </a:lnTo>
                  <a:cubicBezTo>
                    <a:pt x="2934042" y="0"/>
                    <a:pt x="2984183" y="49940"/>
                    <a:pt x="2984183" y="111543"/>
                  </a:cubicBezTo>
                  <a:lnTo>
                    <a:pt x="2984183" y="1572349"/>
                  </a:lnTo>
                  <a:cubicBezTo>
                    <a:pt x="2984183" y="1633945"/>
                    <a:pt x="2934042" y="1683892"/>
                    <a:pt x="2872183" y="1683892"/>
                  </a:cubicBezTo>
                  <a:lnTo>
                    <a:pt x="2286875" y="1683892"/>
                  </a:lnTo>
                </a:path>
              </a:pathLst>
            </a:custGeom>
            <a:noFill/>
            <a:ln w="1088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65" name="Полилиния 264">
              <a:extLst>
                <a:ext uri="{FF2B5EF4-FFF2-40B4-BE49-F238E27FC236}">
                  <a16:creationId xmlns:a16="http://schemas.microsoft.com/office/drawing/2014/main" id="{2A5FEBD4-AD5F-805E-FB3E-015327676AB1}"/>
                </a:ext>
              </a:extLst>
            </p:cNvPr>
            <p:cNvSpPr/>
            <p:nvPr/>
          </p:nvSpPr>
          <p:spPr>
            <a:xfrm>
              <a:off x="14534077" y="9852308"/>
              <a:ext cx="2069438" cy="817673"/>
            </a:xfrm>
            <a:custGeom>
              <a:avLst/>
              <a:gdLst>
                <a:gd name="connsiteX0" fmla="*/ 0 w 2069438"/>
                <a:gd name="connsiteY0" fmla="*/ 361256 h 817673"/>
                <a:gd name="connsiteX1" fmla="*/ 0 w 2069438"/>
                <a:gd name="connsiteY1" fmla="*/ 754634 h 817673"/>
                <a:gd name="connsiteX2" fmla="*/ 63304 w 2069438"/>
                <a:gd name="connsiteY2" fmla="*/ 817674 h 817673"/>
                <a:gd name="connsiteX3" fmla="*/ 991606 w 2069438"/>
                <a:gd name="connsiteY3" fmla="*/ 817674 h 817673"/>
                <a:gd name="connsiteX4" fmla="*/ 2069439 w 2069438"/>
                <a:gd name="connsiteY4" fmla="*/ 817674 h 817673"/>
                <a:gd name="connsiteX5" fmla="*/ 2069439 w 2069438"/>
                <a:gd name="connsiteY5" fmla="*/ 63047 h 817673"/>
                <a:gd name="connsiteX6" fmla="*/ 2006131 w 2069438"/>
                <a:gd name="connsiteY6" fmla="*/ 0 h 817673"/>
                <a:gd name="connsiteX7" fmla="*/ 1360883 w 2069438"/>
                <a:gd name="connsiteY7" fmla="*/ 0 h 8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69438" h="817673">
                  <a:moveTo>
                    <a:pt x="0" y="361256"/>
                  </a:moveTo>
                  <a:lnTo>
                    <a:pt x="0" y="754634"/>
                  </a:lnTo>
                  <a:cubicBezTo>
                    <a:pt x="0" y="789449"/>
                    <a:pt x="28343" y="817674"/>
                    <a:pt x="63304" y="817674"/>
                  </a:cubicBezTo>
                  <a:lnTo>
                    <a:pt x="991606" y="817674"/>
                  </a:lnTo>
                  <a:moveTo>
                    <a:pt x="2069439" y="817674"/>
                  </a:moveTo>
                  <a:lnTo>
                    <a:pt x="2069439" y="63047"/>
                  </a:lnTo>
                  <a:cubicBezTo>
                    <a:pt x="2069439" y="28227"/>
                    <a:pt x="2041099" y="0"/>
                    <a:pt x="2006131" y="0"/>
                  </a:cubicBezTo>
                  <a:lnTo>
                    <a:pt x="1360883" y="0"/>
                  </a:lnTo>
                </a:path>
              </a:pathLst>
            </a:custGeom>
            <a:noFill/>
            <a:ln w="1088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66" name="Полилиния 265">
              <a:extLst>
                <a:ext uri="{FF2B5EF4-FFF2-40B4-BE49-F238E27FC236}">
                  <a16:creationId xmlns:a16="http://schemas.microsoft.com/office/drawing/2014/main" id="{FDEE79D4-B9FC-4C49-80F6-645F1FB682A7}"/>
                </a:ext>
              </a:extLst>
            </p:cNvPr>
            <p:cNvSpPr/>
            <p:nvPr/>
          </p:nvSpPr>
          <p:spPr>
            <a:xfrm rot="10800000" flipV="1">
              <a:off x="14412803" y="8951141"/>
              <a:ext cx="88935" cy="88572"/>
            </a:xfrm>
            <a:custGeom>
              <a:avLst/>
              <a:gdLst>
                <a:gd name="connsiteX0" fmla="*/ 89015 w 88935"/>
                <a:gd name="connsiteY0" fmla="*/ 44289 h 88572"/>
                <a:gd name="connsiteX1" fmla="*/ 44548 w 88935"/>
                <a:gd name="connsiteY1" fmla="*/ 88575 h 88572"/>
                <a:gd name="connsiteX2" fmla="*/ 80 w 88935"/>
                <a:gd name="connsiteY2" fmla="*/ 44289 h 88572"/>
                <a:gd name="connsiteX3" fmla="*/ 44548 w 88935"/>
                <a:gd name="connsiteY3" fmla="*/ 3 h 88572"/>
                <a:gd name="connsiteX4" fmla="*/ 89015 w 88935"/>
                <a:gd name="connsiteY4" fmla="*/ 44289 h 8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935" h="88572">
                  <a:moveTo>
                    <a:pt x="89015" y="44289"/>
                  </a:moveTo>
                  <a:cubicBezTo>
                    <a:pt x="89015" y="68748"/>
                    <a:pt x="69106" y="88575"/>
                    <a:pt x="44548" y="88575"/>
                  </a:cubicBezTo>
                  <a:cubicBezTo>
                    <a:pt x="19989" y="88575"/>
                    <a:pt x="80" y="68748"/>
                    <a:pt x="80" y="44289"/>
                  </a:cubicBezTo>
                  <a:cubicBezTo>
                    <a:pt x="80" y="19831"/>
                    <a:pt x="19989" y="3"/>
                    <a:pt x="44548" y="3"/>
                  </a:cubicBezTo>
                  <a:cubicBezTo>
                    <a:pt x="69106" y="3"/>
                    <a:pt x="89015" y="19831"/>
                    <a:pt x="89015" y="44289"/>
                  </a:cubicBezTo>
                  <a:close/>
                </a:path>
              </a:pathLst>
            </a:custGeom>
            <a:solidFill>
              <a:srgbClr val="775AFF"/>
            </a:solidFill>
            <a:ln w="32657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67" name="Полилиния 266">
              <a:extLst>
                <a:ext uri="{FF2B5EF4-FFF2-40B4-BE49-F238E27FC236}">
                  <a16:creationId xmlns:a16="http://schemas.microsoft.com/office/drawing/2014/main" id="{F623BA9E-45C3-3B25-4B77-75F3F289AA9E}"/>
                </a:ext>
              </a:extLst>
            </p:cNvPr>
            <p:cNvSpPr/>
            <p:nvPr/>
          </p:nvSpPr>
          <p:spPr>
            <a:xfrm rot="10800000" flipV="1">
              <a:off x="13576766" y="10564084"/>
              <a:ext cx="88935" cy="88572"/>
            </a:xfrm>
            <a:custGeom>
              <a:avLst/>
              <a:gdLst>
                <a:gd name="connsiteX0" fmla="*/ 88939 w 88935"/>
                <a:gd name="connsiteY0" fmla="*/ 44438 h 88572"/>
                <a:gd name="connsiteX1" fmla="*/ 44471 w 88935"/>
                <a:gd name="connsiteY1" fmla="*/ 88724 h 88572"/>
                <a:gd name="connsiteX2" fmla="*/ 3 w 88935"/>
                <a:gd name="connsiteY2" fmla="*/ 44438 h 88572"/>
                <a:gd name="connsiteX3" fmla="*/ 44471 w 88935"/>
                <a:gd name="connsiteY3" fmla="*/ 152 h 88572"/>
                <a:gd name="connsiteX4" fmla="*/ 88939 w 88935"/>
                <a:gd name="connsiteY4" fmla="*/ 44438 h 8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935" h="88572">
                  <a:moveTo>
                    <a:pt x="88939" y="44438"/>
                  </a:moveTo>
                  <a:cubicBezTo>
                    <a:pt x="88939" y="68896"/>
                    <a:pt x="69030" y="88724"/>
                    <a:pt x="44471" y="88724"/>
                  </a:cubicBezTo>
                  <a:cubicBezTo>
                    <a:pt x="19912" y="88724"/>
                    <a:pt x="3" y="68896"/>
                    <a:pt x="3" y="44438"/>
                  </a:cubicBezTo>
                  <a:cubicBezTo>
                    <a:pt x="3" y="19979"/>
                    <a:pt x="19912" y="152"/>
                    <a:pt x="44471" y="152"/>
                  </a:cubicBezTo>
                  <a:cubicBezTo>
                    <a:pt x="69030" y="152"/>
                    <a:pt x="88939" y="19979"/>
                    <a:pt x="88939" y="44438"/>
                  </a:cubicBezTo>
                  <a:close/>
                </a:path>
              </a:pathLst>
            </a:custGeom>
            <a:solidFill>
              <a:srgbClr val="775AFF"/>
            </a:solidFill>
            <a:ln w="32657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68" name="Полилиния 267">
              <a:extLst>
                <a:ext uri="{FF2B5EF4-FFF2-40B4-BE49-F238E27FC236}">
                  <a16:creationId xmlns:a16="http://schemas.microsoft.com/office/drawing/2014/main" id="{BA9209F4-7E0A-FC15-3B36-C047CC4BB577}"/>
                </a:ext>
              </a:extLst>
            </p:cNvPr>
            <p:cNvSpPr/>
            <p:nvPr/>
          </p:nvSpPr>
          <p:spPr>
            <a:xfrm rot="10800000" flipV="1">
              <a:off x="14978885" y="8951141"/>
              <a:ext cx="88935" cy="88572"/>
            </a:xfrm>
            <a:custGeom>
              <a:avLst/>
              <a:gdLst>
                <a:gd name="connsiteX0" fmla="*/ 89067 w 88935"/>
                <a:gd name="connsiteY0" fmla="*/ 44289 h 88572"/>
                <a:gd name="connsiteX1" fmla="*/ 44600 w 88935"/>
                <a:gd name="connsiteY1" fmla="*/ 88575 h 88572"/>
                <a:gd name="connsiteX2" fmla="*/ 132 w 88935"/>
                <a:gd name="connsiteY2" fmla="*/ 44289 h 88572"/>
                <a:gd name="connsiteX3" fmla="*/ 44600 w 88935"/>
                <a:gd name="connsiteY3" fmla="*/ 3 h 88572"/>
                <a:gd name="connsiteX4" fmla="*/ 89067 w 88935"/>
                <a:gd name="connsiteY4" fmla="*/ 44289 h 8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935" h="88572">
                  <a:moveTo>
                    <a:pt x="89067" y="44289"/>
                  </a:moveTo>
                  <a:cubicBezTo>
                    <a:pt x="89067" y="68748"/>
                    <a:pt x="69158" y="88575"/>
                    <a:pt x="44600" y="88575"/>
                  </a:cubicBezTo>
                  <a:cubicBezTo>
                    <a:pt x="20041" y="88575"/>
                    <a:pt x="132" y="68748"/>
                    <a:pt x="132" y="44289"/>
                  </a:cubicBezTo>
                  <a:cubicBezTo>
                    <a:pt x="132" y="19831"/>
                    <a:pt x="20041" y="3"/>
                    <a:pt x="44600" y="3"/>
                  </a:cubicBezTo>
                  <a:cubicBezTo>
                    <a:pt x="69158" y="3"/>
                    <a:pt x="89067" y="19831"/>
                    <a:pt x="89067" y="44289"/>
                  </a:cubicBezTo>
                  <a:close/>
                </a:path>
              </a:pathLst>
            </a:custGeom>
            <a:solidFill>
              <a:srgbClr val="775AFF"/>
            </a:solidFill>
            <a:ln w="32657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69" name="Полилиния 268">
              <a:extLst>
                <a:ext uri="{FF2B5EF4-FFF2-40B4-BE49-F238E27FC236}">
                  <a16:creationId xmlns:a16="http://schemas.microsoft.com/office/drawing/2014/main" id="{47FE8555-C2A5-4941-6DF2-2708CA09859D}"/>
                </a:ext>
              </a:extLst>
            </p:cNvPr>
            <p:cNvSpPr/>
            <p:nvPr/>
          </p:nvSpPr>
          <p:spPr>
            <a:xfrm rot="10800000" flipV="1">
              <a:off x="16500977" y="8951141"/>
              <a:ext cx="88935" cy="88572"/>
            </a:xfrm>
            <a:custGeom>
              <a:avLst/>
              <a:gdLst>
                <a:gd name="connsiteX0" fmla="*/ 89207 w 88935"/>
                <a:gd name="connsiteY0" fmla="*/ 44289 h 88572"/>
                <a:gd name="connsiteX1" fmla="*/ 44739 w 88935"/>
                <a:gd name="connsiteY1" fmla="*/ 88575 h 88572"/>
                <a:gd name="connsiteX2" fmla="*/ 272 w 88935"/>
                <a:gd name="connsiteY2" fmla="*/ 44289 h 88572"/>
                <a:gd name="connsiteX3" fmla="*/ 44739 w 88935"/>
                <a:gd name="connsiteY3" fmla="*/ 3 h 88572"/>
                <a:gd name="connsiteX4" fmla="*/ 89207 w 88935"/>
                <a:gd name="connsiteY4" fmla="*/ 44289 h 8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935" h="88572">
                  <a:moveTo>
                    <a:pt x="89207" y="44289"/>
                  </a:moveTo>
                  <a:cubicBezTo>
                    <a:pt x="89207" y="68748"/>
                    <a:pt x="69298" y="88575"/>
                    <a:pt x="44739" y="88575"/>
                  </a:cubicBezTo>
                  <a:cubicBezTo>
                    <a:pt x="20180" y="88575"/>
                    <a:pt x="272" y="68748"/>
                    <a:pt x="272" y="44289"/>
                  </a:cubicBezTo>
                  <a:cubicBezTo>
                    <a:pt x="272" y="19831"/>
                    <a:pt x="20180" y="3"/>
                    <a:pt x="44739" y="3"/>
                  </a:cubicBezTo>
                  <a:cubicBezTo>
                    <a:pt x="69298" y="3"/>
                    <a:pt x="89207" y="19831"/>
                    <a:pt x="89207" y="44289"/>
                  </a:cubicBezTo>
                  <a:close/>
                </a:path>
              </a:pathLst>
            </a:custGeom>
            <a:solidFill>
              <a:srgbClr val="775AFF"/>
            </a:solidFill>
            <a:ln w="32657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0" name="Полилиния 269">
              <a:extLst>
                <a:ext uri="{FF2B5EF4-FFF2-40B4-BE49-F238E27FC236}">
                  <a16:creationId xmlns:a16="http://schemas.microsoft.com/office/drawing/2014/main" id="{CBF5BBE2-DFF4-1BC7-925F-1AC089F09238}"/>
                </a:ext>
              </a:extLst>
            </p:cNvPr>
            <p:cNvSpPr/>
            <p:nvPr/>
          </p:nvSpPr>
          <p:spPr>
            <a:xfrm rot="10800000" flipV="1">
              <a:off x="16692177" y="11482585"/>
              <a:ext cx="88935" cy="88572"/>
            </a:xfrm>
            <a:custGeom>
              <a:avLst/>
              <a:gdLst>
                <a:gd name="connsiteX0" fmla="*/ 89224 w 88935"/>
                <a:gd name="connsiteY0" fmla="*/ 44522 h 88572"/>
                <a:gd name="connsiteX1" fmla="*/ 44757 w 88935"/>
                <a:gd name="connsiteY1" fmla="*/ 88809 h 88572"/>
                <a:gd name="connsiteX2" fmla="*/ 289 w 88935"/>
                <a:gd name="connsiteY2" fmla="*/ 44522 h 88572"/>
                <a:gd name="connsiteX3" fmla="*/ 44757 w 88935"/>
                <a:gd name="connsiteY3" fmla="*/ 236 h 88572"/>
                <a:gd name="connsiteX4" fmla="*/ 89224 w 88935"/>
                <a:gd name="connsiteY4" fmla="*/ 44522 h 8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935" h="88572">
                  <a:moveTo>
                    <a:pt x="89224" y="44522"/>
                  </a:moveTo>
                  <a:cubicBezTo>
                    <a:pt x="89224" y="68981"/>
                    <a:pt x="69316" y="88809"/>
                    <a:pt x="44757" y="88809"/>
                  </a:cubicBezTo>
                  <a:cubicBezTo>
                    <a:pt x="20198" y="88809"/>
                    <a:pt x="289" y="68981"/>
                    <a:pt x="289" y="44522"/>
                  </a:cubicBezTo>
                  <a:cubicBezTo>
                    <a:pt x="289" y="20064"/>
                    <a:pt x="20198" y="236"/>
                    <a:pt x="44757" y="236"/>
                  </a:cubicBezTo>
                  <a:cubicBezTo>
                    <a:pt x="69316" y="236"/>
                    <a:pt x="89224" y="20064"/>
                    <a:pt x="89224" y="44522"/>
                  </a:cubicBezTo>
                  <a:close/>
                </a:path>
              </a:pathLst>
            </a:custGeom>
            <a:solidFill>
              <a:srgbClr val="775AFF"/>
            </a:solidFill>
            <a:ln w="32657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1" name="Полилиния 270">
              <a:extLst>
                <a:ext uri="{FF2B5EF4-FFF2-40B4-BE49-F238E27FC236}">
                  <a16:creationId xmlns:a16="http://schemas.microsoft.com/office/drawing/2014/main" id="{29957370-9958-C0BA-68DC-9AB76BBCE3C1}"/>
                </a:ext>
              </a:extLst>
            </p:cNvPr>
            <p:cNvSpPr/>
            <p:nvPr/>
          </p:nvSpPr>
          <p:spPr>
            <a:xfrm rot="10800000" flipV="1">
              <a:off x="14982634" y="11482585"/>
              <a:ext cx="88935" cy="88572"/>
            </a:xfrm>
            <a:custGeom>
              <a:avLst/>
              <a:gdLst>
                <a:gd name="connsiteX0" fmla="*/ 89068 w 88935"/>
                <a:gd name="connsiteY0" fmla="*/ 44522 h 88572"/>
                <a:gd name="connsiteX1" fmla="*/ 44600 w 88935"/>
                <a:gd name="connsiteY1" fmla="*/ 88809 h 88572"/>
                <a:gd name="connsiteX2" fmla="*/ 132 w 88935"/>
                <a:gd name="connsiteY2" fmla="*/ 44522 h 88572"/>
                <a:gd name="connsiteX3" fmla="*/ 44600 w 88935"/>
                <a:gd name="connsiteY3" fmla="*/ 236 h 88572"/>
                <a:gd name="connsiteX4" fmla="*/ 89068 w 88935"/>
                <a:gd name="connsiteY4" fmla="*/ 44522 h 8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935" h="88572">
                  <a:moveTo>
                    <a:pt x="89068" y="44522"/>
                  </a:moveTo>
                  <a:cubicBezTo>
                    <a:pt x="89068" y="68981"/>
                    <a:pt x="69159" y="88809"/>
                    <a:pt x="44600" y="88809"/>
                  </a:cubicBezTo>
                  <a:cubicBezTo>
                    <a:pt x="20041" y="88809"/>
                    <a:pt x="132" y="68981"/>
                    <a:pt x="132" y="44522"/>
                  </a:cubicBezTo>
                  <a:cubicBezTo>
                    <a:pt x="132" y="20064"/>
                    <a:pt x="20041" y="236"/>
                    <a:pt x="44600" y="236"/>
                  </a:cubicBezTo>
                  <a:cubicBezTo>
                    <a:pt x="69159" y="236"/>
                    <a:pt x="89068" y="20064"/>
                    <a:pt x="89068" y="44522"/>
                  </a:cubicBezTo>
                  <a:close/>
                </a:path>
              </a:pathLst>
            </a:custGeom>
            <a:solidFill>
              <a:srgbClr val="775AFF"/>
            </a:solidFill>
            <a:ln w="32657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2" name="Полилиния 271">
              <a:extLst>
                <a:ext uri="{FF2B5EF4-FFF2-40B4-BE49-F238E27FC236}">
                  <a16:creationId xmlns:a16="http://schemas.microsoft.com/office/drawing/2014/main" id="{E4AE9607-FDC7-9A2D-3BF9-5EBA74C10BBB}"/>
                </a:ext>
              </a:extLst>
            </p:cNvPr>
            <p:cNvSpPr/>
            <p:nvPr/>
          </p:nvSpPr>
          <p:spPr>
            <a:xfrm>
              <a:off x="13566873" y="10035769"/>
              <a:ext cx="105984" cy="49708"/>
            </a:xfrm>
            <a:custGeom>
              <a:avLst/>
              <a:gdLst>
                <a:gd name="connsiteX0" fmla="*/ 0 w 105984"/>
                <a:gd name="connsiteY0" fmla="*/ 0 h 49708"/>
                <a:gd name="connsiteX1" fmla="*/ 52992 w 105984"/>
                <a:gd name="connsiteY1" fmla="*/ 49708 h 49708"/>
                <a:gd name="connsiteX2" fmla="*/ 105984 w 105984"/>
                <a:gd name="connsiteY2" fmla="*/ 0 h 49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984" h="49708">
                  <a:moveTo>
                    <a:pt x="0" y="0"/>
                  </a:moveTo>
                  <a:lnTo>
                    <a:pt x="52992" y="49708"/>
                  </a:lnTo>
                  <a:lnTo>
                    <a:pt x="105984" y="0"/>
                  </a:lnTo>
                </a:path>
              </a:pathLst>
            </a:custGeom>
            <a:noFill/>
            <a:ln w="1088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3" name="Полилиния 272">
              <a:extLst>
                <a:ext uri="{FF2B5EF4-FFF2-40B4-BE49-F238E27FC236}">
                  <a16:creationId xmlns:a16="http://schemas.microsoft.com/office/drawing/2014/main" id="{CEEAD960-7DFB-2D2B-33FF-7D509C247828}"/>
                </a:ext>
              </a:extLst>
            </p:cNvPr>
            <p:cNvSpPr/>
            <p:nvPr/>
          </p:nvSpPr>
          <p:spPr>
            <a:xfrm rot="10800000" flipV="1">
              <a:off x="14487720" y="10164594"/>
              <a:ext cx="88935" cy="88572"/>
            </a:xfrm>
            <a:custGeom>
              <a:avLst/>
              <a:gdLst>
                <a:gd name="connsiteX0" fmla="*/ 89022 w 88935"/>
                <a:gd name="connsiteY0" fmla="*/ 44401 h 88572"/>
                <a:gd name="connsiteX1" fmla="*/ 44554 w 88935"/>
                <a:gd name="connsiteY1" fmla="*/ 88687 h 88572"/>
                <a:gd name="connsiteX2" fmla="*/ 87 w 88935"/>
                <a:gd name="connsiteY2" fmla="*/ 44401 h 88572"/>
                <a:gd name="connsiteX3" fmla="*/ 44554 w 88935"/>
                <a:gd name="connsiteY3" fmla="*/ 115 h 88572"/>
                <a:gd name="connsiteX4" fmla="*/ 89022 w 88935"/>
                <a:gd name="connsiteY4" fmla="*/ 44401 h 8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935" h="88572">
                  <a:moveTo>
                    <a:pt x="89022" y="44401"/>
                  </a:moveTo>
                  <a:cubicBezTo>
                    <a:pt x="89022" y="68860"/>
                    <a:pt x="69113" y="88687"/>
                    <a:pt x="44554" y="88687"/>
                  </a:cubicBezTo>
                  <a:cubicBezTo>
                    <a:pt x="19996" y="88687"/>
                    <a:pt x="87" y="68860"/>
                    <a:pt x="87" y="44401"/>
                  </a:cubicBezTo>
                  <a:cubicBezTo>
                    <a:pt x="87" y="19942"/>
                    <a:pt x="19996" y="115"/>
                    <a:pt x="44554" y="115"/>
                  </a:cubicBezTo>
                  <a:cubicBezTo>
                    <a:pt x="69113" y="115"/>
                    <a:pt x="89022" y="19942"/>
                    <a:pt x="89022" y="44401"/>
                  </a:cubicBezTo>
                  <a:close/>
                </a:path>
              </a:pathLst>
            </a:custGeom>
            <a:solidFill>
              <a:srgbClr val="775AFF"/>
            </a:solidFill>
            <a:ln w="32657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4" name="Полилиния 273">
              <a:extLst>
                <a:ext uri="{FF2B5EF4-FFF2-40B4-BE49-F238E27FC236}">
                  <a16:creationId xmlns:a16="http://schemas.microsoft.com/office/drawing/2014/main" id="{AB15F62D-E03B-C563-D5CC-55C73A33043C}"/>
                </a:ext>
              </a:extLst>
            </p:cNvPr>
            <p:cNvSpPr/>
            <p:nvPr/>
          </p:nvSpPr>
          <p:spPr>
            <a:xfrm>
              <a:off x="16011297" y="8945020"/>
              <a:ext cx="53389" cy="99423"/>
            </a:xfrm>
            <a:custGeom>
              <a:avLst/>
              <a:gdLst>
                <a:gd name="connsiteX0" fmla="*/ 0 w 53389"/>
                <a:gd name="connsiteY0" fmla="*/ 99424 h 99423"/>
                <a:gd name="connsiteX1" fmla="*/ 53389 w 53389"/>
                <a:gd name="connsiteY1" fmla="*/ 50078 h 99423"/>
                <a:gd name="connsiteX2" fmla="*/ 785 w 53389"/>
                <a:gd name="connsiteY2" fmla="*/ 0 h 99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389" h="99423">
                  <a:moveTo>
                    <a:pt x="0" y="99424"/>
                  </a:moveTo>
                  <a:lnTo>
                    <a:pt x="53389" y="50078"/>
                  </a:lnTo>
                  <a:lnTo>
                    <a:pt x="785" y="0"/>
                  </a:lnTo>
                </a:path>
              </a:pathLst>
            </a:custGeom>
            <a:noFill/>
            <a:ln w="1088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5" name="Полилиния 274">
              <a:extLst>
                <a:ext uri="{FF2B5EF4-FFF2-40B4-BE49-F238E27FC236}">
                  <a16:creationId xmlns:a16="http://schemas.microsoft.com/office/drawing/2014/main" id="{9348C21F-05AA-7E25-531D-C9D9CED3EDA7}"/>
                </a:ext>
              </a:extLst>
            </p:cNvPr>
            <p:cNvSpPr/>
            <p:nvPr/>
          </p:nvSpPr>
          <p:spPr>
            <a:xfrm>
              <a:off x="15103949" y="9366926"/>
              <a:ext cx="59983" cy="93341"/>
            </a:xfrm>
            <a:custGeom>
              <a:avLst/>
              <a:gdLst>
                <a:gd name="connsiteX0" fmla="*/ 59984 w 59983"/>
                <a:gd name="connsiteY0" fmla="*/ 46671 h 93341"/>
                <a:gd name="connsiteX1" fmla="*/ 29992 w 59983"/>
                <a:gd name="connsiteY1" fmla="*/ 93342 h 93341"/>
                <a:gd name="connsiteX2" fmla="*/ 0 w 59983"/>
                <a:gd name="connsiteY2" fmla="*/ 46671 h 93341"/>
                <a:gd name="connsiteX3" fmla="*/ 29992 w 59983"/>
                <a:gd name="connsiteY3" fmla="*/ 0 h 93341"/>
                <a:gd name="connsiteX4" fmla="*/ 59984 w 59983"/>
                <a:gd name="connsiteY4" fmla="*/ 46671 h 9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983" h="93341">
                  <a:moveTo>
                    <a:pt x="59984" y="46671"/>
                  </a:moveTo>
                  <a:cubicBezTo>
                    <a:pt x="59984" y="72447"/>
                    <a:pt x="46556" y="93342"/>
                    <a:pt x="29992" y="93342"/>
                  </a:cubicBezTo>
                  <a:cubicBezTo>
                    <a:pt x="13428" y="93342"/>
                    <a:pt x="0" y="72447"/>
                    <a:pt x="0" y="46671"/>
                  </a:cubicBezTo>
                  <a:cubicBezTo>
                    <a:pt x="0" y="20895"/>
                    <a:pt x="13428" y="0"/>
                    <a:pt x="29992" y="0"/>
                  </a:cubicBezTo>
                  <a:cubicBezTo>
                    <a:pt x="46556" y="0"/>
                    <a:pt x="59984" y="20895"/>
                    <a:pt x="59984" y="46671"/>
                  </a:cubicBezTo>
                  <a:close/>
                </a:path>
              </a:pathLst>
            </a:custGeom>
            <a:noFill/>
            <a:ln w="1088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6" name="Полилиния 275">
              <a:extLst>
                <a:ext uri="{FF2B5EF4-FFF2-40B4-BE49-F238E27FC236}">
                  <a16:creationId xmlns:a16="http://schemas.microsoft.com/office/drawing/2014/main" id="{8BC01155-7395-661A-64CD-CC6A184B5E30}"/>
                </a:ext>
              </a:extLst>
            </p:cNvPr>
            <p:cNvSpPr/>
            <p:nvPr/>
          </p:nvSpPr>
          <p:spPr>
            <a:xfrm>
              <a:off x="16029942" y="11050819"/>
              <a:ext cx="59983" cy="93341"/>
            </a:xfrm>
            <a:custGeom>
              <a:avLst/>
              <a:gdLst>
                <a:gd name="connsiteX0" fmla="*/ 59984 w 59983"/>
                <a:gd name="connsiteY0" fmla="*/ 46671 h 93341"/>
                <a:gd name="connsiteX1" fmla="*/ 29992 w 59983"/>
                <a:gd name="connsiteY1" fmla="*/ 93342 h 93341"/>
                <a:gd name="connsiteX2" fmla="*/ 0 w 59983"/>
                <a:gd name="connsiteY2" fmla="*/ 46671 h 93341"/>
                <a:gd name="connsiteX3" fmla="*/ 29992 w 59983"/>
                <a:gd name="connsiteY3" fmla="*/ 0 h 93341"/>
                <a:gd name="connsiteX4" fmla="*/ 59984 w 59983"/>
                <a:gd name="connsiteY4" fmla="*/ 46671 h 9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983" h="93341">
                  <a:moveTo>
                    <a:pt x="59984" y="46671"/>
                  </a:moveTo>
                  <a:cubicBezTo>
                    <a:pt x="59984" y="72447"/>
                    <a:pt x="46556" y="93342"/>
                    <a:pt x="29992" y="93342"/>
                  </a:cubicBezTo>
                  <a:cubicBezTo>
                    <a:pt x="13428" y="93342"/>
                    <a:pt x="0" y="72447"/>
                    <a:pt x="0" y="46671"/>
                  </a:cubicBezTo>
                  <a:cubicBezTo>
                    <a:pt x="0" y="20895"/>
                    <a:pt x="13428" y="0"/>
                    <a:pt x="29992" y="0"/>
                  </a:cubicBezTo>
                  <a:cubicBezTo>
                    <a:pt x="46556" y="0"/>
                    <a:pt x="59984" y="20895"/>
                    <a:pt x="59984" y="46671"/>
                  </a:cubicBezTo>
                  <a:close/>
                </a:path>
              </a:pathLst>
            </a:custGeom>
            <a:noFill/>
            <a:ln w="1088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7" name="Полилиния 276">
              <a:extLst>
                <a:ext uri="{FF2B5EF4-FFF2-40B4-BE49-F238E27FC236}">
                  <a16:creationId xmlns:a16="http://schemas.microsoft.com/office/drawing/2014/main" id="{9AE6F36D-2AF1-EA87-9D38-20174C5D64D7}"/>
                </a:ext>
              </a:extLst>
            </p:cNvPr>
            <p:cNvSpPr/>
            <p:nvPr/>
          </p:nvSpPr>
          <p:spPr>
            <a:xfrm>
              <a:off x="13870527" y="10920140"/>
              <a:ext cx="588589" cy="403235"/>
            </a:xfrm>
            <a:custGeom>
              <a:avLst/>
              <a:gdLst>
                <a:gd name="connsiteX0" fmla="*/ 0 w 588589"/>
                <a:gd name="connsiteY0" fmla="*/ 0 h 403235"/>
                <a:gd name="connsiteX1" fmla="*/ 0 w 588589"/>
                <a:gd name="connsiteY1" fmla="*/ 291693 h 403235"/>
                <a:gd name="connsiteX2" fmla="*/ 112001 w 588589"/>
                <a:gd name="connsiteY2" fmla="*/ 403235 h 403235"/>
                <a:gd name="connsiteX3" fmla="*/ 588590 w 588589"/>
                <a:gd name="connsiteY3" fmla="*/ 403235 h 403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8589" h="403235">
                  <a:moveTo>
                    <a:pt x="0" y="0"/>
                  </a:moveTo>
                  <a:lnTo>
                    <a:pt x="0" y="291693"/>
                  </a:lnTo>
                  <a:cubicBezTo>
                    <a:pt x="0" y="353299"/>
                    <a:pt x="50144" y="403235"/>
                    <a:pt x="112001" y="403235"/>
                  </a:cubicBezTo>
                  <a:lnTo>
                    <a:pt x="588590" y="403235"/>
                  </a:lnTo>
                </a:path>
              </a:pathLst>
            </a:custGeom>
            <a:noFill/>
            <a:ln w="10886" cap="flat">
              <a:solidFill>
                <a:srgbClr val="E6E6E6"/>
              </a:solidFill>
              <a:custDash>
                <a:ds d="234750" sp="23475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8" name="Полилиния 277">
              <a:extLst>
                <a:ext uri="{FF2B5EF4-FFF2-40B4-BE49-F238E27FC236}">
                  <a16:creationId xmlns:a16="http://schemas.microsoft.com/office/drawing/2014/main" id="{C278F938-C579-4627-196A-71FE8F496E9D}"/>
                </a:ext>
              </a:extLst>
            </p:cNvPr>
            <p:cNvSpPr/>
            <p:nvPr/>
          </p:nvSpPr>
          <p:spPr>
            <a:xfrm>
              <a:off x="16176184" y="9210117"/>
              <a:ext cx="1124693" cy="1519603"/>
            </a:xfrm>
            <a:custGeom>
              <a:avLst/>
              <a:gdLst>
                <a:gd name="connsiteX0" fmla="*/ 1124693 w 1124693"/>
                <a:gd name="connsiteY0" fmla="*/ 1519603 h 1519603"/>
                <a:gd name="connsiteX1" fmla="*/ 1124693 w 1124693"/>
                <a:gd name="connsiteY1" fmla="*/ 111542 h 1519603"/>
                <a:gd name="connsiteX2" fmla="*/ 1012694 w 1124693"/>
                <a:gd name="connsiteY2" fmla="*/ 0 h 1519603"/>
                <a:gd name="connsiteX3" fmla="*/ 0 w 1124693"/>
                <a:gd name="connsiteY3" fmla="*/ 0 h 1519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4693" h="1519603">
                  <a:moveTo>
                    <a:pt x="1124693" y="1519603"/>
                  </a:moveTo>
                  <a:lnTo>
                    <a:pt x="1124693" y="111542"/>
                  </a:lnTo>
                  <a:cubicBezTo>
                    <a:pt x="1124693" y="49940"/>
                    <a:pt x="1074541" y="0"/>
                    <a:pt x="1012694" y="0"/>
                  </a:cubicBezTo>
                  <a:lnTo>
                    <a:pt x="0" y="0"/>
                  </a:lnTo>
                </a:path>
              </a:pathLst>
            </a:custGeom>
            <a:noFill/>
            <a:ln w="10886" cap="flat">
              <a:solidFill>
                <a:srgbClr val="E6E6E6"/>
              </a:solidFill>
              <a:custDash>
                <a:ds d="234750" sp="23475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9" name="Полилиния 278">
              <a:extLst>
                <a:ext uri="{FF2B5EF4-FFF2-40B4-BE49-F238E27FC236}">
                  <a16:creationId xmlns:a16="http://schemas.microsoft.com/office/drawing/2014/main" id="{7021D085-B280-A4CD-D539-E440E6D58444}"/>
                </a:ext>
              </a:extLst>
            </p:cNvPr>
            <p:cNvSpPr/>
            <p:nvPr/>
          </p:nvSpPr>
          <p:spPr>
            <a:xfrm rot="10800000" flipV="1">
              <a:off x="16557222" y="10590224"/>
              <a:ext cx="88935" cy="88572"/>
            </a:xfrm>
            <a:custGeom>
              <a:avLst/>
              <a:gdLst>
                <a:gd name="connsiteX0" fmla="*/ 89212 w 88935"/>
                <a:gd name="connsiteY0" fmla="*/ 44440 h 88572"/>
                <a:gd name="connsiteX1" fmla="*/ 44744 w 88935"/>
                <a:gd name="connsiteY1" fmla="*/ 88726 h 88572"/>
                <a:gd name="connsiteX2" fmla="*/ 277 w 88935"/>
                <a:gd name="connsiteY2" fmla="*/ 44440 h 88572"/>
                <a:gd name="connsiteX3" fmla="*/ 44744 w 88935"/>
                <a:gd name="connsiteY3" fmla="*/ 154 h 88572"/>
                <a:gd name="connsiteX4" fmla="*/ 89212 w 88935"/>
                <a:gd name="connsiteY4" fmla="*/ 44440 h 8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935" h="88572">
                  <a:moveTo>
                    <a:pt x="89212" y="44440"/>
                  </a:moveTo>
                  <a:cubicBezTo>
                    <a:pt x="89212" y="68899"/>
                    <a:pt x="69303" y="88726"/>
                    <a:pt x="44744" y="88726"/>
                  </a:cubicBezTo>
                  <a:cubicBezTo>
                    <a:pt x="20186" y="88726"/>
                    <a:pt x="277" y="68899"/>
                    <a:pt x="277" y="44440"/>
                  </a:cubicBezTo>
                  <a:cubicBezTo>
                    <a:pt x="277" y="19982"/>
                    <a:pt x="20186" y="154"/>
                    <a:pt x="44744" y="154"/>
                  </a:cubicBezTo>
                  <a:cubicBezTo>
                    <a:pt x="69303" y="154"/>
                    <a:pt x="89212" y="19982"/>
                    <a:pt x="89212" y="44440"/>
                  </a:cubicBezTo>
                  <a:close/>
                </a:path>
              </a:pathLst>
            </a:custGeom>
            <a:solidFill>
              <a:srgbClr val="775AFF"/>
            </a:solidFill>
            <a:ln w="32657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80" name="Полилиния 279">
              <a:extLst>
                <a:ext uri="{FF2B5EF4-FFF2-40B4-BE49-F238E27FC236}">
                  <a16:creationId xmlns:a16="http://schemas.microsoft.com/office/drawing/2014/main" id="{D701A3D1-F1D2-9B98-001F-F0854CBDE25B}"/>
                </a:ext>
              </a:extLst>
            </p:cNvPr>
            <p:cNvSpPr/>
            <p:nvPr/>
          </p:nvSpPr>
          <p:spPr>
            <a:xfrm>
              <a:off x="14545317" y="9863514"/>
              <a:ext cx="1023476" cy="10855"/>
            </a:xfrm>
            <a:custGeom>
              <a:avLst/>
              <a:gdLst>
                <a:gd name="connsiteX0" fmla="*/ 1023476 w 1023476"/>
                <a:gd name="connsiteY0" fmla="*/ 0 h 10855"/>
                <a:gd name="connsiteX1" fmla="*/ 0 w 1023476"/>
                <a:gd name="connsiteY1" fmla="*/ 0 h 10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3476" h="10855">
                  <a:moveTo>
                    <a:pt x="1023476" y="0"/>
                  </a:moveTo>
                  <a:lnTo>
                    <a:pt x="0" y="0"/>
                  </a:lnTo>
                </a:path>
              </a:pathLst>
            </a:custGeom>
            <a:noFill/>
            <a:ln w="10886" cap="flat">
              <a:solidFill>
                <a:srgbClr val="E6E6E6"/>
              </a:solidFill>
              <a:custDash>
                <a:ds d="234750" sp="23475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81" name="Полилиния 280">
              <a:extLst>
                <a:ext uri="{FF2B5EF4-FFF2-40B4-BE49-F238E27FC236}">
                  <a16:creationId xmlns:a16="http://schemas.microsoft.com/office/drawing/2014/main" id="{850FCDF5-1869-A52C-CF0A-2B38942215C6}"/>
                </a:ext>
              </a:extLst>
            </p:cNvPr>
            <p:cNvSpPr/>
            <p:nvPr/>
          </p:nvSpPr>
          <p:spPr>
            <a:xfrm>
              <a:off x="15891025" y="9796061"/>
              <a:ext cx="56234" cy="112009"/>
            </a:xfrm>
            <a:custGeom>
              <a:avLst/>
              <a:gdLst>
                <a:gd name="connsiteX0" fmla="*/ 56234 w 56234"/>
                <a:gd name="connsiteY0" fmla="*/ 0 h 112009"/>
                <a:gd name="connsiteX1" fmla="*/ 0 w 56234"/>
                <a:gd name="connsiteY1" fmla="*/ 56005 h 112009"/>
                <a:gd name="connsiteX2" fmla="*/ 56234 w 56234"/>
                <a:gd name="connsiteY2" fmla="*/ 112009 h 112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234" h="112009">
                  <a:moveTo>
                    <a:pt x="56234" y="0"/>
                  </a:moveTo>
                  <a:lnTo>
                    <a:pt x="0" y="56005"/>
                  </a:lnTo>
                  <a:lnTo>
                    <a:pt x="56234" y="112009"/>
                  </a:lnTo>
                </a:path>
              </a:pathLst>
            </a:custGeom>
            <a:noFill/>
            <a:ln w="1088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82" name="Полилиния 281">
              <a:extLst>
                <a:ext uri="{FF2B5EF4-FFF2-40B4-BE49-F238E27FC236}">
                  <a16:creationId xmlns:a16="http://schemas.microsoft.com/office/drawing/2014/main" id="{71B0C3DA-306F-8E90-CFDE-5833374F7BEE}"/>
                </a:ext>
              </a:extLst>
            </p:cNvPr>
            <p:cNvSpPr/>
            <p:nvPr/>
          </p:nvSpPr>
          <p:spPr>
            <a:xfrm>
              <a:off x="14020461" y="9422929"/>
              <a:ext cx="112467" cy="56004"/>
            </a:xfrm>
            <a:custGeom>
              <a:avLst/>
              <a:gdLst>
                <a:gd name="connsiteX0" fmla="*/ 112467 w 112467"/>
                <a:gd name="connsiteY0" fmla="*/ 56005 h 56004"/>
                <a:gd name="connsiteX1" fmla="*/ 56234 w 112467"/>
                <a:gd name="connsiteY1" fmla="*/ 0 h 56004"/>
                <a:gd name="connsiteX2" fmla="*/ 0 w 112467"/>
                <a:gd name="connsiteY2" fmla="*/ 56005 h 5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467" h="56004">
                  <a:moveTo>
                    <a:pt x="112467" y="56005"/>
                  </a:moveTo>
                  <a:lnTo>
                    <a:pt x="56234" y="0"/>
                  </a:lnTo>
                  <a:lnTo>
                    <a:pt x="0" y="56005"/>
                  </a:lnTo>
                </a:path>
              </a:pathLst>
            </a:custGeom>
            <a:noFill/>
            <a:ln w="1088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83" name="Полилиния 282">
              <a:extLst>
                <a:ext uri="{FF2B5EF4-FFF2-40B4-BE49-F238E27FC236}">
                  <a16:creationId xmlns:a16="http://schemas.microsoft.com/office/drawing/2014/main" id="{D6893A02-4E8C-E0C7-3B65-6AC408FC368B}"/>
                </a:ext>
              </a:extLst>
            </p:cNvPr>
            <p:cNvSpPr/>
            <p:nvPr/>
          </p:nvSpPr>
          <p:spPr>
            <a:xfrm rot="10800000" flipV="1">
              <a:off x="14487720" y="9817351"/>
              <a:ext cx="88935" cy="88572"/>
            </a:xfrm>
            <a:custGeom>
              <a:avLst/>
              <a:gdLst>
                <a:gd name="connsiteX0" fmla="*/ 89022 w 88935"/>
                <a:gd name="connsiteY0" fmla="*/ 44369 h 88572"/>
                <a:gd name="connsiteX1" fmla="*/ 44554 w 88935"/>
                <a:gd name="connsiteY1" fmla="*/ 88655 h 88572"/>
                <a:gd name="connsiteX2" fmla="*/ 87 w 88935"/>
                <a:gd name="connsiteY2" fmla="*/ 44369 h 88572"/>
                <a:gd name="connsiteX3" fmla="*/ 44554 w 88935"/>
                <a:gd name="connsiteY3" fmla="*/ 83 h 88572"/>
                <a:gd name="connsiteX4" fmla="*/ 89022 w 88935"/>
                <a:gd name="connsiteY4" fmla="*/ 44369 h 8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935" h="88572">
                  <a:moveTo>
                    <a:pt x="89022" y="44369"/>
                  </a:moveTo>
                  <a:cubicBezTo>
                    <a:pt x="89022" y="68828"/>
                    <a:pt x="69113" y="88655"/>
                    <a:pt x="44554" y="88655"/>
                  </a:cubicBezTo>
                  <a:cubicBezTo>
                    <a:pt x="19996" y="88655"/>
                    <a:pt x="87" y="68828"/>
                    <a:pt x="87" y="44369"/>
                  </a:cubicBezTo>
                  <a:cubicBezTo>
                    <a:pt x="87" y="19910"/>
                    <a:pt x="19996" y="83"/>
                    <a:pt x="44554" y="83"/>
                  </a:cubicBezTo>
                  <a:cubicBezTo>
                    <a:pt x="69113" y="83"/>
                    <a:pt x="89022" y="19910"/>
                    <a:pt x="89022" y="44369"/>
                  </a:cubicBezTo>
                  <a:close/>
                </a:path>
              </a:pathLst>
            </a:custGeom>
            <a:solidFill>
              <a:srgbClr val="775AFF"/>
            </a:solidFill>
            <a:ln w="32657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063536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закрывающий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148F2A-E4B8-1A5E-0E95-6850D1B3534C}"/>
              </a:ext>
            </a:extLst>
          </p:cNvPr>
          <p:cNvSpPr txBox="1"/>
          <p:nvPr userDrawn="1"/>
        </p:nvSpPr>
        <p:spPr>
          <a:xfrm>
            <a:off x="1219351" y="817780"/>
            <a:ext cx="1895286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9000"/>
              </a:lnSpc>
              <a:spcBef>
                <a:spcPct val="0"/>
              </a:spcBef>
              <a:defRPr sz="8000" b="1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bg1"/>
                </a:solidFill>
              </a:rPr>
              <a:t>Библиотека фото</a:t>
            </a:r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5C6C7221-EF0A-0BF0-8915-8C84605D7CC8}"/>
              </a:ext>
            </a:extLst>
          </p:cNvPr>
          <p:cNvSpPr txBox="1">
            <a:spLocks/>
          </p:cNvSpPr>
          <p:nvPr userDrawn="1"/>
        </p:nvSpPr>
        <p:spPr>
          <a:xfrm>
            <a:off x="1219351" y="2651177"/>
            <a:ext cx="2807832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defTabSz="1485991">
              <a:lnSpc>
                <a:spcPts val="4600"/>
              </a:lnSpc>
              <a:defRPr sz="3600" u="sng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u="none" dirty="0"/>
              <a:t>Яндекс диск</a:t>
            </a:r>
          </a:p>
        </p:txBody>
      </p:sp>
      <p:sp>
        <p:nvSpPr>
          <p:cNvPr id="118" name="Текст 4">
            <a:extLst>
              <a:ext uri="{FF2B5EF4-FFF2-40B4-BE49-F238E27FC236}">
                <a16:creationId xmlns:a16="http://schemas.microsoft.com/office/drawing/2014/main" id="{6627469A-0AF9-CDBC-F388-416D40BF5251}"/>
              </a:ext>
            </a:extLst>
          </p:cNvPr>
          <p:cNvSpPr txBox="1">
            <a:spLocks/>
          </p:cNvSpPr>
          <p:nvPr userDrawn="1"/>
        </p:nvSpPr>
        <p:spPr>
          <a:xfrm>
            <a:off x="1219350" y="3572380"/>
            <a:ext cx="4657193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defTabSz="1485991">
              <a:lnSpc>
                <a:spcPts val="4600"/>
              </a:lnSpc>
              <a:defRPr sz="3600" u="sng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u="none" dirty="0"/>
              <a:t>Группа </a:t>
            </a:r>
            <a:r>
              <a:rPr lang="ru-RU" u="none" dirty="0" err="1"/>
              <a:t>вконтакте</a:t>
            </a:r>
            <a:endParaRPr lang="ru-RU" u="none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2968EA15-9001-2B99-AF77-3A0EC134EF5D}"/>
              </a:ext>
            </a:extLst>
          </p:cNvPr>
          <p:cNvSpPr txBox="1"/>
          <p:nvPr userDrawn="1"/>
        </p:nvSpPr>
        <p:spPr>
          <a:xfrm>
            <a:off x="6710069" y="2732738"/>
            <a:ext cx="73615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485991"/>
            <a:r>
              <a:rPr lang="ru-RU" sz="2400" dirty="0">
                <a:solidFill>
                  <a:schemeClr val="bg1"/>
                </a:solidFill>
                <a:latin typeface="Graphik LC Regular" panose="020B050303020206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ru-RU" sz="2400" dirty="0" err="1">
                <a:solidFill>
                  <a:schemeClr val="bg1"/>
                </a:solidFill>
                <a:latin typeface="Graphik LC Regular" panose="020B050303020206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disk.yandex.ru</a:t>
            </a:r>
            <a:r>
              <a:rPr lang="ru-RU" sz="2400" dirty="0">
                <a:solidFill>
                  <a:schemeClr val="bg1"/>
                </a:solidFill>
                <a:latin typeface="Graphik LC Regular" panose="020B050303020206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ru-RU" sz="2400" dirty="0" err="1">
                <a:solidFill>
                  <a:schemeClr val="bg1"/>
                </a:solidFill>
                <a:latin typeface="Graphik LC Regular" panose="020B050303020206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r>
              <a:rPr lang="ru-RU" sz="2400" dirty="0">
                <a:solidFill>
                  <a:schemeClr val="bg1"/>
                </a:solidFill>
                <a:latin typeface="Graphik LC Regular" panose="020B050303020206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/HHexFxfFgZna0g</a:t>
            </a:r>
            <a:endParaRPr lang="ru-RU" sz="24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A33E0042-B7D2-2342-B716-896870F08311}"/>
              </a:ext>
            </a:extLst>
          </p:cNvPr>
          <p:cNvSpPr txBox="1"/>
          <p:nvPr userDrawn="1"/>
        </p:nvSpPr>
        <p:spPr>
          <a:xfrm>
            <a:off x="6710069" y="3653941"/>
            <a:ext cx="73615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>
              <a:defRPr sz="2400">
                <a:solidFill>
                  <a:schemeClr val="accent2"/>
                </a:solidFill>
                <a:latin typeface="Graphik LCG" panose="020B0503030202060203" pitchFamily="34" charset="0"/>
              </a:defRPr>
            </a:lvl1pPr>
          </a:lstStyle>
          <a:p>
            <a:pPr marL="0" marR="0" lvl="0" indent="0" defTabSz="148599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raphik LC Regular" panose="020B050303020206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kumimoji="0" lang="ru-RU" sz="240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raphik LC Regular" panose="020B050303020206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vk.com</a:t>
            </a:r>
            <a:r>
              <a:rPr kumimoji="0" lang="ru-RU" sz="240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raphik LC Regular" panose="020B050303020206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/albums-222277101</a:t>
            </a:r>
            <a:endParaRPr kumimoji="0" lang="ru-RU" sz="240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raphik LC Regular" panose="020B0503030202060203" pitchFamily="34" charset="0"/>
            </a:endParaRPr>
          </a:p>
        </p:txBody>
      </p:sp>
      <p:pic>
        <p:nvPicPr>
          <p:cNvPr id="121" name="Рисунок 120">
            <a:extLst>
              <a:ext uri="{FF2B5EF4-FFF2-40B4-BE49-F238E27FC236}">
                <a16:creationId xmlns:a16="http://schemas.microsoft.com/office/drawing/2014/main" id="{6F20CBDA-C939-91FF-ABCF-82145B58E9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28089" b="18661"/>
          <a:stretch/>
        </p:blipFill>
        <p:spPr>
          <a:xfrm>
            <a:off x="-1" y="5071931"/>
            <a:ext cx="24387175" cy="8644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1673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3_закрывающий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B6D8E8-BCAE-DE56-B939-10FA2C3E9BDA}"/>
              </a:ext>
            </a:extLst>
          </p:cNvPr>
          <p:cNvSpPr txBox="1"/>
          <p:nvPr userDrawn="1"/>
        </p:nvSpPr>
        <p:spPr>
          <a:xfrm>
            <a:off x="1219351" y="817780"/>
            <a:ext cx="1895286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9000"/>
              </a:lnSpc>
              <a:spcBef>
                <a:spcPct val="0"/>
              </a:spcBef>
              <a:defRPr sz="8000" b="1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bg1"/>
                </a:solidFill>
              </a:rPr>
              <a:t>Библиотека 3D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A9C2A9D-6DD7-109F-27F7-19D09211C9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936242" y="4179529"/>
            <a:ext cx="3683000" cy="34671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01E0D7B-35A5-E0F2-9CDB-08158D14D2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196181" y="4287479"/>
            <a:ext cx="3251200" cy="32512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7E6E8-310A-4662-1F5B-6CBA94235A1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456122" y="4287479"/>
            <a:ext cx="3251200" cy="32512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DF8AE44-01E2-4583-D3D1-53B4DCA1E62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233463" y="4046179"/>
            <a:ext cx="3733800" cy="37338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AD6E499-5FBF-6B0C-4A02-7E6EBFA3C63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633104" y="3931879"/>
            <a:ext cx="3111500" cy="39624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7A21F8D-D6B1-599C-927E-528E10ECFC0B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893045" y="4287479"/>
            <a:ext cx="3251200" cy="3251200"/>
          </a:xfrm>
          <a:prstGeom prst="rect">
            <a:avLst/>
          </a:prstGeom>
        </p:spPr>
      </p:pic>
      <p:sp>
        <p:nvSpPr>
          <p:cNvPr id="11" name="Text 3">
            <a:hlinkClick r:id="rId8"/>
            <a:extLst>
              <a:ext uri="{FF2B5EF4-FFF2-40B4-BE49-F238E27FC236}">
                <a16:creationId xmlns:a16="http://schemas.microsoft.com/office/drawing/2014/main" id="{A3C11F9E-7D6A-4695-F20C-9847F9A1494D}"/>
              </a:ext>
            </a:extLst>
          </p:cNvPr>
          <p:cNvSpPr/>
          <p:nvPr userDrawn="1"/>
        </p:nvSpPr>
        <p:spPr>
          <a:xfrm>
            <a:off x="1219352" y="2438400"/>
            <a:ext cx="10695557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485991">
              <a:lnSpc>
                <a:spcPts val="4600"/>
              </a:lnSpc>
            </a:pPr>
            <a:r>
              <a:rPr lang="ru-RU" sz="3600" u="sng" dirty="0">
                <a:solidFill>
                  <a:schemeClr val="bg1"/>
                </a:solidFill>
                <a:latin typeface="Graphik LC Medium" panose="020B0503030202060203" pitchFamily="34" charset="0"/>
              </a:rPr>
              <a:t>Больше 3D здесь</a:t>
            </a:r>
            <a:endParaRPr lang="en-US" sz="3600" u="sng" dirty="0">
              <a:solidFill>
                <a:schemeClr val="bg1"/>
              </a:solidFill>
              <a:latin typeface="Graphik LC Medium" panose="020B0503030202060203" pitchFamily="34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1D51FA7-F87C-35B2-43FA-B86034119319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0100546" y="8546116"/>
            <a:ext cx="3086100" cy="309880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9723F20-3970-757C-013C-C1150DAD5983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6342782" y="8476266"/>
            <a:ext cx="3238500" cy="323850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5A62368-5D54-87E1-4A27-B4B17D46AB39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2477191" y="8476266"/>
            <a:ext cx="3251200" cy="32385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E538CF5-C198-6B81-F2A6-5F84D8EFAEE9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8398356" y="8476266"/>
            <a:ext cx="3251200" cy="323850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316FA5B-4462-25EB-D382-30833C169554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4628163" y="8476266"/>
            <a:ext cx="3238500" cy="323850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553AA5C3-C7AC-01BA-A263-A55DE649096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845270" y="8476266"/>
            <a:ext cx="325120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8230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Серый слайд для бент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4ADAF1A-DD98-9E5E-4850-3901940A8A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rgbClr val="888888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056811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17">
          <p15:clr>
            <a:srgbClr val="FBAE40"/>
          </p15:clr>
        </p15:guide>
        <p15:guide id="2" pos="14145">
          <p15:clr>
            <a:srgbClr val="FBAE40"/>
          </p15:clr>
        </p15:guide>
        <p15:guide id="3" orient="horz" pos="1213">
          <p15:clr>
            <a:srgbClr val="FBAE40"/>
          </p15:clr>
        </p15:guide>
        <p15:guide id="4" orient="horz" pos="7427">
          <p15:clr>
            <a:srgbClr val="FBAE40"/>
          </p15:clr>
        </p15:guide>
        <p15:guide id="5" orient="horz" pos="8244">
          <p15:clr>
            <a:srgbClr val="A4A3A4"/>
          </p15:clr>
        </p15:guide>
      </p15:sldGuideLst>
    </p:ext>
  </p:extLst>
</p:sldLayout>
</file>

<file path=ppt/slideLayouts/slideLayout4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Серый слайд для заголовка + бент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4ADAF1A-DD98-9E5E-4850-3901940A8A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rgbClr val="888888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3166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17">
          <p15:clr>
            <a:srgbClr val="FBAE40"/>
          </p15:clr>
        </p15:guide>
        <p15:guide id="2" pos="14145">
          <p15:clr>
            <a:srgbClr val="FBAE40"/>
          </p15:clr>
        </p15:guide>
        <p15:guide id="3" orient="horz" pos="1825">
          <p15:clr>
            <a:srgbClr val="FBAE40"/>
          </p15:clr>
        </p15:guide>
        <p15:guide id="4" orient="horz" pos="7427">
          <p15:clr>
            <a:srgbClr val="FBAE40"/>
          </p15:clr>
        </p15:guide>
        <p15:guide id="5" orient="horz" pos="2279">
          <p15:clr>
            <a:srgbClr val="FBAE40"/>
          </p15:clr>
        </p15:guide>
        <p15:guide id="6" orient="horz" pos="8244">
          <p15:clr>
            <a:srgbClr val="A4A3A4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17" Type="http://schemas.openxmlformats.org/officeDocument/2006/relationships/slideLayout" Target="../slideLayouts/slideLayout117.xml"/><Relationship Id="rId299" Type="http://schemas.openxmlformats.org/officeDocument/2006/relationships/slideLayout" Target="../slideLayouts/slideLayout299.xml"/><Relationship Id="rId21" Type="http://schemas.openxmlformats.org/officeDocument/2006/relationships/slideLayout" Target="../slideLayouts/slideLayout21.xml"/><Relationship Id="rId63" Type="http://schemas.openxmlformats.org/officeDocument/2006/relationships/slideLayout" Target="../slideLayouts/slideLayout63.xml"/><Relationship Id="rId159" Type="http://schemas.openxmlformats.org/officeDocument/2006/relationships/slideLayout" Target="../slideLayouts/slideLayout159.xml"/><Relationship Id="rId324" Type="http://schemas.openxmlformats.org/officeDocument/2006/relationships/slideLayout" Target="../slideLayouts/slideLayout324.xml"/><Relationship Id="rId366" Type="http://schemas.openxmlformats.org/officeDocument/2006/relationships/slideLayout" Target="../slideLayouts/slideLayout366.xml"/><Relationship Id="rId170" Type="http://schemas.openxmlformats.org/officeDocument/2006/relationships/slideLayout" Target="../slideLayouts/slideLayout170.xml"/><Relationship Id="rId226" Type="http://schemas.openxmlformats.org/officeDocument/2006/relationships/slideLayout" Target="../slideLayouts/slideLayout226.xml"/><Relationship Id="rId433" Type="http://schemas.openxmlformats.org/officeDocument/2006/relationships/slideLayout" Target="../slideLayouts/slideLayout433.xml"/><Relationship Id="rId268" Type="http://schemas.openxmlformats.org/officeDocument/2006/relationships/slideLayout" Target="../slideLayouts/slideLayout268.xml"/><Relationship Id="rId32" Type="http://schemas.openxmlformats.org/officeDocument/2006/relationships/slideLayout" Target="../slideLayouts/slideLayout32.xml"/><Relationship Id="rId74" Type="http://schemas.openxmlformats.org/officeDocument/2006/relationships/slideLayout" Target="../slideLayouts/slideLayout74.xml"/><Relationship Id="rId128" Type="http://schemas.openxmlformats.org/officeDocument/2006/relationships/slideLayout" Target="../slideLayouts/slideLayout128.xml"/><Relationship Id="rId335" Type="http://schemas.openxmlformats.org/officeDocument/2006/relationships/slideLayout" Target="../slideLayouts/slideLayout335.xml"/><Relationship Id="rId377" Type="http://schemas.openxmlformats.org/officeDocument/2006/relationships/slideLayout" Target="../slideLayouts/slideLayout377.xml"/><Relationship Id="rId5" Type="http://schemas.openxmlformats.org/officeDocument/2006/relationships/slideLayout" Target="../slideLayouts/slideLayout5.xml"/><Relationship Id="rId181" Type="http://schemas.openxmlformats.org/officeDocument/2006/relationships/slideLayout" Target="../slideLayouts/slideLayout181.xml"/><Relationship Id="rId237" Type="http://schemas.openxmlformats.org/officeDocument/2006/relationships/slideLayout" Target="../slideLayouts/slideLayout237.xml"/><Relationship Id="rId402" Type="http://schemas.openxmlformats.org/officeDocument/2006/relationships/slideLayout" Target="../slideLayouts/slideLayout402.xml"/><Relationship Id="rId279" Type="http://schemas.openxmlformats.org/officeDocument/2006/relationships/slideLayout" Target="../slideLayouts/slideLayout279.xml"/><Relationship Id="rId444" Type="http://schemas.openxmlformats.org/officeDocument/2006/relationships/theme" Target="../theme/theme1.xml"/><Relationship Id="rId43" Type="http://schemas.openxmlformats.org/officeDocument/2006/relationships/slideLayout" Target="../slideLayouts/slideLayout43.xml"/><Relationship Id="rId139" Type="http://schemas.openxmlformats.org/officeDocument/2006/relationships/slideLayout" Target="../slideLayouts/slideLayout139.xml"/><Relationship Id="rId290" Type="http://schemas.openxmlformats.org/officeDocument/2006/relationships/slideLayout" Target="../slideLayouts/slideLayout290.xml"/><Relationship Id="rId304" Type="http://schemas.openxmlformats.org/officeDocument/2006/relationships/slideLayout" Target="../slideLayouts/slideLayout304.xml"/><Relationship Id="rId346" Type="http://schemas.openxmlformats.org/officeDocument/2006/relationships/slideLayout" Target="../slideLayouts/slideLayout346.xml"/><Relationship Id="rId388" Type="http://schemas.openxmlformats.org/officeDocument/2006/relationships/slideLayout" Target="../slideLayouts/slideLayout388.xml"/><Relationship Id="rId85" Type="http://schemas.openxmlformats.org/officeDocument/2006/relationships/slideLayout" Target="../slideLayouts/slideLayout85.xml"/><Relationship Id="rId150" Type="http://schemas.openxmlformats.org/officeDocument/2006/relationships/slideLayout" Target="../slideLayouts/slideLayout150.xml"/><Relationship Id="rId192" Type="http://schemas.openxmlformats.org/officeDocument/2006/relationships/slideLayout" Target="../slideLayouts/slideLayout192.xml"/><Relationship Id="rId206" Type="http://schemas.openxmlformats.org/officeDocument/2006/relationships/slideLayout" Target="../slideLayouts/slideLayout206.xml"/><Relationship Id="rId413" Type="http://schemas.openxmlformats.org/officeDocument/2006/relationships/slideLayout" Target="../slideLayouts/slideLayout413.xml"/><Relationship Id="rId248" Type="http://schemas.openxmlformats.org/officeDocument/2006/relationships/slideLayout" Target="../slideLayouts/slideLayout248.xml"/><Relationship Id="rId12" Type="http://schemas.openxmlformats.org/officeDocument/2006/relationships/slideLayout" Target="../slideLayouts/slideLayout12.xml"/><Relationship Id="rId108" Type="http://schemas.openxmlformats.org/officeDocument/2006/relationships/slideLayout" Target="../slideLayouts/slideLayout108.xml"/><Relationship Id="rId315" Type="http://schemas.openxmlformats.org/officeDocument/2006/relationships/slideLayout" Target="../slideLayouts/slideLayout315.xml"/><Relationship Id="rId357" Type="http://schemas.openxmlformats.org/officeDocument/2006/relationships/slideLayout" Target="../slideLayouts/slideLayout357.xml"/><Relationship Id="rId54" Type="http://schemas.openxmlformats.org/officeDocument/2006/relationships/slideLayout" Target="../slideLayouts/slideLayout54.xml"/><Relationship Id="rId96" Type="http://schemas.openxmlformats.org/officeDocument/2006/relationships/slideLayout" Target="../slideLayouts/slideLayout96.xml"/><Relationship Id="rId161" Type="http://schemas.openxmlformats.org/officeDocument/2006/relationships/slideLayout" Target="../slideLayouts/slideLayout161.xml"/><Relationship Id="rId217" Type="http://schemas.openxmlformats.org/officeDocument/2006/relationships/slideLayout" Target="../slideLayouts/slideLayout217.xml"/><Relationship Id="rId399" Type="http://schemas.openxmlformats.org/officeDocument/2006/relationships/slideLayout" Target="../slideLayouts/slideLayout399.xml"/><Relationship Id="rId259" Type="http://schemas.openxmlformats.org/officeDocument/2006/relationships/slideLayout" Target="../slideLayouts/slideLayout259.xml"/><Relationship Id="rId424" Type="http://schemas.openxmlformats.org/officeDocument/2006/relationships/slideLayout" Target="../slideLayouts/slideLayout424.xml"/><Relationship Id="rId23" Type="http://schemas.openxmlformats.org/officeDocument/2006/relationships/slideLayout" Target="../slideLayouts/slideLayout23.xml"/><Relationship Id="rId119" Type="http://schemas.openxmlformats.org/officeDocument/2006/relationships/slideLayout" Target="../slideLayouts/slideLayout119.xml"/><Relationship Id="rId270" Type="http://schemas.openxmlformats.org/officeDocument/2006/relationships/slideLayout" Target="../slideLayouts/slideLayout270.xml"/><Relationship Id="rId326" Type="http://schemas.openxmlformats.org/officeDocument/2006/relationships/slideLayout" Target="../slideLayouts/slideLayout326.xml"/><Relationship Id="rId65" Type="http://schemas.openxmlformats.org/officeDocument/2006/relationships/slideLayout" Target="../slideLayouts/slideLayout65.xml"/><Relationship Id="rId130" Type="http://schemas.openxmlformats.org/officeDocument/2006/relationships/slideLayout" Target="../slideLayouts/slideLayout130.xml"/><Relationship Id="rId368" Type="http://schemas.openxmlformats.org/officeDocument/2006/relationships/slideLayout" Target="../slideLayouts/slideLayout368.xml"/><Relationship Id="rId172" Type="http://schemas.openxmlformats.org/officeDocument/2006/relationships/slideLayout" Target="../slideLayouts/slideLayout172.xml"/><Relationship Id="rId228" Type="http://schemas.openxmlformats.org/officeDocument/2006/relationships/slideLayout" Target="../slideLayouts/slideLayout228.xml"/><Relationship Id="rId435" Type="http://schemas.openxmlformats.org/officeDocument/2006/relationships/slideLayout" Target="../slideLayouts/slideLayout435.xml"/><Relationship Id="rId281" Type="http://schemas.openxmlformats.org/officeDocument/2006/relationships/slideLayout" Target="../slideLayouts/slideLayout281.xml"/><Relationship Id="rId337" Type="http://schemas.openxmlformats.org/officeDocument/2006/relationships/slideLayout" Target="../slideLayouts/slideLayout337.xml"/><Relationship Id="rId34" Type="http://schemas.openxmlformats.org/officeDocument/2006/relationships/slideLayout" Target="../slideLayouts/slideLayout34.xml"/><Relationship Id="rId76" Type="http://schemas.openxmlformats.org/officeDocument/2006/relationships/slideLayout" Target="../slideLayouts/slideLayout76.xml"/><Relationship Id="rId141" Type="http://schemas.openxmlformats.org/officeDocument/2006/relationships/slideLayout" Target="../slideLayouts/slideLayout141.xml"/><Relationship Id="rId379" Type="http://schemas.openxmlformats.org/officeDocument/2006/relationships/slideLayout" Target="../slideLayouts/slideLayout379.xml"/><Relationship Id="rId7" Type="http://schemas.openxmlformats.org/officeDocument/2006/relationships/slideLayout" Target="../slideLayouts/slideLayout7.xml"/><Relationship Id="rId183" Type="http://schemas.openxmlformats.org/officeDocument/2006/relationships/slideLayout" Target="../slideLayouts/slideLayout183.xml"/><Relationship Id="rId239" Type="http://schemas.openxmlformats.org/officeDocument/2006/relationships/slideLayout" Target="../slideLayouts/slideLayout239.xml"/><Relationship Id="rId390" Type="http://schemas.openxmlformats.org/officeDocument/2006/relationships/slideLayout" Target="../slideLayouts/slideLayout390.xml"/><Relationship Id="rId404" Type="http://schemas.openxmlformats.org/officeDocument/2006/relationships/slideLayout" Target="../slideLayouts/slideLayout404.xml"/><Relationship Id="rId250" Type="http://schemas.openxmlformats.org/officeDocument/2006/relationships/slideLayout" Target="../slideLayouts/slideLayout250.xml"/><Relationship Id="rId292" Type="http://schemas.openxmlformats.org/officeDocument/2006/relationships/slideLayout" Target="../slideLayouts/slideLayout292.xml"/><Relationship Id="rId306" Type="http://schemas.openxmlformats.org/officeDocument/2006/relationships/slideLayout" Target="../slideLayouts/slideLayout306.xml"/><Relationship Id="rId45" Type="http://schemas.openxmlformats.org/officeDocument/2006/relationships/slideLayout" Target="../slideLayouts/slideLayout45.xml"/><Relationship Id="rId87" Type="http://schemas.openxmlformats.org/officeDocument/2006/relationships/slideLayout" Target="../slideLayouts/slideLayout87.xml"/><Relationship Id="rId110" Type="http://schemas.openxmlformats.org/officeDocument/2006/relationships/slideLayout" Target="../slideLayouts/slideLayout110.xml"/><Relationship Id="rId348" Type="http://schemas.openxmlformats.org/officeDocument/2006/relationships/slideLayout" Target="../slideLayouts/slideLayout348.xml"/><Relationship Id="rId152" Type="http://schemas.openxmlformats.org/officeDocument/2006/relationships/slideLayout" Target="../slideLayouts/slideLayout152.xml"/><Relationship Id="rId194" Type="http://schemas.openxmlformats.org/officeDocument/2006/relationships/slideLayout" Target="../slideLayouts/slideLayout194.xml"/><Relationship Id="rId208" Type="http://schemas.openxmlformats.org/officeDocument/2006/relationships/slideLayout" Target="../slideLayouts/slideLayout208.xml"/><Relationship Id="rId415" Type="http://schemas.openxmlformats.org/officeDocument/2006/relationships/slideLayout" Target="../slideLayouts/slideLayout415.xml"/><Relationship Id="rId261" Type="http://schemas.openxmlformats.org/officeDocument/2006/relationships/slideLayout" Target="../slideLayouts/slideLayout261.xml"/><Relationship Id="rId14" Type="http://schemas.openxmlformats.org/officeDocument/2006/relationships/slideLayout" Target="../slideLayouts/slideLayout14.xml"/><Relationship Id="rId56" Type="http://schemas.openxmlformats.org/officeDocument/2006/relationships/slideLayout" Target="../slideLayouts/slideLayout56.xml"/><Relationship Id="rId317" Type="http://schemas.openxmlformats.org/officeDocument/2006/relationships/slideLayout" Target="../slideLayouts/slideLayout317.xml"/><Relationship Id="rId359" Type="http://schemas.openxmlformats.org/officeDocument/2006/relationships/slideLayout" Target="../slideLayouts/slideLayout359.xml"/><Relationship Id="rId98" Type="http://schemas.openxmlformats.org/officeDocument/2006/relationships/slideLayout" Target="../slideLayouts/slideLayout98.xml"/><Relationship Id="rId121" Type="http://schemas.openxmlformats.org/officeDocument/2006/relationships/slideLayout" Target="../slideLayouts/slideLayout121.xml"/><Relationship Id="rId163" Type="http://schemas.openxmlformats.org/officeDocument/2006/relationships/slideLayout" Target="../slideLayouts/slideLayout163.xml"/><Relationship Id="rId219" Type="http://schemas.openxmlformats.org/officeDocument/2006/relationships/slideLayout" Target="../slideLayouts/slideLayout219.xml"/><Relationship Id="rId370" Type="http://schemas.openxmlformats.org/officeDocument/2006/relationships/slideLayout" Target="../slideLayouts/slideLayout370.xml"/><Relationship Id="rId426" Type="http://schemas.openxmlformats.org/officeDocument/2006/relationships/slideLayout" Target="../slideLayouts/slideLayout426.xml"/><Relationship Id="rId230" Type="http://schemas.openxmlformats.org/officeDocument/2006/relationships/slideLayout" Target="../slideLayouts/slideLayout230.xml"/><Relationship Id="rId25" Type="http://schemas.openxmlformats.org/officeDocument/2006/relationships/slideLayout" Target="../slideLayouts/slideLayout25.xml"/><Relationship Id="rId67" Type="http://schemas.openxmlformats.org/officeDocument/2006/relationships/slideLayout" Target="../slideLayouts/slideLayout67.xml"/><Relationship Id="rId272" Type="http://schemas.openxmlformats.org/officeDocument/2006/relationships/slideLayout" Target="../slideLayouts/slideLayout272.xml"/><Relationship Id="rId328" Type="http://schemas.openxmlformats.org/officeDocument/2006/relationships/slideLayout" Target="../slideLayouts/slideLayout328.xml"/><Relationship Id="rId132" Type="http://schemas.openxmlformats.org/officeDocument/2006/relationships/slideLayout" Target="../slideLayouts/slideLayout132.xml"/><Relationship Id="rId174" Type="http://schemas.openxmlformats.org/officeDocument/2006/relationships/slideLayout" Target="../slideLayouts/slideLayout174.xml"/><Relationship Id="rId381" Type="http://schemas.openxmlformats.org/officeDocument/2006/relationships/slideLayout" Target="../slideLayouts/slideLayout381.xml"/><Relationship Id="rId241" Type="http://schemas.openxmlformats.org/officeDocument/2006/relationships/slideLayout" Target="../slideLayouts/slideLayout241.xml"/><Relationship Id="rId437" Type="http://schemas.openxmlformats.org/officeDocument/2006/relationships/slideLayout" Target="../slideLayouts/slideLayout437.xml"/><Relationship Id="rId36" Type="http://schemas.openxmlformats.org/officeDocument/2006/relationships/slideLayout" Target="../slideLayouts/slideLayout36.xml"/><Relationship Id="rId283" Type="http://schemas.openxmlformats.org/officeDocument/2006/relationships/slideLayout" Target="../slideLayouts/slideLayout283.xml"/><Relationship Id="rId339" Type="http://schemas.openxmlformats.org/officeDocument/2006/relationships/slideLayout" Target="../slideLayouts/slideLayout339.xml"/><Relationship Id="rId78" Type="http://schemas.openxmlformats.org/officeDocument/2006/relationships/slideLayout" Target="../slideLayouts/slideLayout78.xml"/><Relationship Id="rId101" Type="http://schemas.openxmlformats.org/officeDocument/2006/relationships/slideLayout" Target="../slideLayouts/slideLayout101.xml"/><Relationship Id="rId143" Type="http://schemas.openxmlformats.org/officeDocument/2006/relationships/slideLayout" Target="../slideLayouts/slideLayout143.xml"/><Relationship Id="rId185" Type="http://schemas.openxmlformats.org/officeDocument/2006/relationships/slideLayout" Target="../slideLayouts/slideLayout185.xml"/><Relationship Id="rId350" Type="http://schemas.openxmlformats.org/officeDocument/2006/relationships/slideLayout" Target="../slideLayouts/slideLayout350.xml"/><Relationship Id="rId406" Type="http://schemas.openxmlformats.org/officeDocument/2006/relationships/slideLayout" Target="../slideLayouts/slideLayout406.xml"/><Relationship Id="rId9" Type="http://schemas.openxmlformats.org/officeDocument/2006/relationships/slideLayout" Target="../slideLayouts/slideLayout9.xml"/><Relationship Id="rId210" Type="http://schemas.openxmlformats.org/officeDocument/2006/relationships/slideLayout" Target="../slideLayouts/slideLayout210.xml"/><Relationship Id="rId392" Type="http://schemas.openxmlformats.org/officeDocument/2006/relationships/slideLayout" Target="../slideLayouts/slideLayout392.xml"/><Relationship Id="rId252" Type="http://schemas.openxmlformats.org/officeDocument/2006/relationships/slideLayout" Target="../slideLayouts/slideLayout252.xml"/><Relationship Id="rId294" Type="http://schemas.openxmlformats.org/officeDocument/2006/relationships/slideLayout" Target="../slideLayouts/slideLayout294.xml"/><Relationship Id="rId308" Type="http://schemas.openxmlformats.org/officeDocument/2006/relationships/slideLayout" Target="../slideLayouts/slideLayout308.xml"/><Relationship Id="rId47" Type="http://schemas.openxmlformats.org/officeDocument/2006/relationships/slideLayout" Target="../slideLayouts/slideLayout47.xml"/><Relationship Id="rId89" Type="http://schemas.openxmlformats.org/officeDocument/2006/relationships/slideLayout" Target="../slideLayouts/slideLayout89.xml"/><Relationship Id="rId112" Type="http://schemas.openxmlformats.org/officeDocument/2006/relationships/slideLayout" Target="../slideLayouts/slideLayout112.xml"/><Relationship Id="rId154" Type="http://schemas.openxmlformats.org/officeDocument/2006/relationships/slideLayout" Target="../slideLayouts/slideLayout154.xml"/><Relationship Id="rId361" Type="http://schemas.openxmlformats.org/officeDocument/2006/relationships/slideLayout" Target="../slideLayouts/slideLayout361.xml"/><Relationship Id="rId196" Type="http://schemas.openxmlformats.org/officeDocument/2006/relationships/slideLayout" Target="../slideLayouts/slideLayout196.xml"/><Relationship Id="rId417" Type="http://schemas.openxmlformats.org/officeDocument/2006/relationships/slideLayout" Target="../slideLayouts/slideLayout417.xml"/><Relationship Id="rId16" Type="http://schemas.openxmlformats.org/officeDocument/2006/relationships/slideLayout" Target="../slideLayouts/slideLayout16.xml"/><Relationship Id="rId221" Type="http://schemas.openxmlformats.org/officeDocument/2006/relationships/slideLayout" Target="../slideLayouts/slideLayout221.xml"/><Relationship Id="rId263" Type="http://schemas.openxmlformats.org/officeDocument/2006/relationships/slideLayout" Target="../slideLayouts/slideLayout263.xml"/><Relationship Id="rId319" Type="http://schemas.openxmlformats.org/officeDocument/2006/relationships/slideLayout" Target="../slideLayouts/slideLayout319.xml"/><Relationship Id="rId58" Type="http://schemas.openxmlformats.org/officeDocument/2006/relationships/slideLayout" Target="../slideLayouts/slideLayout58.xml"/><Relationship Id="rId123" Type="http://schemas.openxmlformats.org/officeDocument/2006/relationships/slideLayout" Target="../slideLayouts/slideLayout123.xml"/><Relationship Id="rId330" Type="http://schemas.openxmlformats.org/officeDocument/2006/relationships/slideLayout" Target="../slideLayouts/slideLayout330.xml"/><Relationship Id="rId165" Type="http://schemas.openxmlformats.org/officeDocument/2006/relationships/slideLayout" Target="../slideLayouts/slideLayout165.xml"/><Relationship Id="rId372" Type="http://schemas.openxmlformats.org/officeDocument/2006/relationships/slideLayout" Target="../slideLayouts/slideLayout372.xml"/><Relationship Id="rId428" Type="http://schemas.openxmlformats.org/officeDocument/2006/relationships/slideLayout" Target="../slideLayouts/slideLayout428.xml"/><Relationship Id="rId232" Type="http://schemas.openxmlformats.org/officeDocument/2006/relationships/slideLayout" Target="../slideLayouts/slideLayout232.xml"/><Relationship Id="rId274" Type="http://schemas.openxmlformats.org/officeDocument/2006/relationships/slideLayout" Target="../slideLayouts/slideLayout274.xml"/><Relationship Id="rId27" Type="http://schemas.openxmlformats.org/officeDocument/2006/relationships/slideLayout" Target="../slideLayouts/slideLayout27.xml"/><Relationship Id="rId69" Type="http://schemas.openxmlformats.org/officeDocument/2006/relationships/slideLayout" Target="../slideLayouts/slideLayout69.xml"/><Relationship Id="rId134" Type="http://schemas.openxmlformats.org/officeDocument/2006/relationships/slideLayout" Target="../slideLayouts/slideLayout134.xml"/><Relationship Id="rId80" Type="http://schemas.openxmlformats.org/officeDocument/2006/relationships/slideLayout" Target="../slideLayouts/slideLayout80.xml"/><Relationship Id="rId176" Type="http://schemas.openxmlformats.org/officeDocument/2006/relationships/slideLayout" Target="../slideLayouts/slideLayout176.xml"/><Relationship Id="rId341" Type="http://schemas.openxmlformats.org/officeDocument/2006/relationships/slideLayout" Target="../slideLayouts/slideLayout341.xml"/><Relationship Id="rId383" Type="http://schemas.openxmlformats.org/officeDocument/2006/relationships/slideLayout" Target="../slideLayouts/slideLayout383.xml"/><Relationship Id="rId439" Type="http://schemas.openxmlformats.org/officeDocument/2006/relationships/slideLayout" Target="../slideLayouts/slideLayout439.xml"/><Relationship Id="rId201" Type="http://schemas.openxmlformats.org/officeDocument/2006/relationships/slideLayout" Target="../slideLayouts/slideLayout201.xml"/><Relationship Id="rId243" Type="http://schemas.openxmlformats.org/officeDocument/2006/relationships/slideLayout" Target="../slideLayouts/slideLayout243.xml"/><Relationship Id="rId285" Type="http://schemas.openxmlformats.org/officeDocument/2006/relationships/slideLayout" Target="../slideLayouts/slideLayout285.xml"/><Relationship Id="rId38" Type="http://schemas.openxmlformats.org/officeDocument/2006/relationships/slideLayout" Target="../slideLayouts/slideLayout38.xml"/><Relationship Id="rId103" Type="http://schemas.openxmlformats.org/officeDocument/2006/relationships/slideLayout" Target="../slideLayouts/slideLayout103.xml"/><Relationship Id="rId310" Type="http://schemas.openxmlformats.org/officeDocument/2006/relationships/slideLayout" Target="../slideLayouts/slideLayout310.xml"/><Relationship Id="rId91" Type="http://schemas.openxmlformats.org/officeDocument/2006/relationships/slideLayout" Target="../slideLayouts/slideLayout91.xml"/><Relationship Id="rId145" Type="http://schemas.openxmlformats.org/officeDocument/2006/relationships/slideLayout" Target="../slideLayouts/slideLayout145.xml"/><Relationship Id="rId187" Type="http://schemas.openxmlformats.org/officeDocument/2006/relationships/slideLayout" Target="../slideLayouts/slideLayout187.xml"/><Relationship Id="rId352" Type="http://schemas.openxmlformats.org/officeDocument/2006/relationships/slideLayout" Target="../slideLayouts/slideLayout352.xml"/><Relationship Id="rId394" Type="http://schemas.openxmlformats.org/officeDocument/2006/relationships/slideLayout" Target="../slideLayouts/slideLayout394.xml"/><Relationship Id="rId408" Type="http://schemas.openxmlformats.org/officeDocument/2006/relationships/slideLayout" Target="../slideLayouts/slideLayout408.xml"/><Relationship Id="rId212" Type="http://schemas.openxmlformats.org/officeDocument/2006/relationships/slideLayout" Target="../slideLayouts/slideLayout212.xml"/><Relationship Id="rId254" Type="http://schemas.openxmlformats.org/officeDocument/2006/relationships/slideLayout" Target="../slideLayouts/slideLayout254.xml"/><Relationship Id="rId49" Type="http://schemas.openxmlformats.org/officeDocument/2006/relationships/slideLayout" Target="../slideLayouts/slideLayout49.xml"/><Relationship Id="rId114" Type="http://schemas.openxmlformats.org/officeDocument/2006/relationships/slideLayout" Target="../slideLayouts/slideLayout114.xml"/><Relationship Id="rId296" Type="http://schemas.openxmlformats.org/officeDocument/2006/relationships/slideLayout" Target="../slideLayouts/slideLayout296.xml"/><Relationship Id="rId60" Type="http://schemas.openxmlformats.org/officeDocument/2006/relationships/slideLayout" Target="../slideLayouts/slideLayout60.xml"/><Relationship Id="rId156" Type="http://schemas.openxmlformats.org/officeDocument/2006/relationships/slideLayout" Target="../slideLayouts/slideLayout156.xml"/><Relationship Id="rId198" Type="http://schemas.openxmlformats.org/officeDocument/2006/relationships/slideLayout" Target="../slideLayouts/slideLayout198.xml"/><Relationship Id="rId321" Type="http://schemas.openxmlformats.org/officeDocument/2006/relationships/slideLayout" Target="../slideLayouts/slideLayout321.xml"/><Relationship Id="rId363" Type="http://schemas.openxmlformats.org/officeDocument/2006/relationships/slideLayout" Target="../slideLayouts/slideLayout363.xml"/><Relationship Id="rId419" Type="http://schemas.openxmlformats.org/officeDocument/2006/relationships/slideLayout" Target="../slideLayouts/slideLayout419.xml"/><Relationship Id="rId202" Type="http://schemas.openxmlformats.org/officeDocument/2006/relationships/slideLayout" Target="../slideLayouts/slideLayout202.xml"/><Relationship Id="rId223" Type="http://schemas.openxmlformats.org/officeDocument/2006/relationships/slideLayout" Target="../slideLayouts/slideLayout223.xml"/><Relationship Id="rId244" Type="http://schemas.openxmlformats.org/officeDocument/2006/relationships/slideLayout" Target="../slideLayouts/slideLayout244.xml"/><Relationship Id="rId430" Type="http://schemas.openxmlformats.org/officeDocument/2006/relationships/slideLayout" Target="../slideLayouts/slideLayout430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265" Type="http://schemas.openxmlformats.org/officeDocument/2006/relationships/slideLayout" Target="../slideLayouts/slideLayout265.xml"/><Relationship Id="rId286" Type="http://schemas.openxmlformats.org/officeDocument/2006/relationships/slideLayout" Target="../slideLayouts/slideLayout286.xml"/><Relationship Id="rId50" Type="http://schemas.openxmlformats.org/officeDocument/2006/relationships/slideLayout" Target="../slideLayouts/slideLayout50.xml"/><Relationship Id="rId104" Type="http://schemas.openxmlformats.org/officeDocument/2006/relationships/slideLayout" Target="../slideLayouts/slideLayout104.xml"/><Relationship Id="rId125" Type="http://schemas.openxmlformats.org/officeDocument/2006/relationships/slideLayout" Target="../slideLayouts/slideLayout125.xml"/><Relationship Id="rId146" Type="http://schemas.openxmlformats.org/officeDocument/2006/relationships/slideLayout" Target="../slideLayouts/slideLayout146.xml"/><Relationship Id="rId167" Type="http://schemas.openxmlformats.org/officeDocument/2006/relationships/slideLayout" Target="../slideLayouts/slideLayout167.xml"/><Relationship Id="rId188" Type="http://schemas.openxmlformats.org/officeDocument/2006/relationships/slideLayout" Target="../slideLayouts/slideLayout188.xml"/><Relationship Id="rId311" Type="http://schemas.openxmlformats.org/officeDocument/2006/relationships/slideLayout" Target="../slideLayouts/slideLayout311.xml"/><Relationship Id="rId332" Type="http://schemas.openxmlformats.org/officeDocument/2006/relationships/slideLayout" Target="../slideLayouts/slideLayout332.xml"/><Relationship Id="rId353" Type="http://schemas.openxmlformats.org/officeDocument/2006/relationships/slideLayout" Target="../slideLayouts/slideLayout353.xml"/><Relationship Id="rId374" Type="http://schemas.openxmlformats.org/officeDocument/2006/relationships/slideLayout" Target="../slideLayouts/slideLayout374.xml"/><Relationship Id="rId395" Type="http://schemas.openxmlformats.org/officeDocument/2006/relationships/slideLayout" Target="../slideLayouts/slideLayout395.xml"/><Relationship Id="rId409" Type="http://schemas.openxmlformats.org/officeDocument/2006/relationships/slideLayout" Target="../slideLayouts/slideLayout409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13" Type="http://schemas.openxmlformats.org/officeDocument/2006/relationships/slideLayout" Target="../slideLayouts/slideLayout213.xml"/><Relationship Id="rId234" Type="http://schemas.openxmlformats.org/officeDocument/2006/relationships/slideLayout" Target="../slideLayouts/slideLayout234.xml"/><Relationship Id="rId420" Type="http://schemas.openxmlformats.org/officeDocument/2006/relationships/slideLayout" Target="../slideLayouts/slideLayout420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55" Type="http://schemas.openxmlformats.org/officeDocument/2006/relationships/slideLayout" Target="../slideLayouts/slideLayout255.xml"/><Relationship Id="rId276" Type="http://schemas.openxmlformats.org/officeDocument/2006/relationships/slideLayout" Target="../slideLayouts/slideLayout276.xml"/><Relationship Id="rId297" Type="http://schemas.openxmlformats.org/officeDocument/2006/relationships/slideLayout" Target="../slideLayouts/slideLayout297.xml"/><Relationship Id="rId441" Type="http://schemas.openxmlformats.org/officeDocument/2006/relationships/slideLayout" Target="../slideLayouts/slideLayout441.xml"/><Relationship Id="rId40" Type="http://schemas.openxmlformats.org/officeDocument/2006/relationships/slideLayout" Target="../slideLayouts/slideLayout40.xml"/><Relationship Id="rId115" Type="http://schemas.openxmlformats.org/officeDocument/2006/relationships/slideLayout" Target="../slideLayouts/slideLayout115.xml"/><Relationship Id="rId136" Type="http://schemas.openxmlformats.org/officeDocument/2006/relationships/slideLayout" Target="../slideLayouts/slideLayout136.xml"/><Relationship Id="rId157" Type="http://schemas.openxmlformats.org/officeDocument/2006/relationships/slideLayout" Target="../slideLayouts/slideLayout157.xml"/><Relationship Id="rId178" Type="http://schemas.openxmlformats.org/officeDocument/2006/relationships/slideLayout" Target="../slideLayouts/slideLayout178.xml"/><Relationship Id="rId301" Type="http://schemas.openxmlformats.org/officeDocument/2006/relationships/slideLayout" Target="../slideLayouts/slideLayout301.xml"/><Relationship Id="rId322" Type="http://schemas.openxmlformats.org/officeDocument/2006/relationships/slideLayout" Target="../slideLayouts/slideLayout322.xml"/><Relationship Id="rId343" Type="http://schemas.openxmlformats.org/officeDocument/2006/relationships/slideLayout" Target="../slideLayouts/slideLayout343.xml"/><Relationship Id="rId364" Type="http://schemas.openxmlformats.org/officeDocument/2006/relationships/slideLayout" Target="../slideLayouts/slideLayout364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9" Type="http://schemas.openxmlformats.org/officeDocument/2006/relationships/slideLayout" Target="../slideLayouts/slideLayout199.xml"/><Relationship Id="rId203" Type="http://schemas.openxmlformats.org/officeDocument/2006/relationships/slideLayout" Target="../slideLayouts/slideLayout203.xml"/><Relationship Id="rId385" Type="http://schemas.openxmlformats.org/officeDocument/2006/relationships/slideLayout" Target="../slideLayouts/slideLayout385.xml"/><Relationship Id="rId19" Type="http://schemas.openxmlformats.org/officeDocument/2006/relationships/slideLayout" Target="../slideLayouts/slideLayout19.xml"/><Relationship Id="rId224" Type="http://schemas.openxmlformats.org/officeDocument/2006/relationships/slideLayout" Target="../slideLayouts/slideLayout224.xml"/><Relationship Id="rId245" Type="http://schemas.openxmlformats.org/officeDocument/2006/relationships/slideLayout" Target="../slideLayouts/slideLayout245.xml"/><Relationship Id="rId266" Type="http://schemas.openxmlformats.org/officeDocument/2006/relationships/slideLayout" Target="../slideLayouts/slideLayout266.xml"/><Relationship Id="rId287" Type="http://schemas.openxmlformats.org/officeDocument/2006/relationships/slideLayout" Target="../slideLayouts/slideLayout287.xml"/><Relationship Id="rId410" Type="http://schemas.openxmlformats.org/officeDocument/2006/relationships/slideLayout" Target="../slideLayouts/slideLayout410.xml"/><Relationship Id="rId431" Type="http://schemas.openxmlformats.org/officeDocument/2006/relationships/slideLayout" Target="../slideLayouts/slideLayout431.xml"/><Relationship Id="rId30" Type="http://schemas.openxmlformats.org/officeDocument/2006/relationships/slideLayout" Target="../slideLayouts/slideLayout30.xml"/><Relationship Id="rId105" Type="http://schemas.openxmlformats.org/officeDocument/2006/relationships/slideLayout" Target="../slideLayouts/slideLayout105.xml"/><Relationship Id="rId126" Type="http://schemas.openxmlformats.org/officeDocument/2006/relationships/slideLayout" Target="../slideLayouts/slideLayout126.xml"/><Relationship Id="rId147" Type="http://schemas.openxmlformats.org/officeDocument/2006/relationships/slideLayout" Target="../slideLayouts/slideLayout147.xml"/><Relationship Id="rId168" Type="http://schemas.openxmlformats.org/officeDocument/2006/relationships/slideLayout" Target="../slideLayouts/slideLayout168.xml"/><Relationship Id="rId312" Type="http://schemas.openxmlformats.org/officeDocument/2006/relationships/slideLayout" Target="../slideLayouts/slideLayout312.xml"/><Relationship Id="rId333" Type="http://schemas.openxmlformats.org/officeDocument/2006/relationships/slideLayout" Target="../slideLayouts/slideLayout333.xml"/><Relationship Id="rId354" Type="http://schemas.openxmlformats.org/officeDocument/2006/relationships/slideLayout" Target="../slideLayouts/slideLayout354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189" Type="http://schemas.openxmlformats.org/officeDocument/2006/relationships/slideLayout" Target="../slideLayouts/slideLayout189.xml"/><Relationship Id="rId375" Type="http://schemas.openxmlformats.org/officeDocument/2006/relationships/slideLayout" Target="../slideLayouts/slideLayout375.xml"/><Relationship Id="rId396" Type="http://schemas.openxmlformats.org/officeDocument/2006/relationships/slideLayout" Target="../slideLayouts/slideLayout396.xml"/><Relationship Id="rId3" Type="http://schemas.openxmlformats.org/officeDocument/2006/relationships/slideLayout" Target="../slideLayouts/slideLayout3.xml"/><Relationship Id="rId214" Type="http://schemas.openxmlformats.org/officeDocument/2006/relationships/slideLayout" Target="../slideLayouts/slideLayout214.xml"/><Relationship Id="rId235" Type="http://schemas.openxmlformats.org/officeDocument/2006/relationships/slideLayout" Target="../slideLayouts/slideLayout235.xml"/><Relationship Id="rId256" Type="http://schemas.openxmlformats.org/officeDocument/2006/relationships/slideLayout" Target="../slideLayouts/slideLayout256.xml"/><Relationship Id="rId277" Type="http://schemas.openxmlformats.org/officeDocument/2006/relationships/slideLayout" Target="../slideLayouts/slideLayout277.xml"/><Relationship Id="rId298" Type="http://schemas.openxmlformats.org/officeDocument/2006/relationships/slideLayout" Target="../slideLayouts/slideLayout298.xml"/><Relationship Id="rId400" Type="http://schemas.openxmlformats.org/officeDocument/2006/relationships/slideLayout" Target="../slideLayouts/slideLayout400.xml"/><Relationship Id="rId421" Type="http://schemas.openxmlformats.org/officeDocument/2006/relationships/slideLayout" Target="../slideLayouts/slideLayout421.xml"/><Relationship Id="rId442" Type="http://schemas.openxmlformats.org/officeDocument/2006/relationships/slideLayout" Target="../slideLayouts/slideLayout442.xml"/><Relationship Id="rId116" Type="http://schemas.openxmlformats.org/officeDocument/2006/relationships/slideLayout" Target="../slideLayouts/slideLayout116.xml"/><Relationship Id="rId137" Type="http://schemas.openxmlformats.org/officeDocument/2006/relationships/slideLayout" Target="../slideLayouts/slideLayout137.xml"/><Relationship Id="rId158" Type="http://schemas.openxmlformats.org/officeDocument/2006/relationships/slideLayout" Target="../slideLayouts/slideLayout158.xml"/><Relationship Id="rId302" Type="http://schemas.openxmlformats.org/officeDocument/2006/relationships/slideLayout" Target="../slideLayouts/slideLayout302.xml"/><Relationship Id="rId323" Type="http://schemas.openxmlformats.org/officeDocument/2006/relationships/slideLayout" Target="../slideLayouts/slideLayout323.xml"/><Relationship Id="rId344" Type="http://schemas.openxmlformats.org/officeDocument/2006/relationships/slideLayout" Target="../slideLayouts/slideLayout344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62" Type="http://schemas.openxmlformats.org/officeDocument/2006/relationships/slideLayout" Target="../slideLayouts/slideLayout62.xml"/><Relationship Id="rId83" Type="http://schemas.openxmlformats.org/officeDocument/2006/relationships/slideLayout" Target="../slideLayouts/slideLayout83.xml"/><Relationship Id="rId179" Type="http://schemas.openxmlformats.org/officeDocument/2006/relationships/slideLayout" Target="../slideLayouts/slideLayout179.xml"/><Relationship Id="rId365" Type="http://schemas.openxmlformats.org/officeDocument/2006/relationships/slideLayout" Target="../slideLayouts/slideLayout365.xml"/><Relationship Id="rId386" Type="http://schemas.openxmlformats.org/officeDocument/2006/relationships/slideLayout" Target="../slideLayouts/slideLayout386.xml"/><Relationship Id="rId190" Type="http://schemas.openxmlformats.org/officeDocument/2006/relationships/slideLayout" Target="../slideLayouts/slideLayout190.xml"/><Relationship Id="rId204" Type="http://schemas.openxmlformats.org/officeDocument/2006/relationships/slideLayout" Target="../slideLayouts/slideLayout204.xml"/><Relationship Id="rId225" Type="http://schemas.openxmlformats.org/officeDocument/2006/relationships/slideLayout" Target="../slideLayouts/slideLayout225.xml"/><Relationship Id="rId246" Type="http://schemas.openxmlformats.org/officeDocument/2006/relationships/slideLayout" Target="../slideLayouts/slideLayout246.xml"/><Relationship Id="rId267" Type="http://schemas.openxmlformats.org/officeDocument/2006/relationships/slideLayout" Target="../slideLayouts/slideLayout267.xml"/><Relationship Id="rId288" Type="http://schemas.openxmlformats.org/officeDocument/2006/relationships/slideLayout" Target="../slideLayouts/slideLayout288.xml"/><Relationship Id="rId411" Type="http://schemas.openxmlformats.org/officeDocument/2006/relationships/slideLayout" Target="../slideLayouts/slideLayout411.xml"/><Relationship Id="rId432" Type="http://schemas.openxmlformats.org/officeDocument/2006/relationships/slideLayout" Target="../slideLayouts/slideLayout432.xml"/><Relationship Id="rId106" Type="http://schemas.openxmlformats.org/officeDocument/2006/relationships/slideLayout" Target="../slideLayouts/slideLayout106.xml"/><Relationship Id="rId127" Type="http://schemas.openxmlformats.org/officeDocument/2006/relationships/slideLayout" Target="../slideLayouts/slideLayout127.xml"/><Relationship Id="rId313" Type="http://schemas.openxmlformats.org/officeDocument/2006/relationships/slideLayout" Target="../slideLayouts/slideLayout313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52" Type="http://schemas.openxmlformats.org/officeDocument/2006/relationships/slideLayout" Target="../slideLayouts/slideLayout52.xml"/><Relationship Id="rId73" Type="http://schemas.openxmlformats.org/officeDocument/2006/relationships/slideLayout" Target="../slideLayouts/slideLayout73.xml"/><Relationship Id="rId94" Type="http://schemas.openxmlformats.org/officeDocument/2006/relationships/slideLayout" Target="../slideLayouts/slideLayout94.xml"/><Relationship Id="rId148" Type="http://schemas.openxmlformats.org/officeDocument/2006/relationships/slideLayout" Target="../slideLayouts/slideLayout148.xml"/><Relationship Id="rId169" Type="http://schemas.openxmlformats.org/officeDocument/2006/relationships/slideLayout" Target="../slideLayouts/slideLayout169.xml"/><Relationship Id="rId334" Type="http://schemas.openxmlformats.org/officeDocument/2006/relationships/slideLayout" Target="../slideLayouts/slideLayout334.xml"/><Relationship Id="rId355" Type="http://schemas.openxmlformats.org/officeDocument/2006/relationships/slideLayout" Target="../slideLayouts/slideLayout355.xml"/><Relationship Id="rId376" Type="http://schemas.openxmlformats.org/officeDocument/2006/relationships/slideLayout" Target="../slideLayouts/slideLayout376.xml"/><Relationship Id="rId397" Type="http://schemas.openxmlformats.org/officeDocument/2006/relationships/slideLayout" Target="../slideLayouts/slideLayout397.xml"/><Relationship Id="rId4" Type="http://schemas.openxmlformats.org/officeDocument/2006/relationships/slideLayout" Target="../slideLayouts/slideLayout4.xml"/><Relationship Id="rId180" Type="http://schemas.openxmlformats.org/officeDocument/2006/relationships/slideLayout" Target="../slideLayouts/slideLayout180.xml"/><Relationship Id="rId215" Type="http://schemas.openxmlformats.org/officeDocument/2006/relationships/slideLayout" Target="../slideLayouts/slideLayout215.xml"/><Relationship Id="rId236" Type="http://schemas.openxmlformats.org/officeDocument/2006/relationships/slideLayout" Target="../slideLayouts/slideLayout236.xml"/><Relationship Id="rId257" Type="http://schemas.openxmlformats.org/officeDocument/2006/relationships/slideLayout" Target="../slideLayouts/slideLayout257.xml"/><Relationship Id="rId278" Type="http://schemas.openxmlformats.org/officeDocument/2006/relationships/slideLayout" Target="../slideLayouts/slideLayout278.xml"/><Relationship Id="rId401" Type="http://schemas.openxmlformats.org/officeDocument/2006/relationships/slideLayout" Target="../slideLayouts/slideLayout401.xml"/><Relationship Id="rId422" Type="http://schemas.openxmlformats.org/officeDocument/2006/relationships/slideLayout" Target="../slideLayouts/slideLayout422.xml"/><Relationship Id="rId443" Type="http://schemas.openxmlformats.org/officeDocument/2006/relationships/slideLayout" Target="../slideLayouts/slideLayout443.xml"/><Relationship Id="rId303" Type="http://schemas.openxmlformats.org/officeDocument/2006/relationships/slideLayout" Target="../slideLayouts/slideLayout303.xml"/><Relationship Id="rId42" Type="http://schemas.openxmlformats.org/officeDocument/2006/relationships/slideLayout" Target="../slideLayouts/slideLayout42.xml"/><Relationship Id="rId84" Type="http://schemas.openxmlformats.org/officeDocument/2006/relationships/slideLayout" Target="../slideLayouts/slideLayout84.xml"/><Relationship Id="rId138" Type="http://schemas.openxmlformats.org/officeDocument/2006/relationships/slideLayout" Target="../slideLayouts/slideLayout138.xml"/><Relationship Id="rId345" Type="http://schemas.openxmlformats.org/officeDocument/2006/relationships/slideLayout" Target="../slideLayouts/slideLayout345.xml"/><Relationship Id="rId387" Type="http://schemas.openxmlformats.org/officeDocument/2006/relationships/slideLayout" Target="../slideLayouts/slideLayout387.xml"/><Relationship Id="rId191" Type="http://schemas.openxmlformats.org/officeDocument/2006/relationships/slideLayout" Target="../slideLayouts/slideLayout191.xml"/><Relationship Id="rId205" Type="http://schemas.openxmlformats.org/officeDocument/2006/relationships/slideLayout" Target="../slideLayouts/slideLayout205.xml"/><Relationship Id="rId247" Type="http://schemas.openxmlformats.org/officeDocument/2006/relationships/slideLayout" Target="../slideLayouts/slideLayout247.xml"/><Relationship Id="rId412" Type="http://schemas.openxmlformats.org/officeDocument/2006/relationships/slideLayout" Target="../slideLayouts/slideLayout412.xml"/><Relationship Id="rId107" Type="http://schemas.openxmlformats.org/officeDocument/2006/relationships/slideLayout" Target="../slideLayouts/slideLayout107.xml"/><Relationship Id="rId289" Type="http://schemas.openxmlformats.org/officeDocument/2006/relationships/slideLayout" Target="../slideLayouts/slideLayout289.xml"/><Relationship Id="rId11" Type="http://schemas.openxmlformats.org/officeDocument/2006/relationships/slideLayout" Target="../slideLayouts/slideLayout11.xml"/><Relationship Id="rId53" Type="http://schemas.openxmlformats.org/officeDocument/2006/relationships/slideLayout" Target="../slideLayouts/slideLayout53.xml"/><Relationship Id="rId149" Type="http://schemas.openxmlformats.org/officeDocument/2006/relationships/slideLayout" Target="../slideLayouts/slideLayout149.xml"/><Relationship Id="rId314" Type="http://schemas.openxmlformats.org/officeDocument/2006/relationships/slideLayout" Target="../slideLayouts/slideLayout314.xml"/><Relationship Id="rId356" Type="http://schemas.openxmlformats.org/officeDocument/2006/relationships/slideLayout" Target="../slideLayouts/slideLayout356.xml"/><Relationship Id="rId398" Type="http://schemas.openxmlformats.org/officeDocument/2006/relationships/slideLayout" Target="../slideLayouts/slideLayout398.xml"/><Relationship Id="rId95" Type="http://schemas.openxmlformats.org/officeDocument/2006/relationships/slideLayout" Target="../slideLayouts/slideLayout95.xml"/><Relationship Id="rId160" Type="http://schemas.openxmlformats.org/officeDocument/2006/relationships/slideLayout" Target="../slideLayouts/slideLayout160.xml"/><Relationship Id="rId216" Type="http://schemas.openxmlformats.org/officeDocument/2006/relationships/slideLayout" Target="../slideLayouts/slideLayout216.xml"/><Relationship Id="rId423" Type="http://schemas.openxmlformats.org/officeDocument/2006/relationships/slideLayout" Target="../slideLayouts/slideLayout423.xml"/><Relationship Id="rId258" Type="http://schemas.openxmlformats.org/officeDocument/2006/relationships/slideLayout" Target="../slideLayouts/slideLayout258.xml"/><Relationship Id="rId22" Type="http://schemas.openxmlformats.org/officeDocument/2006/relationships/slideLayout" Target="../slideLayouts/slideLayout22.xml"/><Relationship Id="rId64" Type="http://schemas.openxmlformats.org/officeDocument/2006/relationships/slideLayout" Target="../slideLayouts/slideLayout64.xml"/><Relationship Id="rId118" Type="http://schemas.openxmlformats.org/officeDocument/2006/relationships/slideLayout" Target="../slideLayouts/slideLayout118.xml"/><Relationship Id="rId325" Type="http://schemas.openxmlformats.org/officeDocument/2006/relationships/slideLayout" Target="../slideLayouts/slideLayout325.xml"/><Relationship Id="rId367" Type="http://schemas.openxmlformats.org/officeDocument/2006/relationships/slideLayout" Target="../slideLayouts/slideLayout367.xml"/><Relationship Id="rId171" Type="http://schemas.openxmlformats.org/officeDocument/2006/relationships/slideLayout" Target="../slideLayouts/slideLayout171.xml"/><Relationship Id="rId227" Type="http://schemas.openxmlformats.org/officeDocument/2006/relationships/slideLayout" Target="../slideLayouts/slideLayout227.xml"/><Relationship Id="rId269" Type="http://schemas.openxmlformats.org/officeDocument/2006/relationships/slideLayout" Target="../slideLayouts/slideLayout269.xml"/><Relationship Id="rId434" Type="http://schemas.openxmlformats.org/officeDocument/2006/relationships/slideLayout" Target="../slideLayouts/slideLayout434.xml"/><Relationship Id="rId33" Type="http://schemas.openxmlformats.org/officeDocument/2006/relationships/slideLayout" Target="../slideLayouts/slideLayout33.xml"/><Relationship Id="rId129" Type="http://schemas.openxmlformats.org/officeDocument/2006/relationships/slideLayout" Target="../slideLayouts/slideLayout129.xml"/><Relationship Id="rId280" Type="http://schemas.openxmlformats.org/officeDocument/2006/relationships/slideLayout" Target="../slideLayouts/slideLayout280.xml"/><Relationship Id="rId336" Type="http://schemas.openxmlformats.org/officeDocument/2006/relationships/slideLayout" Target="../slideLayouts/slideLayout336.xml"/><Relationship Id="rId75" Type="http://schemas.openxmlformats.org/officeDocument/2006/relationships/slideLayout" Target="../slideLayouts/slideLayout75.xml"/><Relationship Id="rId140" Type="http://schemas.openxmlformats.org/officeDocument/2006/relationships/slideLayout" Target="../slideLayouts/slideLayout140.xml"/><Relationship Id="rId182" Type="http://schemas.openxmlformats.org/officeDocument/2006/relationships/slideLayout" Target="../slideLayouts/slideLayout182.xml"/><Relationship Id="rId378" Type="http://schemas.openxmlformats.org/officeDocument/2006/relationships/slideLayout" Target="../slideLayouts/slideLayout378.xml"/><Relationship Id="rId403" Type="http://schemas.openxmlformats.org/officeDocument/2006/relationships/slideLayout" Target="../slideLayouts/slideLayout403.xml"/><Relationship Id="rId6" Type="http://schemas.openxmlformats.org/officeDocument/2006/relationships/slideLayout" Target="../slideLayouts/slideLayout6.xml"/><Relationship Id="rId238" Type="http://schemas.openxmlformats.org/officeDocument/2006/relationships/slideLayout" Target="../slideLayouts/slideLayout238.xml"/><Relationship Id="rId291" Type="http://schemas.openxmlformats.org/officeDocument/2006/relationships/slideLayout" Target="../slideLayouts/slideLayout291.xml"/><Relationship Id="rId305" Type="http://schemas.openxmlformats.org/officeDocument/2006/relationships/slideLayout" Target="../slideLayouts/slideLayout305.xml"/><Relationship Id="rId347" Type="http://schemas.openxmlformats.org/officeDocument/2006/relationships/slideLayout" Target="../slideLayouts/slideLayout347.xml"/><Relationship Id="rId44" Type="http://schemas.openxmlformats.org/officeDocument/2006/relationships/slideLayout" Target="../slideLayouts/slideLayout44.xml"/><Relationship Id="rId86" Type="http://schemas.openxmlformats.org/officeDocument/2006/relationships/slideLayout" Target="../slideLayouts/slideLayout86.xml"/><Relationship Id="rId151" Type="http://schemas.openxmlformats.org/officeDocument/2006/relationships/slideLayout" Target="../slideLayouts/slideLayout151.xml"/><Relationship Id="rId389" Type="http://schemas.openxmlformats.org/officeDocument/2006/relationships/slideLayout" Target="../slideLayouts/slideLayout389.xml"/><Relationship Id="rId193" Type="http://schemas.openxmlformats.org/officeDocument/2006/relationships/slideLayout" Target="../slideLayouts/slideLayout193.xml"/><Relationship Id="rId207" Type="http://schemas.openxmlformats.org/officeDocument/2006/relationships/slideLayout" Target="../slideLayouts/slideLayout207.xml"/><Relationship Id="rId249" Type="http://schemas.openxmlformats.org/officeDocument/2006/relationships/slideLayout" Target="../slideLayouts/slideLayout249.xml"/><Relationship Id="rId414" Type="http://schemas.openxmlformats.org/officeDocument/2006/relationships/slideLayout" Target="../slideLayouts/slideLayout414.xml"/><Relationship Id="rId13" Type="http://schemas.openxmlformats.org/officeDocument/2006/relationships/slideLayout" Target="../slideLayouts/slideLayout13.xml"/><Relationship Id="rId109" Type="http://schemas.openxmlformats.org/officeDocument/2006/relationships/slideLayout" Target="../slideLayouts/slideLayout109.xml"/><Relationship Id="rId260" Type="http://schemas.openxmlformats.org/officeDocument/2006/relationships/slideLayout" Target="../slideLayouts/slideLayout260.xml"/><Relationship Id="rId316" Type="http://schemas.openxmlformats.org/officeDocument/2006/relationships/slideLayout" Target="../slideLayouts/slideLayout316.xml"/><Relationship Id="rId55" Type="http://schemas.openxmlformats.org/officeDocument/2006/relationships/slideLayout" Target="../slideLayouts/slideLayout55.xml"/><Relationship Id="rId97" Type="http://schemas.openxmlformats.org/officeDocument/2006/relationships/slideLayout" Target="../slideLayouts/slideLayout97.xml"/><Relationship Id="rId120" Type="http://schemas.openxmlformats.org/officeDocument/2006/relationships/slideLayout" Target="../slideLayouts/slideLayout120.xml"/><Relationship Id="rId358" Type="http://schemas.openxmlformats.org/officeDocument/2006/relationships/slideLayout" Target="../slideLayouts/slideLayout358.xml"/><Relationship Id="rId162" Type="http://schemas.openxmlformats.org/officeDocument/2006/relationships/slideLayout" Target="../slideLayouts/slideLayout162.xml"/><Relationship Id="rId218" Type="http://schemas.openxmlformats.org/officeDocument/2006/relationships/slideLayout" Target="../slideLayouts/slideLayout218.xml"/><Relationship Id="rId425" Type="http://schemas.openxmlformats.org/officeDocument/2006/relationships/slideLayout" Target="../slideLayouts/slideLayout425.xml"/><Relationship Id="rId271" Type="http://schemas.openxmlformats.org/officeDocument/2006/relationships/slideLayout" Target="../slideLayouts/slideLayout271.xml"/><Relationship Id="rId24" Type="http://schemas.openxmlformats.org/officeDocument/2006/relationships/slideLayout" Target="../slideLayouts/slideLayout24.xml"/><Relationship Id="rId66" Type="http://schemas.openxmlformats.org/officeDocument/2006/relationships/slideLayout" Target="../slideLayouts/slideLayout66.xml"/><Relationship Id="rId131" Type="http://schemas.openxmlformats.org/officeDocument/2006/relationships/slideLayout" Target="../slideLayouts/slideLayout131.xml"/><Relationship Id="rId327" Type="http://schemas.openxmlformats.org/officeDocument/2006/relationships/slideLayout" Target="../slideLayouts/slideLayout327.xml"/><Relationship Id="rId369" Type="http://schemas.openxmlformats.org/officeDocument/2006/relationships/slideLayout" Target="../slideLayouts/slideLayout369.xml"/><Relationship Id="rId173" Type="http://schemas.openxmlformats.org/officeDocument/2006/relationships/slideLayout" Target="../slideLayouts/slideLayout173.xml"/><Relationship Id="rId229" Type="http://schemas.openxmlformats.org/officeDocument/2006/relationships/slideLayout" Target="../slideLayouts/slideLayout229.xml"/><Relationship Id="rId380" Type="http://schemas.openxmlformats.org/officeDocument/2006/relationships/slideLayout" Target="../slideLayouts/slideLayout380.xml"/><Relationship Id="rId436" Type="http://schemas.openxmlformats.org/officeDocument/2006/relationships/slideLayout" Target="../slideLayouts/slideLayout436.xml"/><Relationship Id="rId240" Type="http://schemas.openxmlformats.org/officeDocument/2006/relationships/slideLayout" Target="../slideLayouts/slideLayout240.xml"/><Relationship Id="rId35" Type="http://schemas.openxmlformats.org/officeDocument/2006/relationships/slideLayout" Target="../slideLayouts/slideLayout35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282" Type="http://schemas.openxmlformats.org/officeDocument/2006/relationships/slideLayout" Target="../slideLayouts/slideLayout282.xml"/><Relationship Id="rId338" Type="http://schemas.openxmlformats.org/officeDocument/2006/relationships/slideLayout" Target="../slideLayouts/slideLayout338.xml"/><Relationship Id="rId8" Type="http://schemas.openxmlformats.org/officeDocument/2006/relationships/slideLayout" Target="../slideLayouts/slideLayout8.xml"/><Relationship Id="rId142" Type="http://schemas.openxmlformats.org/officeDocument/2006/relationships/slideLayout" Target="../slideLayouts/slideLayout142.xml"/><Relationship Id="rId184" Type="http://schemas.openxmlformats.org/officeDocument/2006/relationships/slideLayout" Target="../slideLayouts/slideLayout184.xml"/><Relationship Id="rId391" Type="http://schemas.openxmlformats.org/officeDocument/2006/relationships/slideLayout" Target="../slideLayouts/slideLayout391.xml"/><Relationship Id="rId405" Type="http://schemas.openxmlformats.org/officeDocument/2006/relationships/slideLayout" Target="../slideLayouts/slideLayout405.xml"/><Relationship Id="rId251" Type="http://schemas.openxmlformats.org/officeDocument/2006/relationships/slideLayout" Target="../slideLayouts/slideLayout251.xml"/><Relationship Id="rId46" Type="http://schemas.openxmlformats.org/officeDocument/2006/relationships/slideLayout" Target="../slideLayouts/slideLayout46.xml"/><Relationship Id="rId293" Type="http://schemas.openxmlformats.org/officeDocument/2006/relationships/slideLayout" Target="../slideLayouts/slideLayout293.xml"/><Relationship Id="rId307" Type="http://schemas.openxmlformats.org/officeDocument/2006/relationships/slideLayout" Target="../slideLayouts/slideLayout307.xml"/><Relationship Id="rId349" Type="http://schemas.openxmlformats.org/officeDocument/2006/relationships/slideLayout" Target="../slideLayouts/slideLayout349.xml"/><Relationship Id="rId88" Type="http://schemas.openxmlformats.org/officeDocument/2006/relationships/slideLayout" Target="../slideLayouts/slideLayout88.xml"/><Relationship Id="rId111" Type="http://schemas.openxmlformats.org/officeDocument/2006/relationships/slideLayout" Target="../slideLayouts/slideLayout111.xml"/><Relationship Id="rId153" Type="http://schemas.openxmlformats.org/officeDocument/2006/relationships/slideLayout" Target="../slideLayouts/slideLayout153.xml"/><Relationship Id="rId195" Type="http://schemas.openxmlformats.org/officeDocument/2006/relationships/slideLayout" Target="../slideLayouts/slideLayout195.xml"/><Relationship Id="rId209" Type="http://schemas.openxmlformats.org/officeDocument/2006/relationships/slideLayout" Target="../slideLayouts/slideLayout209.xml"/><Relationship Id="rId360" Type="http://schemas.openxmlformats.org/officeDocument/2006/relationships/slideLayout" Target="../slideLayouts/slideLayout360.xml"/><Relationship Id="rId416" Type="http://schemas.openxmlformats.org/officeDocument/2006/relationships/slideLayout" Target="../slideLayouts/slideLayout416.xml"/><Relationship Id="rId220" Type="http://schemas.openxmlformats.org/officeDocument/2006/relationships/slideLayout" Target="../slideLayouts/slideLayout220.xml"/><Relationship Id="rId15" Type="http://schemas.openxmlformats.org/officeDocument/2006/relationships/slideLayout" Target="../slideLayouts/slideLayout15.xml"/><Relationship Id="rId57" Type="http://schemas.openxmlformats.org/officeDocument/2006/relationships/slideLayout" Target="../slideLayouts/slideLayout57.xml"/><Relationship Id="rId262" Type="http://schemas.openxmlformats.org/officeDocument/2006/relationships/slideLayout" Target="../slideLayouts/slideLayout262.xml"/><Relationship Id="rId318" Type="http://schemas.openxmlformats.org/officeDocument/2006/relationships/slideLayout" Target="../slideLayouts/slideLayout318.xml"/><Relationship Id="rId99" Type="http://schemas.openxmlformats.org/officeDocument/2006/relationships/slideLayout" Target="../slideLayouts/slideLayout99.xml"/><Relationship Id="rId122" Type="http://schemas.openxmlformats.org/officeDocument/2006/relationships/slideLayout" Target="../slideLayouts/slideLayout122.xml"/><Relationship Id="rId164" Type="http://schemas.openxmlformats.org/officeDocument/2006/relationships/slideLayout" Target="../slideLayouts/slideLayout164.xml"/><Relationship Id="rId371" Type="http://schemas.openxmlformats.org/officeDocument/2006/relationships/slideLayout" Target="../slideLayouts/slideLayout371.xml"/><Relationship Id="rId427" Type="http://schemas.openxmlformats.org/officeDocument/2006/relationships/slideLayout" Target="../slideLayouts/slideLayout427.xml"/><Relationship Id="rId26" Type="http://schemas.openxmlformats.org/officeDocument/2006/relationships/slideLayout" Target="../slideLayouts/slideLayout26.xml"/><Relationship Id="rId231" Type="http://schemas.openxmlformats.org/officeDocument/2006/relationships/slideLayout" Target="../slideLayouts/slideLayout231.xml"/><Relationship Id="rId273" Type="http://schemas.openxmlformats.org/officeDocument/2006/relationships/slideLayout" Target="../slideLayouts/slideLayout273.xml"/><Relationship Id="rId329" Type="http://schemas.openxmlformats.org/officeDocument/2006/relationships/slideLayout" Target="../slideLayouts/slideLayout329.xml"/><Relationship Id="rId68" Type="http://schemas.openxmlformats.org/officeDocument/2006/relationships/slideLayout" Target="../slideLayouts/slideLayout68.xml"/><Relationship Id="rId133" Type="http://schemas.openxmlformats.org/officeDocument/2006/relationships/slideLayout" Target="../slideLayouts/slideLayout133.xml"/><Relationship Id="rId175" Type="http://schemas.openxmlformats.org/officeDocument/2006/relationships/slideLayout" Target="../slideLayouts/slideLayout175.xml"/><Relationship Id="rId340" Type="http://schemas.openxmlformats.org/officeDocument/2006/relationships/slideLayout" Target="../slideLayouts/slideLayout340.xml"/><Relationship Id="rId200" Type="http://schemas.openxmlformats.org/officeDocument/2006/relationships/slideLayout" Target="../slideLayouts/slideLayout200.xml"/><Relationship Id="rId382" Type="http://schemas.openxmlformats.org/officeDocument/2006/relationships/slideLayout" Target="../slideLayouts/slideLayout382.xml"/><Relationship Id="rId438" Type="http://schemas.openxmlformats.org/officeDocument/2006/relationships/slideLayout" Target="../slideLayouts/slideLayout438.xml"/><Relationship Id="rId242" Type="http://schemas.openxmlformats.org/officeDocument/2006/relationships/slideLayout" Target="../slideLayouts/slideLayout242.xml"/><Relationship Id="rId284" Type="http://schemas.openxmlformats.org/officeDocument/2006/relationships/slideLayout" Target="../slideLayouts/slideLayout284.xml"/><Relationship Id="rId37" Type="http://schemas.openxmlformats.org/officeDocument/2006/relationships/slideLayout" Target="../slideLayouts/slideLayout37.xml"/><Relationship Id="rId79" Type="http://schemas.openxmlformats.org/officeDocument/2006/relationships/slideLayout" Target="../slideLayouts/slideLayout79.xml"/><Relationship Id="rId102" Type="http://schemas.openxmlformats.org/officeDocument/2006/relationships/slideLayout" Target="../slideLayouts/slideLayout102.xml"/><Relationship Id="rId144" Type="http://schemas.openxmlformats.org/officeDocument/2006/relationships/slideLayout" Target="../slideLayouts/slideLayout144.xml"/><Relationship Id="rId90" Type="http://schemas.openxmlformats.org/officeDocument/2006/relationships/slideLayout" Target="../slideLayouts/slideLayout90.xml"/><Relationship Id="rId186" Type="http://schemas.openxmlformats.org/officeDocument/2006/relationships/slideLayout" Target="../slideLayouts/slideLayout186.xml"/><Relationship Id="rId351" Type="http://schemas.openxmlformats.org/officeDocument/2006/relationships/slideLayout" Target="../slideLayouts/slideLayout351.xml"/><Relationship Id="rId393" Type="http://schemas.openxmlformats.org/officeDocument/2006/relationships/slideLayout" Target="../slideLayouts/slideLayout393.xml"/><Relationship Id="rId407" Type="http://schemas.openxmlformats.org/officeDocument/2006/relationships/slideLayout" Target="../slideLayouts/slideLayout407.xml"/><Relationship Id="rId211" Type="http://schemas.openxmlformats.org/officeDocument/2006/relationships/slideLayout" Target="../slideLayouts/slideLayout211.xml"/><Relationship Id="rId253" Type="http://schemas.openxmlformats.org/officeDocument/2006/relationships/slideLayout" Target="../slideLayouts/slideLayout253.xml"/><Relationship Id="rId295" Type="http://schemas.openxmlformats.org/officeDocument/2006/relationships/slideLayout" Target="../slideLayouts/slideLayout295.xml"/><Relationship Id="rId309" Type="http://schemas.openxmlformats.org/officeDocument/2006/relationships/slideLayout" Target="../slideLayouts/slideLayout309.xml"/><Relationship Id="rId48" Type="http://schemas.openxmlformats.org/officeDocument/2006/relationships/slideLayout" Target="../slideLayouts/slideLayout48.xml"/><Relationship Id="rId113" Type="http://schemas.openxmlformats.org/officeDocument/2006/relationships/slideLayout" Target="../slideLayouts/slideLayout113.xml"/><Relationship Id="rId320" Type="http://schemas.openxmlformats.org/officeDocument/2006/relationships/slideLayout" Target="../slideLayouts/slideLayout320.xml"/><Relationship Id="rId155" Type="http://schemas.openxmlformats.org/officeDocument/2006/relationships/slideLayout" Target="../slideLayouts/slideLayout155.xml"/><Relationship Id="rId197" Type="http://schemas.openxmlformats.org/officeDocument/2006/relationships/slideLayout" Target="../slideLayouts/slideLayout197.xml"/><Relationship Id="rId362" Type="http://schemas.openxmlformats.org/officeDocument/2006/relationships/slideLayout" Target="../slideLayouts/slideLayout362.xml"/><Relationship Id="rId418" Type="http://schemas.openxmlformats.org/officeDocument/2006/relationships/slideLayout" Target="../slideLayouts/slideLayout418.xml"/><Relationship Id="rId222" Type="http://schemas.openxmlformats.org/officeDocument/2006/relationships/slideLayout" Target="../slideLayouts/slideLayout222.xml"/><Relationship Id="rId264" Type="http://schemas.openxmlformats.org/officeDocument/2006/relationships/slideLayout" Target="../slideLayouts/slideLayout264.xml"/><Relationship Id="rId17" Type="http://schemas.openxmlformats.org/officeDocument/2006/relationships/slideLayout" Target="../slideLayouts/slideLayout17.xml"/><Relationship Id="rId59" Type="http://schemas.openxmlformats.org/officeDocument/2006/relationships/slideLayout" Target="../slideLayouts/slideLayout59.xml"/><Relationship Id="rId124" Type="http://schemas.openxmlformats.org/officeDocument/2006/relationships/slideLayout" Target="../slideLayouts/slideLayout124.xml"/><Relationship Id="rId70" Type="http://schemas.openxmlformats.org/officeDocument/2006/relationships/slideLayout" Target="../slideLayouts/slideLayout70.xml"/><Relationship Id="rId166" Type="http://schemas.openxmlformats.org/officeDocument/2006/relationships/slideLayout" Target="../slideLayouts/slideLayout166.xml"/><Relationship Id="rId331" Type="http://schemas.openxmlformats.org/officeDocument/2006/relationships/slideLayout" Target="../slideLayouts/slideLayout331.xml"/><Relationship Id="rId373" Type="http://schemas.openxmlformats.org/officeDocument/2006/relationships/slideLayout" Target="../slideLayouts/slideLayout373.xml"/><Relationship Id="rId429" Type="http://schemas.openxmlformats.org/officeDocument/2006/relationships/slideLayout" Target="../slideLayouts/slideLayout429.xml"/><Relationship Id="rId1" Type="http://schemas.openxmlformats.org/officeDocument/2006/relationships/slideLayout" Target="../slideLayouts/slideLayout1.xml"/><Relationship Id="rId233" Type="http://schemas.openxmlformats.org/officeDocument/2006/relationships/slideLayout" Target="../slideLayouts/slideLayout233.xml"/><Relationship Id="rId440" Type="http://schemas.openxmlformats.org/officeDocument/2006/relationships/slideLayout" Target="../slideLayouts/slideLayout440.xml"/><Relationship Id="rId28" Type="http://schemas.openxmlformats.org/officeDocument/2006/relationships/slideLayout" Target="../slideLayouts/slideLayout28.xml"/><Relationship Id="rId275" Type="http://schemas.openxmlformats.org/officeDocument/2006/relationships/slideLayout" Target="../slideLayouts/slideLayout275.xml"/><Relationship Id="rId300" Type="http://schemas.openxmlformats.org/officeDocument/2006/relationships/slideLayout" Target="../slideLayouts/slideLayout300.xml"/><Relationship Id="rId81" Type="http://schemas.openxmlformats.org/officeDocument/2006/relationships/slideLayout" Target="../slideLayouts/slideLayout81.xml"/><Relationship Id="rId135" Type="http://schemas.openxmlformats.org/officeDocument/2006/relationships/slideLayout" Target="../slideLayouts/slideLayout135.xml"/><Relationship Id="rId177" Type="http://schemas.openxmlformats.org/officeDocument/2006/relationships/slideLayout" Target="../slideLayouts/slideLayout177.xml"/><Relationship Id="rId342" Type="http://schemas.openxmlformats.org/officeDocument/2006/relationships/slideLayout" Target="../slideLayouts/slideLayout342.xml"/><Relationship Id="rId384" Type="http://schemas.openxmlformats.org/officeDocument/2006/relationships/slideLayout" Target="../slideLayouts/slideLayout38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2A12792-1BC8-8742-C95D-37318EBAC3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994169-2FD2-C948-898F-758DFA36E520}" type="slidenum">
              <a:rPr kumimoji="0" lang="ru-RU" sz="1800" b="0" i="0" u="none" strike="noStrike" kern="1200" cap="none" spc="0" normalizeH="0" baseline="0" noProof="0" smtClean="0">
                <a:ln>
                  <a:noFill/>
                </a:ln>
                <a:solidFill>
                  <a:srgbClr val="5D5D5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5D5D5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2877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  <p:sldLayoutId id="2147483797" r:id="rId3"/>
    <p:sldLayoutId id="2147483798" r:id="rId4"/>
    <p:sldLayoutId id="2147483799" r:id="rId5"/>
    <p:sldLayoutId id="2147483800" r:id="rId6"/>
    <p:sldLayoutId id="2147483801" r:id="rId7"/>
    <p:sldLayoutId id="2147483802" r:id="rId8"/>
    <p:sldLayoutId id="2147483803" r:id="rId9"/>
    <p:sldLayoutId id="2147483804" r:id="rId10"/>
    <p:sldLayoutId id="2147483805" r:id="rId11"/>
    <p:sldLayoutId id="2147483806" r:id="rId12"/>
    <p:sldLayoutId id="2147483807" r:id="rId13"/>
    <p:sldLayoutId id="2147483808" r:id="rId14"/>
    <p:sldLayoutId id="2147483809" r:id="rId15"/>
    <p:sldLayoutId id="2147483810" r:id="rId16"/>
    <p:sldLayoutId id="2147483811" r:id="rId17"/>
    <p:sldLayoutId id="2147483812" r:id="rId18"/>
    <p:sldLayoutId id="2147483813" r:id="rId19"/>
    <p:sldLayoutId id="2147483814" r:id="rId20"/>
    <p:sldLayoutId id="2147483815" r:id="rId21"/>
    <p:sldLayoutId id="2147483816" r:id="rId22"/>
    <p:sldLayoutId id="2147483817" r:id="rId23"/>
    <p:sldLayoutId id="2147483818" r:id="rId24"/>
    <p:sldLayoutId id="2147483819" r:id="rId25"/>
    <p:sldLayoutId id="2147483820" r:id="rId26"/>
    <p:sldLayoutId id="2147483821" r:id="rId27"/>
    <p:sldLayoutId id="2147483822" r:id="rId28"/>
    <p:sldLayoutId id="2147483823" r:id="rId29"/>
    <p:sldLayoutId id="2147483824" r:id="rId30"/>
    <p:sldLayoutId id="2147483825" r:id="rId31"/>
    <p:sldLayoutId id="2147483826" r:id="rId32"/>
    <p:sldLayoutId id="2147483827" r:id="rId33"/>
    <p:sldLayoutId id="2147483828" r:id="rId34"/>
    <p:sldLayoutId id="2147483829" r:id="rId35"/>
    <p:sldLayoutId id="2147483830" r:id="rId36"/>
    <p:sldLayoutId id="2147483831" r:id="rId37"/>
    <p:sldLayoutId id="2147483832" r:id="rId38"/>
    <p:sldLayoutId id="2147483833" r:id="rId39"/>
    <p:sldLayoutId id="2147483834" r:id="rId40"/>
    <p:sldLayoutId id="2147483835" r:id="rId41"/>
    <p:sldLayoutId id="2147483836" r:id="rId42"/>
    <p:sldLayoutId id="2147483837" r:id="rId43"/>
    <p:sldLayoutId id="2147483838" r:id="rId44"/>
    <p:sldLayoutId id="2147483839" r:id="rId45"/>
    <p:sldLayoutId id="2147483840" r:id="rId46"/>
    <p:sldLayoutId id="2147483841" r:id="rId47"/>
    <p:sldLayoutId id="2147483842" r:id="rId48"/>
    <p:sldLayoutId id="2147483843" r:id="rId49"/>
    <p:sldLayoutId id="2147483844" r:id="rId50"/>
    <p:sldLayoutId id="2147483845" r:id="rId51"/>
    <p:sldLayoutId id="2147483846" r:id="rId52"/>
    <p:sldLayoutId id="2147483847" r:id="rId53"/>
    <p:sldLayoutId id="2147483848" r:id="rId54"/>
    <p:sldLayoutId id="2147483849" r:id="rId55"/>
    <p:sldLayoutId id="2147483850" r:id="rId56"/>
    <p:sldLayoutId id="2147483851" r:id="rId57"/>
    <p:sldLayoutId id="2147483852" r:id="rId58"/>
    <p:sldLayoutId id="2147483853" r:id="rId59"/>
    <p:sldLayoutId id="2147483854" r:id="rId60"/>
    <p:sldLayoutId id="2147483855" r:id="rId61"/>
    <p:sldLayoutId id="2147483856" r:id="rId62"/>
    <p:sldLayoutId id="2147483857" r:id="rId63"/>
    <p:sldLayoutId id="2147483858" r:id="rId64"/>
    <p:sldLayoutId id="2147483859" r:id="rId65"/>
    <p:sldLayoutId id="2147483860" r:id="rId66"/>
    <p:sldLayoutId id="2147483861" r:id="rId67"/>
    <p:sldLayoutId id="2147483862" r:id="rId68"/>
    <p:sldLayoutId id="2147483863" r:id="rId69"/>
    <p:sldLayoutId id="2147483864" r:id="rId70"/>
    <p:sldLayoutId id="2147483865" r:id="rId71"/>
    <p:sldLayoutId id="2147483866" r:id="rId72"/>
    <p:sldLayoutId id="2147483867" r:id="rId73"/>
    <p:sldLayoutId id="2147483868" r:id="rId74"/>
    <p:sldLayoutId id="2147483869" r:id="rId75"/>
    <p:sldLayoutId id="2147483870" r:id="rId76"/>
    <p:sldLayoutId id="2147483871" r:id="rId77"/>
    <p:sldLayoutId id="2147483872" r:id="rId78"/>
    <p:sldLayoutId id="2147483873" r:id="rId79"/>
    <p:sldLayoutId id="2147483874" r:id="rId80"/>
    <p:sldLayoutId id="2147483875" r:id="rId81"/>
    <p:sldLayoutId id="2147483876" r:id="rId82"/>
    <p:sldLayoutId id="2147483877" r:id="rId83"/>
    <p:sldLayoutId id="2147483878" r:id="rId84"/>
    <p:sldLayoutId id="2147483879" r:id="rId85"/>
    <p:sldLayoutId id="2147483880" r:id="rId86"/>
    <p:sldLayoutId id="2147483881" r:id="rId87"/>
    <p:sldLayoutId id="2147483882" r:id="rId88"/>
    <p:sldLayoutId id="2147483883" r:id="rId89"/>
    <p:sldLayoutId id="2147483884" r:id="rId90"/>
    <p:sldLayoutId id="2147483885" r:id="rId91"/>
    <p:sldLayoutId id="2147483886" r:id="rId92"/>
    <p:sldLayoutId id="2147483887" r:id="rId93"/>
    <p:sldLayoutId id="2147483888" r:id="rId94"/>
    <p:sldLayoutId id="2147483889" r:id="rId95"/>
    <p:sldLayoutId id="2147483890" r:id="rId96"/>
    <p:sldLayoutId id="2147483891" r:id="rId97"/>
    <p:sldLayoutId id="2147483892" r:id="rId98"/>
    <p:sldLayoutId id="2147483893" r:id="rId99"/>
    <p:sldLayoutId id="2147483894" r:id="rId100"/>
    <p:sldLayoutId id="2147483895" r:id="rId101"/>
    <p:sldLayoutId id="2147483896" r:id="rId102"/>
    <p:sldLayoutId id="2147483897" r:id="rId103"/>
    <p:sldLayoutId id="2147483898" r:id="rId104"/>
    <p:sldLayoutId id="2147483899" r:id="rId105"/>
    <p:sldLayoutId id="2147483900" r:id="rId106"/>
    <p:sldLayoutId id="2147483901" r:id="rId107"/>
    <p:sldLayoutId id="2147483902" r:id="rId108"/>
    <p:sldLayoutId id="2147483903" r:id="rId109"/>
    <p:sldLayoutId id="2147483904" r:id="rId110"/>
    <p:sldLayoutId id="2147483905" r:id="rId111"/>
    <p:sldLayoutId id="2147483906" r:id="rId112"/>
    <p:sldLayoutId id="2147483907" r:id="rId113"/>
    <p:sldLayoutId id="2147483908" r:id="rId114"/>
    <p:sldLayoutId id="2147483909" r:id="rId115"/>
    <p:sldLayoutId id="2147483910" r:id="rId116"/>
    <p:sldLayoutId id="2147483911" r:id="rId117"/>
    <p:sldLayoutId id="2147483912" r:id="rId118"/>
    <p:sldLayoutId id="2147483913" r:id="rId119"/>
    <p:sldLayoutId id="2147483914" r:id="rId120"/>
    <p:sldLayoutId id="2147483915" r:id="rId121"/>
    <p:sldLayoutId id="2147483916" r:id="rId122"/>
    <p:sldLayoutId id="2147483917" r:id="rId123"/>
    <p:sldLayoutId id="2147483918" r:id="rId124"/>
    <p:sldLayoutId id="2147483919" r:id="rId125"/>
    <p:sldLayoutId id="2147483920" r:id="rId126"/>
    <p:sldLayoutId id="2147483921" r:id="rId127"/>
    <p:sldLayoutId id="2147483922" r:id="rId128"/>
    <p:sldLayoutId id="2147483923" r:id="rId129"/>
    <p:sldLayoutId id="2147483927" r:id="rId130"/>
    <p:sldLayoutId id="2147483928" r:id="rId131"/>
    <p:sldLayoutId id="2147483929" r:id="rId132"/>
    <p:sldLayoutId id="2147483930" r:id="rId133"/>
    <p:sldLayoutId id="2147483931" r:id="rId134"/>
    <p:sldLayoutId id="2147483932" r:id="rId135"/>
    <p:sldLayoutId id="2147483933" r:id="rId136"/>
    <p:sldLayoutId id="2147483934" r:id="rId137"/>
    <p:sldLayoutId id="2147483935" r:id="rId138"/>
    <p:sldLayoutId id="2147483936" r:id="rId139"/>
    <p:sldLayoutId id="2147483937" r:id="rId140"/>
    <p:sldLayoutId id="2147483938" r:id="rId141"/>
    <p:sldLayoutId id="2147483939" r:id="rId142"/>
    <p:sldLayoutId id="2147483940" r:id="rId143"/>
    <p:sldLayoutId id="2147483941" r:id="rId144"/>
    <p:sldLayoutId id="2147483942" r:id="rId145"/>
    <p:sldLayoutId id="2147483943" r:id="rId146"/>
    <p:sldLayoutId id="2147483944" r:id="rId147"/>
    <p:sldLayoutId id="2147483945" r:id="rId148"/>
    <p:sldLayoutId id="2147483946" r:id="rId149"/>
    <p:sldLayoutId id="2147483947" r:id="rId150"/>
    <p:sldLayoutId id="2147483948" r:id="rId151"/>
    <p:sldLayoutId id="2147483949" r:id="rId152"/>
    <p:sldLayoutId id="2147483950" r:id="rId153"/>
    <p:sldLayoutId id="2147483951" r:id="rId154"/>
    <p:sldLayoutId id="2147483952" r:id="rId155"/>
    <p:sldLayoutId id="2147483953" r:id="rId156"/>
    <p:sldLayoutId id="2147483954" r:id="rId157"/>
    <p:sldLayoutId id="2147483955" r:id="rId158"/>
    <p:sldLayoutId id="2147483956" r:id="rId159"/>
    <p:sldLayoutId id="2147483957" r:id="rId160"/>
    <p:sldLayoutId id="2147483958" r:id="rId161"/>
    <p:sldLayoutId id="2147483959" r:id="rId162"/>
    <p:sldLayoutId id="2147483960" r:id="rId163"/>
    <p:sldLayoutId id="2147483961" r:id="rId164"/>
    <p:sldLayoutId id="2147483962" r:id="rId165"/>
    <p:sldLayoutId id="2147483963" r:id="rId166"/>
    <p:sldLayoutId id="2147483964" r:id="rId167"/>
    <p:sldLayoutId id="2147483965" r:id="rId168"/>
    <p:sldLayoutId id="2147483966" r:id="rId169"/>
    <p:sldLayoutId id="2147483967" r:id="rId170"/>
    <p:sldLayoutId id="2147483968" r:id="rId171"/>
    <p:sldLayoutId id="2147483969" r:id="rId172"/>
    <p:sldLayoutId id="2147483970" r:id="rId173"/>
    <p:sldLayoutId id="2147483971" r:id="rId174"/>
    <p:sldLayoutId id="2147483972" r:id="rId175"/>
    <p:sldLayoutId id="2147483973" r:id="rId176"/>
    <p:sldLayoutId id="2147483974" r:id="rId177"/>
    <p:sldLayoutId id="2147483975" r:id="rId178"/>
    <p:sldLayoutId id="2147483976" r:id="rId179"/>
    <p:sldLayoutId id="2147483977" r:id="rId180"/>
    <p:sldLayoutId id="2147483978" r:id="rId181"/>
    <p:sldLayoutId id="2147483979" r:id="rId182"/>
    <p:sldLayoutId id="2147483980" r:id="rId183"/>
    <p:sldLayoutId id="2147483981" r:id="rId184"/>
    <p:sldLayoutId id="2147483982" r:id="rId185"/>
    <p:sldLayoutId id="2147483983" r:id="rId186"/>
    <p:sldLayoutId id="2147483984" r:id="rId187"/>
    <p:sldLayoutId id="2147483985" r:id="rId188"/>
    <p:sldLayoutId id="2147483986" r:id="rId189"/>
    <p:sldLayoutId id="2147483987" r:id="rId190"/>
    <p:sldLayoutId id="2147483988" r:id="rId191"/>
    <p:sldLayoutId id="2147483989" r:id="rId192"/>
    <p:sldLayoutId id="2147483990" r:id="rId193"/>
    <p:sldLayoutId id="2147483991" r:id="rId194"/>
    <p:sldLayoutId id="2147483992" r:id="rId195"/>
    <p:sldLayoutId id="2147483993" r:id="rId196"/>
    <p:sldLayoutId id="2147483994" r:id="rId197"/>
    <p:sldLayoutId id="2147483995" r:id="rId198"/>
    <p:sldLayoutId id="2147483996" r:id="rId199"/>
    <p:sldLayoutId id="2147483997" r:id="rId200"/>
    <p:sldLayoutId id="2147483998" r:id="rId201"/>
    <p:sldLayoutId id="2147483999" r:id="rId202"/>
    <p:sldLayoutId id="2147484000" r:id="rId203"/>
    <p:sldLayoutId id="2147484001" r:id="rId204"/>
    <p:sldLayoutId id="2147484002" r:id="rId205"/>
    <p:sldLayoutId id="2147484003" r:id="rId206"/>
    <p:sldLayoutId id="2147484004" r:id="rId207"/>
    <p:sldLayoutId id="2147484005" r:id="rId208"/>
    <p:sldLayoutId id="2147484006" r:id="rId209"/>
    <p:sldLayoutId id="2147484007" r:id="rId210"/>
    <p:sldLayoutId id="2147484008" r:id="rId211"/>
    <p:sldLayoutId id="2147484009" r:id="rId212"/>
    <p:sldLayoutId id="2147484010" r:id="rId213"/>
    <p:sldLayoutId id="2147484011" r:id="rId214"/>
    <p:sldLayoutId id="2147484012" r:id="rId215"/>
    <p:sldLayoutId id="2147484013" r:id="rId216"/>
    <p:sldLayoutId id="2147484014" r:id="rId217"/>
    <p:sldLayoutId id="2147484015" r:id="rId218"/>
    <p:sldLayoutId id="2147484016" r:id="rId219"/>
    <p:sldLayoutId id="2147484017" r:id="rId220"/>
    <p:sldLayoutId id="2147484018" r:id="rId221"/>
    <p:sldLayoutId id="2147484019" r:id="rId222"/>
    <p:sldLayoutId id="2147484020" r:id="rId223"/>
    <p:sldLayoutId id="2147484021" r:id="rId224"/>
    <p:sldLayoutId id="2147484022" r:id="rId225"/>
    <p:sldLayoutId id="2147484023" r:id="rId226"/>
    <p:sldLayoutId id="2147484024" r:id="rId227"/>
    <p:sldLayoutId id="2147484039" r:id="rId228"/>
    <p:sldLayoutId id="2147484040" r:id="rId229"/>
    <p:sldLayoutId id="2147484041" r:id="rId230"/>
    <p:sldLayoutId id="2147484042" r:id="rId231"/>
    <p:sldLayoutId id="2147484044" r:id="rId232"/>
    <p:sldLayoutId id="2147484045" r:id="rId233"/>
    <p:sldLayoutId id="2147484046" r:id="rId234"/>
    <p:sldLayoutId id="2147484047" r:id="rId235"/>
    <p:sldLayoutId id="2147484049" r:id="rId236"/>
    <p:sldLayoutId id="2147484050" r:id="rId237"/>
    <p:sldLayoutId id="2147484051" r:id="rId238"/>
    <p:sldLayoutId id="2147484052" r:id="rId239"/>
    <p:sldLayoutId id="2147484053" r:id="rId240"/>
    <p:sldLayoutId id="2147484054" r:id="rId241"/>
    <p:sldLayoutId id="2147484055" r:id="rId242"/>
    <p:sldLayoutId id="2147484056" r:id="rId243"/>
    <p:sldLayoutId id="2147484057" r:id="rId244"/>
    <p:sldLayoutId id="2147484058" r:id="rId245"/>
    <p:sldLayoutId id="2147484059" r:id="rId246"/>
    <p:sldLayoutId id="2147484060" r:id="rId247"/>
    <p:sldLayoutId id="2147484061" r:id="rId248"/>
    <p:sldLayoutId id="2147484062" r:id="rId249"/>
    <p:sldLayoutId id="2147484063" r:id="rId250"/>
    <p:sldLayoutId id="2147484064" r:id="rId251"/>
    <p:sldLayoutId id="2147484065" r:id="rId252"/>
    <p:sldLayoutId id="2147484066" r:id="rId253"/>
    <p:sldLayoutId id="2147484067" r:id="rId254"/>
    <p:sldLayoutId id="2147484068" r:id="rId255"/>
    <p:sldLayoutId id="2147484069" r:id="rId256"/>
    <p:sldLayoutId id="2147484070" r:id="rId257"/>
    <p:sldLayoutId id="2147484071" r:id="rId258"/>
    <p:sldLayoutId id="2147484072" r:id="rId259"/>
    <p:sldLayoutId id="2147484073" r:id="rId260"/>
    <p:sldLayoutId id="2147484074" r:id="rId261"/>
    <p:sldLayoutId id="2147484075" r:id="rId262"/>
    <p:sldLayoutId id="2147484076" r:id="rId263"/>
    <p:sldLayoutId id="2147484077" r:id="rId264"/>
    <p:sldLayoutId id="2147484078" r:id="rId265"/>
    <p:sldLayoutId id="2147484079" r:id="rId266"/>
    <p:sldLayoutId id="2147484080" r:id="rId267"/>
    <p:sldLayoutId id="2147484081" r:id="rId268"/>
    <p:sldLayoutId id="2147484082" r:id="rId269"/>
    <p:sldLayoutId id="2147484083" r:id="rId270"/>
    <p:sldLayoutId id="2147484084" r:id="rId271"/>
    <p:sldLayoutId id="2147484085" r:id="rId272"/>
    <p:sldLayoutId id="2147484086" r:id="rId273"/>
    <p:sldLayoutId id="2147484087" r:id="rId274"/>
    <p:sldLayoutId id="2147484088" r:id="rId275"/>
    <p:sldLayoutId id="2147484089" r:id="rId276"/>
    <p:sldLayoutId id="2147484090" r:id="rId277"/>
    <p:sldLayoutId id="2147484091" r:id="rId278"/>
    <p:sldLayoutId id="2147484092" r:id="rId279"/>
    <p:sldLayoutId id="2147484093" r:id="rId280"/>
    <p:sldLayoutId id="2147484094" r:id="rId281"/>
    <p:sldLayoutId id="2147484095" r:id="rId282"/>
    <p:sldLayoutId id="2147484096" r:id="rId283"/>
    <p:sldLayoutId id="2147484097" r:id="rId284"/>
    <p:sldLayoutId id="2147484098" r:id="rId285"/>
    <p:sldLayoutId id="2147484099" r:id="rId286"/>
    <p:sldLayoutId id="2147484100" r:id="rId287"/>
    <p:sldLayoutId id="2147484101" r:id="rId288"/>
    <p:sldLayoutId id="2147484102" r:id="rId289"/>
    <p:sldLayoutId id="2147484103" r:id="rId290"/>
    <p:sldLayoutId id="2147484104" r:id="rId291"/>
    <p:sldLayoutId id="2147484105" r:id="rId292"/>
    <p:sldLayoutId id="2147484106" r:id="rId293"/>
    <p:sldLayoutId id="2147484107" r:id="rId294"/>
    <p:sldLayoutId id="2147484108" r:id="rId295"/>
    <p:sldLayoutId id="2147484109" r:id="rId296"/>
    <p:sldLayoutId id="2147484110" r:id="rId297"/>
    <p:sldLayoutId id="2147484111" r:id="rId298"/>
    <p:sldLayoutId id="2147484112" r:id="rId299"/>
    <p:sldLayoutId id="2147484113" r:id="rId300"/>
    <p:sldLayoutId id="2147484114" r:id="rId301"/>
    <p:sldLayoutId id="2147484115" r:id="rId302"/>
    <p:sldLayoutId id="2147484116" r:id="rId303"/>
    <p:sldLayoutId id="2147484117" r:id="rId304"/>
    <p:sldLayoutId id="2147484118" r:id="rId305"/>
    <p:sldLayoutId id="2147484119" r:id="rId306"/>
    <p:sldLayoutId id="2147484120" r:id="rId307"/>
    <p:sldLayoutId id="2147484121" r:id="rId308"/>
    <p:sldLayoutId id="2147484122" r:id="rId309"/>
    <p:sldLayoutId id="2147484123" r:id="rId310"/>
    <p:sldLayoutId id="2147484124" r:id="rId311"/>
    <p:sldLayoutId id="2147484125" r:id="rId312"/>
    <p:sldLayoutId id="2147484126" r:id="rId313"/>
    <p:sldLayoutId id="2147484127" r:id="rId314"/>
    <p:sldLayoutId id="2147484128" r:id="rId315"/>
    <p:sldLayoutId id="2147484129" r:id="rId316"/>
    <p:sldLayoutId id="2147484130" r:id="rId317"/>
    <p:sldLayoutId id="2147484131" r:id="rId318"/>
    <p:sldLayoutId id="2147484132" r:id="rId319"/>
    <p:sldLayoutId id="2147484133" r:id="rId320"/>
    <p:sldLayoutId id="2147484134" r:id="rId321"/>
    <p:sldLayoutId id="2147484135" r:id="rId322"/>
    <p:sldLayoutId id="2147484136" r:id="rId323"/>
    <p:sldLayoutId id="2147484137" r:id="rId324"/>
    <p:sldLayoutId id="2147484138" r:id="rId325"/>
    <p:sldLayoutId id="2147484139" r:id="rId326"/>
    <p:sldLayoutId id="2147484140" r:id="rId327"/>
    <p:sldLayoutId id="2147484141" r:id="rId328"/>
    <p:sldLayoutId id="2147484142" r:id="rId329"/>
    <p:sldLayoutId id="2147484143" r:id="rId330"/>
    <p:sldLayoutId id="2147484144" r:id="rId331"/>
    <p:sldLayoutId id="2147484145" r:id="rId332"/>
    <p:sldLayoutId id="2147484147" r:id="rId333"/>
    <p:sldLayoutId id="2147484150" r:id="rId334"/>
    <p:sldLayoutId id="2147484153" r:id="rId335"/>
    <p:sldLayoutId id="2147484155" r:id="rId336"/>
    <p:sldLayoutId id="2147484157" r:id="rId337"/>
    <p:sldLayoutId id="2147484167" r:id="rId338"/>
    <p:sldLayoutId id="2147484175" r:id="rId339"/>
    <p:sldLayoutId id="2147484180" r:id="rId340"/>
    <p:sldLayoutId id="2147484181" r:id="rId341"/>
    <p:sldLayoutId id="2147484187" r:id="rId342"/>
    <p:sldLayoutId id="2147484211" r:id="rId343"/>
    <p:sldLayoutId id="2147484251" r:id="rId344"/>
    <p:sldLayoutId id="2147483673" r:id="rId345"/>
    <p:sldLayoutId id="2147483745" r:id="rId346"/>
    <p:sldLayoutId id="2147483746" r:id="rId347"/>
    <p:sldLayoutId id="2147483773" r:id="rId348"/>
    <p:sldLayoutId id="2147483654" r:id="rId349"/>
    <p:sldLayoutId id="2147483663" r:id="rId350"/>
    <p:sldLayoutId id="2147483668" r:id="rId351"/>
    <p:sldLayoutId id="2147483669" r:id="rId352"/>
    <p:sldLayoutId id="2147483670" r:id="rId353"/>
    <p:sldLayoutId id="2147483671" r:id="rId354"/>
    <p:sldLayoutId id="2147483672" r:id="rId355"/>
    <p:sldLayoutId id="2147483719" r:id="rId356"/>
    <p:sldLayoutId id="2147483720" r:id="rId357"/>
    <p:sldLayoutId id="2147483674" r:id="rId358"/>
    <p:sldLayoutId id="2147483675" r:id="rId359"/>
    <p:sldLayoutId id="2147483676" r:id="rId360"/>
    <p:sldLayoutId id="2147483677" r:id="rId361"/>
    <p:sldLayoutId id="2147483678" r:id="rId362"/>
    <p:sldLayoutId id="2147483679" r:id="rId363"/>
    <p:sldLayoutId id="2147483680" r:id="rId364"/>
    <p:sldLayoutId id="2147483681" r:id="rId365"/>
    <p:sldLayoutId id="2147483682" r:id="rId366"/>
    <p:sldLayoutId id="2147483683" r:id="rId367"/>
    <p:sldLayoutId id="2147483684" r:id="rId368"/>
    <p:sldLayoutId id="2147483685" r:id="rId369"/>
    <p:sldLayoutId id="2147483686" r:id="rId370"/>
    <p:sldLayoutId id="2147483687" r:id="rId371"/>
    <p:sldLayoutId id="2147483688" r:id="rId372"/>
    <p:sldLayoutId id="2147483689" r:id="rId373"/>
    <p:sldLayoutId id="2147483690" r:id="rId374"/>
    <p:sldLayoutId id="2147483691" r:id="rId375"/>
    <p:sldLayoutId id="2147483692" r:id="rId376"/>
    <p:sldLayoutId id="2147483693" r:id="rId377"/>
    <p:sldLayoutId id="2147483694" r:id="rId378"/>
    <p:sldLayoutId id="2147483707" r:id="rId379"/>
    <p:sldLayoutId id="2147483708" r:id="rId380"/>
    <p:sldLayoutId id="2147483709" r:id="rId381"/>
    <p:sldLayoutId id="2147483710" r:id="rId382"/>
    <p:sldLayoutId id="2147483711" r:id="rId383"/>
    <p:sldLayoutId id="2147483713" r:id="rId384"/>
    <p:sldLayoutId id="2147483714" r:id="rId385"/>
    <p:sldLayoutId id="2147483715" r:id="rId386"/>
    <p:sldLayoutId id="2147483716" r:id="rId387"/>
    <p:sldLayoutId id="2147483721" r:id="rId388"/>
    <p:sldLayoutId id="2147483722" r:id="rId389"/>
    <p:sldLayoutId id="2147483724" r:id="rId390"/>
    <p:sldLayoutId id="2147483723" r:id="rId391"/>
    <p:sldLayoutId id="2147483725" r:id="rId392"/>
    <p:sldLayoutId id="2147483726" r:id="rId393"/>
    <p:sldLayoutId id="2147483727" r:id="rId394"/>
    <p:sldLayoutId id="2147483728" r:id="rId395"/>
    <p:sldLayoutId id="2147483729" r:id="rId396"/>
    <p:sldLayoutId id="2147483730" r:id="rId397"/>
    <p:sldLayoutId id="2147483731" r:id="rId398"/>
    <p:sldLayoutId id="2147483733" r:id="rId399"/>
    <p:sldLayoutId id="2147483764" r:id="rId400"/>
    <p:sldLayoutId id="2147483765" r:id="rId401"/>
    <p:sldLayoutId id="2147483766" r:id="rId402"/>
    <p:sldLayoutId id="2147483767" r:id="rId403"/>
    <p:sldLayoutId id="2147483768" r:id="rId404"/>
    <p:sldLayoutId id="2147483769" r:id="rId405"/>
    <p:sldLayoutId id="2147483770" r:id="rId406"/>
    <p:sldLayoutId id="2147483771" r:id="rId407"/>
    <p:sldLayoutId id="2147483734" r:id="rId408"/>
    <p:sldLayoutId id="2147483735" r:id="rId409"/>
    <p:sldLayoutId id="2147483737" r:id="rId410"/>
    <p:sldLayoutId id="2147483738" r:id="rId411"/>
    <p:sldLayoutId id="2147483739" r:id="rId412"/>
    <p:sldLayoutId id="2147483740" r:id="rId413"/>
    <p:sldLayoutId id="2147483741" r:id="rId414"/>
    <p:sldLayoutId id="2147483736" r:id="rId415"/>
    <p:sldLayoutId id="2147483742" r:id="rId416"/>
    <p:sldLayoutId id="2147483743" r:id="rId417"/>
    <p:sldLayoutId id="2147483744" r:id="rId418"/>
    <p:sldLayoutId id="2147483747" r:id="rId419"/>
    <p:sldLayoutId id="2147483748" r:id="rId420"/>
    <p:sldLayoutId id="2147483749" r:id="rId421"/>
    <p:sldLayoutId id="2147483750" r:id="rId422"/>
    <p:sldLayoutId id="2147483751" r:id="rId423"/>
    <p:sldLayoutId id="2147483752" r:id="rId424"/>
    <p:sldLayoutId id="2147483753" r:id="rId425"/>
    <p:sldLayoutId id="2147483754" r:id="rId426"/>
    <p:sldLayoutId id="2147483755" r:id="rId427"/>
    <p:sldLayoutId id="2147483756" r:id="rId428"/>
    <p:sldLayoutId id="2147483758" r:id="rId429"/>
    <p:sldLayoutId id="2147483774" r:id="rId430"/>
    <p:sldLayoutId id="2147483775" r:id="rId431"/>
    <p:sldLayoutId id="2147483776" r:id="rId432"/>
    <p:sldLayoutId id="2147483777" r:id="rId433"/>
    <p:sldLayoutId id="2147483778" r:id="rId434"/>
    <p:sldLayoutId id="2147483779" r:id="rId435"/>
    <p:sldLayoutId id="2147483780" r:id="rId436"/>
    <p:sldLayoutId id="2147483781" r:id="rId437"/>
    <p:sldLayoutId id="2147483782" r:id="rId438"/>
    <p:sldLayoutId id="2147483783" r:id="rId439"/>
    <p:sldLayoutId id="2147483784" r:id="rId440"/>
    <p:sldLayoutId id="2147483785" r:id="rId441"/>
    <p:sldLayoutId id="2147484408" r:id="rId442"/>
    <p:sldLayoutId id="2147484409" r:id="rId44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881">
          <p15:clr>
            <a:srgbClr val="F26B43"/>
          </p15:clr>
        </p15:guide>
        <p15:guide id="2" orient="horz" pos="759">
          <p15:clr>
            <a:srgbClr val="F26B43"/>
          </p15:clr>
        </p15:guide>
        <p15:guide id="3" pos="764">
          <p15:clr>
            <a:srgbClr val="F26B43"/>
          </p15:clr>
        </p15:guide>
        <p15:guide id="4" pos="1459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4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4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4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4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4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4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43.xml"/><Relationship Id="rId4" Type="http://schemas.openxmlformats.org/officeDocument/2006/relationships/image" Target="../media/image3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43.xml"/><Relationship Id="rId4" Type="http://schemas.openxmlformats.org/officeDocument/2006/relationships/image" Target="../media/image33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2.png"/><Relationship Id="rId3" Type="http://schemas.openxmlformats.org/officeDocument/2006/relationships/image" Target="../media/image337.png"/><Relationship Id="rId7" Type="http://schemas.openxmlformats.org/officeDocument/2006/relationships/image" Target="../media/image3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43.xml"/><Relationship Id="rId6" Type="http://schemas.openxmlformats.org/officeDocument/2006/relationships/image" Target="../media/image327.png"/><Relationship Id="rId11" Type="http://schemas.openxmlformats.org/officeDocument/2006/relationships/image" Target="../media/image345.png"/><Relationship Id="rId5" Type="http://schemas.openxmlformats.org/officeDocument/2006/relationships/image" Target="../media/image339.png"/><Relationship Id="rId10" Type="http://schemas.openxmlformats.org/officeDocument/2006/relationships/image" Target="../media/image344.png"/><Relationship Id="rId4" Type="http://schemas.openxmlformats.org/officeDocument/2006/relationships/image" Target="../media/image338.png"/><Relationship Id="rId9" Type="http://schemas.openxmlformats.org/officeDocument/2006/relationships/image" Target="../media/image34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4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4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4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4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43.xml"/><Relationship Id="rId4" Type="http://schemas.openxmlformats.org/officeDocument/2006/relationships/image" Target="../media/image3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43.xml"/><Relationship Id="rId4" Type="http://schemas.openxmlformats.org/officeDocument/2006/relationships/image" Target="../media/image33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0.png"/><Relationship Id="rId3" Type="http://schemas.openxmlformats.org/officeDocument/2006/relationships/image" Target="../media/image355.png"/><Relationship Id="rId7" Type="http://schemas.openxmlformats.org/officeDocument/2006/relationships/image" Target="../media/image35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43.xml"/><Relationship Id="rId6" Type="http://schemas.openxmlformats.org/officeDocument/2006/relationships/image" Target="../media/image358.png"/><Relationship Id="rId5" Type="http://schemas.openxmlformats.org/officeDocument/2006/relationships/image" Target="../media/image357.png"/><Relationship Id="rId10" Type="http://schemas.openxmlformats.org/officeDocument/2006/relationships/image" Target="../media/image362.png"/><Relationship Id="rId4" Type="http://schemas.openxmlformats.org/officeDocument/2006/relationships/image" Target="../media/image356.png"/><Relationship Id="rId9" Type="http://schemas.openxmlformats.org/officeDocument/2006/relationships/image" Target="../media/image36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43.xml"/><Relationship Id="rId6" Type="http://schemas.openxmlformats.org/officeDocument/2006/relationships/image" Target="../media/image366.png"/><Relationship Id="rId5" Type="http://schemas.openxmlformats.org/officeDocument/2006/relationships/image" Target="../media/image365.png"/><Relationship Id="rId4" Type="http://schemas.openxmlformats.org/officeDocument/2006/relationships/image" Target="../media/image36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7.png"/><Relationship Id="rId7" Type="http://schemas.openxmlformats.org/officeDocument/2006/relationships/image" Target="../media/image36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43.xml"/><Relationship Id="rId6" Type="http://schemas.openxmlformats.org/officeDocument/2006/relationships/image" Target="../media/image370.png"/><Relationship Id="rId5" Type="http://schemas.openxmlformats.org/officeDocument/2006/relationships/image" Target="../media/image369.png"/><Relationship Id="rId4" Type="http://schemas.openxmlformats.org/officeDocument/2006/relationships/image" Target="../media/image36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43.xml"/><Relationship Id="rId6" Type="http://schemas.openxmlformats.org/officeDocument/2006/relationships/image" Target="../media/image374.png"/><Relationship Id="rId5" Type="http://schemas.openxmlformats.org/officeDocument/2006/relationships/image" Target="../media/image373.png"/><Relationship Id="rId4" Type="http://schemas.openxmlformats.org/officeDocument/2006/relationships/image" Target="../media/image37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43.xml"/><Relationship Id="rId4" Type="http://schemas.openxmlformats.org/officeDocument/2006/relationships/image" Target="../media/image3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3"/>
          <p:cNvSpPr/>
          <p:nvPr/>
        </p:nvSpPr>
        <p:spPr>
          <a:xfrm>
            <a:off x="1219352" y="8140445"/>
            <a:ext cx="16689886" cy="2821285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>
              <a:lnSpc>
                <a:spcPts val="11000"/>
              </a:lnSpc>
            </a:pPr>
            <a:r>
              <a:rPr lang="ru-RU" sz="10000" dirty="0">
                <a:solidFill>
                  <a:schemeClr val="bg1"/>
                </a:solidFill>
                <a:latin typeface="Graphik LC Semibold" panose="020B0703030202060203" pitchFamily="34" charset="0"/>
              </a:rPr>
              <a:t>Мультимодальность. Определение и задачи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19C7358-8ED2-75E4-8E17-CDF1335225B2}"/>
              </a:ext>
            </a:extLst>
          </p:cNvPr>
          <p:cNvSpPr txBox="1">
            <a:spLocks/>
          </p:cNvSpPr>
          <p:nvPr/>
        </p:nvSpPr>
        <p:spPr>
          <a:xfrm>
            <a:off x="19575115" y="10669551"/>
            <a:ext cx="3592708" cy="2150875"/>
          </a:xfr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8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Graphik LC Medium" panose="020B0503030202060203" pitchFamily="34" charset="0"/>
              </a:rPr>
              <a:t>Elizaveta Goncharova</a:t>
            </a:r>
            <a:r>
              <a:rPr lang="en-RU" sz="2200">
                <a:solidFill>
                  <a:srgbClr val="FFFFFF"/>
                </a:solidFill>
                <a:latin typeface="Graphik LC Regular" panose="020B0503030202060203" pitchFamily="34" charset="0"/>
              </a:rPr>
              <a:t>,</a:t>
            </a:r>
            <a:endParaRPr lang="en-US" sz="2200" dirty="0">
              <a:solidFill>
                <a:srgbClr val="FFFFFF"/>
              </a:solidFill>
              <a:latin typeface="Graphik LC Regular" panose="020B0503030202060203" pitchFamily="34" charset="0"/>
            </a:endParaRPr>
          </a:p>
          <a:p>
            <a:pPr marL="0" indent="0">
              <a:lnSpc>
                <a:spcPts val="28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Graphik LC Regular" panose="020B0503030202060203" pitchFamily="34" charset="0"/>
              </a:rPr>
              <a:t>PhD in computer science, research scientist in Multimodality</a:t>
            </a:r>
            <a:r>
              <a:rPr lang="en-RU" sz="2200">
                <a:solidFill>
                  <a:srgbClr val="FFFFFF"/>
                </a:solidFill>
                <a:latin typeface="Graphik LC Regular" panose="020B0503030202060203" pitchFamily="34" charset="0"/>
              </a:rPr>
              <a:t> Team,</a:t>
            </a:r>
            <a:br>
              <a:rPr lang="en-US" sz="2200" dirty="0">
                <a:solidFill>
                  <a:srgbClr val="FFFFFF"/>
                </a:solidFill>
                <a:latin typeface="Graphik LC Regular" panose="020B0503030202060203" pitchFamily="34" charset="0"/>
              </a:rPr>
            </a:br>
            <a:r>
              <a:rPr lang="en-RU" sz="2200" dirty="0">
                <a:solidFill>
                  <a:srgbClr val="FFFFFF"/>
                </a:solidFill>
                <a:latin typeface="Graphik LC Regular" panose="020B0503030202060203" pitchFamily="34" charset="0"/>
              </a:rPr>
              <a:t>FusionBrain Lab, AIRI</a:t>
            </a:r>
          </a:p>
        </p:txBody>
      </p:sp>
      <p:sp>
        <p:nvSpPr>
          <p:cNvPr id="501" name="B501"/>
          <p:cNvSpPr/>
          <p:nvPr/>
        </p:nvSpPr>
        <p:spPr>
          <a:xfrm>
            <a:off x="0" y="0"/>
            <a:ext cx="24387175" cy="10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" name="B502"/>
          <p:cNvSpPr/>
          <p:nvPr/>
        </p:nvSpPr>
        <p:spPr>
          <a:xfrm>
            <a:off x="0" y="13616000"/>
            <a:ext cx="24387175" cy="10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03889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237312-1B70-21FF-908D-F783F371F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Скругленный прямоугольник 19">
            <a:extLst>
              <a:ext uri="{FF2B5EF4-FFF2-40B4-BE49-F238E27FC236}">
                <a16:creationId xmlns:a16="http://schemas.microsoft.com/office/drawing/2014/main" id="{3D0B642B-6D6A-FB07-04B0-7F055FC83D18}"/>
              </a:ext>
            </a:extLst>
          </p:cNvPr>
          <p:cNvSpPr>
            <a:spLocks/>
          </p:cNvSpPr>
          <p:nvPr/>
        </p:nvSpPr>
        <p:spPr>
          <a:xfrm>
            <a:off x="1206499" y="3764053"/>
            <a:ext cx="21961467" cy="8747033"/>
          </a:xfrm>
          <a:prstGeom prst="roundRect">
            <a:avLst>
              <a:gd name="adj" fmla="val 2033"/>
            </a:avLst>
          </a:prstGeom>
          <a:solidFill>
            <a:schemeClr val="tx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BE7B5D-6FC7-B881-6B33-ECF59C74ED39}"/>
              </a:ext>
            </a:extLst>
          </p:cNvPr>
          <p:cNvSpPr txBox="1"/>
          <p:nvPr/>
        </p:nvSpPr>
        <p:spPr>
          <a:xfrm>
            <a:off x="3471420" y="4362959"/>
            <a:ext cx="10823699" cy="172303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spcBef>
                <a:spcPct val="0"/>
              </a:spcBef>
              <a:defRPr sz="3400">
                <a:solidFill>
                  <a:schemeClr val="bg1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pPr defTabSz="1485991">
              <a:lnSpc>
                <a:spcPts val="4600"/>
              </a:lnSpc>
              <a:spcBef>
                <a:spcPts val="0"/>
              </a:spcBef>
              <a:spcAft>
                <a:spcPts val="2200"/>
              </a:spcAft>
              <a:defRPr/>
            </a:pPr>
            <a:r>
              <a:rPr lang="ru-RU" sz="3600" dirty="0">
                <a:solidFill>
                  <a:schemeClr val="tx1"/>
                </a:solidFill>
              </a:rPr>
              <a:t>Модальность</a:t>
            </a:r>
            <a:r>
              <a:rPr lang="ru-RU" sz="3600" dirty="0">
                <a:solidFill>
                  <a:schemeClr val="tx1"/>
                </a:solidFill>
                <a:latin typeface="Graphik LC Regular" panose="020B0503030202060203" pitchFamily="34" charset="0"/>
              </a:rPr>
              <a:t> — статус явления с точки зрения его отношения к действительности, а также сама возможность познания такого отношения.</a:t>
            </a: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163D896E-7593-D7F9-4EB8-50CAB44AD225}"/>
              </a:ext>
            </a:extLst>
          </p:cNvPr>
          <p:cNvSpPr>
            <a:spLocks/>
          </p:cNvSpPr>
          <p:nvPr/>
        </p:nvSpPr>
        <p:spPr>
          <a:xfrm>
            <a:off x="1212849" y="1204914"/>
            <a:ext cx="21961467" cy="2307139"/>
          </a:xfrm>
          <a:prstGeom prst="roundRect">
            <a:avLst>
              <a:gd name="adj" fmla="val 7707"/>
            </a:avLst>
          </a:prstGeom>
          <a:solidFill>
            <a:schemeClr val="tx2"/>
          </a:solidFill>
          <a:ln w="254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985528-CC30-AF44-8A1B-55DD1CBA712D}"/>
              </a:ext>
            </a:extLst>
          </p:cNvPr>
          <p:cNvSpPr txBox="1"/>
          <p:nvPr/>
        </p:nvSpPr>
        <p:spPr>
          <a:xfrm>
            <a:off x="1871241" y="1754621"/>
            <a:ext cx="21303084" cy="1122666"/>
          </a:xfrm>
          <a:prstGeom prst="rect">
            <a:avLst/>
          </a:prstGeom>
        </p:spPr>
        <p:txBody>
          <a:bodyPr vert="horz" wrap="square" lIns="0" tIns="0" rIns="0" bIns="108000" rtlCol="0" anchor="t" anchorCtr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defTabSz="1488104">
              <a:spcBef>
                <a:spcPct val="0"/>
              </a:spcBef>
              <a:defRPr sz="7500" b="1">
                <a:solidFill>
                  <a:schemeClr val="bg1"/>
                </a:solidFill>
                <a:latin typeface="Graphik LC Semibold" panose="020B0503030202060203" pitchFamily="34" charset="0"/>
                <a:ea typeface="Inter" panose="02000503000000020004" pitchFamily="2" charset="0"/>
                <a:cs typeface="+mj-cs"/>
              </a:defRPr>
            </a:lvl1pPr>
            <a:lvl2pPr indent="0" defTabSz="1485609">
              <a:lnSpc>
                <a:spcPct val="90000"/>
              </a:lnSpc>
              <a:defRPr sz="7086"/>
            </a:lvl2pPr>
            <a:lvl3pPr indent="0" defTabSz="1485609">
              <a:lnSpc>
                <a:spcPct val="90000"/>
              </a:lnSpc>
              <a:defRPr sz="7086"/>
            </a:lvl3pPr>
            <a:lvl4pPr indent="0" defTabSz="1485609">
              <a:lnSpc>
                <a:spcPct val="90000"/>
              </a:lnSpc>
              <a:defRPr sz="7086"/>
            </a:lvl4pPr>
            <a:lvl5pPr indent="0" defTabSz="1485609">
              <a:lnSpc>
                <a:spcPct val="90000"/>
              </a:lnSpc>
              <a:defRPr sz="7086"/>
            </a:lvl5pPr>
            <a:lvl6pPr indent="0" defTabSz="1485609">
              <a:lnSpc>
                <a:spcPct val="90000"/>
              </a:lnSpc>
              <a:defRPr sz="7086"/>
            </a:lvl6pPr>
            <a:lvl7pPr indent="0" defTabSz="1485609">
              <a:lnSpc>
                <a:spcPct val="90000"/>
              </a:lnSpc>
              <a:defRPr sz="7086"/>
            </a:lvl7pPr>
            <a:lvl8pPr indent="0" defTabSz="1485609">
              <a:lnSpc>
                <a:spcPct val="90000"/>
              </a:lnSpc>
              <a:defRPr sz="7086"/>
            </a:lvl8pPr>
            <a:lvl9pPr indent="0" defTabSz="1485609">
              <a:lnSpc>
                <a:spcPct val="90000"/>
              </a:lnSpc>
              <a:defRPr sz="7086"/>
            </a:lvl9pPr>
          </a:lstStyle>
          <a:p>
            <a:pPr>
              <a:lnSpc>
                <a:spcPts val="8500"/>
              </a:lnSpc>
            </a:pPr>
            <a:r>
              <a:rPr lang="ru-RU" sz="7000" dirty="0" err="1">
                <a:solidFill>
                  <a:schemeClr val="tx1"/>
                </a:solidFill>
              </a:rPr>
              <a:t>Мультимодальность</a:t>
            </a:r>
            <a:endParaRPr lang="en" sz="7000" dirty="0">
              <a:solidFill>
                <a:schemeClr val="tx1"/>
              </a:solidFill>
            </a:endParaRPr>
          </a:p>
        </p:txBody>
      </p:sp>
      <p:sp>
        <p:nvSpPr>
          <p:cNvPr id="31" name="Номер слайда 2">
            <a:extLst>
              <a:ext uri="{FF2B5EF4-FFF2-40B4-BE49-F238E27FC236}">
                <a16:creationId xmlns:a16="http://schemas.microsoft.com/office/drawing/2014/main" id="{C30F4CAB-B9DC-56CF-F40E-CAEC68A27A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23918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ru-RU" smtClean="0">
                <a:solidFill>
                  <a:srgbClr val="888888"/>
                </a:solidFill>
              </a:defRPr>
            </a:lvl1pPr>
          </a:lstStyle>
          <a:p>
            <a:fld id="{C8994169-2FD2-C948-898F-758DFA36E520}" type="slidenum">
              <a:rPr lang="ru-RU" smtClean="0"/>
              <a:pPr/>
              <a:t>2</a:t>
            </a:fld>
            <a:endParaRPr lang="ru-RU" dirty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28A05584-A09E-EE69-59C5-814A82A4C400}"/>
              </a:ext>
            </a:extLst>
          </p:cNvPr>
          <p:cNvGrpSpPr/>
          <p:nvPr/>
        </p:nvGrpSpPr>
        <p:grpSpPr>
          <a:xfrm>
            <a:off x="1962468" y="4440232"/>
            <a:ext cx="900000" cy="900000"/>
            <a:chOff x="10344329" y="1204913"/>
            <a:chExt cx="900000" cy="900000"/>
          </a:xfrm>
        </p:grpSpPr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5C7601CF-820E-466C-B2B9-130772D938A9}"/>
                </a:ext>
              </a:extLst>
            </p:cNvPr>
            <p:cNvSpPr/>
            <p:nvPr/>
          </p:nvSpPr>
          <p:spPr>
            <a:xfrm>
              <a:off x="10344329" y="1204913"/>
              <a:ext cx="900000" cy="900000"/>
            </a:xfrm>
            <a:prstGeom prst="ellipse">
              <a:avLst/>
            </a:pr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/>
            <a:lstStyle/>
            <a:p>
              <a:endParaRPr lang="ru-RU"/>
            </a:p>
          </p:txBody>
        </p:sp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A715A1C6-BE39-14CE-2BD9-D51D2BF726BE}"/>
                </a:ext>
              </a:extLst>
            </p:cNvPr>
            <p:cNvGrpSpPr/>
            <p:nvPr/>
          </p:nvGrpSpPr>
          <p:grpSpPr>
            <a:xfrm>
              <a:off x="10639794" y="1413558"/>
              <a:ext cx="306048" cy="509892"/>
              <a:chOff x="9345236" y="2745937"/>
              <a:chExt cx="334615" cy="557489"/>
            </a:xfrm>
          </p:grpSpPr>
          <p:sp>
            <p:nvSpPr>
              <p:cNvPr id="9" name="Полилиния 8">
                <a:extLst>
                  <a:ext uri="{FF2B5EF4-FFF2-40B4-BE49-F238E27FC236}">
                    <a16:creationId xmlns:a16="http://schemas.microsoft.com/office/drawing/2014/main" id="{6BE71B84-F948-8725-9D4B-B6B12E9F848E}"/>
                  </a:ext>
                </a:extLst>
              </p:cNvPr>
              <p:cNvSpPr/>
              <p:nvPr/>
            </p:nvSpPr>
            <p:spPr>
              <a:xfrm>
                <a:off x="9345236" y="2745937"/>
                <a:ext cx="334615" cy="360726"/>
              </a:xfrm>
              <a:custGeom>
                <a:avLst/>
                <a:gdLst>
                  <a:gd name="csX0" fmla="*/ 55769 w 334615"/>
                  <a:gd name="csY0" fmla="*/ 0 h 360726"/>
                  <a:gd name="csX1" fmla="*/ 278845 w 334615"/>
                  <a:gd name="csY1" fmla="*/ 0 h 360726"/>
                  <a:gd name="csX2" fmla="*/ 334615 w 334615"/>
                  <a:gd name="csY2" fmla="*/ 360727 h 360726"/>
                  <a:gd name="csX3" fmla="*/ 0 w 334615"/>
                  <a:gd name="csY3" fmla="*/ 360727 h 360726"/>
                  <a:gd name="csX4" fmla="*/ 55769 w 334615"/>
                  <a:gd name="csY4" fmla="*/ 0 h 3607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334615" h="360726">
                    <a:moveTo>
                      <a:pt x="55769" y="0"/>
                    </a:moveTo>
                    <a:lnTo>
                      <a:pt x="278845" y="0"/>
                    </a:lnTo>
                    <a:lnTo>
                      <a:pt x="334615" y="360727"/>
                    </a:lnTo>
                    <a:lnTo>
                      <a:pt x="0" y="360727"/>
                    </a:lnTo>
                    <a:lnTo>
                      <a:pt x="55769" y="0"/>
                    </a:lnTo>
                    <a:close/>
                  </a:path>
                </a:pathLst>
              </a:custGeom>
              <a:noFill/>
              <a:ln w="25400" cap="flat">
                <a:solidFill>
                  <a:srgbClr val="14141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0" name="Полилиния 9">
                <a:extLst>
                  <a:ext uri="{FF2B5EF4-FFF2-40B4-BE49-F238E27FC236}">
                    <a16:creationId xmlns:a16="http://schemas.microsoft.com/office/drawing/2014/main" id="{0B5A2691-58BD-4B3A-AF2C-9055FEA6FF57}"/>
                  </a:ext>
                </a:extLst>
              </p:cNvPr>
              <p:cNvSpPr/>
              <p:nvPr/>
            </p:nvSpPr>
            <p:spPr>
              <a:xfrm>
                <a:off x="9345236" y="2745937"/>
                <a:ext cx="334615" cy="37500"/>
              </a:xfrm>
              <a:custGeom>
                <a:avLst/>
                <a:gdLst>
                  <a:gd name="csX0" fmla="*/ 0 w 334615"/>
                  <a:gd name="csY0" fmla="*/ 0 h 37500"/>
                  <a:gd name="csX1" fmla="*/ 334615 w 334615"/>
                  <a:gd name="csY1" fmla="*/ 0 h 37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34615" h="37500">
                    <a:moveTo>
                      <a:pt x="0" y="0"/>
                    </a:moveTo>
                    <a:lnTo>
                      <a:pt x="334615" y="0"/>
                    </a:lnTo>
                  </a:path>
                </a:pathLst>
              </a:custGeom>
              <a:noFill/>
              <a:ln w="25400" cap="rnd">
                <a:solidFill>
                  <a:srgbClr val="14141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1" name="Полилиния 10">
                <a:extLst>
                  <a:ext uri="{FF2B5EF4-FFF2-40B4-BE49-F238E27FC236}">
                    <a16:creationId xmlns:a16="http://schemas.microsoft.com/office/drawing/2014/main" id="{DD4D5AD7-0957-EBF2-25DF-93BE225942E8}"/>
                  </a:ext>
                </a:extLst>
              </p:cNvPr>
              <p:cNvSpPr/>
              <p:nvPr/>
            </p:nvSpPr>
            <p:spPr>
              <a:xfrm>
                <a:off x="9512545" y="3106664"/>
                <a:ext cx="37500" cy="196762"/>
              </a:xfrm>
              <a:custGeom>
                <a:avLst/>
                <a:gdLst>
                  <a:gd name="csX0" fmla="*/ 0 w 37500"/>
                  <a:gd name="csY0" fmla="*/ 196762 h 196762"/>
                  <a:gd name="csX1" fmla="*/ 0 w 37500"/>
                  <a:gd name="csY1" fmla="*/ 0 h 19676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7500" h="196762">
                    <a:moveTo>
                      <a:pt x="0" y="196762"/>
                    </a:moveTo>
                    <a:lnTo>
                      <a:pt x="0" y="0"/>
                    </a:lnTo>
                  </a:path>
                </a:pathLst>
              </a:custGeom>
              <a:noFill/>
              <a:ln w="25400" cap="rnd">
                <a:solidFill>
                  <a:srgbClr val="14141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ru-RU"/>
              </a:p>
            </p:txBody>
          </p:sp>
        </p:grp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8D6AE0F5-8848-1292-BC9E-670EF0BB2696}"/>
              </a:ext>
            </a:extLst>
          </p:cNvPr>
          <p:cNvSpPr txBox="1"/>
          <p:nvPr/>
        </p:nvSpPr>
        <p:spPr>
          <a:xfrm>
            <a:off x="1962468" y="6858000"/>
            <a:ext cx="10823699" cy="171367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spcBef>
                <a:spcPct val="0"/>
              </a:spcBef>
              <a:defRPr sz="3400">
                <a:solidFill>
                  <a:schemeClr val="bg1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pPr defTabSz="1485991">
              <a:lnSpc>
                <a:spcPts val="4600"/>
              </a:lnSpc>
              <a:spcBef>
                <a:spcPts val="0"/>
              </a:spcBef>
              <a:spcAft>
                <a:spcPts val="1200"/>
              </a:spcAft>
              <a:defRPr/>
            </a:pPr>
            <a:r>
              <a:rPr lang="ru-RU" sz="3600" dirty="0" err="1">
                <a:solidFill>
                  <a:schemeClr val="tx1"/>
                </a:solidFill>
              </a:rPr>
              <a:t>Мультимодальность</a:t>
            </a:r>
            <a:r>
              <a:rPr lang="ru-RU" sz="3600" dirty="0">
                <a:solidFill>
                  <a:schemeClr val="tx1"/>
                </a:solidFill>
              </a:rPr>
              <a:t> в машинном обучении </a:t>
            </a:r>
            <a:r>
              <a:rPr lang="ru-RU" sz="3600" dirty="0">
                <a:solidFill>
                  <a:schemeClr val="tx1"/>
                </a:solidFill>
                <a:latin typeface="Graphik LC Regular" panose="020B0503030202060203" pitchFamily="34" charset="0"/>
              </a:rPr>
              <a:t>— исследование, направленное на анализ разнородных, взаимосвязанных данных.</a:t>
            </a:r>
          </a:p>
        </p:txBody>
      </p:sp>
      <p:sp>
        <p:nvSpPr>
          <p:cNvPr id="506" name="B506"/>
          <p:cNvSpPr/>
          <p:nvPr/>
        </p:nvSpPr>
        <p:spPr>
          <a:xfrm>
            <a:off x="0" y="0"/>
            <a:ext cx="24387175" cy="6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D012BDA-7DE0-C4FA-8E42-B5068EFC53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61217" y="4347218"/>
            <a:ext cx="5715000" cy="746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16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89799283-186A-38E8-3F7C-C4B16570D180}"/>
              </a:ext>
            </a:extLst>
          </p:cNvPr>
          <p:cNvSpPr/>
          <p:nvPr/>
        </p:nvSpPr>
        <p:spPr>
          <a:xfrm>
            <a:off x="1212849" y="5207222"/>
            <a:ext cx="21961476" cy="7303866"/>
          </a:xfrm>
          <a:prstGeom prst="roundRect">
            <a:avLst>
              <a:gd name="adj" fmla="val 2434"/>
            </a:avLst>
          </a:prstGeom>
          <a:solidFill>
            <a:schemeClr val="tx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06A3128F-7CDB-203A-ED0C-12FE05CBA72F}"/>
              </a:ext>
            </a:extLst>
          </p:cNvPr>
          <p:cNvSpPr/>
          <p:nvPr/>
        </p:nvSpPr>
        <p:spPr>
          <a:xfrm>
            <a:off x="1162745" y="1015912"/>
            <a:ext cx="19574541" cy="109004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8500"/>
              </a:lnSpc>
              <a:spcBef>
                <a:spcPct val="0"/>
              </a:spcBef>
              <a:spcAft>
                <a:spcPts val="4000"/>
              </a:spcAft>
            </a:pPr>
            <a:r>
              <a:rPr lang="ru-RU" sz="7500" b="1" dirty="0" err="1">
                <a:latin typeface="Graphik LC Semibold" panose="020B0503030202060203" pitchFamily="34" charset="0"/>
                <a:ea typeface="Inter" panose="02000503000000020004" pitchFamily="2" charset="0"/>
                <a:sym typeface="Arial"/>
              </a:rPr>
              <a:t>Мультимодальность</a:t>
            </a:r>
            <a:endParaRPr lang="en" sz="7500" b="1" dirty="0">
              <a:latin typeface="Graphik LC Semibold" panose="020B0503030202060203" pitchFamily="34" charset="0"/>
              <a:ea typeface="Inter" panose="02000503000000020004" pitchFamily="2" charset="0"/>
              <a:sym typeface="Arial"/>
            </a:endParaRPr>
          </a:p>
        </p:txBody>
      </p:sp>
      <p:sp>
        <p:nvSpPr>
          <p:cNvPr id="12" name="Номер слайда 2">
            <a:extLst>
              <a:ext uri="{FF2B5EF4-FFF2-40B4-BE49-F238E27FC236}">
                <a16:creationId xmlns:a16="http://schemas.microsoft.com/office/drawing/2014/main" id="{05CC56CA-2D58-6877-E933-985405BA64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23918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ru-RU" smtClean="0">
                <a:solidFill>
                  <a:srgbClr val="888888"/>
                </a:solidFill>
              </a:defRPr>
            </a:lvl1pPr>
          </a:lstStyle>
          <a:p>
            <a:fld id="{C8994169-2FD2-C948-898F-758DFA36E520}" type="slidenum">
              <a:rPr lang="ru-RU" smtClean="0"/>
              <a:pPr/>
              <a:t>3</a:t>
            </a:fld>
            <a:endParaRPr lang="ru-RU" dirty="0"/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59E6A08-74DA-DDE0-F05B-E2DADE87B53F}"/>
              </a:ext>
            </a:extLst>
          </p:cNvPr>
          <p:cNvSpPr>
            <a:spLocks/>
          </p:cNvSpPr>
          <p:nvPr/>
        </p:nvSpPr>
        <p:spPr>
          <a:xfrm>
            <a:off x="1212849" y="2897188"/>
            <a:ext cx="21955117" cy="2058035"/>
          </a:xfrm>
          <a:prstGeom prst="roundRect">
            <a:avLst>
              <a:gd name="adj" fmla="val 8639"/>
            </a:avLst>
          </a:prstGeom>
          <a:solidFill>
            <a:schemeClr val="tx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E2DC57-F541-B6F7-2B1D-BA7FB0763317}"/>
              </a:ext>
            </a:extLst>
          </p:cNvPr>
          <p:cNvSpPr txBox="1"/>
          <p:nvPr/>
        </p:nvSpPr>
        <p:spPr>
          <a:xfrm>
            <a:off x="1931988" y="3352914"/>
            <a:ext cx="20523200" cy="1146583"/>
          </a:xfrm>
          <a:prstGeom prst="rect">
            <a:avLst/>
          </a:prstGeom>
        </p:spPr>
        <p:txBody>
          <a:bodyPr vert="horz" wrap="square" lIns="0" tIns="0" rIns="0" bIns="10800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 defTabSz="148599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  <a:defRPr/>
            </a:pPr>
            <a:r>
              <a:rPr lang="ru-RU" sz="3200" dirty="0"/>
              <a:t>Информация, полученная из разных модальностей, покрывает разные характеристики объекта исследования: качественные, структурные.</a:t>
            </a:r>
          </a:p>
        </p:txBody>
      </p: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54E5C4DA-55B1-6D13-C082-FEB91B7A5905}"/>
              </a:ext>
            </a:extLst>
          </p:cNvPr>
          <p:cNvGrpSpPr/>
          <p:nvPr/>
        </p:nvGrpSpPr>
        <p:grpSpPr>
          <a:xfrm>
            <a:off x="1926350" y="7999169"/>
            <a:ext cx="4081795" cy="1814131"/>
            <a:chOff x="1199456" y="1916832"/>
            <a:chExt cx="1296144" cy="576064"/>
          </a:xfrm>
        </p:grpSpPr>
        <p:sp>
          <p:nvSpPr>
            <p:cNvPr id="38" name="Овал 37">
              <a:extLst>
                <a:ext uri="{FF2B5EF4-FFF2-40B4-BE49-F238E27FC236}">
                  <a16:creationId xmlns:a16="http://schemas.microsoft.com/office/drawing/2014/main" id="{213BA3F7-CF8B-5036-C345-49B871BE2167}"/>
                </a:ext>
              </a:extLst>
            </p:cNvPr>
            <p:cNvSpPr/>
            <p:nvPr/>
          </p:nvSpPr>
          <p:spPr>
            <a:xfrm>
              <a:off x="1199456" y="1916832"/>
              <a:ext cx="576064" cy="57606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  <p:sp>
          <p:nvSpPr>
            <p:cNvPr id="39" name="Овал 38">
              <a:extLst>
                <a:ext uri="{FF2B5EF4-FFF2-40B4-BE49-F238E27FC236}">
                  <a16:creationId xmlns:a16="http://schemas.microsoft.com/office/drawing/2014/main" id="{37372C4F-5DA8-7DDF-A382-85468CC5B7CA}"/>
                </a:ext>
              </a:extLst>
            </p:cNvPr>
            <p:cNvSpPr/>
            <p:nvPr/>
          </p:nvSpPr>
          <p:spPr>
            <a:xfrm>
              <a:off x="1919536" y="1916832"/>
              <a:ext cx="576064" cy="57606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</p:grp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1E3507F0-F02C-6834-87B6-C9C982524442}"/>
              </a:ext>
            </a:extLst>
          </p:cNvPr>
          <p:cNvGrpSpPr/>
          <p:nvPr/>
        </p:nvGrpSpPr>
        <p:grpSpPr>
          <a:xfrm>
            <a:off x="10154527" y="8004300"/>
            <a:ext cx="4078122" cy="1808993"/>
            <a:chOff x="4872069" y="1916831"/>
            <a:chExt cx="1298658" cy="576065"/>
          </a:xfrm>
        </p:grpSpPr>
        <p:sp>
          <p:nvSpPr>
            <p:cNvPr id="41" name="Овал 40">
              <a:extLst>
                <a:ext uri="{FF2B5EF4-FFF2-40B4-BE49-F238E27FC236}">
                  <a16:creationId xmlns:a16="http://schemas.microsoft.com/office/drawing/2014/main" id="{E8E17F42-6901-985F-99EF-484F7190DCCE}"/>
                </a:ext>
              </a:extLst>
            </p:cNvPr>
            <p:cNvSpPr/>
            <p:nvPr/>
          </p:nvSpPr>
          <p:spPr>
            <a:xfrm>
              <a:off x="4872069" y="1916832"/>
              <a:ext cx="576064" cy="57606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  <p:sp>
          <p:nvSpPr>
            <p:cNvPr id="42" name="Овал 41">
              <a:extLst>
                <a:ext uri="{FF2B5EF4-FFF2-40B4-BE49-F238E27FC236}">
                  <a16:creationId xmlns:a16="http://schemas.microsoft.com/office/drawing/2014/main" id="{EF0D2D90-9569-2821-5393-E3CDF024CF5E}"/>
                </a:ext>
              </a:extLst>
            </p:cNvPr>
            <p:cNvSpPr/>
            <p:nvPr/>
          </p:nvSpPr>
          <p:spPr>
            <a:xfrm>
              <a:off x="5594663" y="1916831"/>
              <a:ext cx="576064" cy="57606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6E14CD42-525D-AA1A-D54C-656224809D5F}"/>
              </a:ext>
            </a:extLst>
          </p:cNvPr>
          <p:cNvGrpSpPr/>
          <p:nvPr/>
        </p:nvGrpSpPr>
        <p:grpSpPr>
          <a:xfrm>
            <a:off x="17975790" y="7737334"/>
            <a:ext cx="4470148" cy="2141992"/>
            <a:chOff x="8042283" y="1860313"/>
            <a:chExt cx="1438093" cy="689101"/>
          </a:xfrm>
        </p:grpSpPr>
        <p:sp>
          <p:nvSpPr>
            <p:cNvPr id="44" name="Овал 43">
              <a:extLst>
                <a:ext uri="{FF2B5EF4-FFF2-40B4-BE49-F238E27FC236}">
                  <a16:creationId xmlns:a16="http://schemas.microsoft.com/office/drawing/2014/main" id="{3ABC8879-B3BD-B8CC-5446-9C11D4E9AA31}"/>
                </a:ext>
              </a:extLst>
            </p:cNvPr>
            <p:cNvSpPr/>
            <p:nvPr/>
          </p:nvSpPr>
          <p:spPr>
            <a:xfrm>
              <a:off x="8042283" y="1947811"/>
              <a:ext cx="576064" cy="57606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  <p:sp>
          <p:nvSpPr>
            <p:cNvPr id="45" name="Ромб 44">
              <a:extLst>
                <a:ext uri="{FF2B5EF4-FFF2-40B4-BE49-F238E27FC236}">
                  <a16:creationId xmlns:a16="http://schemas.microsoft.com/office/drawing/2014/main" id="{38458804-77E8-4E12-F9F5-05C8C5D61B03}"/>
                </a:ext>
              </a:extLst>
            </p:cNvPr>
            <p:cNvSpPr/>
            <p:nvPr/>
          </p:nvSpPr>
          <p:spPr>
            <a:xfrm>
              <a:off x="8760296" y="1860313"/>
              <a:ext cx="720080" cy="689101"/>
            </a:xfrm>
            <a:prstGeom prst="diamond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</p:grp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A82470ED-C566-1B1E-25B1-143FBFE97B50}"/>
              </a:ext>
            </a:extLst>
          </p:cNvPr>
          <p:cNvCxnSpPr>
            <a:cxnSpLocks/>
          </p:cNvCxnSpPr>
          <p:nvPr/>
        </p:nvCxnSpPr>
        <p:spPr>
          <a:xfrm>
            <a:off x="1926350" y="10947148"/>
            <a:ext cx="20528838" cy="0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5BD4EEE-5501-32EE-1301-D487CD4C14AC}"/>
              </a:ext>
            </a:extLst>
          </p:cNvPr>
          <p:cNvSpPr txBox="1"/>
          <p:nvPr/>
        </p:nvSpPr>
        <p:spPr>
          <a:xfrm>
            <a:off x="1934324" y="11446164"/>
            <a:ext cx="5519421" cy="528080"/>
          </a:xfrm>
          <a:prstGeom prst="rect">
            <a:avLst/>
          </a:prstGeom>
        </p:spPr>
        <p:txBody>
          <a:bodyPr vert="horz" wrap="square" lIns="0" tIns="0" rIns="0" bIns="108000" rtlCol="0" anchor="t" anchorCtr="0">
            <a:spAutoFit/>
          </a:bodyPr>
          <a:lstStyle>
            <a:lvl1pPr indent="0" defTabSz="148599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32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3600"/>
              </a:lnSpc>
            </a:pPr>
            <a:r>
              <a:rPr lang="ru-RU" sz="2600" dirty="0"/>
              <a:t>Однородные свойства объекта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71EB53B-00FB-3DC6-0F9B-23CADC8C30B0}"/>
              </a:ext>
            </a:extLst>
          </p:cNvPr>
          <p:cNvSpPr txBox="1"/>
          <p:nvPr/>
        </p:nvSpPr>
        <p:spPr>
          <a:xfrm>
            <a:off x="2252972" y="5763920"/>
            <a:ext cx="3428552" cy="1451410"/>
          </a:xfrm>
          <a:prstGeom prst="rect">
            <a:avLst/>
          </a:prstGeom>
        </p:spPr>
        <p:txBody>
          <a:bodyPr vert="horz" wrap="square" lIns="0" tIns="0" rIns="0" bIns="108000" rtlCol="0" anchor="t" anchorCtr="0">
            <a:spAutoFit/>
          </a:bodyPr>
          <a:lstStyle>
            <a:lvl1pPr indent="0" defTabSz="1485991">
              <a:lnSpc>
                <a:spcPts val="36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6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ru-RU" dirty="0"/>
              <a:t>Два изображения, полученные одним аппаратом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C3A0545-90CB-7C7B-2B52-B56CAEA58A1A}"/>
              </a:ext>
            </a:extLst>
          </p:cNvPr>
          <p:cNvSpPr txBox="1"/>
          <p:nvPr/>
        </p:nvSpPr>
        <p:spPr>
          <a:xfrm>
            <a:off x="10185250" y="5763920"/>
            <a:ext cx="4016676" cy="989745"/>
          </a:xfrm>
          <a:prstGeom prst="rect">
            <a:avLst/>
          </a:prstGeom>
        </p:spPr>
        <p:txBody>
          <a:bodyPr vert="horz" wrap="square" lIns="0" tIns="0" rIns="0" bIns="108000" rtlCol="0" anchor="t" anchorCtr="0">
            <a:spAutoFit/>
          </a:bodyPr>
          <a:lstStyle>
            <a:lvl1pPr indent="0" defTabSz="1485991">
              <a:lnSpc>
                <a:spcPts val="36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6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ru-RU" dirty="0"/>
              <a:t>Текст на естественном языке и код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FD314BC-1C2A-5316-8258-939BD0D048E8}"/>
              </a:ext>
            </a:extLst>
          </p:cNvPr>
          <p:cNvSpPr txBox="1"/>
          <p:nvPr/>
        </p:nvSpPr>
        <p:spPr>
          <a:xfrm>
            <a:off x="17984896" y="5759716"/>
            <a:ext cx="3495321" cy="528080"/>
          </a:xfrm>
          <a:prstGeom prst="rect">
            <a:avLst/>
          </a:prstGeom>
        </p:spPr>
        <p:txBody>
          <a:bodyPr vert="horz" wrap="square" lIns="0" tIns="0" rIns="0" bIns="108000" rtlCol="0" anchor="t" anchorCtr="0">
            <a:spAutoFit/>
          </a:bodyPr>
          <a:lstStyle>
            <a:lvl1pPr indent="0" defTabSz="1485991">
              <a:lnSpc>
                <a:spcPts val="36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6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/>
              <a:t>Текст и изображение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F2E189A-61DE-9ADE-741D-E38CBD625771}"/>
              </a:ext>
            </a:extLst>
          </p:cNvPr>
          <p:cNvSpPr txBox="1"/>
          <p:nvPr/>
        </p:nvSpPr>
        <p:spPr>
          <a:xfrm>
            <a:off x="16935767" y="11446164"/>
            <a:ext cx="5519421" cy="528080"/>
          </a:xfrm>
          <a:prstGeom prst="rect">
            <a:avLst/>
          </a:prstGeom>
        </p:spPr>
        <p:txBody>
          <a:bodyPr vert="horz" wrap="square" lIns="0" tIns="0" rIns="0" bIns="108000" rtlCol="0" anchor="t" anchorCtr="0">
            <a:spAutoFit/>
          </a:bodyPr>
          <a:lstStyle>
            <a:lvl1pPr indent="0" defTabSz="148599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32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algn="r">
              <a:lnSpc>
                <a:spcPts val="3600"/>
              </a:lnSpc>
            </a:pPr>
            <a:r>
              <a:rPr lang="ru-RU" sz="2600" dirty="0"/>
              <a:t>Разнородные свойства объекта</a:t>
            </a:r>
          </a:p>
        </p:txBody>
      </p:sp>
      <p:sp>
        <p:nvSpPr>
          <p:cNvPr id="507" name="B507"/>
          <p:cNvSpPr/>
          <p:nvPr/>
        </p:nvSpPr>
        <p:spPr>
          <a:xfrm>
            <a:off x="0" y="0"/>
            <a:ext cx="24387175" cy="6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19224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89799283-186A-38E8-3F7C-C4B16570D180}"/>
              </a:ext>
            </a:extLst>
          </p:cNvPr>
          <p:cNvSpPr/>
          <p:nvPr/>
        </p:nvSpPr>
        <p:spPr>
          <a:xfrm>
            <a:off x="1212849" y="2897188"/>
            <a:ext cx="21961476" cy="9613900"/>
          </a:xfrm>
          <a:prstGeom prst="roundRect">
            <a:avLst>
              <a:gd name="adj" fmla="val 1514"/>
            </a:avLst>
          </a:prstGeom>
          <a:solidFill>
            <a:schemeClr val="tx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06A3128F-7CDB-203A-ED0C-12FE05CBA72F}"/>
              </a:ext>
            </a:extLst>
          </p:cNvPr>
          <p:cNvSpPr/>
          <p:nvPr/>
        </p:nvSpPr>
        <p:spPr>
          <a:xfrm>
            <a:off x="1162745" y="1015912"/>
            <a:ext cx="19574541" cy="109004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8500"/>
              </a:lnSpc>
              <a:spcBef>
                <a:spcPct val="0"/>
              </a:spcBef>
              <a:spcAft>
                <a:spcPts val="4000"/>
              </a:spcAft>
            </a:pPr>
            <a:r>
              <a:rPr lang="en" sz="7500" b="1" dirty="0">
                <a:latin typeface="Graphik LC Semibold" panose="020B0503030202060203" pitchFamily="34" charset="0"/>
                <a:ea typeface="Inter" panose="02000503000000020004" pitchFamily="2" charset="0"/>
                <a:sym typeface="Arial"/>
              </a:rPr>
              <a:t>Modality Fusion</a:t>
            </a:r>
          </a:p>
        </p:txBody>
      </p:sp>
      <p:sp>
        <p:nvSpPr>
          <p:cNvPr id="12" name="Номер слайда 2">
            <a:extLst>
              <a:ext uri="{FF2B5EF4-FFF2-40B4-BE49-F238E27FC236}">
                <a16:creationId xmlns:a16="http://schemas.microsoft.com/office/drawing/2014/main" id="{05CC56CA-2D58-6877-E933-985405BA64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23918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ru-RU" smtClean="0">
                <a:solidFill>
                  <a:srgbClr val="888888"/>
                </a:solidFill>
              </a:defRPr>
            </a:lvl1pPr>
          </a:lstStyle>
          <a:p>
            <a:fld id="{C8994169-2FD2-C948-898F-758DFA36E520}" type="slidenum">
              <a:rPr lang="ru-RU" smtClean="0"/>
              <a:pPr/>
              <a:t>4</a:t>
            </a:fld>
            <a:endParaRPr lang="ru-RU" dirty="0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4119FDAE-5D70-7743-55F7-DCCE5C6A5F81}"/>
              </a:ext>
            </a:extLst>
          </p:cNvPr>
          <p:cNvSpPr/>
          <p:nvPr/>
        </p:nvSpPr>
        <p:spPr>
          <a:xfrm>
            <a:off x="2590276" y="9971074"/>
            <a:ext cx="1201204" cy="12012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ru-RU" sz="1200" dirty="0"/>
          </a:p>
        </p:txBody>
      </p:sp>
      <p:sp>
        <p:nvSpPr>
          <p:cNvPr id="6" name="Ромб 5">
            <a:extLst>
              <a:ext uri="{FF2B5EF4-FFF2-40B4-BE49-F238E27FC236}">
                <a16:creationId xmlns:a16="http://schemas.microsoft.com/office/drawing/2014/main" id="{98D1EBC0-1976-F0B4-79F8-62E268F6FF83}"/>
              </a:ext>
            </a:extLst>
          </p:cNvPr>
          <p:cNvSpPr/>
          <p:nvPr/>
        </p:nvSpPr>
        <p:spPr>
          <a:xfrm>
            <a:off x="5292985" y="9971074"/>
            <a:ext cx="1201204" cy="1201204"/>
          </a:xfrm>
          <a:prstGeom prst="diamond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ru-RU" sz="1200" dirty="0"/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3D73783B-3F7F-394A-06DE-E96928956D2C}"/>
              </a:ext>
            </a:extLst>
          </p:cNvPr>
          <p:cNvSpPr/>
          <p:nvPr/>
        </p:nvSpPr>
        <p:spPr>
          <a:xfrm>
            <a:off x="2590276" y="5707411"/>
            <a:ext cx="3903914" cy="1651656"/>
          </a:xfrm>
          <a:prstGeom prst="roundRect">
            <a:avLst>
              <a:gd name="adj" fmla="val 10561"/>
            </a:avLst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36000" rtlCol="0" anchor="ctr"/>
          <a:lstStyle/>
          <a:p>
            <a:pPr algn="ctr">
              <a:lnSpc>
                <a:spcPts val="3600"/>
              </a:lnSpc>
            </a:pPr>
            <a:r>
              <a:rPr lang="en-US" sz="2600" dirty="0">
                <a:latin typeface="Graphik LC Regular" panose="020B0503030202060203" pitchFamily="34" charset="0"/>
              </a:rPr>
              <a:t>Core Model</a:t>
            </a:r>
            <a:endParaRPr lang="ru-RU" sz="2600" dirty="0">
              <a:latin typeface="Graphik LC Regular" panose="020B050303020206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F54C26-73BA-FE7A-50C4-3BD61E69FCDC}"/>
              </a:ext>
            </a:extLst>
          </p:cNvPr>
          <p:cNvSpPr txBox="1"/>
          <p:nvPr/>
        </p:nvSpPr>
        <p:spPr>
          <a:xfrm>
            <a:off x="3640543" y="8154819"/>
            <a:ext cx="1803379" cy="41902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600" dirty="0">
                <a:latin typeface="Graphik LC Regular" panose="020B0503030202060203" pitchFamily="34" charset="0"/>
              </a:rPr>
              <a:t>early fusion</a:t>
            </a:r>
            <a:endParaRPr lang="ru-RU" sz="2600" dirty="0">
              <a:latin typeface="Graphik LC Regular" panose="020B050303020206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A52E8C-159A-B153-D0B0-85822EFB7568}"/>
              </a:ext>
            </a:extLst>
          </p:cNvPr>
          <p:cNvSpPr txBox="1"/>
          <p:nvPr/>
        </p:nvSpPr>
        <p:spPr>
          <a:xfrm>
            <a:off x="2364530" y="11454994"/>
            <a:ext cx="1652697" cy="41902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600" dirty="0">
                <a:latin typeface="Graphik LC Regular" panose="020B0503030202060203" pitchFamily="34" charset="0"/>
              </a:rPr>
              <a:t>Modality A</a:t>
            </a:r>
            <a:endParaRPr lang="ru-RU" sz="2600" dirty="0">
              <a:latin typeface="Graphik LC Regular" panose="020B050303020206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FFD41A-AAC4-C0E1-A3D6-5A3BBB761068}"/>
              </a:ext>
            </a:extLst>
          </p:cNvPr>
          <p:cNvSpPr txBox="1"/>
          <p:nvPr/>
        </p:nvSpPr>
        <p:spPr>
          <a:xfrm>
            <a:off x="5076056" y="11454994"/>
            <a:ext cx="1635063" cy="41902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600" dirty="0">
                <a:latin typeface="Graphik LC Regular" panose="020B0503030202060203" pitchFamily="34" charset="0"/>
              </a:rPr>
              <a:t>Modality B</a:t>
            </a:r>
            <a:endParaRPr lang="ru-RU" sz="2600" dirty="0">
              <a:latin typeface="Graphik LC Regular" panose="020B050303020206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F45741-EB8A-AEE4-2655-B0C22D8B8D2F}"/>
              </a:ext>
            </a:extLst>
          </p:cNvPr>
          <p:cNvSpPr txBox="1"/>
          <p:nvPr/>
        </p:nvSpPr>
        <p:spPr>
          <a:xfrm>
            <a:off x="2450291" y="9233041"/>
            <a:ext cx="1481175" cy="41902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600" dirty="0">
                <a:latin typeface="Graphik LC Regular" panose="020B0503030202060203" pitchFamily="34" charset="0"/>
              </a:rPr>
              <a:t>encoding</a:t>
            </a:r>
            <a:endParaRPr lang="ru-RU" sz="2600" dirty="0">
              <a:latin typeface="Graphik LC Regular" panose="020B050303020206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E0E16E-A910-C672-60D3-5F42006E43D5}"/>
              </a:ext>
            </a:extLst>
          </p:cNvPr>
          <p:cNvSpPr txBox="1"/>
          <p:nvPr/>
        </p:nvSpPr>
        <p:spPr>
          <a:xfrm>
            <a:off x="5153000" y="9233041"/>
            <a:ext cx="1481175" cy="41902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600" dirty="0">
                <a:latin typeface="Graphik LC Regular" panose="020B0503030202060203" pitchFamily="34" charset="0"/>
              </a:rPr>
              <a:t>encoding</a:t>
            </a:r>
            <a:endParaRPr lang="ru-RU" sz="2600" dirty="0">
              <a:latin typeface="Graphik LC Regular" panose="020B0503030202060203" pitchFamily="34" charset="0"/>
            </a:endParaRP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9F8D6619-5DCE-4C75-7FB9-ABC140E6571E}"/>
              </a:ext>
            </a:extLst>
          </p:cNvPr>
          <p:cNvSpPr/>
          <p:nvPr/>
        </p:nvSpPr>
        <p:spPr>
          <a:xfrm>
            <a:off x="10210677" y="9971074"/>
            <a:ext cx="1201204" cy="12012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ru-RU" sz="1200" dirty="0"/>
          </a:p>
        </p:txBody>
      </p:sp>
      <p:sp>
        <p:nvSpPr>
          <p:cNvPr id="20" name="Ромб 19">
            <a:extLst>
              <a:ext uri="{FF2B5EF4-FFF2-40B4-BE49-F238E27FC236}">
                <a16:creationId xmlns:a16="http://schemas.microsoft.com/office/drawing/2014/main" id="{17880B3D-2287-5FCF-FC9D-966062989D9A}"/>
              </a:ext>
            </a:extLst>
          </p:cNvPr>
          <p:cNvSpPr/>
          <p:nvPr/>
        </p:nvSpPr>
        <p:spPr>
          <a:xfrm>
            <a:off x="12853238" y="9971074"/>
            <a:ext cx="1201204" cy="1201204"/>
          </a:xfrm>
          <a:prstGeom prst="diamond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ru-RU" sz="1200" dirty="0"/>
          </a:p>
        </p:txBody>
      </p:sp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8402FA22-F848-249E-6F2F-30FFF9F046C7}"/>
              </a:ext>
            </a:extLst>
          </p:cNvPr>
          <p:cNvSpPr/>
          <p:nvPr/>
        </p:nvSpPr>
        <p:spPr>
          <a:xfrm>
            <a:off x="9985456" y="3617913"/>
            <a:ext cx="1651646" cy="3753763"/>
          </a:xfrm>
          <a:prstGeom prst="roundRect">
            <a:avLst>
              <a:gd name="adj" fmla="val 10968"/>
            </a:avLst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vert270" lIns="0" tIns="0" rIns="0" bIns="0" rtlCol="0" anchor="ctr"/>
          <a:lstStyle/>
          <a:p>
            <a:pPr algn="ctr">
              <a:lnSpc>
                <a:spcPts val="3600"/>
              </a:lnSpc>
            </a:pPr>
            <a:r>
              <a:rPr lang="en-US" sz="2600" dirty="0">
                <a:latin typeface="Graphik LC Regular" panose="020B0503030202060203" pitchFamily="34" charset="0"/>
              </a:rPr>
              <a:t>Core Model</a:t>
            </a:r>
            <a:endParaRPr lang="ru-RU" sz="2600" dirty="0">
              <a:latin typeface="Graphik LC Regular" panose="020B050303020206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E54A15-616A-FC0B-2625-97C3A07AF8FD}"/>
              </a:ext>
            </a:extLst>
          </p:cNvPr>
          <p:cNvSpPr txBox="1"/>
          <p:nvPr/>
        </p:nvSpPr>
        <p:spPr>
          <a:xfrm>
            <a:off x="11182401" y="8154819"/>
            <a:ext cx="1843453" cy="41902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lnSpc>
                <a:spcPts val="3600"/>
              </a:lnSpc>
            </a:pPr>
            <a:r>
              <a:rPr lang="ru-RU" sz="2600" dirty="0" err="1">
                <a:latin typeface="Graphik LC Regular" panose="020B0503030202060203" pitchFamily="34" charset="0"/>
              </a:rPr>
              <a:t>d</a:t>
            </a:r>
            <a:r>
              <a:rPr lang="en-US" sz="2600" dirty="0" err="1">
                <a:latin typeface="Graphik LC Regular" panose="020B0503030202060203" pitchFamily="34" charset="0"/>
              </a:rPr>
              <a:t>eep</a:t>
            </a:r>
            <a:r>
              <a:rPr lang="en-US" sz="2600" dirty="0">
                <a:latin typeface="Graphik LC Regular" panose="020B0503030202060203" pitchFamily="34" charset="0"/>
              </a:rPr>
              <a:t> fusion</a:t>
            </a:r>
            <a:endParaRPr lang="ru-RU" sz="2600" dirty="0">
              <a:latin typeface="Graphik LC Regular" panose="020B0503030202060203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A0124E-2553-6D60-1C60-0E560AF359FE}"/>
              </a:ext>
            </a:extLst>
          </p:cNvPr>
          <p:cNvSpPr txBox="1"/>
          <p:nvPr/>
        </p:nvSpPr>
        <p:spPr>
          <a:xfrm>
            <a:off x="10070691" y="9233041"/>
            <a:ext cx="1481175" cy="41902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600" dirty="0">
                <a:latin typeface="Graphik LC Regular" panose="020B0503030202060203" pitchFamily="34" charset="0"/>
              </a:rPr>
              <a:t>encoding</a:t>
            </a:r>
            <a:endParaRPr lang="ru-RU" sz="2600" dirty="0">
              <a:latin typeface="Graphik LC Regular" panose="020B050303020206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B31339-EAF5-0424-1375-0F9E7A72EB53}"/>
              </a:ext>
            </a:extLst>
          </p:cNvPr>
          <p:cNvSpPr txBox="1"/>
          <p:nvPr/>
        </p:nvSpPr>
        <p:spPr>
          <a:xfrm>
            <a:off x="12656388" y="9233041"/>
            <a:ext cx="1481175" cy="41902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600" dirty="0">
                <a:latin typeface="Graphik LC Regular" panose="020B0503030202060203" pitchFamily="34" charset="0"/>
              </a:rPr>
              <a:t>encoding</a:t>
            </a:r>
            <a:endParaRPr lang="ru-RU" sz="2600" dirty="0">
              <a:latin typeface="Graphik LC Regular" panose="020B0503030202060203" pitchFamily="34" charset="0"/>
            </a:endParaRP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0DBDBD89-A85C-95D9-A266-258C723912BB}"/>
              </a:ext>
            </a:extLst>
          </p:cNvPr>
          <p:cNvSpPr/>
          <p:nvPr/>
        </p:nvSpPr>
        <p:spPr>
          <a:xfrm>
            <a:off x="17321771" y="9971074"/>
            <a:ext cx="1201204" cy="12012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ru-RU" sz="1200" dirty="0"/>
          </a:p>
        </p:txBody>
      </p:sp>
      <p:sp>
        <p:nvSpPr>
          <p:cNvPr id="31" name="Ромб 30">
            <a:extLst>
              <a:ext uri="{FF2B5EF4-FFF2-40B4-BE49-F238E27FC236}">
                <a16:creationId xmlns:a16="http://schemas.microsoft.com/office/drawing/2014/main" id="{DF8A5E5E-4029-5249-CA32-732EEBDBA89E}"/>
              </a:ext>
            </a:extLst>
          </p:cNvPr>
          <p:cNvSpPr/>
          <p:nvPr/>
        </p:nvSpPr>
        <p:spPr>
          <a:xfrm>
            <a:off x="20136631" y="9971074"/>
            <a:ext cx="1201204" cy="1201204"/>
          </a:xfrm>
          <a:prstGeom prst="diamond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ru-RU" sz="1200" dirty="0"/>
          </a:p>
        </p:txBody>
      </p:sp>
      <p:sp>
        <p:nvSpPr>
          <p:cNvPr id="32" name="Скругленный прямоугольник 31">
            <a:extLst>
              <a:ext uri="{FF2B5EF4-FFF2-40B4-BE49-F238E27FC236}">
                <a16:creationId xmlns:a16="http://schemas.microsoft.com/office/drawing/2014/main" id="{FE7EE71D-F748-81F4-998B-44AF0BEE3BF5}"/>
              </a:ext>
            </a:extLst>
          </p:cNvPr>
          <p:cNvSpPr/>
          <p:nvPr/>
        </p:nvSpPr>
        <p:spPr>
          <a:xfrm>
            <a:off x="16657748" y="6968920"/>
            <a:ext cx="2529249" cy="1005336"/>
          </a:xfrm>
          <a:prstGeom prst="roundRect">
            <a:avLst>
              <a:gd name="adj" fmla="val 18005"/>
            </a:avLst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>
              <a:lnSpc>
                <a:spcPts val="3600"/>
              </a:lnSpc>
            </a:pPr>
            <a:r>
              <a:rPr lang="en-US" sz="2600" dirty="0">
                <a:latin typeface="Graphik LC Regular" panose="020B0503030202060203" pitchFamily="34" charset="0"/>
              </a:rPr>
              <a:t>Model 1</a:t>
            </a:r>
            <a:endParaRPr lang="ru-RU" sz="2600" dirty="0">
              <a:latin typeface="Graphik LC Regular" panose="020B05030302020602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C6B5BE-32A1-6A22-6848-DD18A3AFA2E6}"/>
              </a:ext>
            </a:extLst>
          </p:cNvPr>
          <p:cNvSpPr txBox="1"/>
          <p:nvPr/>
        </p:nvSpPr>
        <p:spPr>
          <a:xfrm>
            <a:off x="18519485" y="5994302"/>
            <a:ext cx="1620636" cy="41902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600" dirty="0">
                <a:latin typeface="Graphik LC Regular" panose="020B0503030202060203" pitchFamily="34" charset="0"/>
              </a:rPr>
              <a:t>late fusion</a:t>
            </a:r>
            <a:endParaRPr lang="ru-RU" sz="2600" dirty="0">
              <a:latin typeface="Graphik LC Regular" panose="020B0503030202060203" pitchFamily="34" charset="0"/>
            </a:endParaRPr>
          </a:p>
        </p:txBody>
      </p:sp>
      <p:sp>
        <p:nvSpPr>
          <p:cNvPr id="34" name="Скругленный прямоугольник 33">
            <a:extLst>
              <a:ext uri="{FF2B5EF4-FFF2-40B4-BE49-F238E27FC236}">
                <a16:creationId xmlns:a16="http://schemas.microsoft.com/office/drawing/2014/main" id="{4CCCA334-E4F9-9D8F-C76E-ABCC408B58AA}"/>
              </a:ext>
            </a:extLst>
          </p:cNvPr>
          <p:cNvSpPr/>
          <p:nvPr/>
        </p:nvSpPr>
        <p:spPr>
          <a:xfrm>
            <a:off x="19472608" y="6968920"/>
            <a:ext cx="2529249" cy="1005336"/>
          </a:xfrm>
          <a:prstGeom prst="roundRect">
            <a:avLst>
              <a:gd name="adj" fmla="val 18005"/>
            </a:avLst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>
              <a:lnSpc>
                <a:spcPts val="3600"/>
              </a:lnSpc>
            </a:pPr>
            <a:r>
              <a:rPr lang="en-US" sz="2600" dirty="0">
                <a:latin typeface="Graphik LC Regular" panose="020B0503030202060203" pitchFamily="34" charset="0"/>
              </a:rPr>
              <a:t>Model 2</a:t>
            </a:r>
            <a:endParaRPr lang="ru-RU" sz="2600" dirty="0">
              <a:latin typeface="Graphik LC Regular" panose="020B0503030202060203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8DF3103-6032-E46F-CFF7-6F5B1C37B80C}"/>
              </a:ext>
            </a:extLst>
          </p:cNvPr>
          <p:cNvSpPr txBox="1"/>
          <p:nvPr/>
        </p:nvSpPr>
        <p:spPr>
          <a:xfrm>
            <a:off x="9984930" y="11454994"/>
            <a:ext cx="1652697" cy="41902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600" dirty="0">
                <a:latin typeface="Graphik LC Regular" panose="020B0503030202060203" pitchFamily="34" charset="0"/>
              </a:rPr>
              <a:t>Modality A</a:t>
            </a:r>
            <a:endParaRPr lang="ru-RU" sz="2600" dirty="0">
              <a:latin typeface="Graphik LC Regular" panose="020B0503030202060203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77C195D-0F7A-6CB1-6E2F-EDD3AAA8802A}"/>
              </a:ext>
            </a:extLst>
          </p:cNvPr>
          <p:cNvSpPr txBox="1"/>
          <p:nvPr/>
        </p:nvSpPr>
        <p:spPr>
          <a:xfrm>
            <a:off x="12554438" y="11454994"/>
            <a:ext cx="1635063" cy="41902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600" dirty="0">
                <a:latin typeface="Graphik LC Regular" panose="020B0503030202060203" pitchFamily="34" charset="0"/>
              </a:rPr>
              <a:t>Modality B</a:t>
            </a:r>
            <a:endParaRPr lang="ru-RU" sz="2600" dirty="0">
              <a:latin typeface="Graphik LC Regular" panose="020B0503030202060203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FA20210-F3CE-7D71-9EA1-609AD4921D5C}"/>
              </a:ext>
            </a:extLst>
          </p:cNvPr>
          <p:cNvSpPr txBox="1"/>
          <p:nvPr/>
        </p:nvSpPr>
        <p:spPr>
          <a:xfrm>
            <a:off x="17096025" y="11454994"/>
            <a:ext cx="1652697" cy="41902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600" dirty="0">
                <a:latin typeface="Graphik LC Regular" panose="020B0503030202060203" pitchFamily="34" charset="0"/>
              </a:rPr>
              <a:t>Modality A</a:t>
            </a:r>
            <a:endParaRPr lang="ru-RU" sz="2600" dirty="0">
              <a:latin typeface="Graphik LC Regular" panose="020B0503030202060203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3C370A7-1FCA-6D5B-8455-43CE6DC589A8}"/>
              </a:ext>
            </a:extLst>
          </p:cNvPr>
          <p:cNvSpPr txBox="1"/>
          <p:nvPr/>
        </p:nvSpPr>
        <p:spPr>
          <a:xfrm>
            <a:off x="19919702" y="11454994"/>
            <a:ext cx="1635063" cy="41902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600" dirty="0">
                <a:latin typeface="Graphik LC Regular" panose="020B0503030202060203" pitchFamily="34" charset="0"/>
              </a:rPr>
              <a:t>Modality B</a:t>
            </a:r>
            <a:endParaRPr lang="ru-RU" sz="2600" dirty="0">
              <a:latin typeface="Graphik LC Regular" panose="020B0503030202060203" pitchFamily="34" charset="0"/>
            </a:endParaRPr>
          </a:p>
        </p:txBody>
      </p:sp>
      <p:cxnSp>
        <p:nvCxnSpPr>
          <p:cNvPr id="60" name="Прямая со стрелкой 59">
            <a:extLst>
              <a:ext uri="{FF2B5EF4-FFF2-40B4-BE49-F238E27FC236}">
                <a16:creationId xmlns:a16="http://schemas.microsoft.com/office/drawing/2014/main" id="{4D554B95-9E96-98E7-9DB2-4FAF9FB82F2F}"/>
              </a:ext>
            </a:extLst>
          </p:cNvPr>
          <p:cNvCxnSpPr/>
          <p:nvPr/>
        </p:nvCxnSpPr>
        <p:spPr>
          <a:xfrm>
            <a:off x="3190878" y="7601424"/>
            <a:ext cx="0" cy="1525816"/>
          </a:xfrm>
          <a:prstGeom prst="straightConnector1">
            <a:avLst/>
          </a:prstGeom>
          <a:ln w="25400">
            <a:solidFill>
              <a:schemeClr val="tx1"/>
            </a:solidFill>
            <a:headEnd type="arrow"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 стрелкой 60">
            <a:extLst>
              <a:ext uri="{FF2B5EF4-FFF2-40B4-BE49-F238E27FC236}">
                <a16:creationId xmlns:a16="http://schemas.microsoft.com/office/drawing/2014/main" id="{5B75DB61-E0E6-8473-AE5F-B7E9D14BF827}"/>
              </a:ext>
            </a:extLst>
          </p:cNvPr>
          <p:cNvCxnSpPr/>
          <p:nvPr/>
        </p:nvCxnSpPr>
        <p:spPr>
          <a:xfrm>
            <a:off x="5893587" y="7601424"/>
            <a:ext cx="0" cy="1525816"/>
          </a:xfrm>
          <a:prstGeom prst="straightConnector1">
            <a:avLst/>
          </a:prstGeom>
          <a:ln w="25400">
            <a:solidFill>
              <a:schemeClr val="tx1"/>
            </a:solidFill>
            <a:headEnd type="arrow"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 стрелкой 62">
            <a:extLst>
              <a:ext uri="{FF2B5EF4-FFF2-40B4-BE49-F238E27FC236}">
                <a16:creationId xmlns:a16="http://schemas.microsoft.com/office/drawing/2014/main" id="{A1F60B8B-2A75-12A0-9D62-9451BF03A787}"/>
              </a:ext>
            </a:extLst>
          </p:cNvPr>
          <p:cNvCxnSpPr/>
          <p:nvPr/>
        </p:nvCxnSpPr>
        <p:spPr>
          <a:xfrm>
            <a:off x="10811279" y="7601424"/>
            <a:ext cx="0" cy="1525816"/>
          </a:xfrm>
          <a:prstGeom prst="straightConnector1">
            <a:avLst/>
          </a:prstGeom>
          <a:ln w="25400">
            <a:solidFill>
              <a:schemeClr val="tx1"/>
            </a:solidFill>
            <a:headEnd type="arrow"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Соединительная линия уступом 70">
            <a:extLst>
              <a:ext uri="{FF2B5EF4-FFF2-40B4-BE49-F238E27FC236}">
                <a16:creationId xmlns:a16="http://schemas.microsoft.com/office/drawing/2014/main" id="{DFE9CD2C-A3F2-020F-0AD5-92803D5F0DEA}"/>
              </a:ext>
            </a:extLst>
          </p:cNvPr>
          <p:cNvCxnSpPr>
            <a:cxnSpLocks/>
          </p:cNvCxnSpPr>
          <p:nvPr/>
        </p:nvCxnSpPr>
        <p:spPr>
          <a:xfrm rot="16200000" flipV="1">
            <a:off x="10348884" y="6079147"/>
            <a:ext cx="4568531" cy="1527656"/>
          </a:xfrm>
          <a:prstGeom prst="bentConnector2">
            <a:avLst/>
          </a:prstGeom>
          <a:ln w="254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Соединительная линия уступом 72">
            <a:extLst>
              <a:ext uri="{FF2B5EF4-FFF2-40B4-BE49-F238E27FC236}">
                <a16:creationId xmlns:a16="http://schemas.microsoft.com/office/drawing/2014/main" id="{B69301E2-8C81-FC5B-B959-06C63D1CF374}"/>
              </a:ext>
            </a:extLst>
          </p:cNvPr>
          <p:cNvCxnSpPr>
            <a:cxnSpLocks/>
          </p:cNvCxnSpPr>
          <p:nvPr/>
        </p:nvCxnSpPr>
        <p:spPr>
          <a:xfrm rot="16200000" flipV="1">
            <a:off x="10832222" y="6529392"/>
            <a:ext cx="3601853" cy="1527654"/>
          </a:xfrm>
          <a:prstGeom prst="bentConnector2">
            <a:avLst/>
          </a:prstGeom>
          <a:ln w="254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Соединительная линия уступом 74">
            <a:extLst>
              <a:ext uri="{FF2B5EF4-FFF2-40B4-BE49-F238E27FC236}">
                <a16:creationId xmlns:a16="http://schemas.microsoft.com/office/drawing/2014/main" id="{A4043346-2A3A-77CC-FCDB-F01ACA43B650}"/>
              </a:ext>
            </a:extLst>
          </p:cNvPr>
          <p:cNvCxnSpPr>
            <a:cxnSpLocks/>
          </p:cNvCxnSpPr>
          <p:nvPr/>
        </p:nvCxnSpPr>
        <p:spPr>
          <a:xfrm rot="16200000" flipV="1">
            <a:off x="11282467" y="7012730"/>
            <a:ext cx="2701365" cy="1527656"/>
          </a:xfrm>
          <a:prstGeom prst="bentConnector2">
            <a:avLst/>
          </a:prstGeom>
          <a:ln w="254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 стрелкой 77">
            <a:extLst>
              <a:ext uri="{FF2B5EF4-FFF2-40B4-BE49-F238E27FC236}">
                <a16:creationId xmlns:a16="http://schemas.microsoft.com/office/drawing/2014/main" id="{55F1677A-DFE4-83A5-252B-405BB2D500DA}"/>
              </a:ext>
            </a:extLst>
          </p:cNvPr>
          <p:cNvCxnSpPr/>
          <p:nvPr/>
        </p:nvCxnSpPr>
        <p:spPr>
          <a:xfrm>
            <a:off x="17922373" y="8197187"/>
            <a:ext cx="0" cy="1525816"/>
          </a:xfrm>
          <a:prstGeom prst="straightConnector1">
            <a:avLst/>
          </a:prstGeom>
          <a:ln w="25400">
            <a:solidFill>
              <a:schemeClr val="tx1"/>
            </a:solidFill>
            <a:headEnd type="arrow"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Прямая со стрелкой 78">
            <a:extLst>
              <a:ext uri="{FF2B5EF4-FFF2-40B4-BE49-F238E27FC236}">
                <a16:creationId xmlns:a16="http://schemas.microsoft.com/office/drawing/2014/main" id="{AE20D9E0-084C-1128-B059-34E4AE75C321}"/>
              </a:ext>
            </a:extLst>
          </p:cNvPr>
          <p:cNvCxnSpPr/>
          <p:nvPr/>
        </p:nvCxnSpPr>
        <p:spPr>
          <a:xfrm>
            <a:off x="20737233" y="8197187"/>
            <a:ext cx="0" cy="1525816"/>
          </a:xfrm>
          <a:prstGeom prst="straightConnector1">
            <a:avLst/>
          </a:prstGeom>
          <a:ln w="25400">
            <a:solidFill>
              <a:schemeClr val="tx1"/>
            </a:solidFill>
            <a:headEnd type="arrow"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Соединительная линия уступом 82">
            <a:extLst>
              <a:ext uri="{FF2B5EF4-FFF2-40B4-BE49-F238E27FC236}">
                <a16:creationId xmlns:a16="http://schemas.microsoft.com/office/drawing/2014/main" id="{812AF940-C499-051F-1D9E-BF8363A7250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7461574" y="4866756"/>
            <a:ext cx="2329027" cy="1407431"/>
          </a:xfrm>
          <a:prstGeom prst="bentConnector3">
            <a:avLst/>
          </a:prstGeom>
          <a:ln w="254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Соединительная линия уступом 84">
            <a:extLst>
              <a:ext uri="{FF2B5EF4-FFF2-40B4-BE49-F238E27FC236}">
                <a16:creationId xmlns:a16="http://schemas.microsoft.com/office/drawing/2014/main" id="{4A4C8804-9ED6-FD62-54F4-C1D14008C1A9}"/>
              </a:ext>
            </a:extLst>
          </p:cNvPr>
          <p:cNvCxnSpPr>
            <a:cxnSpLocks/>
          </p:cNvCxnSpPr>
          <p:nvPr/>
        </p:nvCxnSpPr>
        <p:spPr>
          <a:xfrm rot="16200000" flipV="1">
            <a:off x="18869006" y="4866755"/>
            <a:ext cx="2329027" cy="1407431"/>
          </a:xfrm>
          <a:prstGeom prst="bentConnector3">
            <a:avLst/>
          </a:prstGeom>
          <a:ln w="254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Прямоугольник 85">
            <a:extLst>
              <a:ext uri="{FF2B5EF4-FFF2-40B4-BE49-F238E27FC236}">
                <a16:creationId xmlns:a16="http://schemas.microsoft.com/office/drawing/2014/main" id="{F647CA1C-A558-1461-8934-283421EC23FF}"/>
              </a:ext>
            </a:extLst>
          </p:cNvPr>
          <p:cNvSpPr/>
          <p:nvPr/>
        </p:nvSpPr>
        <p:spPr>
          <a:xfrm>
            <a:off x="20033519" y="-843323"/>
            <a:ext cx="232219" cy="232219"/>
          </a:xfrm>
          <a:prstGeom prst="rect">
            <a:avLst/>
          </a:prstGeom>
          <a:solidFill>
            <a:schemeClr val="accent3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2" name="B512"/>
          <p:cNvSpPr/>
          <p:nvPr/>
        </p:nvSpPr>
        <p:spPr>
          <a:xfrm>
            <a:off x="0" y="0"/>
            <a:ext cx="24387175" cy="6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24473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06A3128F-7CDB-203A-ED0C-12FE05CBA72F}"/>
              </a:ext>
            </a:extLst>
          </p:cNvPr>
          <p:cNvSpPr/>
          <p:nvPr/>
        </p:nvSpPr>
        <p:spPr>
          <a:xfrm>
            <a:off x="1162745" y="1015912"/>
            <a:ext cx="19574541" cy="109004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8500"/>
              </a:lnSpc>
              <a:spcBef>
                <a:spcPct val="0"/>
              </a:spcBef>
              <a:spcAft>
                <a:spcPts val="4000"/>
              </a:spcAft>
            </a:pPr>
            <a:r>
              <a:rPr lang="en" sz="7500" b="1" dirty="0">
                <a:latin typeface="Graphik LC Semibold" panose="020B0503030202060203" pitchFamily="34" charset="0"/>
                <a:ea typeface="Inter" panose="02000503000000020004" pitchFamily="2" charset="0"/>
                <a:sym typeface="Arial"/>
              </a:rPr>
              <a:t>Data Representation</a:t>
            </a:r>
          </a:p>
        </p:txBody>
      </p:sp>
      <p:sp>
        <p:nvSpPr>
          <p:cNvPr id="12" name="Номер слайда 2">
            <a:extLst>
              <a:ext uri="{FF2B5EF4-FFF2-40B4-BE49-F238E27FC236}">
                <a16:creationId xmlns:a16="http://schemas.microsoft.com/office/drawing/2014/main" id="{05CC56CA-2D58-6877-E933-985405BA64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23918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ru-RU" smtClean="0">
                <a:solidFill>
                  <a:srgbClr val="888888"/>
                </a:solidFill>
              </a:defRPr>
            </a:lvl1pPr>
          </a:lstStyle>
          <a:p>
            <a:fld id="{C8994169-2FD2-C948-898F-758DFA36E520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1759A72D-BA53-A005-FF4A-6000C2744737}"/>
              </a:ext>
            </a:extLst>
          </p:cNvPr>
          <p:cNvSpPr>
            <a:spLocks/>
          </p:cNvSpPr>
          <p:nvPr/>
        </p:nvSpPr>
        <p:spPr>
          <a:xfrm>
            <a:off x="1212849" y="2897188"/>
            <a:ext cx="10853738" cy="1726249"/>
          </a:xfrm>
          <a:prstGeom prst="roundRect">
            <a:avLst>
              <a:gd name="adj" fmla="val 10300"/>
            </a:avLst>
          </a:prstGeom>
          <a:solidFill>
            <a:schemeClr val="tx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4"/>
              </a:solidFill>
            </a:endParaRPr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5FC4D79A-E00B-AC58-FA78-F059BDCD0BE4}"/>
              </a:ext>
            </a:extLst>
          </p:cNvPr>
          <p:cNvSpPr>
            <a:spLocks/>
          </p:cNvSpPr>
          <p:nvPr/>
        </p:nvSpPr>
        <p:spPr>
          <a:xfrm>
            <a:off x="1212850" y="6888164"/>
            <a:ext cx="10853738" cy="5622924"/>
          </a:xfrm>
          <a:prstGeom prst="roundRect">
            <a:avLst>
              <a:gd name="adj" fmla="val 1910"/>
            </a:avLst>
          </a:prstGeom>
          <a:solidFill>
            <a:schemeClr val="tx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1B823C-6566-9D37-03FE-905A663A1788}"/>
              </a:ext>
            </a:extLst>
          </p:cNvPr>
          <p:cNvSpPr txBox="1"/>
          <p:nvPr/>
        </p:nvSpPr>
        <p:spPr>
          <a:xfrm>
            <a:off x="1956001" y="3408576"/>
            <a:ext cx="9145759" cy="553998"/>
          </a:xfrm>
          <a:prstGeom prst="rect">
            <a:avLst/>
          </a:prstGeom>
          <a:noFill/>
        </p:spPr>
        <p:txBody>
          <a:bodyPr wrap="square" lIns="0" tIns="0" rIns="0" bIns="0" numCol="1" rtlCol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R="0" lvl="0" indent="0" defTabSz="1485991" fontAlgn="auto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kumimoji="0" sz="3200" b="0" i="0" u="none" strike="noStrike" cap="none" spc="0" normalizeH="0" baseline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defTabSz="1485991">
              <a:spcAft>
                <a:spcPts val="1200"/>
              </a:spcAft>
            </a:pPr>
            <a:r>
              <a:rPr lang="ru-RU" sz="3600" dirty="0">
                <a:solidFill>
                  <a:schemeClr val="tx1"/>
                </a:solidFill>
                <a:latin typeface="Graphik LC Medium" panose="020B0503030202060203" pitchFamily="34" charset="0"/>
              </a:rPr>
              <a:t>Представление текста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0712B0-D1EB-6494-75D9-FFA006C03300}"/>
              </a:ext>
            </a:extLst>
          </p:cNvPr>
          <p:cNvSpPr txBox="1"/>
          <p:nvPr/>
        </p:nvSpPr>
        <p:spPr>
          <a:xfrm>
            <a:off x="1878682" y="7445802"/>
            <a:ext cx="9522074" cy="1191723"/>
          </a:xfrm>
          <a:prstGeom prst="rect">
            <a:avLst/>
          </a:prstGeom>
        </p:spPr>
        <p:txBody>
          <a:bodyPr vert="horz" wrap="square" lIns="0" tIns="0" rIns="0" bIns="108000" rtlCol="0" anchor="t" anchorCtr="0">
            <a:spAutoFit/>
          </a:bodyPr>
          <a:lstStyle>
            <a:lvl1pPr defTabSz="1488104">
              <a:spcBef>
                <a:spcPct val="0"/>
              </a:spcBef>
              <a:defRPr sz="3400">
                <a:solidFill>
                  <a:schemeClr val="bg1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pPr algn="ctr" defTabSz="1485991">
              <a:lnSpc>
                <a:spcPts val="4400"/>
              </a:lnSpc>
              <a:spcBef>
                <a:spcPts val="0"/>
              </a:spcBef>
              <a:spcAft>
                <a:spcPts val="2200"/>
              </a:spcAft>
              <a:defRPr/>
            </a:pPr>
            <a:r>
              <a:rPr lang="en" dirty="0">
                <a:solidFill>
                  <a:schemeClr val="tx1"/>
                </a:solidFill>
                <a:latin typeface="Graphik LC Regular" panose="020B0503030202060203" pitchFamily="34" charset="0"/>
              </a:rPr>
              <a:t>«I</a:t>
            </a:r>
            <a:r>
              <a:rPr lang="en" baseline="-25000" dirty="0">
                <a:solidFill>
                  <a:schemeClr val="tx1"/>
                </a:solidFill>
                <a:latin typeface="Graphik LC Regular" panose="020B0503030202060203" pitchFamily="34" charset="0"/>
              </a:rPr>
              <a:t>&lt;/w&gt;</a:t>
            </a:r>
            <a:r>
              <a:rPr lang="en" dirty="0">
                <a:solidFill>
                  <a:schemeClr val="tx1"/>
                </a:solidFill>
                <a:latin typeface="Graphik LC Regular" panose="020B0503030202060203" pitchFamily="34" charset="0"/>
              </a:rPr>
              <a:t> like</a:t>
            </a:r>
            <a:r>
              <a:rPr lang="en" baseline="-25000" dirty="0">
                <a:solidFill>
                  <a:schemeClr val="tx1"/>
                </a:solidFill>
                <a:latin typeface="Graphik LC Regular" panose="020B0503030202060203" pitchFamily="34" charset="0"/>
              </a:rPr>
              <a:t>&lt;/w&gt;</a:t>
            </a:r>
            <a:r>
              <a:rPr lang="en" dirty="0">
                <a:solidFill>
                  <a:schemeClr val="tx1"/>
                </a:solidFill>
                <a:latin typeface="Graphik LC Regular" panose="020B0503030202060203" pitchFamily="34" charset="0"/>
              </a:rPr>
              <a:t> </a:t>
            </a:r>
            <a:r>
              <a:rPr lang="en" dirty="0" err="1">
                <a:solidFill>
                  <a:schemeClr val="tx1"/>
                </a:solidFill>
                <a:latin typeface="Graphik LC Regular" panose="020B0503030202060203" pitchFamily="34" charset="0"/>
              </a:rPr>
              <a:t>ke</a:t>
            </a:r>
            <a:r>
              <a:rPr lang="en" baseline="-25000" dirty="0">
                <a:solidFill>
                  <a:schemeClr val="tx1"/>
                </a:solidFill>
                <a:latin typeface="Graphik LC Regular" panose="020B0503030202060203" pitchFamily="34" charset="0"/>
              </a:rPr>
              <a:t>&lt;/w&gt;</a:t>
            </a:r>
            <a:r>
              <a:rPr lang="en" dirty="0">
                <a:solidFill>
                  <a:schemeClr val="tx1"/>
                </a:solidFill>
                <a:latin typeface="Graphik LC Regular" panose="020B0503030202060203" pitchFamily="34" charset="0"/>
              </a:rPr>
              <a:t>»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→</a:t>
            </a:r>
            <a:r>
              <a:rPr lang="en" dirty="0">
                <a:solidFill>
                  <a:schemeClr val="tx1"/>
                </a:solidFill>
                <a:latin typeface="Graphik LC Regular" panose="020B0503030202060203" pitchFamily="34" charset="0"/>
              </a:rPr>
              <a:t> «I</a:t>
            </a:r>
            <a:r>
              <a:rPr lang="en" baseline="-25000" dirty="0">
                <a:solidFill>
                  <a:schemeClr val="tx1"/>
                </a:solidFill>
                <a:latin typeface="Graphik LC Regular" panose="020B0503030202060203" pitchFamily="34" charset="0"/>
              </a:rPr>
              <a:t>&lt;/w&gt;</a:t>
            </a:r>
            <a:r>
              <a:rPr lang="en" dirty="0">
                <a:solidFill>
                  <a:schemeClr val="tx1"/>
                </a:solidFill>
                <a:latin typeface="Graphik LC Regular" panose="020B0503030202060203" pitchFamily="34" charset="0"/>
              </a:rPr>
              <a:t>», «li»,</a:t>
            </a:r>
            <a:r>
              <a:rPr lang="ru-RU" dirty="0">
                <a:solidFill>
                  <a:schemeClr val="tx1"/>
                </a:solidFill>
                <a:latin typeface="Graphik LC Regular" panose="020B0503030202060203" pitchFamily="34" charset="0"/>
              </a:rPr>
              <a:t> </a:t>
            </a:r>
            <a:r>
              <a:rPr lang="en" dirty="0">
                <a:solidFill>
                  <a:schemeClr val="tx1"/>
                </a:solidFill>
                <a:latin typeface="Graphik LC Regular" panose="020B0503030202060203" pitchFamily="34" charset="0"/>
              </a:rPr>
              <a:t>«##</a:t>
            </a:r>
            <a:r>
              <a:rPr lang="en" dirty="0" err="1">
                <a:solidFill>
                  <a:schemeClr val="tx1"/>
                </a:solidFill>
                <a:latin typeface="Graphik LC Regular" panose="020B0503030202060203" pitchFamily="34" charset="0"/>
              </a:rPr>
              <a:t>ke</a:t>
            </a:r>
            <a:r>
              <a:rPr lang="en" baseline="-25000" dirty="0">
                <a:solidFill>
                  <a:schemeClr val="tx1"/>
                </a:solidFill>
                <a:latin typeface="Graphik LC Regular" panose="020B0503030202060203" pitchFamily="34" charset="0"/>
              </a:rPr>
              <a:t>&lt;/w&gt;</a:t>
            </a:r>
            <a:r>
              <a:rPr lang="en" dirty="0">
                <a:solidFill>
                  <a:schemeClr val="tx1"/>
                </a:solidFill>
                <a:latin typeface="Graphik LC Regular" panose="020B0503030202060203" pitchFamily="34" charset="0"/>
              </a:rPr>
              <a:t>»,</a:t>
            </a:r>
            <a:r>
              <a:rPr lang="ru-RU" dirty="0">
                <a:solidFill>
                  <a:schemeClr val="tx1"/>
                </a:solidFill>
                <a:latin typeface="Graphik LC Regular" panose="020B0503030202060203" pitchFamily="34" charset="0"/>
              </a:rPr>
              <a:t> </a:t>
            </a:r>
            <a:r>
              <a:rPr lang="en" dirty="0">
                <a:solidFill>
                  <a:schemeClr val="tx1"/>
                </a:solidFill>
                <a:latin typeface="Graphik LC Regular" panose="020B0503030202060203" pitchFamily="34" charset="0"/>
              </a:rPr>
              <a:t>«</a:t>
            </a:r>
            <a:r>
              <a:rPr lang="en" dirty="0" err="1">
                <a:solidFill>
                  <a:schemeClr val="tx1"/>
                </a:solidFill>
                <a:latin typeface="Graphik LC Regular" panose="020B0503030202060203" pitchFamily="34" charset="0"/>
              </a:rPr>
              <a:t>ke</a:t>
            </a:r>
            <a:r>
              <a:rPr lang="en" baseline="-25000" dirty="0">
                <a:solidFill>
                  <a:schemeClr val="tx1"/>
                </a:solidFill>
                <a:latin typeface="Graphik LC Regular" panose="020B0503030202060203" pitchFamily="34" charset="0"/>
              </a:rPr>
              <a:t>&lt;/w&gt;</a:t>
            </a:r>
            <a:r>
              <a:rPr lang="en" dirty="0">
                <a:solidFill>
                  <a:schemeClr val="tx1"/>
                </a:solidFill>
                <a:latin typeface="Graphik LC Regular" panose="020B0503030202060203" pitchFamily="34" charset="0"/>
              </a:rPr>
              <a:t>»</a:t>
            </a:r>
            <a:endParaRPr lang="ru-RU" dirty="0">
              <a:solidFill>
                <a:schemeClr val="tx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86FC816D-2463-971B-6017-0B337C2120FE}"/>
              </a:ext>
            </a:extLst>
          </p:cNvPr>
          <p:cNvSpPr>
            <a:spLocks/>
          </p:cNvSpPr>
          <p:nvPr/>
        </p:nvSpPr>
        <p:spPr>
          <a:xfrm>
            <a:off x="12320587" y="4892676"/>
            <a:ext cx="10853738" cy="1726249"/>
          </a:xfrm>
          <a:prstGeom prst="roundRect">
            <a:avLst>
              <a:gd name="adj" fmla="val 10300"/>
            </a:avLst>
          </a:prstGeom>
          <a:solidFill>
            <a:schemeClr val="tx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4"/>
              </a:solidFill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9E931D2D-3C92-6B60-99B1-C58FCC3E9A2B}"/>
              </a:ext>
            </a:extLst>
          </p:cNvPr>
          <p:cNvSpPr>
            <a:spLocks/>
          </p:cNvSpPr>
          <p:nvPr/>
        </p:nvSpPr>
        <p:spPr>
          <a:xfrm>
            <a:off x="12320588" y="6888164"/>
            <a:ext cx="10853738" cy="5622924"/>
          </a:xfrm>
          <a:prstGeom prst="roundRect">
            <a:avLst>
              <a:gd name="adj" fmla="val 1910"/>
            </a:avLst>
          </a:prstGeom>
          <a:solidFill>
            <a:schemeClr val="tx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B3D51F-9A58-6633-4FE8-C1FF96A69569}"/>
              </a:ext>
            </a:extLst>
          </p:cNvPr>
          <p:cNvSpPr txBox="1"/>
          <p:nvPr/>
        </p:nvSpPr>
        <p:spPr>
          <a:xfrm>
            <a:off x="13063739" y="5404064"/>
            <a:ext cx="9145759" cy="553998"/>
          </a:xfrm>
          <a:prstGeom prst="rect">
            <a:avLst/>
          </a:prstGeom>
          <a:noFill/>
        </p:spPr>
        <p:txBody>
          <a:bodyPr wrap="square" lIns="0" tIns="0" rIns="0" bIns="0" numCol="1" rtlCol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R="0" lvl="0" indent="0" defTabSz="1485991" fontAlgn="auto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kumimoji="0" sz="3200" b="0" i="0" u="none" strike="noStrike" cap="none" spc="0" normalizeH="0" baseline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defTabSz="1485991">
              <a:spcAft>
                <a:spcPts val="1200"/>
              </a:spcAft>
            </a:pPr>
            <a:r>
              <a:rPr lang="ru-RU" sz="3600" dirty="0" err="1">
                <a:solidFill>
                  <a:schemeClr val="tx1"/>
                </a:solidFill>
                <a:latin typeface="Graphik LC Medium" panose="020B0503030202060203" pitchFamily="34" charset="0"/>
              </a:rPr>
              <a:t>Предобученные</a:t>
            </a:r>
            <a:r>
              <a:rPr lang="ru-RU" sz="3600" dirty="0">
                <a:solidFill>
                  <a:schemeClr val="tx1"/>
                </a:solidFill>
                <a:latin typeface="Graphik LC Medium" panose="020B0503030202060203" pitchFamily="34" charset="0"/>
              </a:rPr>
              <a:t> </a:t>
            </a:r>
            <a:r>
              <a:rPr lang="ru-RU" sz="3600" dirty="0" err="1">
                <a:solidFill>
                  <a:schemeClr val="tx1"/>
                </a:solidFill>
                <a:latin typeface="Graphik LC Medium" panose="020B0503030202060203" pitchFamily="34" charset="0"/>
              </a:rPr>
              <a:t>энкодеры</a:t>
            </a:r>
            <a:endParaRPr lang="ru-RU" sz="3600" dirty="0">
              <a:solidFill>
                <a:schemeClr val="tx1"/>
              </a:solidFill>
              <a:latin typeface="Graphik LC Medium" panose="020B050303020206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43ED32-19A6-D538-5B7C-6DE50326397F}"/>
              </a:ext>
            </a:extLst>
          </p:cNvPr>
          <p:cNvSpPr txBox="1"/>
          <p:nvPr/>
        </p:nvSpPr>
        <p:spPr>
          <a:xfrm>
            <a:off x="13039727" y="7445802"/>
            <a:ext cx="8966200" cy="415574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spcBef>
                <a:spcPct val="0"/>
              </a:spcBef>
              <a:defRPr sz="3400">
                <a:solidFill>
                  <a:schemeClr val="bg1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pPr marL="457200" indent="-457200" defTabSz="1485991">
              <a:lnSpc>
                <a:spcPts val="4200"/>
              </a:lnSpc>
              <a:spcBef>
                <a:spcPts val="0"/>
              </a:spcBef>
              <a:spcAft>
                <a:spcPts val="2200"/>
              </a:spcAft>
              <a:buFont typeface="Arial" panose="020B0604020202020204" pitchFamily="34" charset="0"/>
              <a:buChar char="•"/>
              <a:defRPr/>
            </a:pPr>
            <a:r>
              <a:rPr lang="en" sz="3200" dirty="0" err="1">
                <a:solidFill>
                  <a:schemeClr val="tx1"/>
                </a:solidFill>
                <a:latin typeface="Graphik LC Regular" panose="020B0503030202060203" pitchFamily="34" charset="0"/>
              </a:rPr>
              <a:t>ViT</a:t>
            </a:r>
            <a:endParaRPr lang="en" sz="3200" dirty="0">
              <a:solidFill>
                <a:schemeClr val="tx1"/>
              </a:solidFill>
              <a:latin typeface="Graphik LC Regular" panose="020B0503030202060203" pitchFamily="34" charset="0"/>
            </a:endParaRPr>
          </a:p>
          <a:p>
            <a:pPr marL="457200" indent="-457200" defTabSz="1485991">
              <a:lnSpc>
                <a:spcPts val="4200"/>
              </a:lnSpc>
              <a:spcBef>
                <a:spcPts val="0"/>
              </a:spcBef>
              <a:spcAft>
                <a:spcPts val="2200"/>
              </a:spcAft>
              <a:buFont typeface="Arial" panose="020B0604020202020204" pitchFamily="34" charset="0"/>
              <a:buChar char="•"/>
              <a:defRPr/>
            </a:pPr>
            <a:r>
              <a:rPr lang="en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VQ-VAE</a:t>
            </a:r>
          </a:p>
          <a:p>
            <a:pPr marL="457200" indent="-457200" defTabSz="1485991">
              <a:lnSpc>
                <a:spcPts val="4200"/>
              </a:lnSpc>
              <a:spcBef>
                <a:spcPts val="0"/>
              </a:spcBef>
              <a:spcAft>
                <a:spcPts val="2200"/>
              </a:spcAft>
              <a:buFont typeface="Arial" panose="020B0604020202020204" pitchFamily="34" charset="0"/>
              <a:buChar char="•"/>
              <a:defRPr/>
            </a:pPr>
            <a:r>
              <a:rPr lang="en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VQ-GAN</a:t>
            </a:r>
          </a:p>
          <a:p>
            <a:pPr marL="457200" indent="-457200" defTabSz="1485991">
              <a:lnSpc>
                <a:spcPts val="4200"/>
              </a:lnSpc>
              <a:spcBef>
                <a:spcPts val="0"/>
              </a:spcBef>
              <a:spcAft>
                <a:spcPts val="2200"/>
              </a:spcAft>
              <a:buFont typeface="Arial" panose="020B0604020202020204" pitchFamily="34" charset="0"/>
              <a:buChar char="•"/>
              <a:defRPr/>
            </a:pPr>
            <a:r>
              <a:rPr lang="en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No Encoder </a:t>
            </a:r>
            <a:r>
              <a:rPr lang="ru-RU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—</a:t>
            </a:r>
            <a:r>
              <a:rPr lang="en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 ?</a:t>
            </a:r>
          </a:p>
          <a:p>
            <a:r>
              <a:rPr sz="1800">
                <a:solidFill>
                  <a:srgbClr val="555555"/>
                </a:solidFill>
              </a:rPr>
              <a:t>SigLIP / SigLIP2 — современная альтернатива CLIP-подобному выравниванию.</a:t>
            </a:r>
          </a:p>
          <a:p>
            <a:r>
              <a:rPr sz="1800">
                <a:solidFill>
                  <a:srgbClr val="555555"/>
                </a:solidFill>
              </a:rPr>
              <a:t>Native/Dynamic resolution (NaViT-like) — меньше потерь деталей на OCR/документах.</a:t>
            </a: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1EA9F72E-973C-9710-B7AE-36C4F41F3FCC}"/>
              </a:ext>
            </a:extLst>
          </p:cNvPr>
          <p:cNvSpPr>
            <a:spLocks/>
          </p:cNvSpPr>
          <p:nvPr/>
        </p:nvSpPr>
        <p:spPr>
          <a:xfrm>
            <a:off x="1212849" y="4892676"/>
            <a:ext cx="10853738" cy="1726249"/>
          </a:xfrm>
          <a:prstGeom prst="roundRect">
            <a:avLst>
              <a:gd name="adj" fmla="val 10300"/>
            </a:avLst>
          </a:prstGeom>
          <a:solidFill>
            <a:schemeClr val="tx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4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E279E9-BD80-E0A1-B10B-03B222977CBD}"/>
              </a:ext>
            </a:extLst>
          </p:cNvPr>
          <p:cNvSpPr txBox="1"/>
          <p:nvPr/>
        </p:nvSpPr>
        <p:spPr>
          <a:xfrm>
            <a:off x="1956001" y="5404064"/>
            <a:ext cx="9145759" cy="553998"/>
          </a:xfrm>
          <a:prstGeom prst="rect">
            <a:avLst/>
          </a:prstGeom>
          <a:noFill/>
        </p:spPr>
        <p:txBody>
          <a:bodyPr wrap="square" lIns="0" tIns="0" rIns="0" bIns="0" numCol="1" rtlCol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R="0" lvl="0" indent="0" defTabSz="1485991" fontAlgn="auto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kumimoji="0" sz="3200" b="0" i="0" u="none" strike="noStrike" cap="none" spc="0" normalizeH="0" baseline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defTabSz="1485991">
              <a:spcAft>
                <a:spcPts val="1200"/>
              </a:spcAft>
            </a:pPr>
            <a:r>
              <a:rPr lang="ru-RU" sz="3600" dirty="0" err="1">
                <a:solidFill>
                  <a:schemeClr val="tx1"/>
                </a:solidFill>
                <a:latin typeface="Graphik LC Medium" panose="020B0503030202060203" pitchFamily="34" charset="0"/>
              </a:rPr>
              <a:t>Токенизация</a:t>
            </a:r>
            <a:endParaRPr lang="ru-RU" sz="3600" dirty="0">
              <a:solidFill>
                <a:schemeClr val="tx1"/>
              </a:solidFill>
              <a:latin typeface="Graphik LC Medium" panose="020B0503030202060203" pitchFamily="34" charset="0"/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E67C298A-C62F-0B2A-517E-FB91E543A867}"/>
              </a:ext>
            </a:extLst>
          </p:cNvPr>
          <p:cNvSpPr>
            <a:spLocks/>
          </p:cNvSpPr>
          <p:nvPr/>
        </p:nvSpPr>
        <p:spPr>
          <a:xfrm>
            <a:off x="12320587" y="2915020"/>
            <a:ext cx="10853738" cy="1726249"/>
          </a:xfrm>
          <a:prstGeom prst="roundRect">
            <a:avLst>
              <a:gd name="adj" fmla="val 10300"/>
            </a:avLst>
          </a:prstGeom>
          <a:solidFill>
            <a:schemeClr val="tx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4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702EDF-78C5-EFC6-D7B1-FDE76CE5EB38}"/>
              </a:ext>
            </a:extLst>
          </p:cNvPr>
          <p:cNvSpPr txBox="1"/>
          <p:nvPr/>
        </p:nvSpPr>
        <p:spPr>
          <a:xfrm>
            <a:off x="13063739" y="3426408"/>
            <a:ext cx="9145759" cy="553998"/>
          </a:xfrm>
          <a:prstGeom prst="rect">
            <a:avLst/>
          </a:prstGeom>
          <a:noFill/>
        </p:spPr>
        <p:txBody>
          <a:bodyPr wrap="square" lIns="0" tIns="0" rIns="0" bIns="0" numCol="1" rtlCol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R="0" lvl="0" indent="0" defTabSz="1485991" fontAlgn="auto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kumimoji="0" sz="3200" b="0" i="0" u="none" strike="noStrike" cap="none" spc="0" normalizeH="0" baseline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defTabSz="1485991">
              <a:spcAft>
                <a:spcPts val="1200"/>
              </a:spcAft>
            </a:pPr>
            <a:r>
              <a:rPr lang="ru-RU" sz="3600" dirty="0">
                <a:solidFill>
                  <a:schemeClr val="tx1"/>
                </a:solidFill>
                <a:latin typeface="Graphik LC Medium" panose="020B0503030202060203" pitchFamily="34" charset="0"/>
              </a:rPr>
              <a:t>Представление модальности</a:t>
            </a:r>
          </a:p>
        </p:txBody>
      </p:sp>
      <p:sp>
        <p:nvSpPr>
          <p:cNvPr id="511" name="B511"/>
          <p:cNvSpPr/>
          <p:nvPr/>
        </p:nvSpPr>
        <p:spPr>
          <a:xfrm>
            <a:off x="0" y="0"/>
            <a:ext cx="24387175" cy="6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85376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06A3128F-7CDB-203A-ED0C-12FE05CBA72F}"/>
              </a:ext>
            </a:extLst>
          </p:cNvPr>
          <p:cNvSpPr/>
          <p:nvPr/>
        </p:nvSpPr>
        <p:spPr>
          <a:xfrm>
            <a:off x="1162745" y="1015912"/>
            <a:ext cx="19574541" cy="109004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8500"/>
              </a:lnSpc>
              <a:spcBef>
                <a:spcPct val="0"/>
              </a:spcBef>
              <a:spcAft>
                <a:spcPts val="4000"/>
              </a:spcAft>
            </a:pPr>
            <a:r>
              <a:rPr lang="en" sz="7500" b="1" dirty="0">
                <a:latin typeface="Graphik LC Semibold" panose="020B0503030202060203" pitchFamily="34" charset="0"/>
                <a:ea typeface="Inter" panose="02000503000000020004" pitchFamily="2" charset="0"/>
                <a:sym typeface="Arial"/>
              </a:rPr>
              <a:t>Early Fusion </a:t>
            </a:r>
            <a:r>
              <a:rPr lang="ru-RU" sz="7500" b="1" dirty="0">
                <a:latin typeface="Graphik LC Semibold" panose="020B0503030202060203" pitchFamily="34" charset="0"/>
                <a:ea typeface="Inter" panose="02000503000000020004" pitchFamily="2" charset="0"/>
                <a:sym typeface="Arial"/>
              </a:rPr>
              <a:t>—</a:t>
            </a:r>
            <a:r>
              <a:rPr lang="en" sz="7500" b="1" dirty="0">
                <a:latin typeface="Graphik LC Semibold" panose="020B0503030202060203" pitchFamily="34" charset="0"/>
                <a:ea typeface="Inter" panose="02000503000000020004" pitchFamily="2" charset="0"/>
                <a:sym typeface="Arial"/>
              </a:rPr>
              <a:t> Data Representation</a:t>
            </a:r>
          </a:p>
        </p:txBody>
      </p:sp>
      <p:sp>
        <p:nvSpPr>
          <p:cNvPr id="12" name="Номер слайда 2">
            <a:extLst>
              <a:ext uri="{FF2B5EF4-FFF2-40B4-BE49-F238E27FC236}">
                <a16:creationId xmlns:a16="http://schemas.microsoft.com/office/drawing/2014/main" id="{05CC56CA-2D58-6877-E933-985405BA64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23918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ru-RU" smtClean="0">
                <a:solidFill>
                  <a:srgbClr val="888888"/>
                </a:solidFill>
              </a:defRPr>
            </a:lvl1pPr>
          </a:lstStyle>
          <a:p>
            <a:fld id="{C8994169-2FD2-C948-898F-758DFA36E520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86" name="Прямоугольник 85">
            <a:extLst>
              <a:ext uri="{FF2B5EF4-FFF2-40B4-BE49-F238E27FC236}">
                <a16:creationId xmlns:a16="http://schemas.microsoft.com/office/drawing/2014/main" id="{F647CA1C-A558-1461-8934-283421EC23FF}"/>
              </a:ext>
            </a:extLst>
          </p:cNvPr>
          <p:cNvSpPr/>
          <p:nvPr/>
        </p:nvSpPr>
        <p:spPr>
          <a:xfrm>
            <a:off x="20033519" y="-843323"/>
            <a:ext cx="232219" cy="232219"/>
          </a:xfrm>
          <a:prstGeom prst="rect">
            <a:avLst/>
          </a:prstGeom>
          <a:solidFill>
            <a:schemeClr val="accent3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81A51F7-EC93-5C38-E717-5D4F1E0810EB}"/>
              </a:ext>
            </a:extLst>
          </p:cNvPr>
          <p:cNvSpPr>
            <a:spLocks/>
          </p:cNvSpPr>
          <p:nvPr/>
        </p:nvSpPr>
        <p:spPr>
          <a:xfrm>
            <a:off x="1212849" y="2897188"/>
            <a:ext cx="10853738" cy="1726249"/>
          </a:xfrm>
          <a:prstGeom prst="roundRect">
            <a:avLst>
              <a:gd name="adj" fmla="val 8429"/>
            </a:avLst>
          </a:prstGeom>
          <a:solidFill>
            <a:schemeClr val="accent6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4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183311-C151-6F95-5FCC-46DA59D09D7C}"/>
              </a:ext>
            </a:extLst>
          </p:cNvPr>
          <p:cNvSpPr txBox="1"/>
          <p:nvPr/>
        </p:nvSpPr>
        <p:spPr>
          <a:xfrm>
            <a:off x="1956001" y="3408576"/>
            <a:ext cx="9145759" cy="553998"/>
          </a:xfrm>
          <a:prstGeom prst="rect">
            <a:avLst/>
          </a:prstGeom>
          <a:noFill/>
        </p:spPr>
        <p:txBody>
          <a:bodyPr wrap="square" lIns="0" tIns="0" rIns="0" bIns="0" numCol="1" rtlCol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R="0" lvl="0" indent="0" defTabSz="1485991" fontAlgn="auto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kumimoji="0" sz="3200" b="0" i="0" u="none" strike="noStrike" cap="none" spc="0" normalizeH="0" baseline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defTabSz="1485991">
              <a:spcAft>
                <a:spcPts val="1200"/>
              </a:spcAft>
            </a:pPr>
            <a:r>
              <a:rPr lang="ru-RU" sz="3600" dirty="0" err="1">
                <a:solidFill>
                  <a:schemeClr val="tx2"/>
                </a:solidFill>
                <a:latin typeface="Graphik LC Medium" panose="020B0503030202060203" pitchFamily="34" charset="0"/>
              </a:rPr>
              <a:t>Токенизация</a:t>
            </a:r>
            <a:endParaRPr lang="ru-RU" sz="3600" dirty="0">
              <a:solidFill>
                <a:schemeClr val="tx2"/>
              </a:solidFill>
              <a:latin typeface="Graphik LC Medium" panose="020B0503030202060203" pitchFamily="34" charset="0"/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C50B586A-F390-4FEA-7A39-2917114FE4C6}"/>
              </a:ext>
            </a:extLst>
          </p:cNvPr>
          <p:cNvSpPr>
            <a:spLocks/>
          </p:cNvSpPr>
          <p:nvPr/>
        </p:nvSpPr>
        <p:spPr>
          <a:xfrm>
            <a:off x="12320588" y="2897188"/>
            <a:ext cx="10853738" cy="9613900"/>
          </a:xfrm>
          <a:prstGeom prst="roundRect">
            <a:avLst>
              <a:gd name="adj" fmla="val 1514"/>
            </a:avLst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Скругленный прямоугольник 35">
            <a:extLst>
              <a:ext uri="{FF2B5EF4-FFF2-40B4-BE49-F238E27FC236}">
                <a16:creationId xmlns:a16="http://schemas.microsoft.com/office/drawing/2014/main" id="{9151D130-4922-1688-60FE-28C3A7852BFC}"/>
              </a:ext>
            </a:extLst>
          </p:cNvPr>
          <p:cNvSpPr>
            <a:spLocks/>
          </p:cNvSpPr>
          <p:nvPr/>
        </p:nvSpPr>
        <p:spPr>
          <a:xfrm>
            <a:off x="1212849" y="4892676"/>
            <a:ext cx="10853738" cy="7618412"/>
          </a:xfrm>
          <a:prstGeom prst="roundRect">
            <a:avLst>
              <a:gd name="adj" fmla="val 1910"/>
            </a:avLst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02EE6DF-47E2-0244-D808-FDD56968E695}"/>
              </a:ext>
            </a:extLst>
          </p:cNvPr>
          <p:cNvSpPr txBox="1"/>
          <p:nvPr/>
        </p:nvSpPr>
        <p:spPr>
          <a:xfrm>
            <a:off x="1931988" y="5450314"/>
            <a:ext cx="9169772" cy="671773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spcBef>
                <a:spcPct val="0"/>
              </a:spcBef>
              <a:defRPr sz="3400">
                <a:solidFill>
                  <a:schemeClr val="bg1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pPr marL="457200" indent="-457200" defTabSz="1485991">
              <a:lnSpc>
                <a:spcPts val="4200"/>
              </a:lnSpc>
              <a:spcBef>
                <a:spcPts val="0"/>
              </a:spcBef>
              <a:spcAft>
                <a:spcPts val="2200"/>
              </a:spcAft>
              <a:buFont typeface="Arial" panose="020B0604020202020204" pitchFamily="34" charset="0"/>
              <a:buChar char="•"/>
              <a:defRPr/>
            </a:pPr>
            <a:r>
              <a:rPr lang="ru-RU" sz="3200" dirty="0">
                <a:solidFill>
                  <a:schemeClr val="tx1"/>
                </a:solidFill>
              </a:rPr>
              <a:t>Текст</a:t>
            </a:r>
            <a:r>
              <a:rPr lang="ru-RU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: </a:t>
            </a:r>
            <a:r>
              <a:rPr lang="en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BPE-</a:t>
            </a:r>
            <a:r>
              <a:rPr lang="ru-RU" sz="3200" dirty="0" err="1">
                <a:solidFill>
                  <a:schemeClr val="tx1"/>
                </a:solidFill>
                <a:latin typeface="Graphik LC Regular" panose="020B0503030202060203" pitchFamily="34" charset="0"/>
              </a:rPr>
              <a:t>токенизация</a:t>
            </a:r>
            <a:r>
              <a:rPr lang="ru-RU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, словарь — </a:t>
            </a:r>
            <a:br>
              <a:rPr lang="ru-RU" sz="3200" dirty="0">
                <a:solidFill>
                  <a:schemeClr val="tx1"/>
                </a:solidFill>
                <a:latin typeface="Graphik LC Regular" panose="020B0503030202060203" pitchFamily="34" charset="0"/>
              </a:rPr>
            </a:br>
            <a:r>
              <a:rPr lang="ru-RU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65 536 токенов.</a:t>
            </a:r>
          </a:p>
          <a:p>
            <a:pPr marL="457200" indent="-457200" defTabSz="1485991">
              <a:lnSpc>
                <a:spcPts val="4200"/>
              </a:lnSpc>
              <a:spcBef>
                <a:spcPts val="0"/>
              </a:spcBef>
              <a:spcAft>
                <a:spcPts val="2200"/>
              </a:spcAft>
              <a:buFont typeface="Arial" panose="020B0604020202020204" pitchFamily="34" charset="0"/>
              <a:buChar char="•"/>
              <a:defRPr/>
            </a:pPr>
            <a:r>
              <a:rPr lang="ru-RU" sz="3200" dirty="0">
                <a:solidFill>
                  <a:schemeClr val="tx1"/>
                </a:solidFill>
              </a:rPr>
              <a:t>Изображения</a:t>
            </a:r>
            <a:r>
              <a:rPr lang="ru-RU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: 512 × 512 </a:t>
            </a:r>
            <a:r>
              <a:rPr lang="ru-RU" sz="3200" dirty="0">
                <a:solidFill>
                  <a:schemeClr val="tx1"/>
                </a:solidFill>
                <a:latin typeface="+mn-lt"/>
              </a:rPr>
              <a:t>→</a:t>
            </a:r>
            <a:r>
              <a:rPr lang="ru-RU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 1024 дискретных токена из </a:t>
            </a:r>
            <a:r>
              <a:rPr lang="ru-RU" sz="3200" dirty="0" err="1">
                <a:solidFill>
                  <a:schemeClr val="tx1"/>
                </a:solidFill>
                <a:latin typeface="Graphik LC Regular" panose="020B0503030202060203" pitchFamily="34" charset="0"/>
              </a:rPr>
              <a:t>кодбука</a:t>
            </a:r>
            <a:r>
              <a:rPr lang="ru-RU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 размером 8192.</a:t>
            </a:r>
          </a:p>
          <a:p>
            <a:pPr marL="457200" indent="-457200" defTabSz="1485991">
              <a:lnSpc>
                <a:spcPts val="4200"/>
              </a:lnSpc>
              <a:spcBef>
                <a:spcPts val="0"/>
              </a:spcBef>
              <a:spcAft>
                <a:spcPts val="2200"/>
              </a:spcAft>
              <a:buFont typeface="Arial" panose="020B0604020202020204" pitchFamily="34" charset="0"/>
              <a:buChar char="•"/>
              <a:defRPr/>
            </a:pPr>
            <a:r>
              <a:rPr lang="ru-RU" sz="3200" dirty="0">
                <a:solidFill>
                  <a:schemeClr val="tx1"/>
                </a:solidFill>
              </a:rPr>
              <a:t>Визуальные </a:t>
            </a:r>
            <a:r>
              <a:rPr lang="ru-RU" sz="3200" dirty="0" err="1">
                <a:solidFill>
                  <a:schemeClr val="tx1"/>
                </a:solidFill>
              </a:rPr>
              <a:t>энкодеры</a:t>
            </a:r>
            <a:r>
              <a:rPr lang="ru-RU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:</a:t>
            </a:r>
            <a:r>
              <a:rPr lang="ru-RU" sz="3200" dirty="0">
                <a:solidFill>
                  <a:schemeClr val="tx1"/>
                </a:solidFill>
              </a:rPr>
              <a:t> </a:t>
            </a:r>
            <a:r>
              <a:rPr lang="en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VQ-VAE, VQ-GAN</a:t>
            </a:r>
            <a:r>
              <a:rPr lang="ru-RU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.</a:t>
            </a:r>
          </a:p>
          <a:p>
            <a:pPr marL="457200" indent="-457200" defTabSz="1485991">
              <a:lnSpc>
                <a:spcPts val="4200"/>
              </a:lnSpc>
              <a:spcBef>
                <a:spcPts val="0"/>
              </a:spcBef>
              <a:spcAft>
                <a:spcPts val="2200"/>
              </a:spcAft>
              <a:buFont typeface="Arial" panose="020B0604020202020204" pitchFamily="34" charset="0"/>
              <a:buChar char="•"/>
              <a:defRPr/>
            </a:pPr>
            <a:r>
              <a:rPr lang="ru-RU" sz="3200" dirty="0">
                <a:solidFill>
                  <a:schemeClr val="tx1"/>
                </a:solidFill>
              </a:rPr>
              <a:t>Данные</a:t>
            </a:r>
            <a:r>
              <a:rPr lang="ru-RU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: 4,4 трлн</a:t>
            </a:r>
            <a:r>
              <a:rPr lang="en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 </a:t>
            </a:r>
            <a:r>
              <a:rPr lang="ru-RU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токенов — </a:t>
            </a:r>
            <a:br>
              <a:rPr lang="ru-RU" sz="3200" dirty="0">
                <a:solidFill>
                  <a:schemeClr val="tx1"/>
                </a:solidFill>
                <a:latin typeface="Graphik LC Regular" panose="020B0503030202060203" pitchFamily="34" charset="0"/>
              </a:rPr>
            </a:br>
            <a:r>
              <a:rPr lang="en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Interleaved</a:t>
            </a:r>
            <a:r>
              <a:rPr lang="ru-RU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-данные.</a:t>
            </a:r>
          </a:p>
          <a:p>
            <a:pPr marL="457200" indent="-457200" defTabSz="1485991">
              <a:lnSpc>
                <a:spcPts val="42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ru-RU" sz="3200" dirty="0">
                <a:solidFill>
                  <a:schemeClr val="tx1"/>
                </a:solidFill>
              </a:rPr>
              <a:t>Ресурсы для обучения</a:t>
            </a:r>
            <a:r>
              <a:rPr lang="ru-RU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:</a:t>
            </a:r>
            <a:r>
              <a:rPr lang="ru-RU" sz="3200" dirty="0">
                <a:solidFill>
                  <a:schemeClr val="tx1"/>
                </a:solidFill>
              </a:rPr>
              <a:t> </a:t>
            </a:r>
          </a:p>
          <a:p>
            <a:pPr marL="457200" defTabSz="1485991">
              <a:lnSpc>
                <a:spcPts val="4200"/>
              </a:lnSpc>
              <a:spcBef>
                <a:spcPts val="0"/>
              </a:spcBef>
              <a:spcAft>
                <a:spcPts val="1000"/>
              </a:spcAft>
              <a:defRPr/>
            </a:pPr>
            <a:r>
              <a:rPr lang="ru-RU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7</a:t>
            </a:r>
            <a:r>
              <a:rPr lang="en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B: 1024 GPU </a:t>
            </a:r>
            <a:r>
              <a:rPr lang="ru-RU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— </a:t>
            </a:r>
            <a:r>
              <a:rPr lang="en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856</a:t>
            </a:r>
            <a:r>
              <a:rPr lang="ru-RU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 </a:t>
            </a:r>
            <a:r>
              <a:rPr lang="en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481 GPU </a:t>
            </a:r>
            <a:r>
              <a:rPr lang="ru-RU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часов.</a:t>
            </a:r>
          </a:p>
          <a:p>
            <a:pPr marL="457200" defTabSz="1485991">
              <a:lnSpc>
                <a:spcPts val="4200"/>
              </a:lnSpc>
              <a:spcBef>
                <a:spcPts val="0"/>
              </a:spcBef>
              <a:spcAft>
                <a:spcPts val="1000"/>
              </a:spcAft>
              <a:defRPr/>
            </a:pPr>
            <a:r>
              <a:rPr lang="ru-RU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34</a:t>
            </a:r>
            <a:r>
              <a:rPr lang="en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B: 3072 GPU </a:t>
            </a:r>
            <a:r>
              <a:rPr lang="ru-RU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— </a:t>
            </a:r>
            <a:r>
              <a:rPr lang="en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4</a:t>
            </a:r>
            <a:r>
              <a:rPr lang="ru-RU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 </a:t>
            </a:r>
            <a:r>
              <a:rPr lang="en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282</a:t>
            </a:r>
            <a:r>
              <a:rPr lang="ru-RU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 </a:t>
            </a:r>
            <a:r>
              <a:rPr lang="en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407 GPU </a:t>
            </a:r>
            <a:r>
              <a:rPr lang="ru-RU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часов.</a:t>
            </a:r>
          </a:p>
        </p:txBody>
      </p:sp>
      <p:sp>
        <p:nvSpPr>
          <p:cNvPr id="38" name="Номер слайда 2">
            <a:extLst>
              <a:ext uri="{FF2B5EF4-FFF2-40B4-BE49-F238E27FC236}">
                <a16:creationId xmlns:a16="http://schemas.microsoft.com/office/drawing/2014/main" id="{56381B54-E98B-D305-F24E-DA245711AE77}"/>
              </a:ext>
            </a:extLst>
          </p:cNvPr>
          <p:cNvSpPr txBox="1">
            <a:spLocks/>
          </p:cNvSpPr>
          <p:nvPr/>
        </p:nvSpPr>
        <p:spPr>
          <a:xfrm>
            <a:off x="1212849" y="12649984"/>
            <a:ext cx="14469973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ru-RU" sz="1800" b="0" i="0" kern="1200" smtClean="0">
                <a:solidFill>
                  <a:srgbClr val="888888"/>
                </a:solidFill>
                <a:latin typeface="Graphik LC Regular" panose="020B050303020206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/>
              <a:t>Источник: </a:t>
            </a:r>
            <a:r>
              <a:rPr lang="en" dirty="0"/>
              <a:t>Chameleon: Mixed-Modal Early-Fusion Foundation Models</a:t>
            </a:r>
            <a:r>
              <a:rPr lang="ru-RU" dirty="0"/>
              <a:t>.</a:t>
            </a:r>
            <a:endParaRPr lang="en" dirty="0"/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DA60A6ED-825F-FEF6-6AF6-B94A9237A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5726" y="5058519"/>
            <a:ext cx="9806259" cy="5291239"/>
          </a:xfrm>
          <a:prstGeom prst="rect">
            <a:avLst/>
          </a:prstGeom>
        </p:spPr>
      </p:pic>
      <p:sp>
        <p:nvSpPr>
          <p:cNvPr id="513" name="B513"/>
          <p:cNvSpPr/>
          <p:nvPr/>
        </p:nvSpPr>
        <p:spPr>
          <a:xfrm>
            <a:off x="0" y="0"/>
            <a:ext cx="24387175" cy="6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55586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itle"/>
          <p:cNvSpPr/>
          <p:nvPr/>
        </p:nvSpPr>
        <p:spPr>
          <a:xfrm>
            <a:off x="1162745" y="1015912"/>
            <a:ext cx="19574541" cy="109004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8500"/>
              </a:lnSpc>
              <a:spcBef>
                <a:spcPct val="0"/>
              </a:spcBef>
              <a:spcAft>
                <a:spcPts val="4000"/>
              </a:spcAft>
            </a:pPr>
            <a:r>
              <a:rPr lang="ru-RU" sz="7500" b="1" dirty="0">
                <a:latin typeface="Graphik LC Semibold" panose="020B0503030202060203" pitchFamily="34" charset="0"/>
              </a:rPr>
              <a:t>Нативные мультимодальные модели</a:t>
            </a:r>
          </a:p>
        </p:txBody>
      </p:sp>
      <p:sp>
        <p:nvSpPr>
          <p:cNvPr id="230" name="BlueHeaderBar"/>
          <p:cNvSpPr>
            <a:spLocks/>
          </p:cNvSpPr>
          <p:nvPr/>
        </p:nvSpPr>
        <p:spPr>
          <a:xfrm>
            <a:off x="1212849" y="2897188"/>
            <a:ext cx="10853738" cy="1726249"/>
          </a:xfrm>
          <a:prstGeom prst="roundRect">
            <a:avLst>
              <a:gd name="adj" fmla="val 8429"/>
            </a:avLst>
          </a:prstGeom>
          <a:solidFill>
            <a:schemeClr val="accent6"/>
          </a:solidFill>
          <a:ln w="25400"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31" name="HeaderText"/>
          <p:cNvSpPr txBox="1"/>
          <p:nvPr/>
        </p:nvSpPr>
        <p:spPr>
          <a:xfrm>
            <a:off x="1956001" y="3297188"/>
            <a:ext cx="936743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3600" b="1" dirty="0">
                <a:solidFill>
                  <a:srgbClr val="FFFFFF"/>
                </a:solidFill>
                <a:latin typeface="Graphik LC Semibold" panose="020B0503030202060203" pitchFamily="34" charset="0"/>
              </a:rPr>
              <a:t>Emu3 / Emu3.5</a:t>
            </a:r>
          </a:p>
        </p:txBody>
      </p:sp>
      <p:sp>
        <p:nvSpPr>
          <p:cNvPr id="232" name="ContentCard"/>
          <p:cNvSpPr>
            <a:spLocks/>
          </p:cNvSpPr>
          <p:nvPr/>
        </p:nvSpPr>
        <p:spPr>
          <a:xfrm>
            <a:off x="1212849" y="4892676"/>
            <a:ext cx="10853738" cy="7618412"/>
          </a:xfrm>
          <a:prstGeom prst="roundRect">
            <a:avLst>
              <a:gd name="adj" fmla="val 8429"/>
            </a:avLst>
          </a:prstGeom>
          <a:solidFill>
            <a:srgbClr val="F5F5F5"/>
          </a:solidFill>
          <a:ln w="25400"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33" name="ContentText"/>
          <p:cNvSpPr txBox="1"/>
          <p:nvPr/>
        </p:nvSpPr>
        <p:spPr>
          <a:xfrm>
            <a:off x="1956001" y="5392676"/>
            <a:ext cx="9367434" cy="69184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2400" b="1" dirty="0">
                <a:latin typeface="Graphik LC Semibold" panose="020B0503030202060203" pitchFamily="34" charset="0"/>
              </a:rPr>
              <a:t>Архитектура</a:t>
            </a:r>
          </a:p>
          <a:p>
            <a:pPr marL="342900" indent="-342900">
              <a:buChar char="•"/>
            </a:pPr>
            <a:r>
              <a:rPr lang="ru-RU" sz="2400" dirty="0">
                <a:latin typeface="Graphik LC Regular" panose="020B0503030202060203" pitchFamily="34" charset="0"/>
              </a:rPr>
              <a:t>Единая autoregressive модель: unified next-token prediction для текста и визуальных токенов.</a:t>
            </a:r>
          </a:p>
          <a:p>
            <a:pPr>
              <a:spcBef>
                <a:spcPts val="400"/>
              </a:spcBef>
            </a:pPr>
            <a:r>
              <a:rPr lang="ru-RU" sz="2400" b="1" dirty="0">
                <a:latin typeface="Graphik LC Semibold" panose="020B0503030202060203" pitchFamily="34" charset="0"/>
              </a:rPr>
              <a:t>Масштаб</a:t>
            </a:r>
          </a:p>
          <a:p>
            <a:pPr marL="342900" indent="-342900">
              <a:buChar char="•"/>
            </a:pPr>
            <a:r>
              <a:rPr lang="ru-RU" sz="2400" dirty="0">
                <a:latin typeface="Graphik LC Regular" panose="020B0503030202060203" pitchFamily="34" charset="0"/>
              </a:rPr>
              <a:t>Десятки миллиардов параметров, 10T+ interleaved токенов при обучении.</a:t>
            </a:r>
          </a:p>
          <a:p>
            <a:pPr>
              <a:spcBef>
                <a:spcPts val="400"/>
              </a:spcBef>
            </a:pPr>
            <a:r>
              <a:rPr lang="ru-RU" sz="2400" b="1" dirty="0">
                <a:latin typeface="Graphik LC Semibold" panose="020B0503030202060203" pitchFamily="34" charset="0"/>
              </a:rPr>
              <a:t>Any-to-any сценарии</a:t>
            </a:r>
          </a:p>
          <a:p>
            <a:pPr marL="342900" indent="-342900">
              <a:buChar char="•"/>
            </a:pPr>
            <a:r>
              <a:rPr lang="ru-RU" sz="2400" dirty="0">
                <a:latin typeface="Graphik LC Regular" panose="020B0503030202060203" pitchFamily="34" charset="0"/>
              </a:rPr>
              <a:t>Понимание, генерация, редактирование в общем токенном пространстве.</a:t>
            </a:r>
          </a:p>
          <a:p>
            <a:pPr>
              <a:spcBef>
                <a:spcPts val="400"/>
              </a:spcBef>
            </a:pPr>
            <a:r>
              <a:rPr lang="ru-RU" sz="2400" b="1" dirty="0">
                <a:latin typeface="Graphik LC Semibold" panose="020B0503030202060203" pitchFamily="34" charset="0"/>
              </a:rPr>
              <a:t>Ускорение генерации</a:t>
            </a:r>
          </a:p>
          <a:p>
            <a:pPr marL="342900" indent="-342900">
              <a:buChar char="•"/>
            </a:pPr>
            <a:r>
              <a:rPr lang="ru-RU" sz="2400" dirty="0">
                <a:latin typeface="Graphik LC Regular" panose="020B0503030202060203" pitchFamily="34" charset="0"/>
              </a:rPr>
              <a:t>DiDA-подходы ускоряют decoding по сравнению с чисто последовательным.</a:t>
            </a:r>
          </a:p>
        </p:txBody>
      </p:sp>
      <p:sp>
        <p:nvSpPr>
          <p:cNvPr id="234" name="RightCard"/>
          <p:cNvSpPr>
            <a:spLocks/>
          </p:cNvSpPr>
          <p:nvPr/>
        </p:nvSpPr>
        <p:spPr>
          <a:xfrm>
            <a:off x="12320588" y="2897188"/>
            <a:ext cx="10853738" cy="9613900"/>
          </a:xfrm>
          <a:prstGeom prst="roundRect">
            <a:avLst>
              <a:gd name="adj" fmla="val 8429"/>
            </a:avLst>
          </a:prstGeom>
          <a:solidFill>
            <a:srgbClr val="F5F5F5"/>
          </a:solidFill>
          <a:ln w="25400"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35" name="ImagePlaceholder"/>
          <p:cNvSpPr/>
          <p:nvPr/>
        </p:nvSpPr>
        <p:spPr>
          <a:xfrm>
            <a:off x="12720588" y="2808093"/>
            <a:ext cx="10053738" cy="8813900"/>
          </a:xfrm>
          <a:prstGeom prst="roundRect">
            <a:avLst>
              <a:gd name="adj" fmla="val 5000"/>
            </a:avLst>
          </a:prstGeom>
          <a:solidFill>
            <a:srgbClr val="F0F0F0"/>
          </a:solidFill>
          <a:ln w="19050" cmpd="sng">
            <a:noFill/>
            <a:prstDash val="dash"/>
          </a:ln>
        </p:spPr>
        <p:txBody>
          <a:bodyPr anchor="ctr" anchorCtr="1"/>
          <a:lstStyle/>
          <a:p>
            <a:pPr algn="ctr"/>
            <a:r>
              <a:rPr lang="ru-RU" sz="1800" i="1" dirty="0">
                <a:solidFill>
                  <a:srgbClr val="999999"/>
                </a:solidFill>
                <a:latin typeface="Graphik LC Regular" panose="020B0503030202060203" pitchFamily="34" charset="0"/>
              </a:rPr>
              <a:t>Вставьте figure:
Emu3 architecture
(unified tokenization
diagram из paper)</a:t>
            </a:r>
          </a:p>
        </p:txBody>
      </p:sp>
      <p:sp>
        <p:nvSpPr>
          <p:cNvPr id="236" name="SourceLine"/>
          <p:cNvSpPr txBox="1">
            <a:spLocks/>
          </p:cNvSpPr>
          <p:nvPr/>
        </p:nvSpPr>
        <p:spPr>
          <a:xfrm>
            <a:off x="1212849" y="12649984"/>
            <a:ext cx="20000000" cy="730250"/>
          </a:xfrm>
          <a:prstGeom prst="rect">
            <a:avLst/>
          </a:prstGeom>
        </p:spPr>
        <p:txBody>
          <a:bodyPr vert="horz" lIns="0" tIns="0" rIns="0" bIns="0" rtlCol="0" anchor="ctr"/>
          <a:lstStyle/>
          <a:p>
            <a:pPr algn="l"/>
            <a:r>
              <a:rPr lang="ru-RU" sz="1800" dirty="0">
                <a:solidFill>
                  <a:srgbClr val="888888"/>
                </a:solidFill>
                <a:latin typeface="Graphik LC Regular" panose="020B0503030202060203" pitchFamily="34" charset="0"/>
              </a:rPr>
              <a:t>Источники: Emu3 (Wang et al., 2024), Emu3.5 (2025). github.com/baaivision/Emu3.</a:t>
            </a:r>
          </a:p>
        </p:txBody>
      </p:sp>
      <p:sp>
        <p:nvSpPr>
          <p:cNvPr id="538" name="B538"/>
          <p:cNvSpPr/>
          <p:nvPr/>
        </p:nvSpPr>
        <p:spPr>
          <a:xfrm>
            <a:off x="0" y="0"/>
            <a:ext cx="24387175" cy="6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BC1A669-2F93-0CE2-8CED-2B6D1E79A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5558" y="4584238"/>
            <a:ext cx="8943798" cy="48251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06A3128F-7CDB-203A-ED0C-12FE05CBA72F}"/>
              </a:ext>
            </a:extLst>
          </p:cNvPr>
          <p:cNvSpPr/>
          <p:nvPr/>
        </p:nvSpPr>
        <p:spPr>
          <a:xfrm>
            <a:off x="1162745" y="1015912"/>
            <a:ext cx="19574541" cy="109004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8500"/>
              </a:lnSpc>
              <a:spcBef>
                <a:spcPct val="0"/>
              </a:spcBef>
              <a:spcAft>
                <a:spcPts val="4000"/>
              </a:spcAft>
            </a:pPr>
            <a:r>
              <a:rPr lang="en" sz="7500" b="1" dirty="0">
                <a:latin typeface="Graphik LC Semibold" panose="020B0503030202060203" pitchFamily="34" charset="0"/>
                <a:ea typeface="Inter" panose="02000503000000020004" pitchFamily="2" charset="0"/>
                <a:sym typeface="Arial"/>
              </a:rPr>
              <a:t>Early Fusion </a:t>
            </a:r>
            <a:r>
              <a:rPr lang="ru-RU" sz="7500" b="1" dirty="0">
                <a:latin typeface="Graphik LC Semibold" panose="020B0503030202060203" pitchFamily="34" charset="0"/>
                <a:ea typeface="Inter" panose="02000503000000020004" pitchFamily="2" charset="0"/>
                <a:sym typeface="Arial"/>
              </a:rPr>
              <a:t>—</a:t>
            </a:r>
            <a:r>
              <a:rPr lang="en" sz="7500" b="1" dirty="0">
                <a:latin typeface="Graphik LC Semibold" panose="020B0503030202060203" pitchFamily="34" charset="0"/>
                <a:ea typeface="Inter" panose="02000503000000020004" pitchFamily="2" charset="0"/>
                <a:sym typeface="Arial"/>
              </a:rPr>
              <a:t> Modality Representation</a:t>
            </a:r>
          </a:p>
        </p:txBody>
      </p:sp>
      <p:sp>
        <p:nvSpPr>
          <p:cNvPr id="12" name="Номер слайда 2">
            <a:extLst>
              <a:ext uri="{FF2B5EF4-FFF2-40B4-BE49-F238E27FC236}">
                <a16:creationId xmlns:a16="http://schemas.microsoft.com/office/drawing/2014/main" id="{05CC56CA-2D58-6877-E933-985405BA64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23918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ru-RU" smtClean="0">
                <a:solidFill>
                  <a:srgbClr val="888888"/>
                </a:solidFill>
              </a:defRPr>
            </a:lvl1pPr>
          </a:lstStyle>
          <a:p>
            <a:fld id="{C8994169-2FD2-C948-898F-758DFA36E520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86" name="Прямоугольник 85">
            <a:extLst>
              <a:ext uri="{FF2B5EF4-FFF2-40B4-BE49-F238E27FC236}">
                <a16:creationId xmlns:a16="http://schemas.microsoft.com/office/drawing/2014/main" id="{F647CA1C-A558-1461-8934-283421EC23FF}"/>
              </a:ext>
            </a:extLst>
          </p:cNvPr>
          <p:cNvSpPr/>
          <p:nvPr/>
        </p:nvSpPr>
        <p:spPr>
          <a:xfrm>
            <a:off x="12618126" y="-1186789"/>
            <a:ext cx="232219" cy="232219"/>
          </a:xfrm>
          <a:prstGeom prst="rect">
            <a:avLst/>
          </a:prstGeom>
          <a:solidFill>
            <a:schemeClr val="accent3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81A51F7-EC93-5C38-E717-5D4F1E0810EB}"/>
              </a:ext>
            </a:extLst>
          </p:cNvPr>
          <p:cNvSpPr>
            <a:spLocks/>
          </p:cNvSpPr>
          <p:nvPr/>
        </p:nvSpPr>
        <p:spPr>
          <a:xfrm>
            <a:off x="1212849" y="2897188"/>
            <a:ext cx="9538073" cy="1726249"/>
          </a:xfrm>
          <a:prstGeom prst="roundRect">
            <a:avLst>
              <a:gd name="adj" fmla="val 8429"/>
            </a:avLst>
          </a:prstGeom>
          <a:solidFill>
            <a:schemeClr val="accent6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4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183311-C151-6F95-5FCC-46DA59D09D7C}"/>
              </a:ext>
            </a:extLst>
          </p:cNvPr>
          <p:cNvSpPr txBox="1"/>
          <p:nvPr/>
        </p:nvSpPr>
        <p:spPr>
          <a:xfrm>
            <a:off x="1956001" y="3408576"/>
            <a:ext cx="9145759" cy="553998"/>
          </a:xfrm>
          <a:prstGeom prst="rect">
            <a:avLst/>
          </a:prstGeom>
          <a:noFill/>
        </p:spPr>
        <p:txBody>
          <a:bodyPr wrap="square" lIns="0" tIns="0" rIns="0" bIns="0" numCol="1" rtlCol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R="0" lvl="0" indent="0" defTabSz="1485991" fontAlgn="auto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kumimoji="0" sz="3200" b="0" i="0" u="none" strike="noStrike" cap="none" spc="0" normalizeH="0" baseline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defTabSz="1485991">
              <a:spcAft>
                <a:spcPts val="1200"/>
              </a:spcAft>
            </a:pPr>
            <a:r>
              <a:rPr lang="en" sz="3600" dirty="0">
                <a:solidFill>
                  <a:schemeClr val="tx2"/>
                </a:solidFill>
                <a:latin typeface="Graphik LC Medium" panose="020B0503030202060203" pitchFamily="34" charset="0"/>
              </a:rPr>
              <a:t>Prefix Tuning</a:t>
            </a: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C50B586A-F390-4FEA-7A39-2917114FE4C6}"/>
              </a:ext>
            </a:extLst>
          </p:cNvPr>
          <p:cNvSpPr>
            <a:spLocks/>
          </p:cNvSpPr>
          <p:nvPr/>
        </p:nvSpPr>
        <p:spPr>
          <a:xfrm>
            <a:off x="10984968" y="2897188"/>
            <a:ext cx="12182997" cy="9613900"/>
          </a:xfrm>
          <a:prstGeom prst="roundRect">
            <a:avLst>
              <a:gd name="adj" fmla="val 1514"/>
            </a:avLst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Скругленный прямоугольник 35">
            <a:extLst>
              <a:ext uri="{FF2B5EF4-FFF2-40B4-BE49-F238E27FC236}">
                <a16:creationId xmlns:a16="http://schemas.microsoft.com/office/drawing/2014/main" id="{9151D130-4922-1688-60FE-28C3A7852BFC}"/>
              </a:ext>
            </a:extLst>
          </p:cNvPr>
          <p:cNvSpPr>
            <a:spLocks/>
          </p:cNvSpPr>
          <p:nvPr/>
        </p:nvSpPr>
        <p:spPr>
          <a:xfrm>
            <a:off x="1212849" y="4892676"/>
            <a:ext cx="9538073" cy="7618412"/>
          </a:xfrm>
          <a:prstGeom prst="roundRect">
            <a:avLst>
              <a:gd name="adj" fmla="val 1910"/>
            </a:avLst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Номер слайда 2">
            <a:extLst>
              <a:ext uri="{FF2B5EF4-FFF2-40B4-BE49-F238E27FC236}">
                <a16:creationId xmlns:a16="http://schemas.microsoft.com/office/drawing/2014/main" id="{56381B54-E98B-D305-F24E-DA245711AE77}"/>
              </a:ext>
            </a:extLst>
          </p:cNvPr>
          <p:cNvSpPr txBox="1">
            <a:spLocks/>
          </p:cNvSpPr>
          <p:nvPr/>
        </p:nvSpPr>
        <p:spPr>
          <a:xfrm>
            <a:off x="1212849" y="12649984"/>
            <a:ext cx="14469973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ru-RU" sz="1800" b="0" i="0" kern="1200" smtClean="0">
                <a:solidFill>
                  <a:srgbClr val="888888"/>
                </a:solidFill>
                <a:latin typeface="Graphik LC Regular" panose="020B050303020206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/>
              <a:t>Источники: </a:t>
            </a:r>
            <a:r>
              <a:rPr lang="en" dirty="0"/>
              <a:t>Multimodal Few-Shot Learning with Frozen Language Models</a:t>
            </a:r>
            <a:r>
              <a:rPr lang="ru-RU" dirty="0"/>
              <a:t>;</a:t>
            </a:r>
            <a:endParaRPr lang="en" dirty="0"/>
          </a:p>
          <a:p>
            <a:pPr algn="l"/>
            <a:r>
              <a:rPr lang="en" dirty="0"/>
              <a:t>PALI: A </a:t>
            </a:r>
            <a:r>
              <a:rPr lang="en-US" dirty="0"/>
              <a:t>J</a:t>
            </a:r>
            <a:r>
              <a:rPr lang="en" dirty="0"/>
              <a:t>ointly-</a:t>
            </a:r>
            <a:r>
              <a:rPr lang="en-US" dirty="0"/>
              <a:t>S</a:t>
            </a:r>
            <a:r>
              <a:rPr lang="en" dirty="0"/>
              <a:t>caled </a:t>
            </a:r>
            <a:r>
              <a:rPr lang="en-US" dirty="0"/>
              <a:t>M</a:t>
            </a:r>
            <a:r>
              <a:rPr lang="en" dirty="0"/>
              <a:t>ultilingual </a:t>
            </a:r>
            <a:r>
              <a:rPr lang="en-US" dirty="0"/>
              <a:t>L</a:t>
            </a:r>
            <a:r>
              <a:rPr lang="en" dirty="0"/>
              <a:t>anguage-</a:t>
            </a:r>
            <a:r>
              <a:rPr lang="en-US" dirty="0"/>
              <a:t>I</a:t>
            </a:r>
            <a:r>
              <a:rPr lang="en" dirty="0"/>
              <a:t>mage </a:t>
            </a:r>
            <a:r>
              <a:rPr lang="en-US" dirty="0"/>
              <a:t>M</a:t>
            </a:r>
            <a:r>
              <a:rPr lang="en" dirty="0"/>
              <a:t>odel</a:t>
            </a:r>
            <a:r>
              <a:rPr lang="ru-RU" dirty="0"/>
              <a:t>.</a:t>
            </a:r>
            <a:endParaRPr lang="en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99D1310-6D9E-3B76-CEC2-A9101B9C9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309" y="5414657"/>
            <a:ext cx="8675776" cy="657444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988CF99-0639-B06A-2237-18E8C53073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7112" y="3014999"/>
            <a:ext cx="11388494" cy="48522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19EFEBC-55E2-9D56-0471-0B53A2B1C6AE}"/>
              </a:ext>
            </a:extLst>
          </p:cNvPr>
          <p:cNvSpPr txBox="1"/>
          <p:nvPr/>
        </p:nvSpPr>
        <p:spPr>
          <a:xfrm>
            <a:off x="11686644" y="10577598"/>
            <a:ext cx="8966200" cy="131427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spcBef>
                <a:spcPct val="0"/>
              </a:spcBef>
              <a:defRPr sz="3400">
                <a:solidFill>
                  <a:schemeClr val="bg1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pPr marL="457200" indent="-457200" defTabSz="1485991">
              <a:lnSpc>
                <a:spcPts val="4200"/>
              </a:lnSpc>
              <a:spcBef>
                <a:spcPts val="0"/>
              </a:spcBef>
              <a:spcAft>
                <a:spcPts val="2200"/>
              </a:spcAft>
              <a:buFont typeface="Arial" panose="020B0604020202020204" pitchFamily="34" charset="0"/>
              <a:buChar char="•"/>
              <a:defRPr/>
            </a:pPr>
            <a:r>
              <a:rPr lang="en-US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M</a:t>
            </a:r>
            <a:r>
              <a:rPr lang="en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T5 </a:t>
            </a:r>
            <a:r>
              <a:rPr lang="ru-RU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—</a:t>
            </a:r>
            <a:r>
              <a:rPr lang="en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 </a:t>
            </a:r>
            <a:r>
              <a:rPr lang="ru-RU" sz="3200" dirty="0" err="1">
                <a:solidFill>
                  <a:schemeClr val="tx1"/>
                </a:solidFill>
                <a:latin typeface="Graphik LC Regular" panose="020B0503030202060203" pitchFamily="34" charset="0"/>
              </a:rPr>
              <a:t>энкодер</a:t>
            </a:r>
            <a:r>
              <a:rPr lang="ru-RU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-декодер.</a:t>
            </a:r>
          </a:p>
          <a:p>
            <a:pPr marL="457200" indent="-457200" defTabSz="1485991">
              <a:lnSpc>
                <a:spcPts val="4200"/>
              </a:lnSpc>
              <a:spcBef>
                <a:spcPts val="0"/>
              </a:spcBef>
              <a:spcAft>
                <a:spcPts val="2200"/>
              </a:spcAft>
              <a:buFont typeface="Arial" panose="020B0604020202020204" pitchFamily="34" charset="0"/>
              <a:buChar char="•"/>
              <a:defRPr/>
            </a:pPr>
            <a:r>
              <a:rPr lang="en" sz="3200" dirty="0" err="1">
                <a:solidFill>
                  <a:schemeClr val="tx1"/>
                </a:solidFill>
                <a:latin typeface="Graphik LC Regular" panose="020B0503030202060203" pitchFamily="34" charset="0"/>
              </a:rPr>
              <a:t>ViT</a:t>
            </a:r>
            <a:r>
              <a:rPr lang="en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 </a:t>
            </a:r>
            <a:r>
              <a:rPr lang="ru-RU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—</a:t>
            </a:r>
            <a:r>
              <a:rPr lang="en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 </a:t>
            </a:r>
            <a:r>
              <a:rPr lang="ru-RU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визуальный энкодер.</a:t>
            </a:r>
          </a:p>
        </p:txBody>
      </p:sp>
      <p:sp>
        <p:nvSpPr>
          <p:cNvPr id="514" name="B514"/>
          <p:cNvSpPr/>
          <p:nvPr/>
        </p:nvSpPr>
        <p:spPr>
          <a:xfrm>
            <a:off x="0" y="0"/>
            <a:ext cx="24387175" cy="6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17845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06A3128F-7CDB-203A-ED0C-12FE05CBA72F}"/>
              </a:ext>
            </a:extLst>
          </p:cNvPr>
          <p:cNvSpPr/>
          <p:nvPr/>
        </p:nvSpPr>
        <p:spPr>
          <a:xfrm>
            <a:off x="1162745" y="1015912"/>
            <a:ext cx="19574541" cy="109004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8500"/>
              </a:lnSpc>
              <a:spcBef>
                <a:spcPct val="0"/>
              </a:spcBef>
              <a:spcAft>
                <a:spcPts val="4000"/>
              </a:spcAft>
            </a:pPr>
            <a:r>
              <a:rPr lang="en" sz="7500" b="1" dirty="0">
                <a:latin typeface="Graphik LC Semibold" panose="020B0503030202060203" pitchFamily="34" charset="0"/>
                <a:ea typeface="Inter" panose="02000503000000020004" pitchFamily="2" charset="0"/>
                <a:sym typeface="Arial"/>
              </a:rPr>
              <a:t>Early Fusion </a:t>
            </a:r>
            <a:r>
              <a:rPr lang="ru-RU" sz="7500" b="1" dirty="0">
                <a:latin typeface="Graphik LC Semibold" panose="020B0503030202060203" pitchFamily="34" charset="0"/>
                <a:ea typeface="Inter" panose="02000503000000020004" pitchFamily="2" charset="0"/>
                <a:sym typeface="Arial"/>
              </a:rPr>
              <a:t>—</a:t>
            </a:r>
            <a:r>
              <a:rPr lang="en" sz="7500" b="1" dirty="0">
                <a:latin typeface="Graphik LC Semibold" panose="020B0503030202060203" pitchFamily="34" charset="0"/>
                <a:ea typeface="Inter" panose="02000503000000020004" pitchFamily="2" charset="0"/>
                <a:sym typeface="Arial"/>
              </a:rPr>
              <a:t> Modality Representation</a:t>
            </a:r>
          </a:p>
        </p:txBody>
      </p:sp>
      <p:sp>
        <p:nvSpPr>
          <p:cNvPr id="12" name="Номер слайда 2">
            <a:extLst>
              <a:ext uri="{FF2B5EF4-FFF2-40B4-BE49-F238E27FC236}">
                <a16:creationId xmlns:a16="http://schemas.microsoft.com/office/drawing/2014/main" id="{05CC56CA-2D58-6877-E933-985405BA64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23918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ru-RU" smtClean="0">
                <a:solidFill>
                  <a:srgbClr val="888888"/>
                </a:solidFill>
              </a:defRPr>
            </a:lvl1pPr>
          </a:lstStyle>
          <a:p>
            <a:fld id="{C8994169-2FD2-C948-898F-758DFA36E520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86" name="Прямоугольник 85">
            <a:extLst>
              <a:ext uri="{FF2B5EF4-FFF2-40B4-BE49-F238E27FC236}">
                <a16:creationId xmlns:a16="http://schemas.microsoft.com/office/drawing/2014/main" id="{F647CA1C-A558-1461-8934-283421EC23FF}"/>
              </a:ext>
            </a:extLst>
          </p:cNvPr>
          <p:cNvSpPr/>
          <p:nvPr/>
        </p:nvSpPr>
        <p:spPr>
          <a:xfrm>
            <a:off x="20033519" y="-843323"/>
            <a:ext cx="232219" cy="232219"/>
          </a:xfrm>
          <a:prstGeom prst="rect">
            <a:avLst/>
          </a:prstGeom>
          <a:solidFill>
            <a:schemeClr val="accent3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81A51F7-EC93-5C38-E717-5D4F1E0810EB}"/>
              </a:ext>
            </a:extLst>
          </p:cNvPr>
          <p:cNvSpPr>
            <a:spLocks/>
          </p:cNvSpPr>
          <p:nvPr/>
        </p:nvSpPr>
        <p:spPr>
          <a:xfrm>
            <a:off x="1212849" y="2897188"/>
            <a:ext cx="10853738" cy="1726249"/>
          </a:xfrm>
          <a:prstGeom prst="roundRect">
            <a:avLst>
              <a:gd name="adj" fmla="val 8429"/>
            </a:avLst>
          </a:prstGeom>
          <a:solidFill>
            <a:schemeClr val="accent6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4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183311-C151-6F95-5FCC-46DA59D09D7C}"/>
              </a:ext>
            </a:extLst>
          </p:cNvPr>
          <p:cNvSpPr txBox="1"/>
          <p:nvPr/>
        </p:nvSpPr>
        <p:spPr>
          <a:xfrm>
            <a:off x="1956001" y="3408576"/>
            <a:ext cx="9145759" cy="553998"/>
          </a:xfrm>
          <a:prstGeom prst="rect">
            <a:avLst/>
          </a:prstGeom>
          <a:noFill/>
        </p:spPr>
        <p:txBody>
          <a:bodyPr wrap="square" lIns="0" tIns="0" rIns="0" bIns="0" numCol="1" rtlCol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R="0" lvl="0" indent="0" defTabSz="1485991" fontAlgn="auto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kumimoji="0" sz="3200" b="0" i="0" u="none" strike="noStrike" cap="none" spc="0" normalizeH="0" baseline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defTabSz="1485991">
              <a:spcAft>
                <a:spcPts val="1200"/>
              </a:spcAft>
            </a:pPr>
            <a:r>
              <a:rPr lang="en" sz="3600" dirty="0">
                <a:solidFill>
                  <a:schemeClr val="tx2"/>
                </a:solidFill>
                <a:latin typeface="Graphik LC Medium" panose="020B0503030202060203" pitchFamily="34" charset="0"/>
              </a:rPr>
              <a:t>LLaVA-like</a:t>
            </a:r>
            <a:r>
              <a:rPr lang="ru-RU" sz="3600" dirty="0">
                <a:solidFill>
                  <a:schemeClr val="tx2"/>
                </a:solidFill>
                <a:latin typeface="Graphik LC Medium" panose="020B0503030202060203" pitchFamily="34" charset="0"/>
              </a:rPr>
              <a:t>-подход</a:t>
            </a: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C50B586A-F390-4FEA-7A39-2917114FE4C6}"/>
              </a:ext>
            </a:extLst>
          </p:cNvPr>
          <p:cNvSpPr>
            <a:spLocks/>
          </p:cNvSpPr>
          <p:nvPr/>
        </p:nvSpPr>
        <p:spPr>
          <a:xfrm>
            <a:off x="12320588" y="2897188"/>
            <a:ext cx="10853738" cy="9613900"/>
          </a:xfrm>
          <a:prstGeom prst="roundRect">
            <a:avLst>
              <a:gd name="adj" fmla="val 1514"/>
            </a:avLst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Скругленный прямоугольник 35">
            <a:extLst>
              <a:ext uri="{FF2B5EF4-FFF2-40B4-BE49-F238E27FC236}">
                <a16:creationId xmlns:a16="http://schemas.microsoft.com/office/drawing/2014/main" id="{9151D130-4922-1688-60FE-28C3A7852BFC}"/>
              </a:ext>
            </a:extLst>
          </p:cNvPr>
          <p:cNvSpPr>
            <a:spLocks/>
          </p:cNvSpPr>
          <p:nvPr/>
        </p:nvSpPr>
        <p:spPr>
          <a:xfrm>
            <a:off x="1212849" y="4892676"/>
            <a:ext cx="10853738" cy="7618412"/>
          </a:xfrm>
          <a:prstGeom prst="roundRect">
            <a:avLst>
              <a:gd name="adj" fmla="val 1910"/>
            </a:avLst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02EE6DF-47E2-0244-D808-FDD56968E695}"/>
              </a:ext>
            </a:extLst>
          </p:cNvPr>
          <p:cNvSpPr txBox="1"/>
          <p:nvPr/>
        </p:nvSpPr>
        <p:spPr>
          <a:xfrm>
            <a:off x="1931987" y="5450314"/>
            <a:ext cx="9528493" cy="665150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spcBef>
                <a:spcPct val="0"/>
              </a:spcBef>
              <a:defRPr sz="3400">
                <a:solidFill>
                  <a:schemeClr val="bg1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pPr defTabSz="1485991">
              <a:lnSpc>
                <a:spcPts val="3600"/>
              </a:lnSpc>
              <a:spcBef>
                <a:spcPts val="0"/>
              </a:spcBef>
              <a:spcAft>
                <a:spcPts val="1000"/>
              </a:spcAft>
              <a:defRPr/>
            </a:pPr>
            <a:r>
              <a:rPr lang="ru-RU" sz="2600" dirty="0">
                <a:solidFill>
                  <a:schemeClr val="tx1"/>
                </a:solidFill>
              </a:rPr>
              <a:t>2 стадии обучения модели</a:t>
            </a:r>
          </a:p>
          <a:p>
            <a:pPr marL="457200" indent="-457200" defTabSz="1485991">
              <a:lnSpc>
                <a:spcPts val="36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ru-RU" sz="2600" dirty="0" err="1">
                <a:solidFill>
                  <a:schemeClr val="tx1"/>
                </a:solidFill>
                <a:latin typeface="Graphik LC Regular" panose="020B0503030202060203" pitchFamily="34" charset="0"/>
              </a:rPr>
              <a:t>Претрейн</a:t>
            </a:r>
            <a:r>
              <a:rPr lang="ru-RU" sz="2600" dirty="0">
                <a:solidFill>
                  <a:schemeClr val="tx1"/>
                </a:solidFill>
                <a:latin typeface="Graphik LC Regular" panose="020B0503030202060203" pitchFamily="34" charset="0"/>
              </a:rPr>
              <a:t> — обучение адаптера.</a:t>
            </a:r>
          </a:p>
          <a:p>
            <a:pPr marL="457200" indent="-457200" defTabSz="1485991">
              <a:lnSpc>
                <a:spcPts val="36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ru-RU" sz="2600" dirty="0" err="1">
                <a:solidFill>
                  <a:schemeClr val="tx1"/>
                </a:solidFill>
                <a:latin typeface="Graphik LC Regular" panose="020B0503030202060203" pitchFamily="34" charset="0"/>
              </a:rPr>
              <a:t>Файнтюн</a:t>
            </a:r>
            <a:r>
              <a:rPr lang="ru-RU" sz="2600" dirty="0">
                <a:solidFill>
                  <a:schemeClr val="tx1"/>
                </a:solidFill>
                <a:latin typeface="Graphik LC Regular" panose="020B0503030202060203" pitchFamily="34" charset="0"/>
              </a:rPr>
              <a:t> — разморозка адаптера и языковой модели.</a:t>
            </a:r>
          </a:p>
          <a:p>
            <a:pPr defTabSz="1485991">
              <a:lnSpc>
                <a:spcPts val="3600"/>
              </a:lnSpc>
              <a:spcBef>
                <a:spcPts val="0"/>
              </a:spcBef>
              <a:spcAft>
                <a:spcPts val="1000"/>
              </a:spcAft>
              <a:defRPr/>
            </a:pPr>
            <a:r>
              <a:rPr lang="ru-RU" sz="2600" dirty="0">
                <a:solidFill>
                  <a:schemeClr val="tx1"/>
                </a:solidFill>
              </a:rPr>
              <a:t>Визуальный энкодер</a:t>
            </a:r>
          </a:p>
          <a:p>
            <a:pPr marL="457200" indent="-457200" defTabSz="1485991">
              <a:lnSpc>
                <a:spcPts val="36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" sz="2600" dirty="0" err="1">
                <a:solidFill>
                  <a:schemeClr val="tx1"/>
                </a:solidFill>
                <a:latin typeface="Graphik LC Regular" panose="020B0503030202060203" pitchFamily="34" charset="0"/>
              </a:rPr>
              <a:t>ViT</a:t>
            </a:r>
            <a:r>
              <a:rPr lang="en" sz="2600" dirty="0">
                <a:solidFill>
                  <a:schemeClr val="tx1"/>
                </a:solidFill>
                <a:latin typeface="Graphik LC Regular" panose="020B0503030202060203" pitchFamily="34" charset="0"/>
              </a:rPr>
              <a:t> </a:t>
            </a:r>
            <a:r>
              <a:rPr lang="ru-RU" sz="2600" dirty="0">
                <a:solidFill>
                  <a:schemeClr val="tx1"/>
                </a:solidFill>
                <a:latin typeface="Graphik LC Regular" panose="020B0503030202060203" pitchFamily="34" charset="0"/>
              </a:rPr>
              <a:t>из модели </a:t>
            </a:r>
            <a:r>
              <a:rPr lang="en" sz="2600" dirty="0">
                <a:solidFill>
                  <a:schemeClr val="tx1"/>
                </a:solidFill>
                <a:latin typeface="Graphik LC Regular" panose="020B0503030202060203" pitchFamily="34" charset="0"/>
              </a:rPr>
              <a:t>CLIP 336 336</a:t>
            </a:r>
            <a:r>
              <a:rPr lang="ru-RU" sz="2600" dirty="0">
                <a:solidFill>
                  <a:schemeClr val="tx1"/>
                </a:solidFill>
                <a:latin typeface="Graphik LC Regular" panose="020B0503030202060203" pitchFamily="34" charset="0"/>
              </a:rPr>
              <a:t>.</a:t>
            </a:r>
            <a:endParaRPr lang="en" sz="2600" dirty="0">
              <a:solidFill>
                <a:schemeClr val="tx1"/>
              </a:solidFill>
              <a:latin typeface="Graphik LC Regular" panose="020B0503030202060203" pitchFamily="34" charset="0"/>
            </a:endParaRPr>
          </a:p>
          <a:p>
            <a:pPr marL="457200" indent="-457200" defTabSz="1485991">
              <a:lnSpc>
                <a:spcPts val="36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ru-RU" sz="2600" dirty="0">
                <a:solidFill>
                  <a:schemeClr val="tx1"/>
                </a:solidFill>
                <a:latin typeface="Graphik LC Regular" panose="020B0503030202060203" pitchFamily="34" charset="0"/>
              </a:rPr>
              <a:t>Адаптер (</a:t>
            </a:r>
            <a:r>
              <a:rPr lang="en" sz="2600" dirty="0">
                <a:solidFill>
                  <a:schemeClr val="tx1"/>
                </a:solidFill>
                <a:latin typeface="Graphik LC Regular" panose="020B0503030202060203" pitchFamily="34" charset="0"/>
              </a:rPr>
              <a:t>Projection) </a:t>
            </a:r>
            <a:r>
              <a:rPr lang="ru-RU" sz="2600" dirty="0">
                <a:solidFill>
                  <a:schemeClr val="tx1"/>
                </a:solidFill>
                <a:latin typeface="Graphik LC Regular" panose="020B0503030202060203" pitchFamily="34" charset="0"/>
              </a:rPr>
              <a:t>—</a:t>
            </a:r>
            <a:r>
              <a:rPr lang="en" sz="2600" dirty="0">
                <a:solidFill>
                  <a:schemeClr val="tx1"/>
                </a:solidFill>
                <a:latin typeface="Graphik LC Regular" panose="020B0503030202060203" pitchFamily="34" charset="0"/>
              </a:rPr>
              <a:t> </a:t>
            </a:r>
            <a:r>
              <a:rPr lang="ru-RU" sz="2600" dirty="0">
                <a:solidFill>
                  <a:schemeClr val="tx1"/>
                </a:solidFill>
                <a:latin typeface="Graphik LC Regular" panose="020B0503030202060203" pitchFamily="34" charset="0"/>
              </a:rPr>
              <a:t>двухслойный </a:t>
            </a:r>
            <a:r>
              <a:rPr lang="en" sz="2600" dirty="0">
                <a:solidFill>
                  <a:schemeClr val="tx1"/>
                </a:solidFill>
                <a:latin typeface="Graphik LC Regular" panose="020B0503030202060203" pitchFamily="34" charset="0"/>
              </a:rPr>
              <a:t>MLP</a:t>
            </a:r>
            <a:r>
              <a:rPr lang="ru-RU" sz="2600" dirty="0">
                <a:solidFill>
                  <a:schemeClr val="tx1"/>
                </a:solidFill>
                <a:latin typeface="Graphik LC Regular" panose="020B0503030202060203" pitchFamily="34" charset="0"/>
              </a:rPr>
              <a:t>-модуль.</a:t>
            </a:r>
          </a:p>
          <a:p>
            <a:pPr defTabSz="1485991">
              <a:lnSpc>
                <a:spcPts val="3600"/>
              </a:lnSpc>
              <a:spcBef>
                <a:spcPts val="0"/>
              </a:spcBef>
              <a:spcAft>
                <a:spcPts val="1000"/>
              </a:spcAft>
              <a:defRPr/>
            </a:pPr>
            <a:r>
              <a:rPr lang="ru-RU" sz="2600" dirty="0">
                <a:solidFill>
                  <a:schemeClr val="tx1"/>
                </a:solidFill>
              </a:rPr>
              <a:t>Данные</a:t>
            </a:r>
          </a:p>
          <a:p>
            <a:pPr marL="457200" indent="-457200" defTabSz="1485991">
              <a:lnSpc>
                <a:spcPts val="36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" sz="2600" dirty="0">
                <a:solidFill>
                  <a:schemeClr val="tx1"/>
                </a:solidFill>
                <a:latin typeface="Graphik LC Regular" panose="020B0503030202060203" pitchFamily="34" charset="0"/>
              </a:rPr>
              <a:t>Laion 558K: image-caption</a:t>
            </a:r>
            <a:r>
              <a:rPr lang="ru-RU" sz="2600" dirty="0">
                <a:solidFill>
                  <a:schemeClr val="tx1"/>
                </a:solidFill>
                <a:latin typeface="Graphik LC Regular" panose="020B0503030202060203" pitchFamily="34" charset="0"/>
              </a:rPr>
              <a:t>-</a:t>
            </a:r>
            <a:r>
              <a:rPr lang="ru-RU" sz="2600" dirty="0" err="1">
                <a:solidFill>
                  <a:schemeClr val="tx1"/>
                </a:solidFill>
                <a:latin typeface="Graphik LC Regular" panose="020B0503030202060203" pitchFamily="34" charset="0"/>
              </a:rPr>
              <a:t>датасет</a:t>
            </a:r>
            <a:r>
              <a:rPr lang="ru-RU" sz="2600" dirty="0">
                <a:solidFill>
                  <a:schemeClr val="tx1"/>
                </a:solidFill>
                <a:latin typeface="Graphik LC Regular" panose="020B0503030202060203" pitchFamily="34" charset="0"/>
              </a:rPr>
              <a:t> (</a:t>
            </a:r>
            <a:r>
              <a:rPr lang="ru-RU" sz="2600" dirty="0" err="1">
                <a:solidFill>
                  <a:schemeClr val="tx1"/>
                </a:solidFill>
                <a:latin typeface="Graphik LC Regular" panose="020B0503030202060203" pitchFamily="34" charset="0"/>
              </a:rPr>
              <a:t>претрейн</a:t>
            </a:r>
            <a:r>
              <a:rPr lang="ru-RU" sz="2600" dirty="0">
                <a:solidFill>
                  <a:schemeClr val="tx1"/>
                </a:solidFill>
                <a:latin typeface="Graphik LC Regular" panose="020B0503030202060203" pitchFamily="34" charset="0"/>
              </a:rPr>
              <a:t>).</a:t>
            </a:r>
          </a:p>
          <a:p>
            <a:pPr marL="457200" indent="-457200" defTabSz="1485991">
              <a:lnSpc>
                <a:spcPts val="36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en" sz="2600" dirty="0">
                <a:solidFill>
                  <a:schemeClr val="tx1"/>
                </a:solidFill>
                <a:latin typeface="Graphik LC Regular" panose="020B0503030202060203" pitchFamily="34" charset="0"/>
              </a:rPr>
              <a:t>LLaVA-665K: </a:t>
            </a:r>
            <a:r>
              <a:rPr lang="ru-RU" sz="2600" dirty="0" err="1">
                <a:solidFill>
                  <a:schemeClr val="tx1"/>
                </a:solidFill>
                <a:latin typeface="Graphik LC Regular" panose="020B0503030202060203" pitchFamily="34" charset="0"/>
              </a:rPr>
              <a:t>датасет</a:t>
            </a:r>
            <a:r>
              <a:rPr lang="ru-RU" sz="2600" dirty="0">
                <a:solidFill>
                  <a:schemeClr val="tx1"/>
                </a:solidFill>
                <a:latin typeface="Graphik LC Regular" panose="020B0503030202060203" pitchFamily="34" charset="0"/>
              </a:rPr>
              <a:t> с инструктивными задачами по изображениям.</a:t>
            </a:r>
          </a:p>
          <a:p>
            <a:pPr defTabSz="1485991">
              <a:lnSpc>
                <a:spcPts val="3600"/>
              </a:lnSpc>
              <a:spcBef>
                <a:spcPts val="0"/>
              </a:spcBef>
              <a:spcAft>
                <a:spcPts val="1000"/>
              </a:spcAft>
              <a:defRPr/>
            </a:pPr>
            <a:r>
              <a:rPr lang="ru-RU" sz="2600" dirty="0">
                <a:solidFill>
                  <a:schemeClr val="tx1"/>
                </a:solidFill>
                <a:latin typeface="Graphik LC Regular" panose="020B0503030202060203" pitchFamily="34" charset="0"/>
              </a:rPr>
              <a:t>Ресурсы для обучения: 1 день на 8 </a:t>
            </a:r>
            <a:r>
              <a:rPr lang="en" sz="2600" dirty="0">
                <a:solidFill>
                  <a:schemeClr val="tx1"/>
                </a:solidFill>
                <a:latin typeface="Graphik LC Regular" panose="020B0503030202060203" pitchFamily="34" charset="0"/>
              </a:rPr>
              <a:t>A100</a:t>
            </a: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9FDCE27E-2F85-C6D5-08C7-564B0DD3E9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14"/>
          <a:stretch/>
        </p:blipFill>
        <p:spPr bwMode="auto">
          <a:xfrm>
            <a:off x="12574297" y="3542468"/>
            <a:ext cx="10495769" cy="3290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782C5AC-2E02-41BD-5E1F-F1743B2E1D0A}"/>
                  </a:ext>
                </a:extLst>
              </p:cNvPr>
              <p:cNvSpPr txBox="1"/>
              <p:nvPr/>
            </p:nvSpPr>
            <p:spPr>
              <a:xfrm>
                <a:off x="13022263" y="10278344"/>
                <a:ext cx="8966200" cy="2072812"/>
              </a:xfrm>
              <a:prstGeom prst="rect">
                <a:avLst/>
              </a:prstGeom>
            </p:spPr>
            <p:txBody>
              <a:bodyPr vert="horz" wrap="square" lIns="0" tIns="0" rIns="0" bIns="0" rtlCol="0" anchor="t" anchorCtr="0">
                <a:spAutoFit/>
              </a:bodyPr>
              <a:lstStyle>
                <a:lvl1pPr defTabSz="1488104">
                  <a:spcBef>
                    <a:spcPct val="0"/>
                  </a:spcBef>
                  <a:defRPr sz="3400">
                    <a:solidFill>
                      <a:schemeClr val="bg1"/>
                    </a:solidFill>
                    <a:latin typeface="Graphik LC Medium" panose="020B0503030202060203" pitchFamily="34" charset="0"/>
                    <a:ea typeface="+mj-ea"/>
                    <a:cs typeface="+mj-cs"/>
                  </a:defRPr>
                </a:lvl1pPr>
              </a:lstStyle>
              <a:p>
                <a:pPr marL="457200" indent="-457200" defTabSz="1485991">
                  <a:lnSpc>
                    <a:spcPts val="3600"/>
                  </a:lnSpc>
                  <a:spcBef>
                    <a:spcPts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defRPr/>
                </a:pPr>
                <a:r>
                  <a:rPr lang="ru-RU" sz="2600" dirty="0">
                    <a:solidFill>
                      <a:schemeClr val="tx1"/>
                    </a:solidFill>
                    <a:latin typeface="Graphik LC Regular" panose="020B0503030202060203" pitchFamily="34" charset="0"/>
                  </a:rPr>
                  <a:t>Текстовое представление: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ru-RU" sz="2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lang="en-US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𝑙𝑚</m:t>
                            </m:r>
                          </m:sub>
                        </m:sSub>
                      </m:sup>
                    </m:sSup>
                  </m:oMath>
                </a14:m>
                <a:r>
                  <a:rPr lang="ru-RU" sz="2600" dirty="0">
                    <a:solidFill>
                      <a:schemeClr val="tx1"/>
                    </a:solidFill>
                    <a:latin typeface="Graphik LC Regular" panose="020B0503030202060203" pitchFamily="34" charset="0"/>
                  </a:rPr>
                  <a:t>.</a:t>
                </a:r>
              </a:p>
              <a:p>
                <a:pPr marL="457200" indent="-457200" defTabSz="1485991">
                  <a:lnSpc>
                    <a:spcPts val="3600"/>
                  </a:lnSpc>
                  <a:spcBef>
                    <a:spcPts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defRPr/>
                </a:pPr>
                <a:r>
                  <a:rPr lang="ru-RU" sz="2600" dirty="0">
                    <a:solidFill>
                      <a:schemeClr val="tx1"/>
                    </a:solidFill>
                    <a:latin typeface="Graphik LC Regular" panose="020B0503030202060203" pitchFamily="34" charset="0"/>
                  </a:rPr>
                  <a:t>Визуальное представление: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en-US" sz="2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d>
                      <m:dPr>
                        <m:ctrlP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</m:e>
                    </m:d>
                    <m:r>
                      <a:rPr lang="ru-RU" sz="2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lang="en-US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𝑉𝑖𝑇</m:t>
                            </m:r>
                          </m:sub>
                        </m:sSub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sz="2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𝑉𝑖𝑇</m:t>
                            </m:r>
                          </m:sub>
                        </m:sSub>
                      </m:sup>
                    </m:sSup>
                  </m:oMath>
                </a14:m>
                <a:r>
                  <a:rPr lang="ru-RU" sz="2600" dirty="0">
                    <a:solidFill>
                      <a:schemeClr val="tx1"/>
                    </a:solidFill>
                    <a:latin typeface="Graphik LC Regular" panose="020B0503030202060203" pitchFamily="34" charset="0"/>
                  </a:rPr>
                  <a:t>.</a:t>
                </a:r>
              </a:p>
              <a:p>
                <a:pPr marL="457200" indent="-457200" defTabSz="1485991">
                  <a:lnSpc>
                    <a:spcPts val="3600"/>
                  </a:lnSpc>
                  <a:spcBef>
                    <a:spcPts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defRPr/>
                </a:pPr>
                <a:r>
                  <a:rPr lang="ru-RU" sz="2600" dirty="0">
                    <a:solidFill>
                      <a:schemeClr val="tx1"/>
                    </a:solidFill>
                    <a:latin typeface="Graphik LC Regular" panose="020B0503030202060203" pitchFamily="34" charset="0"/>
                  </a:rPr>
                  <a:t>Адаптер (</a:t>
                </a:r>
                <a:r>
                  <a:rPr lang="en" sz="2600" dirty="0">
                    <a:solidFill>
                      <a:schemeClr val="tx1"/>
                    </a:solidFill>
                    <a:latin typeface="Graphik LC Regular" panose="020B0503030202060203" pitchFamily="34" charset="0"/>
                  </a:rPr>
                  <a:t>Projection), 2-</a:t>
                </a:r>
                <a:r>
                  <a:rPr lang="ru-RU" sz="2600" dirty="0">
                    <a:solidFill>
                      <a:schemeClr val="tx1"/>
                    </a:solidFill>
                    <a:latin typeface="Graphik LC Regular" panose="020B0503030202060203" pitchFamily="34" charset="0"/>
                  </a:rPr>
                  <a:t>слойный</a:t>
                </a:r>
                <a:r>
                  <a:rPr lang="en" sz="2600" dirty="0">
                    <a:solidFill>
                      <a:schemeClr val="tx1"/>
                    </a:solidFill>
                    <a:latin typeface="Graphik LC Regular" panose="020B0503030202060203" pitchFamily="34" charset="0"/>
                  </a:rPr>
                  <a:t> MLP: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en-US" sz="2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</m:e>
                    </m:d>
                    <m:r>
                      <a:rPr lang="ru-RU" sz="2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lang="en-US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𝑉𝑖𝑇</m:t>
                            </m:r>
                          </m:sub>
                        </m:sSub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sz="2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𝑙𝑚</m:t>
                            </m:r>
                          </m:sub>
                        </m:sSub>
                      </m:sup>
                    </m:sSup>
                  </m:oMath>
                </a14:m>
                <a:r>
                  <a:rPr lang="ru-RU" sz="2600" dirty="0">
                    <a:solidFill>
                      <a:schemeClr val="tx1"/>
                    </a:solidFill>
                    <a:latin typeface="Graphik LC Regular" panose="020B0503030202060203" pitchFamily="34" charset="0"/>
                  </a:rPr>
                  <a:t>.</a:t>
                </a:r>
                <a:endParaRPr lang="en" sz="2600" dirty="0">
                  <a:solidFill>
                    <a:schemeClr val="tx1"/>
                  </a:solidFill>
                  <a:latin typeface="Graphik LC Regular" panose="020B0503030202060203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782C5AC-2E02-41BD-5E1F-F1743B2E1D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22263" y="10278344"/>
                <a:ext cx="8966200" cy="2072812"/>
              </a:xfrm>
              <a:prstGeom prst="rect">
                <a:avLst/>
              </a:prstGeom>
              <a:blipFill>
                <a:blip r:embed="rId4"/>
                <a:stretch>
                  <a:fillRect l="-2122" t="-3049" b="-853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02900C0A-3F97-1B3E-7A18-F2F2E48284AA}"/>
              </a:ext>
            </a:extLst>
          </p:cNvPr>
          <p:cNvSpPr txBox="1">
            <a:spLocks/>
          </p:cNvSpPr>
          <p:nvPr/>
        </p:nvSpPr>
        <p:spPr>
          <a:xfrm>
            <a:off x="1212849" y="12649984"/>
            <a:ext cx="14469973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ru-RU" sz="1800" b="0" i="0" kern="1200" smtClean="0">
                <a:solidFill>
                  <a:srgbClr val="888888"/>
                </a:solidFill>
                <a:latin typeface="Graphik LC Regular" panose="020B050303020206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/>
              <a:t>Источник: </a:t>
            </a:r>
            <a:r>
              <a:rPr lang="en" dirty="0"/>
              <a:t>Visual Instruction Tuning</a:t>
            </a:r>
            <a:r>
              <a:rPr lang="ru-RU" dirty="0"/>
              <a:t>.</a:t>
            </a:r>
            <a:endParaRPr lang="en" dirty="0"/>
          </a:p>
        </p:txBody>
      </p:sp>
      <p:sp>
        <p:nvSpPr>
          <p:cNvPr id="515" name="B515"/>
          <p:cNvSpPr/>
          <p:nvPr/>
        </p:nvSpPr>
        <p:spPr>
          <a:xfrm>
            <a:off x="0" y="0"/>
            <a:ext cx="24387175" cy="6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86824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06A3128F-7CDB-203A-ED0C-12FE05CBA72F}"/>
              </a:ext>
            </a:extLst>
          </p:cNvPr>
          <p:cNvSpPr/>
          <p:nvPr/>
        </p:nvSpPr>
        <p:spPr>
          <a:xfrm>
            <a:off x="1162745" y="1015912"/>
            <a:ext cx="22011581" cy="103759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8500"/>
              </a:lnSpc>
              <a:spcBef>
                <a:spcPct val="0"/>
              </a:spcBef>
              <a:spcAft>
                <a:spcPts val="4000"/>
              </a:spcAft>
            </a:pPr>
            <a:r>
              <a:rPr lang="en" sz="6500" b="1" dirty="0">
                <a:latin typeface="Graphik LC Semibold" panose="020B0503030202060203" pitchFamily="34" charset="0"/>
                <a:ea typeface="Inter" panose="02000503000000020004" pitchFamily="2" charset="0"/>
                <a:sym typeface="Arial"/>
              </a:rPr>
              <a:t>Modality Representation and Alignment</a:t>
            </a:r>
          </a:p>
        </p:txBody>
      </p:sp>
      <p:sp>
        <p:nvSpPr>
          <p:cNvPr id="12" name="Номер слайда 2">
            <a:extLst>
              <a:ext uri="{FF2B5EF4-FFF2-40B4-BE49-F238E27FC236}">
                <a16:creationId xmlns:a16="http://schemas.microsoft.com/office/drawing/2014/main" id="{05CC56CA-2D58-6877-E933-985405BA64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23918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ru-RU" smtClean="0">
                <a:solidFill>
                  <a:srgbClr val="888888"/>
                </a:solidFill>
              </a:defRPr>
            </a:lvl1pPr>
          </a:lstStyle>
          <a:p>
            <a:fld id="{C8994169-2FD2-C948-898F-758DFA36E520}" type="slidenum">
              <a:rPr lang="ru-RU" smtClean="0"/>
              <a:pPr/>
              <a:t>10</a:t>
            </a:fld>
            <a:endParaRPr lang="ru-RU" dirty="0"/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C50B586A-F390-4FEA-7A39-2917114FE4C6}"/>
              </a:ext>
            </a:extLst>
          </p:cNvPr>
          <p:cNvSpPr>
            <a:spLocks/>
          </p:cNvSpPr>
          <p:nvPr/>
        </p:nvSpPr>
        <p:spPr>
          <a:xfrm>
            <a:off x="1212849" y="2897188"/>
            <a:ext cx="10853738" cy="9613900"/>
          </a:xfrm>
          <a:prstGeom prst="roundRect">
            <a:avLst>
              <a:gd name="adj" fmla="val 1514"/>
            </a:avLst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Номер слайда 2">
            <a:extLst>
              <a:ext uri="{FF2B5EF4-FFF2-40B4-BE49-F238E27FC236}">
                <a16:creationId xmlns:a16="http://schemas.microsoft.com/office/drawing/2014/main" id="{56381B54-E98B-D305-F24E-DA245711AE77}"/>
              </a:ext>
            </a:extLst>
          </p:cNvPr>
          <p:cNvSpPr txBox="1">
            <a:spLocks/>
          </p:cNvSpPr>
          <p:nvPr/>
        </p:nvSpPr>
        <p:spPr>
          <a:xfrm>
            <a:off x="1212849" y="12649984"/>
            <a:ext cx="14469973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ru-RU" sz="1800" b="0" i="0" kern="1200" smtClean="0">
                <a:solidFill>
                  <a:srgbClr val="888888"/>
                </a:solidFill>
                <a:latin typeface="Graphik LC Regular" panose="020B050303020206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/>
              <a:t>Источник: </a:t>
            </a:r>
            <a:r>
              <a:rPr lang="en" dirty="0"/>
              <a:t>Learning Transferable Visual Models From Natural Language Supervision</a:t>
            </a:r>
            <a:r>
              <a:rPr lang="ru-RU" dirty="0"/>
              <a:t>.</a:t>
            </a:r>
            <a:endParaRPr lang="en" dirty="0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81A51F7-EC93-5C38-E717-5D4F1E0810EB}"/>
              </a:ext>
            </a:extLst>
          </p:cNvPr>
          <p:cNvSpPr>
            <a:spLocks/>
          </p:cNvSpPr>
          <p:nvPr/>
        </p:nvSpPr>
        <p:spPr>
          <a:xfrm>
            <a:off x="12320589" y="2897188"/>
            <a:ext cx="10853738" cy="1726249"/>
          </a:xfrm>
          <a:prstGeom prst="roundRect">
            <a:avLst>
              <a:gd name="adj" fmla="val 8429"/>
            </a:avLst>
          </a:prstGeom>
          <a:solidFill>
            <a:schemeClr val="accent6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4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183311-C151-6F95-5FCC-46DA59D09D7C}"/>
              </a:ext>
            </a:extLst>
          </p:cNvPr>
          <p:cNvSpPr txBox="1"/>
          <p:nvPr/>
        </p:nvSpPr>
        <p:spPr>
          <a:xfrm>
            <a:off x="13063741" y="3408576"/>
            <a:ext cx="9145759" cy="553998"/>
          </a:xfrm>
          <a:prstGeom prst="rect">
            <a:avLst/>
          </a:prstGeom>
          <a:noFill/>
        </p:spPr>
        <p:txBody>
          <a:bodyPr wrap="square" lIns="0" tIns="0" rIns="0" bIns="0" numCol="1" rtlCol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R="0" lvl="0" indent="0" defTabSz="1485991" fontAlgn="auto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kumimoji="0" sz="3200" b="0" i="0" u="none" strike="noStrike" cap="none" spc="0" normalizeH="0" baseline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defTabSz="1485991">
              <a:spcAft>
                <a:spcPts val="1200"/>
              </a:spcAft>
            </a:pPr>
            <a:r>
              <a:rPr lang="en" sz="3600" dirty="0" err="1">
                <a:solidFill>
                  <a:schemeClr val="tx2"/>
                </a:solidFill>
                <a:latin typeface="Graphik LC Medium" panose="020B0503030202060203" pitchFamily="34" charset="0"/>
              </a:rPr>
              <a:t>InfoNCE</a:t>
            </a:r>
            <a:r>
              <a:rPr lang="en" sz="3600" dirty="0">
                <a:solidFill>
                  <a:schemeClr val="tx2"/>
                </a:solidFill>
                <a:latin typeface="Graphik LC Medium" panose="020B0503030202060203" pitchFamily="34" charset="0"/>
              </a:rPr>
              <a:t> loss</a:t>
            </a:r>
          </a:p>
        </p:txBody>
      </p:sp>
      <p:sp>
        <p:nvSpPr>
          <p:cNvPr id="36" name="Скругленный прямоугольник 35">
            <a:extLst>
              <a:ext uri="{FF2B5EF4-FFF2-40B4-BE49-F238E27FC236}">
                <a16:creationId xmlns:a16="http://schemas.microsoft.com/office/drawing/2014/main" id="{9151D130-4922-1688-60FE-28C3A7852BFC}"/>
              </a:ext>
            </a:extLst>
          </p:cNvPr>
          <p:cNvSpPr>
            <a:spLocks/>
          </p:cNvSpPr>
          <p:nvPr/>
        </p:nvSpPr>
        <p:spPr>
          <a:xfrm>
            <a:off x="12320589" y="4852339"/>
            <a:ext cx="10853738" cy="3574430"/>
          </a:xfrm>
          <a:prstGeom prst="roundRect">
            <a:avLst>
              <a:gd name="adj" fmla="val 4117"/>
            </a:avLst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0B05F196-A884-1565-09AB-C0353B47CEF1}"/>
              </a:ext>
            </a:extLst>
          </p:cNvPr>
          <p:cNvSpPr>
            <a:spLocks/>
          </p:cNvSpPr>
          <p:nvPr/>
        </p:nvSpPr>
        <p:spPr>
          <a:xfrm>
            <a:off x="12320589" y="10697830"/>
            <a:ext cx="10853737" cy="1813258"/>
          </a:xfrm>
          <a:prstGeom prst="roundRect">
            <a:avLst>
              <a:gd name="adj" fmla="val 8025"/>
            </a:avLst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EC733BF-2595-2C12-8FF5-DDCB31430709}"/>
                  </a:ext>
                </a:extLst>
              </p:cNvPr>
              <p:cNvSpPr txBox="1"/>
              <p:nvPr/>
            </p:nvSpPr>
            <p:spPr>
              <a:xfrm>
                <a:off x="14238893" y="11116848"/>
                <a:ext cx="8572121" cy="938646"/>
              </a:xfrm>
              <a:prstGeom prst="rect">
                <a:avLst/>
              </a:prstGeom>
            </p:spPr>
            <p:txBody>
              <a:bodyPr vert="horz" wrap="square" lIns="0" tIns="0" rIns="0" bIns="72000" rtlCol="0" anchor="ctr" anchorCtr="0">
                <a:spAutoFit/>
              </a:bodyPr>
              <a:lstStyle>
                <a:lvl1pPr marL="342900" indent="-342900" defTabSz="1488104">
                  <a:lnSpc>
                    <a:spcPts val="3000"/>
                  </a:lnSpc>
                  <a:spcBef>
                    <a:spcPct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 b="0">
                    <a:latin typeface="Graphik LC Regular" panose="020B0503030202060203" pitchFamily="34" charset="0"/>
                    <a:ea typeface="+mj-ea"/>
                    <a:cs typeface="+mj-cs"/>
                  </a:defRPr>
                </a:lvl1pPr>
              </a:lstStyle>
              <a:p>
                <a:pPr marL="0" indent="0" defTabSz="148599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  <a:defRPr/>
                </a:pPr>
                <a:r>
                  <a:rPr lang="ru-RU" sz="2600" dirty="0"/>
                  <a:t>Векторные представления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8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600" dirty="0"/>
                  <a:t>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ru-RU" sz="2600" dirty="0"/>
                  <a:t>) согласованы, </a:t>
                </a:r>
                <a:br>
                  <a:rPr lang="ru-RU" sz="2600" dirty="0"/>
                </a:br>
                <a:r>
                  <a:rPr lang="ru-RU" sz="2600" dirty="0"/>
                  <a:t>но не эквивалентны друг другу.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EC733BF-2595-2C12-8FF5-DDCB314307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38893" y="11116848"/>
                <a:ext cx="8572121" cy="938646"/>
              </a:xfrm>
              <a:prstGeom prst="rect">
                <a:avLst/>
              </a:prstGeom>
              <a:blipFill>
                <a:blip r:embed="rId3"/>
                <a:stretch>
                  <a:fillRect l="-2347" t="-9091" b="-1298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Прямоугольник 85">
            <a:extLst>
              <a:ext uri="{FF2B5EF4-FFF2-40B4-BE49-F238E27FC236}">
                <a16:creationId xmlns:a16="http://schemas.microsoft.com/office/drawing/2014/main" id="{F647CA1C-A558-1461-8934-283421EC23FF}"/>
              </a:ext>
            </a:extLst>
          </p:cNvPr>
          <p:cNvSpPr/>
          <p:nvPr/>
        </p:nvSpPr>
        <p:spPr>
          <a:xfrm>
            <a:off x="25118889" y="10465611"/>
            <a:ext cx="232219" cy="232219"/>
          </a:xfrm>
          <a:prstGeom prst="rect">
            <a:avLst/>
          </a:prstGeom>
          <a:solidFill>
            <a:schemeClr val="accent3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8FD79080-0D04-ACA5-4E8D-CC69CBEF5CDA}"/>
              </a:ext>
            </a:extLst>
          </p:cNvPr>
          <p:cNvSpPr>
            <a:spLocks/>
          </p:cNvSpPr>
          <p:nvPr/>
        </p:nvSpPr>
        <p:spPr>
          <a:xfrm>
            <a:off x="12320589" y="8655670"/>
            <a:ext cx="10853737" cy="1813258"/>
          </a:xfrm>
          <a:prstGeom prst="roundRect">
            <a:avLst>
              <a:gd name="adj" fmla="val 8025"/>
            </a:avLst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EF7C3BA-4F95-111E-A9D8-469281F98121}"/>
                  </a:ext>
                </a:extLst>
              </p:cNvPr>
              <p:cNvSpPr txBox="1"/>
              <p:nvPr/>
            </p:nvSpPr>
            <p:spPr>
              <a:xfrm>
                <a:off x="14238893" y="9072604"/>
                <a:ext cx="8572121" cy="942813"/>
              </a:xfrm>
              <a:prstGeom prst="rect">
                <a:avLst/>
              </a:prstGeom>
            </p:spPr>
            <p:txBody>
              <a:bodyPr vert="horz" wrap="square" lIns="0" tIns="0" rIns="0" bIns="72000" rtlCol="0" anchor="ctr" anchorCtr="0">
                <a:spAutoFit/>
              </a:bodyPr>
              <a:lstStyle>
                <a:lvl1pPr marL="342900" indent="-342900" defTabSz="1488104">
                  <a:lnSpc>
                    <a:spcPts val="3000"/>
                  </a:lnSpc>
                  <a:spcBef>
                    <a:spcPct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 b="0">
                    <a:latin typeface="Graphik LC Regular" panose="020B0503030202060203" pitchFamily="34" charset="0"/>
                    <a:ea typeface="+mj-ea"/>
                    <a:cs typeface="+mj-cs"/>
                  </a:defRPr>
                </a:lvl1pPr>
              </a:lstStyle>
              <a:p>
                <a:pPr marL="0" indent="0" defTabSz="148599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  <a:defRPr/>
                </a:pPr>
                <a:r>
                  <a:rPr lang="ru-RU" sz="2600" dirty="0" err="1"/>
                  <a:t>Энкодеры</a:t>
                </a:r>
                <a:r>
                  <a:rPr lang="ru-RU" sz="2600" dirty="0"/>
                  <a:t> модели </a:t>
                </a:r>
                <a:r>
                  <a:rPr lang="en" sz="2600" dirty="0"/>
                  <a:t>CLIP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ru-RU" sz="2800" dirty="0"/>
                  <a:t> </a:t>
                </a:r>
                <a:r>
                  <a:rPr lang="ru-RU" sz="2600" dirty="0"/>
                  <a:t>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ru-RU" sz="2600" dirty="0"/>
                  <a:t>) хорошо работают в мультимодальных визуально-текстовых задачах.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EF7C3BA-4F95-111E-A9D8-469281F981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38893" y="9072604"/>
                <a:ext cx="8572121" cy="942813"/>
              </a:xfrm>
              <a:prstGeom prst="rect">
                <a:avLst/>
              </a:prstGeom>
              <a:blipFill>
                <a:blip r:embed="rId4"/>
                <a:stretch>
                  <a:fillRect l="-2347" t="-7742" b="-135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Рисунок 149">
            <a:extLst>
              <a:ext uri="{FF2B5EF4-FFF2-40B4-BE49-F238E27FC236}">
                <a16:creationId xmlns:a16="http://schemas.microsoft.com/office/drawing/2014/main" id="{DE5AC9A0-87A6-547D-7E6E-3F8A9E718A4C}"/>
              </a:ext>
            </a:extLst>
          </p:cNvPr>
          <p:cNvSpPr>
            <a:spLocks noChangeAspect="1"/>
          </p:cNvSpPr>
          <p:nvPr/>
        </p:nvSpPr>
        <p:spPr>
          <a:xfrm>
            <a:off x="13063741" y="9166384"/>
            <a:ext cx="432000" cy="432000"/>
          </a:xfrm>
          <a:custGeom>
            <a:avLst/>
            <a:gdLst>
              <a:gd name="connsiteX0" fmla="*/ 285750 w 571499"/>
              <a:gd name="connsiteY0" fmla="*/ 0 h 571500"/>
              <a:gd name="connsiteX1" fmla="*/ 571500 w 571499"/>
              <a:gd name="connsiteY1" fmla="*/ 285750 h 571500"/>
              <a:gd name="connsiteX2" fmla="*/ 571500 w 571499"/>
              <a:gd name="connsiteY2" fmla="*/ 285750 h 571500"/>
              <a:gd name="connsiteX3" fmla="*/ 285750 w 571499"/>
              <a:gd name="connsiteY3" fmla="*/ 571500 h 571500"/>
              <a:gd name="connsiteX4" fmla="*/ 571500 w 571499"/>
              <a:gd name="connsiteY4" fmla="*/ 285750 h 571500"/>
              <a:gd name="connsiteX5" fmla="*/ 0 w 571499"/>
              <a:gd name="connsiteY5" fmla="*/ 285750 h 5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1499" h="571500">
                <a:moveTo>
                  <a:pt x="285750" y="0"/>
                </a:moveTo>
                <a:lnTo>
                  <a:pt x="571500" y="285750"/>
                </a:lnTo>
                <a:moveTo>
                  <a:pt x="571500" y="285750"/>
                </a:moveTo>
                <a:lnTo>
                  <a:pt x="285750" y="571500"/>
                </a:lnTo>
                <a:moveTo>
                  <a:pt x="571500" y="285750"/>
                </a:moveTo>
                <a:lnTo>
                  <a:pt x="0" y="285750"/>
                </a:lnTo>
              </a:path>
            </a:pathLst>
          </a:custGeom>
          <a:noFill/>
          <a:ln w="25400" cap="rnd">
            <a:solidFill>
              <a:schemeClr val="tx1"/>
            </a:solidFill>
            <a:prstDash val="solid"/>
            <a:round/>
          </a:ln>
        </p:spPr>
        <p:txBody>
          <a:bodyPr rtlCol="0" anchor="ctr"/>
          <a:lstStyle/>
          <a:p>
            <a:pPr>
              <a:lnSpc>
                <a:spcPts val="4200"/>
              </a:lnSpc>
              <a:spcAft>
                <a:spcPts val="1000"/>
              </a:spcAft>
            </a:pPr>
            <a:endParaRPr lang="ru-RU" dirty="0"/>
          </a:p>
        </p:txBody>
      </p:sp>
      <p:sp>
        <p:nvSpPr>
          <p:cNvPr id="15" name="Рисунок 149">
            <a:extLst>
              <a:ext uri="{FF2B5EF4-FFF2-40B4-BE49-F238E27FC236}">
                <a16:creationId xmlns:a16="http://schemas.microsoft.com/office/drawing/2014/main" id="{7A25B79A-52F9-E56C-6596-414E1A935975}"/>
              </a:ext>
            </a:extLst>
          </p:cNvPr>
          <p:cNvSpPr>
            <a:spLocks noChangeAspect="1"/>
          </p:cNvSpPr>
          <p:nvPr/>
        </p:nvSpPr>
        <p:spPr>
          <a:xfrm>
            <a:off x="13063741" y="11190056"/>
            <a:ext cx="432000" cy="432000"/>
          </a:xfrm>
          <a:custGeom>
            <a:avLst/>
            <a:gdLst>
              <a:gd name="connsiteX0" fmla="*/ 285750 w 571499"/>
              <a:gd name="connsiteY0" fmla="*/ 0 h 571500"/>
              <a:gd name="connsiteX1" fmla="*/ 571500 w 571499"/>
              <a:gd name="connsiteY1" fmla="*/ 285750 h 571500"/>
              <a:gd name="connsiteX2" fmla="*/ 571500 w 571499"/>
              <a:gd name="connsiteY2" fmla="*/ 285750 h 571500"/>
              <a:gd name="connsiteX3" fmla="*/ 285750 w 571499"/>
              <a:gd name="connsiteY3" fmla="*/ 571500 h 571500"/>
              <a:gd name="connsiteX4" fmla="*/ 571500 w 571499"/>
              <a:gd name="connsiteY4" fmla="*/ 285750 h 571500"/>
              <a:gd name="connsiteX5" fmla="*/ 0 w 571499"/>
              <a:gd name="connsiteY5" fmla="*/ 285750 h 5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1499" h="571500">
                <a:moveTo>
                  <a:pt x="285750" y="0"/>
                </a:moveTo>
                <a:lnTo>
                  <a:pt x="571500" y="285750"/>
                </a:lnTo>
                <a:moveTo>
                  <a:pt x="571500" y="285750"/>
                </a:moveTo>
                <a:lnTo>
                  <a:pt x="285750" y="571500"/>
                </a:lnTo>
                <a:moveTo>
                  <a:pt x="571500" y="285750"/>
                </a:moveTo>
                <a:lnTo>
                  <a:pt x="0" y="285750"/>
                </a:lnTo>
              </a:path>
            </a:pathLst>
          </a:custGeom>
          <a:noFill/>
          <a:ln w="25400" cap="rnd">
            <a:solidFill>
              <a:schemeClr val="tx1"/>
            </a:solidFill>
            <a:prstDash val="solid"/>
            <a:round/>
          </a:ln>
        </p:spPr>
        <p:txBody>
          <a:bodyPr rtlCol="0" anchor="ctr"/>
          <a:lstStyle/>
          <a:p>
            <a:pPr>
              <a:lnSpc>
                <a:spcPts val="4200"/>
              </a:lnSpc>
              <a:spcAft>
                <a:spcPts val="1000"/>
              </a:spcAft>
            </a:pP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5058200-0D2E-EECC-7576-121A65B8EF7B}"/>
                  </a:ext>
                </a:extLst>
              </p:cNvPr>
              <p:cNvSpPr txBox="1"/>
              <p:nvPr/>
            </p:nvSpPr>
            <p:spPr>
              <a:xfrm>
                <a:off x="14755829" y="5870243"/>
                <a:ext cx="5795689" cy="139794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unc>
                            <m:func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𝑠𝑖𝑚</m:t>
                                  </m:r>
                                  <m:d>
                                    <m:dPr>
                                      <m:ctrlPr>
                                        <a:rPr lang="en-US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sz="32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𝒛</m:t>
                                          </m:r>
                                        </m:e>
                                        <m:sub>
                                          <m: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sub>
                                        <m:sup>
                                          <m: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sup>
                                      </m:sSubSup>
                                      <m:r>
                                        <a:rPr lang="en-US" sz="32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sSubSup>
                                        <m:sSubSupPr>
                                          <m:ctrlPr>
                                            <a:rPr lang="en-US" sz="32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𝒛</m:t>
                                          </m:r>
                                        </m:e>
                                        <m:sub>
                                          <m: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sub>
                                        <m:sup>
                                          <m: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sup>
                                      </m:sSubSup>
                                    </m:e>
                                  </m:d>
                                </m:num>
                                <m:den>
                                  <m:nary>
                                    <m:naryPr>
                                      <m:chr m:val="∑"/>
                                      <m:ctrlPr>
                                        <a:rPr lang="en-US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𝑁</m:t>
                                      </m:r>
                                    </m:sup>
                                    <m:e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𝑠𝑖𝑚</m:t>
                                      </m:r>
                                      <m:d>
                                        <m:dPr>
                                          <m:ctrlPr>
                                            <a:rPr lang="en-US" sz="3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3200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3200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𝒛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3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𝐴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32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p>
                                          </m:sSubSup>
                                          <m:r>
                                            <a:rPr lang="en-US" sz="32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sz="3200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3200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𝒛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3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𝐵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32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p>
                                          </m:sSubSup>
                                        </m:e>
                                      </m:d>
                                    </m:e>
                                  </m:nary>
                                </m:den>
                              </m:f>
                            </m:e>
                          </m:func>
                        </m:e>
                      </m:nary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5058200-0D2E-EECC-7576-121A65B8EF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5829" y="5870243"/>
                <a:ext cx="5795689" cy="1397947"/>
              </a:xfrm>
              <a:prstGeom prst="rect">
                <a:avLst/>
              </a:prstGeom>
              <a:blipFill>
                <a:blip r:embed="rId5"/>
                <a:stretch>
                  <a:fillRect l="-1313" t="-112613" b="-17387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51733022-1570-3AD5-E087-2EDD0A506F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2871" y="5026054"/>
            <a:ext cx="9657673" cy="680143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8EFF9E4-8882-E8DB-9D2E-525B6011C836}"/>
              </a:ext>
            </a:extLst>
          </p:cNvPr>
          <p:cNvSpPr txBox="1"/>
          <p:nvPr/>
        </p:nvSpPr>
        <p:spPr>
          <a:xfrm>
            <a:off x="7226460" y="3600604"/>
            <a:ext cx="899285" cy="40011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/>
            <a:r>
              <a:rPr lang="ru-RU" sz="2600" dirty="0">
                <a:latin typeface="Graphik LC Regular" panose="020B0503030202060203" pitchFamily="34" charset="0"/>
              </a:rPr>
              <a:t>Текст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46E897-960B-51FD-E3DD-C7EBE1A6C07F}"/>
              </a:ext>
            </a:extLst>
          </p:cNvPr>
          <p:cNvSpPr txBox="1"/>
          <p:nvPr/>
        </p:nvSpPr>
        <p:spPr>
          <a:xfrm>
            <a:off x="5911997" y="4435347"/>
            <a:ext cx="2213748" cy="40011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/>
            <a:r>
              <a:rPr lang="ru-RU" sz="2600" dirty="0">
                <a:latin typeface="Graphik LC Regular" panose="020B0503030202060203" pitchFamily="34" charset="0"/>
              </a:rPr>
              <a:t>Изображение</a:t>
            </a:r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4D74A51C-D8AC-F6D2-A583-01A875032F34}"/>
              </a:ext>
            </a:extLst>
          </p:cNvPr>
          <p:cNvSpPr/>
          <p:nvPr/>
        </p:nvSpPr>
        <p:spPr>
          <a:xfrm>
            <a:off x="8273871" y="3578321"/>
            <a:ext cx="438873" cy="438873"/>
          </a:xfrm>
          <a:prstGeom prst="ellipse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ru-RU" sz="1200" dirty="0"/>
          </a:p>
        </p:txBody>
      </p: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5EAADCE9-51A7-AC93-BC09-E5F4FB50685D}"/>
              </a:ext>
            </a:extLst>
          </p:cNvPr>
          <p:cNvGrpSpPr/>
          <p:nvPr/>
        </p:nvGrpSpPr>
        <p:grpSpPr>
          <a:xfrm>
            <a:off x="10040587" y="3633958"/>
            <a:ext cx="1315175" cy="327600"/>
            <a:chOff x="2999656" y="2420888"/>
            <a:chExt cx="863052" cy="214980"/>
          </a:xfrm>
          <a:gradFill flip="none" rotWithShape="1">
            <a:gsLst>
              <a:gs pos="0">
                <a:schemeClr val="accent6">
                  <a:lumMod val="75000"/>
                  <a:tint val="66000"/>
                  <a:satMod val="160000"/>
                </a:schemeClr>
              </a:gs>
              <a:gs pos="50000">
                <a:schemeClr val="accent6">
                  <a:lumMod val="75000"/>
                  <a:tint val="44500"/>
                  <a:satMod val="160000"/>
                </a:schemeClr>
              </a:gs>
              <a:gs pos="100000">
                <a:schemeClr val="accent6">
                  <a:lumMod val="75000"/>
                  <a:tint val="23500"/>
                  <a:satMod val="160000"/>
                </a:schemeClr>
              </a:gs>
            </a:gsLst>
            <a:lin ang="16200000" scaled="1"/>
            <a:tileRect/>
          </a:gradFill>
        </p:grpSpPr>
        <p:sp>
          <p:nvSpPr>
            <p:cNvPr id="30" name="Скругленный прямоугольник 29">
              <a:extLst>
                <a:ext uri="{FF2B5EF4-FFF2-40B4-BE49-F238E27FC236}">
                  <a16:creationId xmlns:a16="http://schemas.microsoft.com/office/drawing/2014/main" id="{E45C90D9-90ED-F612-D0E9-FC227732F061}"/>
                </a:ext>
              </a:extLst>
            </p:cNvPr>
            <p:cNvSpPr/>
            <p:nvPr/>
          </p:nvSpPr>
          <p:spPr>
            <a:xfrm>
              <a:off x="2999656" y="2420888"/>
              <a:ext cx="214980" cy="21498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accent6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  <p:sp>
          <p:nvSpPr>
            <p:cNvPr id="31" name="Скругленный прямоугольник 30">
              <a:extLst>
                <a:ext uri="{FF2B5EF4-FFF2-40B4-BE49-F238E27FC236}">
                  <a16:creationId xmlns:a16="http://schemas.microsoft.com/office/drawing/2014/main" id="{CF4F5311-D9E0-83E3-1530-BB667B688880}"/>
                </a:ext>
              </a:extLst>
            </p:cNvPr>
            <p:cNvSpPr/>
            <p:nvPr/>
          </p:nvSpPr>
          <p:spPr>
            <a:xfrm>
              <a:off x="3215680" y="2420888"/>
              <a:ext cx="214980" cy="21498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accent6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  <p:sp>
          <p:nvSpPr>
            <p:cNvPr id="32" name="Скругленный прямоугольник 31">
              <a:extLst>
                <a:ext uri="{FF2B5EF4-FFF2-40B4-BE49-F238E27FC236}">
                  <a16:creationId xmlns:a16="http://schemas.microsoft.com/office/drawing/2014/main" id="{23CB7811-E1A0-2EC3-6E3D-5FB9F7F9F77C}"/>
                </a:ext>
              </a:extLst>
            </p:cNvPr>
            <p:cNvSpPr/>
            <p:nvPr/>
          </p:nvSpPr>
          <p:spPr>
            <a:xfrm>
              <a:off x="3431704" y="2420888"/>
              <a:ext cx="214980" cy="21498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accent6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  <p:sp>
          <p:nvSpPr>
            <p:cNvPr id="33" name="Скругленный прямоугольник 32">
              <a:extLst>
                <a:ext uri="{FF2B5EF4-FFF2-40B4-BE49-F238E27FC236}">
                  <a16:creationId xmlns:a16="http://schemas.microsoft.com/office/drawing/2014/main" id="{1F3742C1-D649-52F2-8537-5724DBA78A9F}"/>
                </a:ext>
              </a:extLst>
            </p:cNvPr>
            <p:cNvSpPr/>
            <p:nvPr/>
          </p:nvSpPr>
          <p:spPr>
            <a:xfrm>
              <a:off x="3647728" y="2420888"/>
              <a:ext cx="214980" cy="21498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accent6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</p:grp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0EADE160-F3D0-A8AD-2CB2-8B4E280FFC2C}"/>
              </a:ext>
            </a:extLst>
          </p:cNvPr>
          <p:cNvCxnSpPr/>
          <p:nvPr/>
        </p:nvCxnSpPr>
        <p:spPr>
          <a:xfrm>
            <a:off x="10200329" y="4056263"/>
            <a:ext cx="0" cy="340846"/>
          </a:xfrm>
          <a:prstGeom prst="straightConnector1">
            <a:avLst/>
          </a:prstGeom>
          <a:ln w="25400">
            <a:headEnd type="arrow" w="lg" len="med"/>
            <a:tailEnd type="arrow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C7FC7CE-425C-9BCE-CAAC-790BF16A4C5C}"/>
                  </a:ext>
                </a:extLst>
              </p:cNvPr>
              <p:cNvSpPr txBox="1"/>
              <p:nvPr/>
            </p:nvSpPr>
            <p:spPr>
              <a:xfrm>
                <a:off x="9804781" y="4022256"/>
                <a:ext cx="283091" cy="40011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</m:oMath>
                  </m:oMathPara>
                </a14:m>
                <a:endParaRPr lang="ru-RU" sz="26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C7FC7CE-425C-9BCE-CAAC-790BF16A4C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4781" y="4022256"/>
                <a:ext cx="283091" cy="400110"/>
              </a:xfrm>
              <a:prstGeom prst="rect">
                <a:avLst/>
              </a:prstGeom>
              <a:blipFill>
                <a:blip r:embed="rId7"/>
                <a:stretch>
                  <a:fillRect l="-25000" r="-20833" b="-62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8C103DB-1E1F-CA74-F594-6F6B40A9599B}"/>
                  </a:ext>
                </a:extLst>
              </p:cNvPr>
              <p:cNvSpPr txBox="1"/>
              <p:nvPr/>
            </p:nvSpPr>
            <p:spPr>
              <a:xfrm>
                <a:off x="10529250" y="3183173"/>
                <a:ext cx="337849" cy="40011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ru-RU" sz="26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8C103DB-1E1F-CA74-F594-6F6B40A959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9250" y="3183173"/>
                <a:ext cx="337849" cy="400110"/>
              </a:xfrm>
              <a:prstGeom prst="rect">
                <a:avLst/>
              </a:prstGeom>
              <a:blipFill>
                <a:blip r:embed="rId8"/>
                <a:stretch>
                  <a:fillRect l="-7143" r="-7143" b="-151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Прямая со стрелкой 44">
            <a:extLst>
              <a:ext uri="{FF2B5EF4-FFF2-40B4-BE49-F238E27FC236}">
                <a16:creationId xmlns:a16="http://schemas.microsoft.com/office/drawing/2014/main" id="{369A9A5A-3270-D9BB-18C7-A3B649023083}"/>
              </a:ext>
            </a:extLst>
          </p:cNvPr>
          <p:cNvCxnSpPr/>
          <p:nvPr/>
        </p:nvCxnSpPr>
        <p:spPr>
          <a:xfrm>
            <a:off x="8905831" y="3797758"/>
            <a:ext cx="930708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FA2E4913-7F89-3C24-76A1-27B3E15408DD}"/>
              </a:ext>
            </a:extLst>
          </p:cNvPr>
          <p:cNvGrpSpPr/>
          <p:nvPr/>
        </p:nvGrpSpPr>
        <p:grpSpPr>
          <a:xfrm>
            <a:off x="10038997" y="4491814"/>
            <a:ext cx="1315175" cy="327600"/>
            <a:chOff x="2999656" y="2420888"/>
            <a:chExt cx="863052" cy="214980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48" name="Скругленный прямоугольник 47">
              <a:extLst>
                <a:ext uri="{FF2B5EF4-FFF2-40B4-BE49-F238E27FC236}">
                  <a16:creationId xmlns:a16="http://schemas.microsoft.com/office/drawing/2014/main" id="{8D420EA7-F525-2566-9C53-7C3125F85EE6}"/>
                </a:ext>
              </a:extLst>
            </p:cNvPr>
            <p:cNvSpPr/>
            <p:nvPr/>
          </p:nvSpPr>
          <p:spPr>
            <a:xfrm>
              <a:off x="2999656" y="2420888"/>
              <a:ext cx="214980" cy="214980"/>
            </a:xfrm>
            <a:prstGeom prst="roundRect">
              <a:avLst/>
            </a:prstGeom>
            <a:grp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  <p:sp>
          <p:nvSpPr>
            <p:cNvPr id="49" name="Скругленный прямоугольник 48">
              <a:extLst>
                <a:ext uri="{FF2B5EF4-FFF2-40B4-BE49-F238E27FC236}">
                  <a16:creationId xmlns:a16="http://schemas.microsoft.com/office/drawing/2014/main" id="{CDA8B276-A53E-F0B5-8545-1973D6C8D317}"/>
                </a:ext>
              </a:extLst>
            </p:cNvPr>
            <p:cNvSpPr/>
            <p:nvPr/>
          </p:nvSpPr>
          <p:spPr>
            <a:xfrm>
              <a:off x="3215680" y="2420888"/>
              <a:ext cx="214980" cy="214980"/>
            </a:xfrm>
            <a:prstGeom prst="roundRect">
              <a:avLst/>
            </a:prstGeom>
            <a:grp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  <p:sp>
          <p:nvSpPr>
            <p:cNvPr id="50" name="Скругленный прямоугольник 49">
              <a:extLst>
                <a:ext uri="{FF2B5EF4-FFF2-40B4-BE49-F238E27FC236}">
                  <a16:creationId xmlns:a16="http://schemas.microsoft.com/office/drawing/2014/main" id="{A519AA71-F25F-B496-76CC-9F732B506952}"/>
                </a:ext>
              </a:extLst>
            </p:cNvPr>
            <p:cNvSpPr/>
            <p:nvPr/>
          </p:nvSpPr>
          <p:spPr>
            <a:xfrm>
              <a:off x="3431704" y="2420888"/>
              <a:ext cx="214980" cy="214980"/>
            </a:xfrm>
            <a:prstGeom prst="roundRect">
              <a:avLst/>
            </a:prstGeom>
            <a:grp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  <p:sp>
          <p:nvSpPr>
            <p:cNvPr id="51" name="Скругленный прямоугольник 50">
              <a:extLst>
                <a:ext uri="{FF2B5EF4-FFF2-40B4-BE49-F238E27FC236}">
                  <a16:creationId xmlns:a16="http://schemas.microsoft.com/office/drawing/2014/main" id="{EB8888F3-321D-C766-D232-3FE04965F408}"/>
                </a:ext>
              </a:extLst>
            </p:cNvPr>
            <p:cNvSpPr/>
            <p:nvPr/>
          </p:nvSpPr>
          <p:spPr>
            <a:xfrm>
              <a:off x="3647728" y="2420888"/>
              <a:ext cx="214980" cy="214980"/>
            </a:xfrm>
            <a:prstGeom prst="roundRect">
              <a:avLst/>
            </a:prstGeom>
            <a:grp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452A90E-A0DC-DC2C-42C4-0C10ED4F6C57}"/>
                  </a:ext>
                </a:extLst>
              </p:cNvPr>
              <p:cNvSpPr txBox="1"/>
              <p:nvPr/>
            </p:nvSpPr>
            <p:spPr>
              <a:xfrm>
                <a:off x="10503102" y="4041029"/>
                <a:ext cx="386964" cy="40011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ru-RU" sz="26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452A90E-A0DC-DC2C-42C4-0C10ED4F6C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3102" y="4041029"/>
                <a:ext cx="386964" cy="400110"/>
              </a:xfrm>
              <a:prstGeom prst="rect">
                <a:avLst/>
              </a:prstGeom>
              <a:blipFill>
                <a:blip r:embed="rId9"/>
                <a:stretch>
                  <a:fillRect l="-12903" r="-3226" b="-93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Прямая со стрелкой 52">
            <a:extLst>
              <a:ext uri="{FF2B5EF4-FFF2-40B4-BE49-F238E27FC236}">
                <a16:creationId xmlns:a16="http://schemas.microsoft.com/office/drawing/2014/main" id="{1C64165B-2926-24AC-BF0B-925E2122FE30}"/>
              </a:ext>
            </a:extLst>
          </p:cNvPr>
          <p:cNvCxnSpPr/>
          <p:nvPr/>
        </p:nvCxnSpPr>
        <p:spPr>
          <a:xfrm>
            <a:off x="8904241" y="4655614"/>
            <a:ext cx="930708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Ромб 20">
            <a:extLst>
              <a:ext uri="{FF2B5EF4-FFF2-40B4-BE49-F238E27FC236}">
                <a16:creationId xmlns:a16="http://schemas.microsoft.com/office/drawing/2014/main" id="{279F2AD5-0F2D-C4F0-CE77-48FD44940584}"/>
              </a:ext>
            </a:extLst>
          </p:cNvPr>
          <p:cNvSpPr/>
          <p:nvPr/>
        </p:nvSpPr>
        <p:spPr>
          <a:xfrm>
            <a:off x="8276839" y="4439145"/>
            <a:ext cx="432937" cy="432937"/>
          </a:xfrm>
          <a:prstGeom prst="diamond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ru-RU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FD77445-2094-4499-A635-6D0D259E42F1}"/>
                  </a:ext>
                </a:extLst>
              </p:cNvPr>
              <p:cNvSpPr txBox="1"/>
              <p:nvPr/>
            </p:nvSpPr>
            <p:spPr>
              <a:xfrm>
                <a:off x="9194194" y="4428558"/>
                <a:ext cx="350801" cy="400110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wrap="none" lIns="0" tIns="0" rIns="0" bIns="0" rtlCol="0" anchor="ctr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ru-RU" sz="26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FD77445-2094-4499-A635-6D0D259E42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4194" y="4428558"/>
                <a:ext cx="350801" cy="400110"/>
              </a:xfrm>
              <a:prstGeom prst="rect">
                <a:avLst/>
              </a:prstGeom>
              <a:blipFill>
                <a:blip r:embed="rId10"/>
                <a:stretch>
                  <a:fillRect l="-31034" r="-6897" b="-33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6F8178C-CB49-3508-FA2D-2D544A917AA8}"/>
                  </a:ext>
                </a:extLst>
              </p:cNvPr>
              <p:cNvSpPr txBox="1"/>
              <p:nvPr/>
            </p:nvSpPr>
            <p:spPr>
              <a:xfrm>
                <a:off x="9194194" y="3578894"/>
                <a:ext cx="314765" cy="400110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wrap="none" lIns="0" tIns="0" rIns="0" bIns="0" rtlCol="0" anchor="ctr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ru-RU" sz="26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6F8178C-CB49-3508-FA2D-2D544A917A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4194" y="3578894"/>
                <a:ext cx="314765" cy="400110"/>
              </a:xfrm>
              <a:prstGeom prst="rect">
                <a:avLst/>
              </a:prstGeom>
              <a:blipFill>
                <a:blip r:embed="rId11"/>
                <a:stretch>
                  <a:fillRect l="-34615" r="-19231" b="-303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6" name="B516"/>
          <p:cNvSpPr/>
          <p:nvPr/>
        </p:nvSpPr>
        <p:spPr>
          <a:xfrm>
            <a:off x="0" y="0"/>
            <a:ext cx="24387175" cy="6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6265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06A3128F-7CDB-203A-ED0C-12FE05CBA72F}"/>
              </a:ext>
            </a:extLst>
          </p:cNvPr>
          <p:cNvSpPr/>
          <p:nvPr/>
        </p:nvSpPr>
        <p:spPr>
          <a:xfrm>
            <a:off x="1162745" y="1015912"/>
            <a:ext cx="19574541" cy="109004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8500"/>
              </a:lnSpc>
              <a:spcBef>
                <a:spcPct val="0"/>
              </a:spcBef>
              <a:spcAft>
                <a:spcPts val="4000"/>
              </a:spcAft>
            </a:pPr>
            <a:r>
              <a:rPr lang="en" sz="7500" b="1" dirty="0">
                <a:latin typeface="Graphik LC Semibold" panose="020B0503030202060203" pitchFamily="34" charset="0"/>
                <a:ea typeface="Inter" panose="02000503000000020004" pitchFamily="2" charset="0"/>
                <a:sym typeface="Arial"/>
              </a:rPr>
              <a:t>Early Fusion — Modality Representation</a:t>
            </a:r>
          </a:p>
        </p:txBody>
      </p:sp>
      <p:sp>
        <p:nvSpPr>
          <p:cNvPr id="12" name="Номер слайда 2">
            <a:extLst>
              <a:ext uri="{FF2B5EF4-FFF2-40B4-BE49-F238E27FC236}">
                <a16:creationId xmlns:a16="http://schemas.microsoft.com/office/drawing/2014/main" id="{05CC56CA-2D58-6877-E933-985405BA64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23918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ru-RU" smtClean="0">
                <a:solidFill>
                  <a:srgbClr val="888888"/>
                </a:solidFill>
              </a:defRPr>
            </a:lvl1pPr>
          </a:lstStyle>
          <a:p>
            <a:fld id="{C8994169-2FD2-C948-898F-758DFA36E520}" type="slidenum">
              <a:rPr lang="ru-RU" smtClean="0"/>
              <a:pPr/>
              <a:t>11</a:t>
            </a:fld>
            <a:endParaRPr lang="ru-RU" dirty="0"/>
          </a:p>
        </p:txBody>
      </p:sp>
      <p:sp>
        <p:nvSpPr>
          <p:cNvPr id="36" name="Скругленный прямоугольник 35">
            <a:extLst>
              <a:ext uri="{FF2B5EF4-FFF2-40B4-BE49-F238E27FC236}">
                <a16:creationId xmlns:a16="http://schemas.microsoft.com/office/drawing/2014/main" id="{9151D130-4922-1688-60FE-28C3A7852BFC}"/>
              </a:ext>
            </a:extLst>
          </p:cNvPr>
          <p:cNvSpPr>
            <a:spLocks/>
          </p:cNvSpPr>
          <p:nvPr/>
        </p:nvSpPr>
        <p:spPr>
          <a:xfrm>
            <a:off x="1212849" y="2897188"/>
            <a:ext cx="10853738" cy="4500000"/>
          </a:xfrm>
          <a:prstGeom prst="roundRect">
            <a:avLst>
              <a:gd name="adj" fmla="val 3270"/>
            </a:avLst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02EE6DF-47E2-0244-D808-FDD56968E695}"/>
              </a:ext>
            </a:extLst>
          </p:cNvPr>
          <p:cNvSpPr txBox="1"/>
          <p:nvPr/>
        </p:nvSpPr>
        <p:spPr>
          <a:xfrm>
            <a:off x="1931987" y="3454826"/>
            <a:ext cx="9528493" cy="330654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spcBef>
                <a:spcPct val="0"/>
              </a:spcBef>
              <a:defRPr sz="3400">
                <a:solidFill>
                  <a:schemeClr val="bg1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pPr defTabSz="1485991">
              <a:lnSpc>
                <a:spcPts val="4200"/>
              </a:lnSpc>
              <a:spcBef>
                <a:spcPts val="0"/>
              </a:spcBef>
              <a:spcAft>
                <a:spcPts val="1000"/>
              </a:spcAft>
              <a:defRPr/>
            </a:pPr>
            <a:r>
              <a:rPr lang="ru-RU" sz="3200" dirty="0">
                <a:solidFill>
                  <a:schemeClr val="tx1"/>
                </a:solidFill>
              </a:rPr>
              <a:t>Проблемы использования </a:t>
            </a:r>
            <a:r>
              <a:rPr lang="ru-RU" sz="3200" dirty="0" err="1">
                <a:solidFill>
                  <a:schemeClr val="tx1"/>
                </a:solidFill>
              </a:rPr>
              <a:t>предобученных</a:t>
            </a:r>
            <a:r>
              <a:rPr lang="en-US" sz="3200" dirty="0">
                <a:solidFill>
                  <a:schemeClr val="tx1"/>
                </a:solidFill>
              </a:rPr>
              <a:t> </a:t>
            </a:r>
            <a:r>
              <a:rPr lang="ru-RU" sz="3200" dirty="0" err="1">
                <a:solidFill>
                  <a:schemeClr val="tx1"/>
                </a:solidFill>
              </a:rPr>
              <a:t>энкодеров</a:t>
            </a:r>
            <a:endParaRPr lang="ru-RU" sz="3200" dirty="0">
              <a:solidFill>
                <a:schemeClr val="tx1"/>
              </a:solidFill>
            </a:endParaRPr>
          </a:p>
          <a:p>
            <a:pPr defTabSz="1485991">
              <a:lnSpc>
                <a:spcPts val="4200"/>
              </a:lnSpc>
              <a:spcBef>
                <a:spcPts val="0"/>
              </a:spcBef>
              <a:spcAft>
                <a:spcPts val="1000"/>
              </a:spcAft>
              <a:defRPr/>
            </a:pPr>
            <a:r>
              <a:rPr lang="ru-RU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Фиксированное разрешение </a:t>
            </a:r>
            <a:r>
              <a:rPr lang="ru-RU" sz="3200" dirty="0" err="1">
                <a:solidFill>
                  <a:schemeClr val="tx1"/>
                </a:solidFill>
                <a:latin typeface="Graphik LC Regular" panose="020B0503030202060203" pitchFamily="34" charset="0"/>
              </a:rPr>
              <a:t>энкодера</a:t>
            </a:r>
            <a:r>
              <a:rPr lang="ru-RU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 (224</a:t>
            </a:r>
            <a:r>
              <a:rPr lang="en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 × 224, 336 × 336, 448 × 448) </a:t>
            </a:r>
            <a:r>
              <a:rPr lang="ru-RU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не позволяет работать с гранулярными признаками на</a:t>
            </a:r>
            <a:r>
              <a:rPr lang="en-US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 </a:t>
            </a:r>
            <a:r>
              <a:rPr lang="ru-RU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изображении.</a:t>
            </a: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56A2066B-E4B2-C9AE-F242-C4DEF495ACD8}"/>
              </a:ext>
            </a:extLst>
          </p:cNvPr>
          <p:cNvSpPr>
            <a:spLocks/>
          </p:cNvSpPr>
          <p:nvPr/>
        </p:nvSpPr>
        <p:spPr>
          <a:xfrm>
            <a:off x="12320589" y="2897189"/>
            <a:ext cx="10853738" cy="4500000"/>
          </a:xfrm>
          <a:prstGeom prst="roundRect">
            <a:avLst>
              <a:gd name="adj" fmla="val 3270"/>
            </a:avLst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DF8702-C848-24DB-AC61-394FCA05A704}"/>
              </a:ext>
            </a:extLst>
          </p:cNvPr>
          <p:cNvSpPr txBox="1"/>
          <p:nvPr/>
        </p:nvSpPr>
        <p:spPr>
          <a:xfrm>
            <a:off x="13039727" y="3454826"/>
            <a:ext cx="9528493" cy="236584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spcBef>
                <a:spcPct val="0"/>
              </a:spcBef>
              <a:defRPr sz="3400">
                <a:solidFill>
                  <a:schemeClr val="bg1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pPr defTabSz="1485991">
              <a:lnSpc>
                <a:spcPts val="4200"/>
              </a:lnSpc>
              <a:spcBef>
                <a:spcPts val="0"/>
              </a:spcBef>
              <a:spcAft>
                <a:spcPts val="1000"/>
              </a:spcAft>
              <a:defRPr/>
            </a:pPr>
            <a:r>
              <a:rPr lang="en" sz="3200" dirty="0" err="1">
                <a:solidFill>
                  <a:schemeClr val="tx1"/>
                </a:solidFill>
              </a:rPr>
              <a:t>LLaVA</a:t>
            </a:r>
            <a:r>
              <a:rPr lang="en" sz="3200" dirty="0">
                <a:solidFill>
                  <a:schemeClr val="tx1"/>
                </a:solidFill>
              </a:rPr>
              <a:t>-NeXT</a:t>
            </a:r>
          </a:p>
          <a:p>
            <a:pPr marL="457200" indent="-457200" defTabSz="1485991">
              <a:lnSpc>
                <a:spcPts val="42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ru-RU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Адаптивная нарезка изображения по сетке.</a:t>
            </a:r>
          </a:p>
          <a:p>
            <a:pPr marL="457200" indent="-457200" defTabSz="1485991">
              <a:lnSpc>
                <a:spcPts val="42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ru-RU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Работа с разрешением: 672</a:t>
            </a:r>
            <a:r>
              <a:rPr lang="en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 × 672, 336 × 1344, 1344 × 336</a:t>
            </a:r>
            <a:r>
              <a:rPr lang="ru-RU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.</a:t>
            </a:r>
            <a:endParaRPr lang="en" sz="3200" dirty="0">
              <a:solidFill>
                <a:schemeClr val="tx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50E46595-F730-4F63-FFD0-4A6566B0BBB8}"/>
              </a:ext>
            </a:extLst>
          </p:cNvPr>
          <p:cNvSpPr>
            <a:spLocks/>
          </p:cNvSpPr>
          <p:nvPr/>
        </p:nvSpPr>
        <p:spPr>
          <a:xfrm>
            <a:off x="1212848" y="7629407"/>
            <a:ext cx="21955118" cy="4881681"/>
          </a:xfrm>
          <a:prstGeom prst="roundRect">
            <a:avLst>
              <a:gd name="adj" fmla="val 3270"/>
            </a:avLst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19F73F9C-B06E-6B10-FFD8-FC41791064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4572" y="8346567"/>
            <a:ext cx="12991669" cy="3455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61906522-B533-CB7D-4621-2914F300DA75}"/>
              </a:ext>
            </a:extLst>
          </p:cNvPr>
          <p:cNvSpPr txBox="1">
            <a:spLocks/>
          </p:cNvSpPr>
          <p:nvPr/>
        </p:nvSpPr>
        <p:spPr>
          <a:xfrm>
            <a:off x="1212849" y="12649984"/>
            <a:ext cx="14469973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ru-RU" sz="1800" b="0" i="0" kern="1200" smtClean="0">
                <a:solidFill>
                  <a:srgbClr val="888888"/>
                </a:solidFill>
                <a:latin typeface="Graphik LC Regular" panose="020B050303020206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/>
              <a:t>Источник: </a:t>
            </a:r>
            <a:r>
              <a:rPr lang="en" dirty="0"/>
              <a:t>LLaVA-NeXT: Improved reasoning, OCR, and world knowledge</a:t>
            </a:r>
            <a:r>
              <a:rPr lang="ru-RU" dirty="0"/>
              <a:t>.</a:t>
            </a:r>
            <a:endParaRPr lang="en" dirty="0"/>
          </a:p>
        </p:txBody>
      </p:sp>
      <p:sp>
        <p:nvSpPr>
          <p:cNvPr id="517" name="B517"/>
          <p:cNvSpPr/>
          <p:nvPr/>
        </p:nvSpPr>
        <p:spPr>
          <a:xfrm>
            <a:off x="0" y="0"/>
            <a:ext cx="24387175" cy="6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19258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06A3128F-7CDB-203A-ED0C-12FE05CBA72F}"/>
              </a:ext>
            </a:extLst>
          </p:cNvPr>
          <p:cNvSpPr/>
          <p:nvPr/>
        </p:nvSpPr>
        <p:spPr>
          <a:xfrm>
            <a:off x="1162745" y="1015912"/>
            <a:ext cx="19574541" cy="109004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8500"/>
              </a:lnSpc>
              <a:spcBef>
                <a:spcPct val="0"/>
              </a:spcBef>
              <a:spcAft>
                <a:spcPts val="4000"/>
              </a:spcAft>
            </a:pPr>
            <a:r>
              <a:rPr lang="en" sz="7500" b="1" dirty="0">
                <a:latin typeface="Graphik LC Semibold" panose="020B0503030202060203" pitchFamily="34" charset="0"/>
                <a:ea typeface="Inter" panose="02000503000000020004" pitchFamily="2" charset="0"/>
                <a:sym typeface="Arial"/>
              </a:rPr>
              <a:t>Early Fusion — Modality Representation</a:t>
            </a:r>
          </a:p>
        </p:txBody>
      </p:sp>
      <p:sp>
        <p:nvSpPr>
          <p:cNvPr id="12" name="Номер слайда 2">
            <a:extLst>
              <a:ext uri="{FF2B5EF4-FFF2-40B4-BE49-F238E27FC236}">
                <a16:creationId xmlns:a16="http://schemas.microsoft.com/office/drawing/2014/main" id="{05CC56CA-2D58-6877-E933-985405BA64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23918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ru-RU" smtClean="0">
                <a:solidFill>
                  <a:srgbClr val="888888"/>
                </a:solidFill>
              </a:defRPr>
            </a:lvl1pPr>
          </a:lstStyle>
          <a:p>
            <a:fld id="{C8994169-2FD2-C948-898F-758DFA36E520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86" name="Прямоугольник 85">
            <a:extLst>
              <a:ext uri="{FF2B5EF4-FFF2-40B4-BE49-F238E27FC236}">
                <a16:creationId xmlns:a16="http://schemas.microsoft.com/office/drawing/2014/main" id="{F647CA1C-A558-1461-8934-283421EC23FF}"/>
              </a:ext>
            </a:extLst>
          </p:cNvPr>
          <p:cNvSpPr/>
          <p:nvPr/>
        </p:nvSpPr>
        <p:spPr>
          <a:xfrm>
            <a:off x="20033519" y="-843323"/>
            <a:ext cx="232219" cy="232219"/>
          </a:xfrm>
          <a:prstGeom prst="rect">
            <a:avLst/>
          </a:prstGeom>
          <a:solidFill>
            <a:schemeClr val="accent3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81A51F7-EC93-5C38-E717-5D4F1E0810EB}"/>
              </a:ext>
            </a:extLst>
          </p:cNvPr>
          <p:cNvSpPr>
            <a:spLocks/>
          </p:cNvSpPr>
          <p:nvPr/>
        </p:nvSpPr>
        <p:spPr>
          <a:xfrm>
            <a:off x="1212849" y="2897188"/>
            <a:ext cx="10853738" cy="1726249"/>
          </a:xfrm>
          <a:prstGeom prst="roundRect">
            <a:avLst>
              <a:gd name="adj" fmla="val 8429"/>
            </a:avLst>
          </a:prstGeom>
          <a:solidFill>
            <a:schemeClr val="accent6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4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183311-C151-6F95-5FCC-46DA59D09D7C}"/>
              </a:ext>
            </a:extLst>
          </p:cNvPr>
          <p:cNvSpPr txBox="1"/>
          <p:nvPr/>
        </p:nvSpPr>
        <p:spPr>
          <a:xfrm>
            <a:off x="1956001" y="3408576"/>
            <a:ext cx="9145759" cy="553998"/>
          </a:xfrm>
          <a:prstGeom prst="rect">
            <a:avLst/>
          </a:prstGeom>
          <a:noFill/>
        </p:spPr>
        <p:txBody>
          <a:bodyPr wrap="square" lIns="0" tIns="0" rIns="0" bIns="0" numCol="1" rtlCol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R="0" lvl="0" indent="0" defTabSz="1485991" fontAlgn="auto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kumimoji="0" sz="3200" b="0" i="0" u="none" strike="noStrike" cap="none" spc="0" normalizeH="0" baseline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defTabSz="1485991">
              <a:spcAft>
                <a:spcPts val="1200"/>
              </a:spcAft>
            </a:pPr>
            <a:r>
              <a:rPr lang="ru-RU" sz="3600" dirty="0">
                <a:solidFill>
                  <a:schemeClr val="tx2"/>
                </a:solidFill>
                <a:latin typeface="Graphik LC Medium" panose="020B0503030202060203" pitchFamily="34" charset="0"/>
              </a:rPr>
              <a:t>Адаптивная нарезка изображения</a:t>
            </a: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C50B586A-F390-4FEA-7A39-2917114FE4C6}"/>
              </a:ext>
            </a:extLst>
          </p:cNvPr>
          <p:cNvSpPr>
            <a:spLocks/>
          </p:cNvSpPr>
          <p:nvPr/>
        </p:nvSpPr>
        <p:spPr>
          <a:xfrm>
            <a:off x="12320588" y="2897188"/>
            <a:ext cx="10853738" cy="9613900"/>
          </a:xfrm>
          <a:prstGeom prst="roundRect">
            <a:avLst>
              <a:gd name="adj" fmla="val 1514"/>
            </a:avLst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782C5AC-2E02-41BD-5E1F-F1743B2E1D0A}"/>
                  </a:ext>
                </a:extLst>
              </p:cNvPr>
              <p:cNvSpPr txBox="1"/>
              <p:nvPr/>
            </p:nvSpPr>
            <p:spPr>
              <a:xfrm>
                <a:off x="13022263" y="3439650"/>
                <a:ext cx="8966200" cy="6512552"/>
              </a:xfrm>
              <a:prstGeom prst="rect">
                <a:avLst/>
              </a:prstGeom>
            </p:spPr>
            <p:txBody>
              <a:bodyPr vert="horz" wrap="square" lIns="0" tIns="0" rIns="0" bIns="0" rtlCol="0" anchor="t" anchorCtr="0">
                <a:spAutoFit/>
              </a:bodyPr>
              <a:lstStyle>
                <a:lvl1pPr defTabSz="1488104">
                  <a:spcBef>
                    <a:spcPct val="0"/>
                  </a:spcBef>
                  <a:defRPr sz="3400">
                    <a:solidFill>
                      <a:schemeClr val="bg1"/>
                    </a:solidFill>
                    <a:latin typeface="Graphik LC Medium" panose="020B0503030202060203" pitchFamily="34" charset="0"/>
                    <a:ea typeface="+mj-ea"/>
                    <a:cs typeface="+mj-cs"/>
                  </a:defRPr>
                </a:lvl1pPr>
              </a:lstStyle>
              <a:p>
                <a:pPr defTabSz="1485991">
                  <a:lnSpc>
                    <a:spcPts val="4200"/>
                  </a:lnSpc>
                  <a:spcBef>
                    <a:spcPts val="0"/>
                  </a:spcBef>
                  <a:spcAft>
                    <a:spcPts val="2000"/>
                  </a:spcAft>
                  <a:defRPr/>
                </a:pPr>
                <a:r>
                  <a:rPr lang="ru-RU" sz="3200" dirty="0">
                    <a:solidFill>
                      <a:schemeClr val="tx1"/>
                    </a:solidFill>
                    <a:latin typeface="Graphik LC Regular" panose="020B0503030202060203" pitchFamily="34" charset="0"/>
                  </a:rPr>
                  <a:t>Работа последовательностью векторных представлений модальностей ведётся моделью на базе архитектуры «Трансформер».</a:t>
                </a:r>
              </a:p>
              <a:p>
                <a:pPr defTabSz="1485991">
                  <a:lnSpc>
                    <a:spcPts val="4200"/>
                  </a:lnSpc>
                  <a:spcBef>
                    <a:spcPts val="0"/>
                  </a:spcBef>
                  <a:spcAft>
                    <a:spcPts val="1000"/>
                  </a:spcAft>
                  <a:defRPr/>
                </a:pPr>
                <a:r>
                  <a:rPr lang="ru-RU" sz="3200" dirty="0">
                    <a:solidFill>
                      <a:schemeClr val="tx1"/>
                    </a:solidFill>
                    <a:latin typeface="Graphik LC Regular" panose="020B0503030202060203" pitchFamily="34" charset="0"/>
                  </a:rPr>
                  <a:t>Сложность операции вычисления </a:t>
                </a:r>
                <a:r>
                  <a:rPr lang="en" sz="3200" dirty="0">
                    <a:solidFill>
                      <a:schemeClr val="tx1"/>
                    </a:solidFill>
                    <a:latin typeface="Graphik LC Regular" panose="020B0503030202060203" pitchFamily="34" charset="0"/>
                  </a:rPr>
                  <a:t>Attention </a:t>
                </a:r>
                <a14:m>
                  <m:oMath xmlns:m="http://schemas.openxmlformats.org/officeDocument/2006/math">
                    <m:r>
                      <a:rPr lang="ru-RU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" sz="3200" dirty="0">
                    <a:solidFill>
                      <a:schemeClr val="tx1"/>
                    </a:solidFill>
                    <a:latin typeface="Graphik LC Regular" panose="020B0503030202060203" pitchFamily="34" charset="0"/>
                  </a:rPr>
                  <a:t>, </a:t>
                </a:r>
                <a:r>
                  <a:rPr lang="ru-RU" sz="3200" dirty="0">
                    <a:solidFill>
                      <a:schemeClr val="tx1"/>
                    </a:solidFill>
                    <a:latin typeface="Graphik LC Regular" panose="020B0503030202060203" pitchFamily="34" charset="0"/>
                  </a:rPr>
                  <a:t>где 𝑁 </a:t>
                </a:r>
                <a:r>
                  <a:rPr lang="en-US" sz="3200" dirty="0">
                    <a:solidFill>
                      <a:schemeClr val="tx1"/>
                    </a:solidFill>
                    <a:latin typeface="Graphik LC Regular" panose="020B0503030202060203" pitchFamily="34" charset="0"/>
                  </a:rPr>
                  <a:t>—</a:t>
                </a:r>
                <a:r>
                  <a:rPr lang="ru-RU" sz="3200" dirty="0">
                    <a:solidFill>
                      <a:schemeClr val="tx1"/>
                    </a:solidFill>
                    <a:latin typeface="Graphik LC Regular" panose="020B0503030202060203" pitchFamily="34" charset="0"/>
                  </a:rPr>
                  <a:t> длина последовательности.</a:t>
                </a:r>
                <a:endParaRPr lang="en-US" sz="3200" dirty="0">
                  <a:solidFill>
                    <a:schemeClr val="tx1"/>
                  </a:solidFill>
                  <a:latin typeface="Graphik LC Regular" panose="020B0503030202060203" pitchFamily="34" charset="0"/>
                </a:endParaRPr>
              </a:p>
              <a:p>
                <a:pPr marL="457200" indent="-457200" defTabSz="1485991">
                  <a:lnSpc>
                    <a:spcPts val="4200"/>
                  </a:lnSpc>
                  <a:spcBef>
                    <a:spcPts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defRPr/>
                </a:pPr>
                <a:r>
                  <a:rPr lang="en" sz="3200" dirty="0">
                    <a:solidFill>
                      <a:schemeClr val="tx1"/>
                    </a:solidFill>
                    <a:latin typeface="Graphik LC Regular" panose="020B0503030202060203" pitchFamily="34" charset="0"/>
                  </a:rPr>
                  <a:t>ViT CLIP-L (336 × 336) — 576 </a:t>
                </a:r>
                <a:r>
                  <a:rPr lang="ru-RU" sz="3200" dirty="0">
                    <a:solidFill>
                      <a:schemeClr val="tx1"/>
                    </a:solidFill>
                    <a:latin typeface="Graphik LC Regular" panose="020B0503030202060203" pitchFamily="34" charset="0"/>
                  </a:rPr>
                  <a:t>токенов изображений.</a:t>
                </a:r>
              </a:p>
              <a:p>
                <a:pPr marL="457200" indent="-457200" defTabSz="1485991">
                  <a:lnSpc>
                    <a:spcPts val="4200"/>
                  </a:lnSpc>
                  <a:spcBef>
                    <a:spcPts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defRPr/>
                </a:pPr>
                <a:r>
                  <a:rPr lang="ru-RU" sz="3200" dirty="0">
                    <a:solidFill>
                      <a:schemeClr val="tx1"/>
                    </a:solidFill>
                    <a:latin typeface="Graphik LC Regular" panose="020B0503030202060203" pitchFamily="34" charset="0"/>
                  </a:rPr>
                  <a:t>Изображение: 672</a:t>
                </a:r>
                <a:r>
                  <a:rPr lang="en" sz="3200" dirty="0">
                    <a:solidFill>
                      <a:schemeClr val="tx1"/>
                    </a:solidFill>
                    <a:latin typeface="Graphik LC Regular" panose="020B0503030202060203" pitchFamily="34" charset="0"/>
                  </a:rPr>
                  <a:t> × 672 </a:t>
                </a:r>
                <a:r>
                  <a:rPr lang="en" sz="3200" dirty="0">
                    <a:solidFill>
                      <a:schemeClr val="tx1"/>
                    </a:solidFill>
                    <a:latin typeface="+mn-lt"/>
                  </a:rPr>
                  <a:t>→</a:t>
                </a:r>
                <a:r>
                  <a:rPr lang="en" sz="3200" dirty="0">
                    <a:solidFill>
                      <a:schemeClr val="tx1"/>
                    </a:solidFill>
                    <a:latin typeface="Graphik LC Regular" panose="020B0503030202060203" pitchFamily="34" charset="0"/>
                  </a:rPr>
                  <a:t> 4 </a:t>
                </a:r>
                <a:r>
                  <a:rPr lang="ru-RU" sz="3200" dirty="0">
                    <a:solidFill>
                      <a:schemeClr val="tx1"/>
                    </a:solidFill>
                    <a:latin typeface="Graphik LC Regular" panose="020B0503030202060203" pitchFamily="34" charset="0"/>
                  </a:rPr>
                  <a:t>сплита + 1.</a:t>
                </a:r>
              </a:p>
              <a:p>
                <a:pPr marL="457200" indent="-457200" defTabSz="1485991">
                  <a:lnSpc>
                    <a:spcPts val="4200"/>
                  </a:lnSpc>
                  <a:spcBef>
                    <a:spcPts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defRPr/>
                </a:pPr>
                <a:r>
                  <a:rPr lang="ru-RU" sz="3200" dirty="0">
                    <a:solidFill>
                      <a:schemeClr val="tx1"/>
                    </a:solidFill>
                    <a:latin typeface="Graphik LC Regular" panose="020B0503030202060203" pitchFamily="34" charset="0"/>
                  </a:rPr>
                  <a:t>576</a:t>
                </a:r>
                <a:r>
                  <a:rPr lang="en" sz="3200" dirty="0">
                    <a:solidFill>
                      <a:schemeClr val="tx1"/>
                    </a:solidFill>
                    <a:latin typeface="Graphik LC Regular" panose="020B0503030202060203" pitchFamily="34" charset="0"/>
                  </a:rPr>
                  <a:t> × 5</a:t>
                </a:r>
                <a:r>
                  <a:rPr lang="ru-RU" sz="3200" dirty="0">
                    <a:solidFill>
                      <a:schemeClr val="tx1"/>
                    </a:solidFill>
                    <a:latin typeface="Graphik LC Regular" panose="020B0503030202060203" pitchFamily="34" charset="0"/>
                  </a:rPr>
                  <a:t> </a:t>
                </a:r>
                <a:r>
                  <a:rPr lang="en" sz="3200" dirty="0">
                    <a:solidFill>
                      <a:schemeClr val="tx1"/>
                    </a:solidFill>
                    <a:latin typeface="Graphik LC Regular" panose="020B0503030202060203" pitchFamily="34" charset="0"/>
                  </a:rPr>
                  <a:t>=</a:t>
                </a:r>
                <a:r>
                  <a:rPr lang="ru-RU" sz="3200" dirty="0">
                    <a:solidFill>
                      <a:schemeClr val="tx1"/>
                    </a:solidFill>
                    <a:latin typeface="Graphik LC Regular" panose="020B0503030202060203" pitchFamily="34" charset="0"/>
                  </a:rPr>
                  <a:t> </a:t>
                </a:r>
                <a:r>
                  <a:rPr lang="en" sz="3200" dirty="0">
                    <a:solidFill>
                      <a:schemeClr val="tx1"/>
                    </a:solidFill>
                    <a:latin typeface="Graphik LC Regular" panose="020B0503030202060203" pitchFamily="34" charset="0"/>
                  </a:rPr>
                  <a:t>2880 </a:t>
                </a:r>
                <a:r>
                  <a:rPr lang="ru-RU" sz="3200" dirty="0">
                    <a:solidFill>
                      <a:schemeClr val="tx1"/>
                    </a:solidFill>
                    <a:latin typeface="Graphik LC Regular" panose="020B0503030202060203" pitchFamily="34" charset="0"/>
                  </a:rPr>
                  <a:t>токенов (на</a:t>
                </a:r>
                <a:r>
                  <a:rPr lang="en-US" sz="3200" dirty="0">
                    <a:solidFill>
                      <a:schemeClr val="tx1"/>
                    </a:solidFill>
                    <a:latin typeface="Graphik LC Regular" panose="020B0503030202060203" pitchFamily="34" charset="0"/>
                  </a:rPr>
                  <a:t> </a:t>
                </a:r>
                <a:r>
                  <a:rPr lang="ru-RU" sz="3200" dirty="0">
                    <a:solidFill>
                      <a:schemeClr val="tx1"/>
                    </a:solidFill>
                    <a:latin typeface="Graphik LC Regular" panose="020B0503030202060203" pitchFamily="34" charset="0"/>
                  </a:rPr>
                  <a:t>визуальный</a:t>
                </a:r>
                <a:r>
                  <a:rPr lang="en-US" sz="3200" dirty="0">
                    <a:solidFill>
                      <a:schemeClr val="tx1"/>
                    </a:solidFill>
                    <a:latin typeface="Graphik LC Regular" panose="020B0503030202060203" pitchFamily="34" charset="0"/>
                  </a:rPr>
                  <a:t> </a:t>
                </a:r>
                <a:r>
                  <a:rPr lang="ru-RU" sz="3200" dirty="0">
                    <a:solidFill>
                      <a:schemeClr val="tx1"/>
                    </a:solidFill>
                    <a:latin typeface="Graphik LC Regular" panose="020B0503030202060203" pitchFamily="34" charset="0"/>
                  </a:rPr>
                  <a:t>контекст).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782C5AC-2E02-41BD-5E1F-F1743B2E1D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22263" y="3439650"/>
                <a:ext cx="8966200" cy="6512552"/>
              </a:xfrm>
              <a:prstGeom prst="rect">
                <a:avLst/>
              </a:prstGeom>
              <a:blipFill>
                <a:blip r:embed="rId3"/>
                <a:stretch>
                  <a:fillRect l="-2719" t="-1964" b="-280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BC13BCD6-3F14-1193-26D5-9118B8B62791}"/>
              </a:ext>
            </a:extLst>
          </p:cNvPr>
          <p:cNvSpPr>
            <a:spLocks/>
          </p:cNvSpPr>
          <p:nvPr/>
        </p:nvSpPr>
        <p:spPr>
          <a:xfrm>
            <a:off x="1212849" y="4892676"/>
            <a:ext cx="10853738" cy="3683206"/>
          </a:xfrm>
          <a:prstGeom prst="roundRect">
            <a:avLst>
              <a:gd name="adj" fmla="val 3951"/>
            </a:avLst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Скругленный прямоугольник 27">
            <a:extLst>
              <a:ext uri="{FF2B5EF4-FFF2-40B4-BE49-F238E27FC236}">
                <a16:creationId xmlns:a16="http://schemas.microsoft.com/office/drawing/2014/main" id="{84A4D344-858C-B310-C9E3-CF4F9CB07DAA}"/>
              </a:ext>
            </a:extLst>
          </p:cNvPr>
          <p:cNvSpPr>
            <a:spLocks/>
          </p:cNvSpPr>
          <p:nvPr/>
        </p:nvSpPr>
        <p:spPr>
          <a:xfrm>
            <a:off x="1212849" y="8827883"/>
            <a:ext cx="10853738" cy="3683206"/>
          </a:xfrm>
          <a:prstGeom prst="roundRect">
            <a:avLst>
              <a:gd name="adj" fmla="val 3951"/>
            </a:avLst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5" name="Рисунок 214">
            <a:extLst>
              <a:ext uri="{FF2B5EF4-FFF2-40B4-BE49-F238E27FC236}">
                <a16:creationId xmlns:a16="http://schemas.microsoft.com/office/drawing/2014/main" id="{6D04C32F-07BC-9CEA-E1CF-EA12FA0C47CD}"/>
              </a:ext>
            </a:extLst>
          </p:cNvPr>
          <p:cNvGrpSpPr>
            <a:grpSpLocks noChangeAspect="1"/>
          </p:cNvGrpSpPr>
          <p:nvPr/>
        </p:nvGrpSpPr>
        <p:grpSpPr>
          <a:xfrm>
            <a:off x="1931988" y="6230491"/>
            <a:ext cx="900000" cy="900000"/>
            <a:chOff x="15276053" y="1235798"/>
            <a:chExt cx="825000" cy="825000"/>
          </a:xfrm>
          <a:noFill/>
        </p:grpSpPr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B0276DB1-323D-EDBA-2C91-72F5FB12C299}"/>
                </a:ext>
              </a:extLst>
            </p:cNvPr>
            <p:cNvSpPr/>
            <p:nvPr/>
          </p:nvSpPr>
          <p:spPr>
            <a:xfrm>
              <a:off x="15501053" y="1648298"/>
              <a:ext cx="375000" cy="37500"/>
            </a:xfrm>
            <a:custGeom>
              <a:avLst/>
              <a:gdLst>
                <a:gd name="csX0" fmla="*/ 0 w 375000"/>
                <a:gd name="csY0" fmla="*/ 0 h 37500"/>
                <a:gd name="csX1" fmla="*/ 375000 w 375000"/>
                <a:gd name="csY1" fmla="*/ 0 h 375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75000" h="37500">
                  <a:moveTo>
                    <a:pt x="0" y="0"/>
                  </a:moveTo>
                  <a:lnTo>
                    <a:pt x="375000" y="0"/>
                  </a:lnTo>
                </a:path>
              </a:pathLst>
            </a:custGeom>
            <a:noFill/>
            <a:ln w="25400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40" name="Полилиния 39">
              <a:extLst>
                <a:ext uri="{FF2B5EF4-FFF2-40B4-BE49-F238E27FC236}">
                  <a16:creationId xmlns:a16="http://schemas.microsoft.com/office/drawing/2014/main" id="{5F17B615-785C-CDEA-2243-B6EA7C273664}"/>
                </a:ext>
              </a:extLst>
            </p:cNvPr>
            <p:cNvSpPr/>
            <p:nvPr/>
          </p:nvSpPr>
          <p:spPr>
            <a:xfrm>
              <a:off x="15688553" y="1460798"/>
              <a:ext cx="37500" cy="375000"/>
            </a:xfrm>
            <a:custGeom>
              <a:avLst/>
              <a:gdLst>
                <a:gd name="csX0" fmla="*/ 0 w 37500"/>
                <a:gd name="csY0" fmla="*/ 0 h 375000"/>
                <a:gd name="csX1" fmla="*/ 0 w 37500"/>
                <a:gd name="csY1" fmla="*/ 375000 h 375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7500" h="375000">
                  <a:moveTo>
                    <a:pt x="0" y="0"/>
                  </a:moveTo>
                  <a:lnTo>
                    <a:pt x="0" y="375000"/>
                  </a:lnTo>
                </a:path>
              </a:pathLst>
            </a:custGeom>
            <a:noFill/>
            <a:ln w="25400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41" name="Овал 40">
              <a:extLst>
                <a:ext uri="{FF2B5EF4-FFF2-40B4-BE49-F238E27FC236}">
                  <a16:creationId xmlns:a16="http://schemas.microsoft.com/office/drawing/2014/main" id="{D1356A10-C392-1EB0-15F3-752C23E904E7}"/>
                </a:ext>
              </a:extLst>
            </p:cNvPr>
            <p:cNvSpPr/>
            <p:nvPr/>
          </p:nvSpPr>
          <p:spPr>
            <a:xfrm>
              <a:off x="15276053" y="1235798"/>
              <a:ext cx="825000" cy="825000"/>
            </a:xfrm>
            <a:prstGeom prst="ellips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FF37EBA2-E211-F57C-900B-49EBF649DF4D}"/>
              </a:ext>
            </a:extLst>
          </p:cNvPr>
          <p:cNvSpPr txBox="1"/>
          <p:nvPr/>
        </p:nvSpPr>
        <p:spPr>
          <a:xfrm>
            <a:off x="3440940" y="6109892"/>
            <a:ext cx="7889048" cy="1141197"/>
          </a:xfrm>
          <a:prstGeom prst="rect">
            <a:avLst/>
          </a:prstGeom>
        </p:spPr>
        <p:txBody>
          <a:bodyPr vert="horz" wrap="square" lIns="0" tIns="0" rIns="0" bIns="108000" rtlCol="0" anchor="ctr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lnSpc>
                <a:spcPts val="4200"/>
              </a:lnSpc>
              <a:buNone/>
            </a:pPr>
            <a:r>
              <a:rPr lang="ru-RU" sz="3200" dirty="0"/>
              <a:t>Работа с изображениями </a:t>
            </a:r>
            <a:br>
              <a:rPr lang="en-US" sz="3200" dirty="0"/>
            </a:br>
            <a:r>
              <a:rPr lang="ru-RU" sz="3200" dirty="0"/>
              <a:t>в высоком разрешении</a:t>
            </a: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2CBEF352-F80C-B30D-4F84-F42AA95F3115}"/>
              </a:ext>
            </a:extLst>
          </p:cNvPr>
          <p:cNvGrpSpPr/>
          <p:nvPr/>
        </p:nvGrpSpPr>
        <p:grpSpPr>
          <a:xfrm>
            <a:off x="1931988" y="10045099"/>
            <a:ext cx="9398000" cy="1141197"/>
            <a:chOff x="1931988" y="10106093"/>
            <a:chExt cx="9398000" cy="1141197"/>
          </a:xfrm>
        </p:grpSpPr>
        <p:grpSp>
          <p:nvGrpSpPr>
            <p:cNvPr id="49" name="Группа 48">
              <a:extLst>
                <a:ext uri="{FF2B5EF4-FFF2-40B4-BE49-F238E27FC236}">
                  <a16:creationId xmlns:a16="http://schemas.microsoft.com/office/drawing/2014/main" id="{E08ED021-2B26-7665-85CC-3B5F76D8C7A1}"/>
                </a:ext>
              </a:extLst>
            </p:cNvPr>
            <p:cNvGrpSpPr/>
            <p:nvPr/>
          </p:nvGrpSpPr>
          <p:grpSpPr>
            <a:xfrm>
              <a:off x="1931988" y="10226692"/>
              <a:ext cx="900000" cy="900000"/>
              <a:chOff x="1876895" y="9224420"/>
              <a:chExt cx="900000" cy="900000"/>
            </a:xfrm>
          </p:grpSpPr>
          <p:sp>
            <p:nvSpPr>
              <p:cNvPr id="32" name="Полилиния 31">
                <a:extLst>
                  <a:ext uri="{FF2B5EF4-FFF2-40B4-BE49-F238E27FC236}">
                    <a16:creationId xmlns:a16="http://schemas.microsoft.com/office/drawing/2014/main" id="{3F76C11D-745A-1566-AEE4-72375520DB28}"/>
                  </a:ext>
                </a:extLst>
              </p:cNvPr>
              <p:cNvSpPr/>
              <p:nvPr/>
            </p:nvSpPr>
            <p:spPr>
              <a:xfrm>
                <a:off x="2122350" y="9674420"/>
                <a:ext cx="409091" cy="40909"/>
              </a:xfrm>
              <a:custGeom>
                <a:avLst/>
                <a:gdLst>
                  <a:gd name="csX0" fmla="*/ 0 w 375000"/>
                  <a:gd name="csY0" fmla="*/ 0 h 37500"/>
                  <a:gd name="csX1" fmla="*/ 375000 w 375000"/>
                  <a:gd name="csY1" fmla="*/ 0 h 37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75000" h="37500">
                    <a:moveTo>
                      <a:pt x="0" y="0"/>
                    </a:moveTo>
                    <a:lnTo>
                      <a:pt x="375000" y="0"/>
                    </a:lnTo>
                  </a:path>
                </a:pathLst>
              </a:custGeom>
              <a:noFill/>
              <a:ln w="25400" cap="rnd">
                <a:solidFill>
                  <a:schemeClr val="accent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3" name="Овал 32">
                <a:extLst>
                  <a:ext uri="{FF2B5EF4-FFF2-40B4-BE49-F238E27FC236}">
                    <a16:creationId xmlns:a16="http://schemas.microsoft.com/office/drawing/2014/main" id="{DD86F9AD-E9DD-72F9-2341-794BDAA57253}"/>
                  </a:ext>
                </a:extLst>
              </p:cNvPr>
              <p:cNvSpPr/>
              <p:nvPr/>
            </p:nvSpPr>
            <p:spPr>
              <a:xfrm>
                <a:off x="1876895" y="9224420"/>
                <a:ext cx="900000" cy="900000"/>
              </a:xfrm>
              <a:prstGeom prst="ellipse">
                <a:avLst/>
              </a:prstGeom>
              <a:noFill/>
              <a:ln w="25400" cap="flat">
                <a:solidFill>
                  <a:schemeClr val="accent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ru-RU"/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0CB95F4-A6E8-6CDA-5ACA-68E161EE9F64}"/>
                </a:ext>
              </a:extLst>
            </p:cNvPr>
            <p:cNvSpPr txBox="1"/>
            <p:nvPr/>
          </p:nvSpPr>
          <p:spPr>
            <a:xfrm>
              <a:off x="3440940" y="10106093"/>
              <a:ext cx="7889048" cy="1141197"/>
            </a:xfrm>
            <a:prstGeom prst="rect">
              <a:avLst/>
            </a:prstGeom>
          </p:spPr>
          <p:txBody>
            <a:bodyPr vert="horz" wrap="square" lIns="0" tIns="0" rIns="0" bIns="108000" rtlCol="0" anchor="ctr" anchorCtr="0">
              <a:spAutoFit/>
            </a:bodyPr>
            <a:lstStyle>
              <a:lvl1pPr marL="342900" indent="-342900" defTabSz="1488104">
                <a:lnSpc>
                  <a:spcPts val="3000"/>
                </a:lnSpc>
                <a:spcBef>
                  <a:spcPct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 b="0">
                  <a:latin typeface="Graphik LC Regular" panose="020B0503030202060203" pitchFamily="34" charset="0"/>
                  <a:ea typeface="+mj-ea"/>
                  <a:cs typeface="+mj-cs"/>
                </a:defRPr>
              </a:lvl1pPr>
            </a:lstStyle>
            <a:p>
              <a:pPr marL="0" indent="0">
                <a:lnSpc>
                  <a:spcPts val="4200"/>
                </a:lnSpc>
                <a:buNone/>
              </a:pPr>
              <a:r>
                <a:rPr lang="ru-RU" sz="3200" dirty="0"/>
                <a:t>Раздувание контекста </a:t>
              </a:r>
              <a:br>
                <a:rPr lang="en-US" sz="3200" dirty="0"/>
              </a:br>
              <a:r>
                <a:rPr lang="ru-RU" sz="3200" dirty="0"/>
                <a:t>языковой модели</a:t>
              </a:r>
            </a:p>
          </p:txBody>
        </p:sp>
      </p:grpSp>
      <p:sp>
        <p:nvSpPr>
          <p:cNvPr id="518" name="B518"/>
          <p:cNvSpPr/>
          <p:nvPr/>
        </p:nvSpPr>
        <p:spPr>
          <a:xfrm>
            <a:off x="0" y="0"/>
            <a:ext cx="24387175" cy="6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6307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06A3128F-7CDB-203A-ED0C-12FE05CBA72F}"/>
              </a:ext>
            </a:extLst>
          </p:cNvPr>
          <p:cNvSpPr/>
          <p:nvPr/>
        </p:nvSpPr>
        <p:spPr>
          <a:xfrm>
            <a:off x="1162745" y="1015912"/>
            <a:ext cx="19574541" cy="109004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8500"/>
              </a:lnSpc>
              <a:spcBef>
                <a:spcPct val="0"/>
              </a:spcBef>
              <a:spcAft>
                <a:spcPts val="4000"/>
              </a:spcAft>
            </a:pPr>
            <a:r>
              <a:rPr lang="en" sz="7500" b="1" dirty="0">
                <a:latin typeface="Graphik LC Semibold" panose="020B0503030202060203" pitchFamily="34" charset="0"/>
                <a:ea typeface="Inter" panose="02000503000000020004" pitchFamily="2" charset="0"/>
                <a:sym typeface="Arial"/>
              </a:rPr>
              <a:t>Early Fusion </a:t>
            </a:r>
            <a:r>
              <a:rPr lang="ru-RU" sz="7500" b="1" dirty="0">
                <a:latin typeface="Graphik LC Semibold" panose="020B0503030202060203" pitchFamily="34" charset="0"/>
                <a:ea typeface="Inter" panose="02000503000000020004" pitchFamily="2" charset="0"/>
                <a:sym typeface="Arial"/>
              </a:rPr>
              <a:t>—</a:t>
            </a:r>
            <a:r>
              <a:rPr lang="en" sz="7500" b="1" dirty="0">
                <a:latin typeface="Graphik LC Semibold" panose="020B0503030202060203" pitchFamily="34" charset="0"/>
                <a:ea typeface="Inter" panose="02000503000000020004" pitchFamily="2" charset="0"/>
                <a:sym typeface="Arial"/>
              </a:rPr>
              <a:t> Modality Representation</a:t>
            </a:r>
          </a:p>
        </p:txBody>
      </p:sp>
      <p:sp>
        <p:nvSpPr>
          <p:cNvPr id="12" name="Номер слайда 2">
            <a:extLst>
              <a:ext uri="{FF2B5EF4-FFF2-40B4-BE49-F238E27FC236}">
                <a16:creationId xmlns:a16="http://schemas.microsoft.com/office/drawing/2014/main" id="{05CC56CA-2D58-6877-E933-985405BA64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23918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ru-RU" smtClean="0">
                <a:solidFill>
                  <a:srgbClr val="888888"/>
                </a:solidFill>
              </a:defRPr>
            </a:lvl1pPr>
          </a:lstStyle>
          <a:p>
            <a:fld id="{C8994169-2FD2-C948-898F-758DFA36E520}" type="slidenum">
              <a:rPr lang="ru-RU" smtClean="0"/>
              <a:pPr/>
              <a:t>13</a:t>
            </a:fld>
            <a:endParaRPr lang="ru-RU" dirty="0"/>
          </a:p>
        </p:txBody>
      </p:sp>
      <p:sp>
        <p:nvSpPr>
          <p:cNvPr id="86" name="Прямоугольник 85">
            <a:extLst>
              <a:ext uri="{FF2B5EF4-FFF2-40B4-BE49-F238E27FC236}">
                <a16:creationId xmlns:a16="http://schemas.microsoft.com/office/drawing/2014/main" id="{F647CA1C-A558-1461-8934-283421EC23FF}"/>
              </a:ext>
            </a:extLst>
          </p:cNvPr>
          <p:cNvSpPr/>
          <p:nvPr/>
        </p:nvSpPr>
        <p:spPr>
          <a:xfrm>
            <a:off x="11654118" y="-331304"/>
            <a:ext cx="232219" cy="232219"/>
          </a:xfrm>
          <a:prstGeom prst="rect">
            <a:avLst/>
          </a:prstGeom>
          <a:solidFill>
            <a:schemeClr val="accent3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C50B586A-F390-4FEA-7A39-2917114FE4C6}"/>
              </a:ext>
            </a:extLst>
          </p:cNvPr>
          <p:cNvSpPr>
            <a:spLocks/>
          </p:cNvSpPr>
          <p:nvPr/>
        </p:nvSpPr>
        <p:spPr>
          <a:xfrm>
            <a:off x="12320588" y="2897188"/>
            <a:ext cx="10853738" cy="9613900"/>
          </a:xfrm>
          <a:prstGeom prst="roundRect">
            <a:avLst>
              <a:gd name="adj" fmla="val 1514"/>
            </a:avLst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5C69767-2C2A-C0F1-724B-FCD428EA5895}"/>
              </a:ext>
            </a:extLst>
          </p:cNvPr>
          <p:cNvSpPr txBox="1">
            <a:spLocks/>
          </p:cNvSpPr>
          <p:nvPr/>
        </p:nvSpPr>
        <p:spPr>
          <a:xfrm>
            <a:off x="1212849" y="12649984"/>
            <a:ext cx="14469973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ru-RU" sz="1800" b="0" i="0" kern="1200" smtClean="0">
                <a:solidFill>
                  <a:srgbClr val="888888"/>
                </a:solidFill>
                <a:latin typeface="Graphik LC Regular" panose="020B050303020206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/>
              <a:t>Источник: </a:t>
            </a:r>
            <a:r>
              <a:rPr lang="en" dirty="0"/>
              <a:t>Fuyu-8B: A Multimodal Architecture for AI Agents</a:t>
            </a:r>
            <a:r>
              <a:rPr lang="ru-RU" dirty="0"/>
              <a:t>.</a:t>
            </a:r>
            <a:endParaRPr lang="en" dirty="0"/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BD7971D1-0057-A739-A746-C64A866FB6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4991" y="5771158"/>
            <a:ext cx="10319979" cy="3865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Скругленный прямоугольник 29">
            <a:extLst>
              <a:ext uri="{FF2B5EF4-FFF2-40B4-BE49-F238E27FC236}">
                <a16:creationId xmlns:a16="http://schemas.microsoft.com/office/drawing/2014/main" id="{A6E1B2B7-259D-DE02-8197-7ADCCAD7F457}"/>
              </a:ext>
            </a:extLst>
          </p:cNvPr>
          <p:cNvSpPr>
            <a:spLocks/>
          </p:cNvSpPr>
          <p:nvPr/>
        </p:nvSpPr>
        <p:spPr>
          <a:xfrm>
            <a:off x="1212849" y="2897188"/>
            <a:ext cx="10853738" cy="1726249"/>
          </a:xfrm>
          <a:prstGeom prst="roundRect">
            <a:avLst>
              <a:gd name="adj" fmla="val 8429"/>
            </a:avLst>
          </a:prstGeom>
          <a:solidFill>
            <a:schemeClr val="accent6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4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12284CC-9E96-684A-515E-EF7F4504838C}"/>
              </a:ext>
            </a:extLst>
          </p:cNvPr>
          <p:cNvSpPr txBox="1"/>
          <p:nvPr/>
        </p:nvSpPr>
        <p:spPr>
          <a:xfrm>
            <a:off x="1956001" y="3408576"/>
            <a:ext cx="9145759" cy="553998"/>
          </a:xfrm>
          <a:prstGeom prst="rect">
            <a:avLst/>
          </a:prstGeom>
          <a:noFill/>
        </p:spPr>
        <p:txBody>
          <a:bodyPr wrap="square" lIns="0" tIns="0" rIns="0" bIns="0" numCol="1" rtlCol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R="0" lvl="0" indent="0" defTabSz="1485991" fontAlgn="auto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kumimoji="0" sz="3200" b="0" i="0" u="none" strike="noStrike" cap="none" spc="0" normalizeH="0" baseline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defTabSz="1485991">
              <a:spcAft>
                <a:spcPts val="1200"/>
              </a:spcAft>
            </a:pPr>
            <a:r>
              <a:rPr lang="ru-RU" sz="3600" dirty="0">
                <a:solidFill>
                  <a:schemeClr val="tx2"/>
                </a:solidFill>
                <a:latin typeface="Graphik LC Medium" panose="020B0503030202060203" pitchFamily="34" charset="0"/>
              </a:rPr>
              <a:t>Отказ от </a:t>
            </a:r>
            <a:r>
              <a:rPr lang="ru-RU" sz="3600" dirty="0" err="1">
                <a:solidFill>
                  <a:schemeClr val="tx2"/>
                </a:solidFill>
                <a:latin typeface="Graphik LC Medium" panose="020B0503030202060203" pitchFamily="34" charset="0"/>
              </a:rPr>
              <a:t>предобученного</a:t>
            </a:r>
            <a:r>
              <a:rPr lang="ru-RU" sz="3600" dirty="0">
                <a:solidFill>
                  <a:schemeClr val="tx2"/>
                </a:solidFill>
                <a:latin typeface="Graphik LC Medium" panose="020B0503030202060203" pitchFamily="34" charset="0"/>
              </a:rPr>
              <a:t> </a:t>
            </a:r>
            <a:r>
              <a:rPr lang="ru-RU" sz="3600" dirty="0" err="1">
                <a:solidFill>
                  <a:schemeClr val="tx2"/>
                </a:solidFill>
                <a:latin typeface="Graphik LC Medium" panose="020B0503030202060203" pitchFamily="34" charset="0"/>
              </a:rPr>
              <a:t>энкодера</a:t>
            </a:r>
            <a:endParaRPr lang="ru-RU" sz="3600" dirty="0">
              <a:solidFill>
                <a:schemeClr val="tx2"/>
              </a:solidFill>
              <a:latin typeface="Graphik LC Medium" panose="020B0503030202060203" pitchFamily="34" charset="0"/>
            </a:endParaRPr>
          </a:p>
        </p:txBody>
      </p:sp>
      <p:sp>
        <p:nvSpPr>
          <p:cNvPr id="34" name="Скругленный прямоугольник 33">
            <a:extLst>
              <a:ext uri="{FF2B5EF4-FFF2-40B4-BE49-F238E27FC236}">
                <a16:creationId xmlns:a16="http://schemas.microsoft.com/office/drawing/2014/main" id="{04DA9AC4-DB0D-045B-D9B7-C9064C8810ED}"/>
              </a:ext>
            </a:extLst>
          </p:cNvPr>
          <p:cNvSpPr>
            <a:spLocks/>
          </p:cNvSpPr>
          <p:nvPr/>
        </p:nvSpPr>
        <p:spPr>
          <a:xfrm>
            <a:off x="1212849" y="4875437"/>
            <a:ext cx="10853738" cy="3498993"/>
          </a:xfrm>
          <a:prstGeom prst="roundRect">
            <a:avLst>
              <a:gd name="adj" fmla="val 4158"/>
            </a:avLst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AB933BF-2E50-39BF-6D06-F47EB19912C5}"/>
              </a:ext>
            </a:extLst>
          </p:cNvPr>
          <p:cNvSpPr txBox="1"/>
          <p:nvPr/>
        </p:nvSpPr>
        <p:spPr>
          <a:xfrm>
            <a:off x="1931987" y="5450314"/>
            <a:ext cx="9722131" cy="225638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spcBef>
                <a:spcPct val="0"/>
              </a:spcBef>
              <a:defRPr sz="3400">
                <a:solidFill>
                  <a:schemeClr val="bg1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pPr defTabSz="1485991">
              <a:lnSpc>
                <a:spcPts val="4200"/>
              </a:lnSpc>
              <a:spcBef>
                <a:spcPts val="0"/>
              </a:spcBef>
              <a:spcAft>
                <a:spcPts val="1000"/>
              </a:spcAft>
              <a:defRPr/>
            </a:pPr>
            <a:r>
              <a:rPr lang="ru-RU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Можно не использовать </a:t>
            </a:r>
            <a:r>
              <a:rPr lang="ru-RU" sz="3200" dirty="0" err="1">
                <a:solidFill>
                  <a:schemeClr val="tx1"/>
                </a:solidFill>
                <a:latin typeface="Graphik LC Regular" panose="020B0503030202060203" pitchFamily="34" charset="0"/>
              </a:rPr>
              <a:t>предобученный</a:t>
            </a:r>
            <a:r>
              <a:rPr lang="ru-RU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 </a:t>
            </a:r>
            <a:br>
              <a:rPr lang="ru-RU" sz="3200" dirty="0">
                <a:solidFill>
                  <a:schemeClr val="tx1"/>
                </a:solidFill>
                <a:latin typeface="Graphik LC Regular" panose="020B0503030202060203" pitchFamily="34" charset="0"/>
              </a:rPr>
            </a:br>
            <a:r>
              <a:rPr lang="ru-RU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энкодер для кодирования модальности. </a:t>
            </a:r>
          </a:p>
          <a:p>
            <a:pPr defTabSz="1485991">
              <a:lnSpc>
                <a:spcPts val="4200"/>
              </a:lnSpc>
              <a:spcBef>
                <a:spcPts val="0"/>
              </a:spcBef>
              <a:spcAft>
                <a:spcPts val="1000"/>
              </a:spcAft>
              <a:defRPr/>
            </a:pPr>
            <a:r>
              <a:rPr lang="ru-RU" sz="3200" dirty="0">
                <a:solidFill>
                  <a:schemeClr val="tx1"/>
                </a:solidFill>
                <a:latin typeface="Graphik LC Regular" panose="020B0503030202060203" pitchFamily="34" charset="0"/>
              </a:rPr>
              <a:t>Изображение нарезается на патчи и прогоняется через обучаемый линейный слой.</a:t>
            </a:r>
          </a:p>
        </p:txBody>
      </p:sp>
      <p:sp>
        <p:nvSpPr>
          <p:cNvPr id="42" name="Скругленный прямоугольник 41">
            <a:extLst>
              <a:ext uri="{FF2B5EF4-FFF2-40B4-BE49-F238E27FC236}">
                <a16:creationId xmlns:a16="http://schemas.microsoft.com/office/drawing/2014/main" id="{BC5F0BEE-1CCC-6BA7-18B9-222E18A4EBD7}"/>
              </a:ext>
            </a:extLst>
          </p:cNvPr>
          <p:cNvSpPr>
            <a:spLocks/>
          </p:cNvSpPr>
          <p:nvPr/>
        </p:nvSpPr>
        <p:spPr>
          <a:xfrm>
            <a:off x="1212849" y="8626430"/>
            <a:ext cx="10853738" cy="1816329"/>
          </a:xfrm>
          <a:prstGeom prst="roundRect">
            <a:avLst>
              <a:gd name="adj" fmla="val 8011"/>
            </a:avLst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Скругленный прямоугольник 42">
            <a:extLst>
              <a:ext uri="{FF2B5EF4-FFF2-40B4-BE49-F238E27FC236}">
                <a16:creationId xmlns:a16="http://schemas.microsoft.com/office/drawing/2014/main" id="{ACDF1E8B-392E-C73A-9C40-748CB8DF5420}"/>
              </a:ext>
            </a:extLst>
          </p:cNvPr>
          <p:cNvSpPr>
            <a:spLocks/>
          </p:cNvSpPr>
          <p:nvPr/>
        </p:nvSpPr>
        <p:spPr>
          <a:xfrm>
            <a:off x="1212849" y="10694759"/>
            <a:ext cx="10853738" cy="1816329"/>
          </a:xfrm>
          <a:prstGeom prst="roundRect">
            <a:avLst>
              <a:gd name="adj" fmla="val 8011"/>
            </a:avLst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44" name="Рисунок 214">
            <a:extLst>
              <a:ext uri="{FF2B5EF4-FFF2-40B4-BE49-F238E27FC236}">
                <a16:creationId xmlns:a16="http://schemas.microsoft.com/office/drawing/2014/main" id="{349E025C-0C25-0F49-4D24-F26BC912A5CF}"/>
              </a:ext>
            </a:extLst>
          </p:cNvPr>
          <p:cNvGrpSpPr>
            <a:grpSpLocks noChangeAspect="1"/>
          </p:cNvGrpSpPr>
          <p:nvPr/>
        </p:nvGrpSpPr>
        <p:grpSpPr>
          <a:xfrm>
            <a:off x="1931988" y="9084595"/>
            <a:ext cx="900000" cy="900000"/>
            <a:chOff x="15276053" y="1235798"/>
            <a:chExt cx="825000" cy="825000"/>
          </a:xfrm>
          <a:noFill/>
        </p:grpSpPr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63716CAB-6975-BAF2-548D-E0B2BE4C3AA7}"/>
                </a:ext>
              </a:extLst>
            </p:cNvPr>
            <p:cNvSpPr/>
            <p:nvPr/>
          </p:nvSpPr>
          <p:spPr>
            <a:xfrm>
              <a:off x="15501053" y="1648298"/>
              <a:ext cx="375000" cy="37500"/>
            </a:xfrm>
            <a:custGeom>
              <a:avLst/>
              <a:gdLst>
                <a:gd name="csX0" fmla="*/ 0 w 375000"/>
                <a:gd name="csY0" fmla="*/ 0 h 37500"/>
                <a:gd name="csX1" fmla="*/ 375000 w 375000"/>
                <a:gd name="csY1" fmla="*/ 0 h 375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75000" h="37500">
                  <a:moveTo>
                    <a:pt x="0" y="0"/>
                  </a:moveTo>
                  <a:lnTo>
                    <a:pt x="375000" y="0"/>
                  </a:lnTo>
                </a:path>
              </a:pathLst>
            </a:custGeom>
            <a:noFill/>
            <a:ln w="25400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16EBDC37-7F9B-54CD-C0C1-AF7E9D5FC1E3}"/>
                </a:ext>
              </a:extLst>
            </p:cNvPr>
            <p:cNvSpPr/>
            <p:nvPr/>
          </p:nvSpPr>
          <p:spPr>
            <a:xfrm>
              <a:off x="15688553" y="1460798"/>
              <a:ext cx="37500" cy="375000"/>
            </a:xfrm>
            <a:custGeom>
              <a:avLst/>
              <a:gdLst>
                <a:gd name="csX0" fmla="*/ 0 w 37500"/>
                <a:gd name="csY0" fmla="*/ 0 h 375000"/>
                <a:gd name="csX1" fmla="*/ 0 w 37500"/>
                <a:gd name="csY1" fmla="*/ 375000 h 375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7500" h="375000">
                  <a:moveTo>
                    <a:pt x="0" y="0"/>
                  </a:moveTo>
                  <a:lnTo>
                    <a:pt x="0" y="375000"/>
                  </a:lnTo>
                </a:path>
              </a:pathLst>
            </a:custGeom>
            <a:noFill/>
            <a:ln w="25400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48" name="Овал 47">
              <a:extLst>
                <a:ext uri="{FF2B5EF4-FFF2-40B4-BE49-F238E27FC236}">
                  <a16:creationId xmlns:a16="http://schemas.microsoft.com/office/drawing/2014/main" id="{42BD88AB-4155-BB9F-7C80-9B7EBD2734A7}"/>
                </a:ext>
              </a:extLst>
            </p:cNvPr>
            <p:cNvSpPr/>
            <p:nvPr/>
          </p:nvSpPr>
          <p:spPr>
            <a:xfrm>
              <a:off x="15276053" y="1235798"/>
              <a:ext cx="825000" cy="825000"/>
            </a:xfrm>
            <a:prstGeom prst="ellips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B404EA70-C58B-97F4-B57B-E7BF52C71C97}"/>
              </a:ext>
            </a:extLst>
          </p:cNvPr>
          <p:cNvSpPr txBox="1"/>
          <p:nvPr/>
        </p:nvSpPr>
        <p:spPr>
          <a:xfrm>
            <a:off x="3440940" y="8963996"/>
            <a:ext cx="7889048" cy="1141197"/>
          </a:xfrm>
          <a:prstGeom prst="rect">
            <a:avLst/>
          </a:prstGeom>
        </p:spPr>
        <p:txBody>
          <a:bodyPr vert="horz" wrap="square" lIns="0" tIns="0" rIns="0" bIns="108000" rtlCol="0" anchor="ctr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lnSpc>
                <a:spcPts val="4200"/>
              </a:lnSpc>
              <a:buNone/>
            </a:pPr>
            <a:r>
              <a:rPr lang="ru-RU" sz="3200" dirty="0"/>
              <a:t>Работа с изображениями </a:t>
            </a:r>
            <a:br>
              <a:rPr lang="ru-RU" sz="3200" dirty="0"/>
            </a:br>
            <a:r>
              <a:rPr lang="ru-RU" sz="3200" dirty="0"/>
              <a:t>в любом разрешении</a:t>
            </a:r>
          </a:p>
        </p:txBody>
      </p:sp>
      <p:grpSp>
        <p:nvGrpSpPr>
          <p:cNvPr id="56" name="Группа 55">
            <a:extLst>
              <a:ext uri="{FF2B5EF4-FFF2-40B4-BE49-F238E27FC236}">
                <a16:creationId xmlns:a16="http://schemas.microsoft.com/office/drawing/2014/main" id="{B50DE6EB-87BD-B19C-E8EB-ED149866D1D3}"/>
              </a:ext>
            </a:extLst>
          </p:cNvPr>
          <p:cNvGrpSpPr/>
          <p:nvPr/>
        </p:nvGrpSpPr>
        <p:grpSpPr>
          <a:xfrm>
            <a:off x="1931988" y="11032325"/>
            <a:ext cx="9398000" cy="1141197"/>
            <a:chOff x="1931988" y="10106093"/>
            <a:chExt cx="9398000" cy="1141197"/>
          </a:xfrm>
        </p:grpSpPr>
        <p:grpSp>
          <p:nvGrpSpPr>
            <p:cNvPr id="52" name="Группа 51">
              <a:extLst>
                <a:ext uri="{FF2B5EF4-FFF2-40B4-BE49-F238E27FC236}">
                  <a16:creationId xmlns:a16="http://schemas.microsoft.com/office/drawing/2014/main" id="{501B4B78-C8BB-FBE7-A6D3-D3F8A2ADCA65}"/>
                </a:ext>
              </a:extLst>
            </p:cNvPr>
            <p:cNvGrpSpPr/>
            <p:nvPr/>
          </p:nvGrpSpPr>
          <p:grpSpPr>
            <a:xfrm>
              <a:off x="1931988" y="10226692"/>
              <a:ext cx="900000" cy="900000"/>
              <a:chOff x="1876895" y="9224420"/>
              <a:chExt cx="900000" cy="900000"/>
            </a:xfrm>
          </p:grpSpPr>
          <p:sp>
            <p:nvSpPr>
              <p:cNvPr id="53" name="Полилиния 52">
                <a:extLst>
                  <a:ext uri="{FF2B5EF4-FFF2-40B4-BE49-F238E27FC236}">
                    <a16:creationId xmlns:a16="http://schemas.microsoft.com/office/drawing/2014/main" id="{DA6A2440-360E-92C0-B353-E628A71ED819}"/>
                  </a:ext>
                </a:extLst>
              </p:cNvPr>
              <p:cNvSpPr/>
              <p:nvPr/>
            </p:nvSpPr>
            <p:spPr>
              <a:xfrm>
                <a:off x="2122350" y="9674420"/>
                <a:ext cx="409091" cy="40909"/>
              </a:xfrm>
              <a:custGeom>
                <a:avLst/>
                <a:gdLst>
                  <a:gd name="csX0" fmla="*/ 0 w 375000"/>
                  <a:gd name="csY0" fmla="*/ 0 h 37500"/>
                  <a:gd name="csX1" fmla="*/ 375000 w 375000"/>
                  <a:gd name="csY1" fmla="*/ 0 h 37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75000" h="37500">
                    <a:moveTo>
                      <a:pt x="0" y="0"/>
                    </a:moveTo>
                    <a:lnTo>
                      <a:pt x="375000" y="0"/>
                    </a:lnTo>
                  </a:path>
                </a:pathLst>
              </a:custGeom>
              <a:noFill/>
              <a:ln w="25400" cap="rnd">
                <a:solidFill>
                  <a:schemeClr val="accent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4" name="Овал 53">
                <a:extLst>
                  <a:ext uri="{FF2B5EF4-FFF2-40B4-BE49-F238E27FC236}">
                    <a16:creationId xmlns:a16="http://schemas.microsoft.com/office/drawing/2014/main" id="{71F2065C-2FC2-9073-656F-9876F4AB64D7}"/>
                  </a:ext>
                </a:extLst>
              </p:cNvPr>
              <p:cNvSpPr/>
              <p:nvPr/>
            </p:nvSpPr>
            <p:spPr>
              <a:xfrm>
                <a:off x="1876895" y="9224420"/>
                <a:ext cx="900000" cy="900000"/>
              </a:xfrm>
              <a:prstGeom prst="ellipse">
                <a:avLst/>
              </a:prstGeom>
              <a:noFill/>
              <a:ln w="25400" cap="flat">
                <a:solidFill>
                  <a:schemeClr val="accent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ru-RU"/>
              </a:p>
            </p:txBody>
          </p:sp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3457C7C-3E7B-BF00-37CA-879AEDBF5006}"/>
                </a:ext>
              </a:extLst>
            </p:cNvPr>
            <p:cNvSpPr txBox="1"/>
            <p:nvPr/>
          </p:nvSpPr>
          <p:spPr>
            <a:xfrm>
              <a:off x="3440940" y="10106093"/>
              <a:ext cx="7889048" cy="1141197"/>
            </a:xfrm>
            <a:prstGeom prst="rect">
              <a:avLst/>
            </a:prstGeom>
          </p:spPr>
          <p:txBody>
            <a:bodyPr vert="horz" wrap="square" lIns="0" tIns="0" rIns="0" bIns="108000" rtlCol="0" anchor="ctr" anchorCtr="0">
              <a:spAutoFit/>
            </a:bodyPr>
            <a:lstStyle>
              <a:lvl1pPr marL="342900" indent="-342900" defTabSz="1488104">
                <a:lnSpc>
                  <a:spcPts val="3000"/>
                </a:lnSpc>
                <a:spcBef>
                  <a:spcPct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 b="0">
                  <a:latin typeface="Graphik LC Regular" panose="020B0503030202060203" pitchFamily="34" charset="0"/>
                  <a:ea typeface="+mj-ea"/>
                  <a:cs typeface="+mj-cs"/>
                </a:defRPr>
              </a:lvl1pPr>
            </a:lstStyle>
            <a:p>
              <a:pPr marL="0" indent="0">
                <a:lnSpc>
                  <a:spcPts val="4200"/>
                </a:lnSpc>
                <a:buNone/>
              </a:pPr>
              <a:r>
                <a:rPr lang="ru-RU" sz="3200" dirty="0"/>
                <a:t>Плохая обобщающая способность линейных слоёв</a:t>
              </a:r>
            </a:p>
          </p:txBody>
        </p:sp>
      </p:grpSp>
      <p:sp>
        <p:nvSpPr>
          <p:cNvPr id="523" name="B523"/>
          <p:cNvSpPr/>
          <p:nvPr/>
        </p:nvSpPr>
        <p:spPr>
          <a:xfrm>
            <a:off x="0" y="0"/>
            <a:ext cx="24387175" cy="6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153856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5255769C-A593-6AF9-EA0B-B1AEE2389FB7}"/>
              </a:ext>
            </a:extLst>
          </p:cNvPr>
          <p:cNvSpPr>
            <a:spLocks/>
          </p:cNvSpPr>
          <p:nvPr/>
        </p:nvSpPr>
        <p:spPr>
          <a:xfrm>
            <a:off x="1212850" y="4982423"/>
            <a:ext cx="10853738" cy="7528665"/>
          </a:xfrm>
          <a:prstGeom prst="roundRect">
            <a:avLst>
              <a:gd name="adj" fmla="val 1910"/>
            </a:avLst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FC12E213-C56F-D0AD-D6A1-6A4801F393DE}"/>
              </a:ext>
            </a:extLst>
          </p:cNvPr>
          <p:cNvSpPr/>
          <p:nvPr/>
        </p:nvSpPr>
        <p:spPr>
          <a:xfrm>
            <a:off x="1162745" y="1015912"/>
            <a:ext cx="19574541" cy="109004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8500"/>
              </a:lnSpc>
              <a:spcBef>
                <a:spcPct val="0"/>
              </a:spcBef>
              <a:spcAft>
                <a:spcPts val="4000"/>
              </a:spcAft>
            </a:pPr>
            <a:r>
              <a:rPr lang="en-US" sz="7500" b="1" dirty="0">
                <a:latin typeface="Graphik LC Semibold" panose="020B0503030202060203" pitchFamily="34" charset="0"/>
                <a:ea typeface="Inter" panose="02000503000000020004" pitchFamily="2" charset="0"/>
                <a:sym typeface="Arial"/>
              </a:rPr>
              <a:t>Deep</a:t>
            </a:r>
            <a:r>
              <a:rPr lang="en" sz="7500" b="1" dirty="0">
                <a:latin typeface="Graphik LC Semibold" panose="020B0503030202060203" pitchFamily="34" charset="0"/>
                <a:ea typeface="Inter" panose="02000503000000020004" pitchFamily="2" charset="0"/>
                <a:sym typeface="Arial"/>
              </a:rPr>
              <a:t> Fusion </a:t>
            </a:r>
            <a:r>
              <a:rPr lang="ru-RU" sz="7500" b="1" dirty="0">
                <a:latin typeface="Graphik LC Semibold" panose="020B0503030202060203" pitchFamily="34" charset="0"/>
                <a:ea typeface="Inter" panose="02000503000000020004" pitchFamily="2" charset="0"/>
                <a:sym typeface="Arial"/>
              </a:rPr>
              <a:t>—</a:t>
            </a:r>
            <a:r>
              <a:rPr lang="en" sz="7500" b="1" dirty="0">
                <a:latin typeface="Graphik LC Semibold" panose="020B0503030202060203" pitchFamily="34" charset="0"/>
                <a:ea typeface="Inter" panose="02000503000000020004" pitchFamily="2" charset="0"/>
                <a:sym typeface="Arial"/>
              </a:rPr>
              <a:t> Modality Representation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9ECA9C-C914-C74D-D57B-05690C315D07}"/>
              </a:ext>
            </a:extLst>
          </p:cNvPr>
          <p:cNvSpPr txBox="1"/>
          <p:nvPr/>
        </p:nvSpPr>
        <p:spPr>
          <a:xfrm>
            <a:off x="1794496" y="5430133"/>
            <a:ext cx="9468768" cy="6698807"/>
          </a:xfrm>
          <a:prstGeom prst="rect">
            <a:avLst/>
          </a:prstGeom>
        </p:spPr>
        <p:txBody>
          <a:bodyPr vert="horz" wrap="square" lIns="0" tIns="0" rIns="0" bIns="108000" rtlCol="0" anchor="t" anchorCtr="0">
            <a:spAutoFit/>
          </a:bodyPr>
          <a:lstStyle>
            <a:lvl1pPr defTabSz="1488104">
              <a:spcBef>
                <a:spcPct val="0"/>
              </a:spcBef>
              <a:defRPr sz="3400">
                <a:solidFill>
                  <a:schemeClr val="bg1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pPr defTabSz="1485991">
              <a:lnSpc>
                <a:spcPts val="3600"/>
              </a:lnSpc>
              <a:spcBef>
                <a:spcPts val="0"/>
              </a:spcBef>
              <a:spcAft>
                <a:spcPts val="1800"/>
              </a:spcAft>
              <a:defRPr/>
            </a:pPr>
            <a:r>
              <a:rPr lang="ru-RU" sz="2200" dirty="0">
                <a:solidFill>
                  <a:schemeClr val="tx1"/>
                </a:solidFill>
              </a:rPr>
              <a:t>Визуальный энкодер: </a:t>
            </a:r>
            <a:r>
              <a:rPr lang="en" sz="2200" dirty="0">
                <a:solidFill>
                  <a:schemeClr val="tx1"/>
                </a:solidFill>
              </a:rPr>
              <a:t>Normalizer</a:t>
            </a:r>
            <a:r>
              <a:rPr lang="ru-RU" sz="2200" dirty="0">
                <a:solidFill>
                  <a:schemeClr val="tx1"/>
                </a:solidFill>
              </a:rPr>
              <a:t>-</a:t>
            </a:r>
            <a:r>
              <a:rPr lang="en" sz="2200" dirty="0">
                <a:solidFill>
                  <a:schemeClr val="tx1"/>
                </a:solidFill>
              </a:rPr>
              <a:t>Free ResNet (NFNet)</a:t>
            </a:r>
            <a:r>
              <a:rPr lang="ru-RU" sz="2200" dirty="0">
                <a:solidFill>
                  <a:schemeClr val="tx1"/>
                </a:solidFill>
              </a:rPr>
              <a:t>.</a:t>
            </a:r>
          </a:p>
          <a:p>
            <a:pPr defTabSz="1485991">
              <a:lnSpc>
                <a:spcPts val="3600"/>
              </a:lnSpc>
              <a:spcBef>
                <a:spcPts val="0"/>
              </a:spcBef>
              <a:spcAft>
                <a:spcPts val="1000"/>
              </a:spcAft>
              <a:defRPr/>
            </a:pPr>
            <a:r>
              <a:rPr lang="ru-RU" sz="2200" dirty="0">
                <a:solidFill>
                  <a:schemeClr val="tx1"/>
                </a:solidFill>
              </a:rPr>
              <a:t>Данные</a:t>
            </a:r>
          </a:p>
          <a:p>
            <a:pPr marL="457200" indent="-457200" defTabSz="1485991">
              <a:lnSpc>
                <a:spcPts val="36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" sz="2200" dirty="0">
                <a:solidFill>
                  <a:schemeClr val="tx1"/>
                </a:solidFill>
                <a:latin typeface="Graphik LC Regular" panose="020B0503030202060203" pitchFamily="34" charset="0"/>
              </a:rPr>
              <a:t>M3W: Interleaved</a:t>
            </a:r>
            <a:r>
              <a:rPr lang="ru-RU" sz="2200" dirty="0">
                <a:solidFill>
                  <a:schemeClr val="tx1"/>
                </a:solidFill>
                <a:latin typeface="Graphik LC Regular" panose="020B0503030202060203" pitchFamily="34" charset="0"/>
              </a:rPr>
              <a:t>-</a:t>
            </a:r>
            <a:r>
              <a:rPr lang="ru-RU" sz="2200" dirty="0" err="1">
                <a:solidFill>
                  <a:schemeClr val="tx1"/>
                </a:solidFill>
                <a:latin typeface="Graphik LC Regular" panose="020B0503030202060203" pitchFamily="34" charset="0"/>
              </a:rPr>
              <a:t>датасет</a:t>
            </a:r>
            <a:r>
              <a:rPr lang="ru-RU" sz="2200" dirty="0">
                <a:solidFill>
                  <a:schemeClr val="tx1"/>
                </a:solidFill>
                <a:latin typeface="Graphik LC Regular" panose="020B0503030202060203" pitchFamily="34" charset="0"/>
              </a:rPr>
              <a:t> с картинками </a:t>
            </a:r>
            <a:br>
              <a:rPr lang="ru-RU" sz="2600" dirty="0">
                <a:solidFill>
                  <a:schemeClr val="tx1"/>
                </a:solidFill>
                <a:latin typeface="Graphik LC Regular" panose="020B0503030202060203" pitchFamily="34" charset="0"/>
              </a:rPr>
            </a:br>
            <a:r>
              <a:rPr lang="ru-RU" sz="2200" dirty="0">
                <a:solidFill>
                  <a:schemeClr val="tx1"/>
                </a:solidFill>
                <a:latin typeface="Graphik LC Regular" panose="020B0503030202060203" pitchFamily="34" charset="0"/>
              </a:rPr>
              <a:t>(43 млн</a:t>
            </a:r>
            <a:r>
              <a:rPr lang="en" sz="2200" dirty="0">
                <a:solidFill>
                  <a:schemeClr val="tx1"/>
                </a:solidFill>
                <a:latin typeface="Graphik LC Regular" panose="020B0503030202060203" pitchFamily="34" charset="0"/>
              </a:rPr>
              <a:t> </a:t>
            </a:r>
            <a:r>
              <a:rPr lang="ru-RU" sz="2200" dirty="0">
                <a:solidFill>
                  <a:schemeClr val="tx1"/>
                </a:solidFill>
                <a:latin typeface="Graphik LC Regular" panose="020B0503030202060203" pitchFamily="34" charset="0"/>
              </a:rPr>
              <a:t>веб-страниц).</a:t>
            </a:r>
          </a:p>
          <a:p>
            <a:pPr marL="457200" indent="-457200" defTabSz="1485991">
              <a:lnSpc>
                <a:spcPts val="36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" sz="2200" dirty="0">
                <a:solidFill>
                  <a:schemeClr val="tx1"/>
                </a:solidFill>
                <a:latin typeface="Graphik LC Regular" panose="020B0503030202060203" pitchFamily="34" charset="0"/>
              </a:rPr>
              <a:t>ALIGN: 1</a:t>
            </a:r>
            <a:r>
              <a:rPr lang="ru-RU" sz="2200" dirty="0">
                <a:solidFill>
                  <a:schemeClr val="tx1"/>
                </a:solidFill>
                <a:latin typeface="Graphik LC Regular" panose="020B0503030202060203" pitchFamily="34" charset="0"/>
              </a:rPr>
              <a:t>,</a:t>
            </a:r>
            <a:r>
              <a:rPr lang="en" sz="2200" dirty="0">
                <a:solidFill>
                  <a:schemeClr val="tx1"/>
                </a:solidFill>
                <a:latin typeface="Graphik LC Regular" panose="020B0503030202060203" pitchFamily="34" charset="0"/>
              </a:rPr>
              <a:t>8</a:t>
            </a:r>
            <a:r>
              <a:rPr lang="ru-RU" sz="2200" dirty="0">
                <a:solidFill>
                  <a:schemeClr val="tx1"/>
                </a:solidFill>
                <a:latin typeface="Graphik LC Regular" panose="020B0503030202060203" pitchFamily="34" charset="0"/>
              </a:rPr>
              <a:t> млрд</a:t>
            </a:r>
            <a:r>
              <a:rPr lang="en" sz="2200" dirty="0">
                <a:solidFill>
                  <a:schemeClr val="tx1"/>
                </a:solidFill>
                <a:latin typeface="Graphik LC Regular" panose="020B0503030202060203" pitchFamily="34" charset="0"/>
              </a:rPr>
              <a:t> </a:t>
            </a:r>
            <a:r>
              <a:rPr lang="ru-RU" sz="2200" dirty="0">
                <a:solidFill>
                  <a:schemeClr val="tx1"/>
                </a:solidFill>
                <a:latin typeface="Graphik LC Regular" panose="020B0503030202060203" pitchFamily="34" charset="0"/>
              </a:rPr>
              <a:t>пар «картинка — текст».</a:t>
            </a:r>
          </a:p>
          <a:p>
            <a:pPr marL="457200" indent="-457200" defTabSz="1485991">
              <a:lnSpc>
                <a:spcPts val="36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en" sz="2200" dirty="0">
                <a:solidFill>
                  <a:schemeClr val="tx1"/>
                </a:solidFill>
                <a:latin typeface="Graphik LC Regular" panose="020B0503030202060203" pitchFamily="34" charset="0"/>
              </a:rPr>
              <a:t>LTIP: 312</a:t>
            </a:r>
            <a:r>
              <a:rPr lang="ru-RU" sz="2200" dirty="0">
                <a:solidFill>
                  <a:schemeClr val="tx1"/>
                </a:solidFill>
                <a:latin typeface="Graphik LC Regular" panose="020B0503030202060203" pitchFamily="34" charset="0"/>
              </a:rPr>
              <a:t> млн</a:t>
            </a:r>
            <a:r>
              <a:rPr lang="en" sz="2200" dirty="0">
                <a:solidFill>
                  <a:schemeClr val="tx1"/>
                </a:solidFill>
                <a:latin typeface="Graphik LC Regular" panose="020B0503030202060203" pitchFamily="34" charset="0"/>
              </a:rPr>
              <a:t> </a:t>
            </a:r>
            <a:r>
              <a:rPr lang="ru-RU" sz="2200" dirty="0">
                <a:solidFill>
                  <a:schemeClr val="tx1"/>
                </a:solidFill>
                <a:latin typeface="Graphik LC Regular" panose="020B0503030202060203" pitchFamily="34" charset="0"/>
              </a:rPr>
              <a:t>пар «картинка — текст».</a:t>
            </a:r>
          </a:p>
          <a:p>
            <a:pPr defTabSz="1485991">
              <a:lnSpc>
                <a:spcPts val="3600"/>
              </a:lnSpc>
              <a:spcBef>
                <a:spcPts val="0"/>
              </a:spcBef>
              <a:spcAft>
                <a:spcPts val="1000"/>
              </a:spcAft>
              <a:defRPr/>
            </a:pPr>
            <a:r>
              <a:rPr lang="ru-RU" sz="2200" dirty="0">
                <a:solidFill>
                  <a:schemeClr val="tx1"/>
                </a:solidFill>
              </a:rPr>
              <a:t>Ресурсы для обучения</a:t>
            </a:r>
          </a:p>
          <a:p>
            <a:pPr defTabSz="1485991">
              <a:lnSpc>
                <a:spcPts val="3600"/>
              </a:lnSpc>
              <a:spcBef>
                <a:spcPts val="0"/>
              </a:spcBef>
              <a:spcAft>
                <a:spcPts val="2200"/>
              </a:spcAft>
              <a:defRPr/>
            </a:pPr>
            <a:r>
              <a:rPr lang="ru-RU" sz="2200" dirty="0">
                <a:solidFill>
                  <a:schemeClr val="tx1"/>
                </a:solidFill>
                <a:latin typeface="Graphik LC Regular" panose="020B0503030202060203" pitchFamily="34" charset="0"/>
              </a:rPr>
              <a:t>1536 </a:t>
            </a:r>
            <a:r>
              <a:rPr lang="en" sz="2200" dirty="0">
                <a:solidFill>
                  <a:schemeClr val="tx1"/>
                </a:solidFill>
                <a:latin typeface="Graphik LC Regular" panose="020B0503030202060203" pitchFamily="34" charset="0"/>
              </a:rPr>
              <a:t>TPUv4 </a:t>
            </a:r>
            <a:r>
              <a:rPr lang="ru-RU" sz="2200" dirty="0">
                <a:solidFill>
                  <a:schemeClr val="tx1"/>
                </a:solidFill>
                <a:latin typeface="Graphik LC Regular" panose="020B0503030202060203" pitchFamily="34" charset="0"/>
              </a:rPr>
              <a:t>на 15 дней для модели 80</a:t>
            </a:r>
            <a:r>
              <a:rPr lang="en" sz="2200" dirty="0">
                <a:solidFill>
                  <a:schemeClr val="tx1"/>
                </a:solidFill>
                <a:latin typeface="Graphik LC Regular" panose="020B0503030202060203" pitchFamily="34" charset="0"/>
              </a:rPr>
              <a:t>B</a:t>
            </a:r>
            <a:r>
              <a:rPr lang="ru-RU" sz="2200" dirty="0">
                <a:solidFill>
                  <a:schemeClr val="tx1"/>
                </a:solidFill>
                <a:latin typeface="Graphik LC Regular" panose="020B0503030202060203" pitchFamily="34" charset="0"/>
              </a:rPr>
              <a:t>.</a:t>
            </a:r>
            <a:endParaRPr lang="en-US" sz="2200" dirty="0">
              <a:solidFill>
                <a:schemeClr val="tx1"/>
              </a:solidFill>
              <a:latin typeface="Graphik LC Regular" panose="020B0503030202060203" pitchFamily="34" charset="0"/>
            </a:endParaRPr>
          </a:p>
          <a:p>
            <a:pPr defTabSz="1485991">
              <a:lnSpc>
                <a:spcPts val="3600"/>
              </a:lnSpc>
              <a:spcBef>
                <a:spcPts val="0"/>
              </a:spcBef>
              <a:spcAft>
                <a:spcPts val="2200"/>
              </a:spcAft>
              <a:defRPr/>
            </a:pPr>
            <a:endParaRPr lang="en-US" sz="2200" dirty="0">
              <a:solidFill>
                <a:schemeClr val="tx1"/>
              </a:solidFill>
              <a:latin typeface="Graphik LC Regular" panose="020B0503030202060203" pitchFamily="34" charset="0"/>
            </a:endParaRPr>
          </a:p>
          <a:p>
            <a:pPr defTabSz="1485991">
              <a:lnSpc>
                <a:spcPts val="3600"/>
              </a:lnSpc>
              <a:spcBef>
                <a:spcPts val="0"/>
              </a:spcBef>
              <a:spcAft>
                <a:spcPts val="2200"/>
              </a:spcAft>
              <a:defRPr/>
            </a:pPr>
            <a:r>
              <a:rPr lang="ru-RU" sz="2200" dirty="0">
                <a:solidFill>
                  <a:schemeClr val="tx1"/>
                </a:solidFill>
                <a:latin typeface="Graphik LC Regular" panose="020B0503030202060203" pitchFamily="34" charset="0"/>
              </a:rPr>
              <a:t>Похожий подход применялся в мультимодальной модели семейства </a:t>
            </a:r>
            <a:r>
              <a:rPr lang="ru-RU" sz="2200" dirty="0" err="1">
                <a:solidFill>
                  <a:schemeClr val="tx1"/>
                </a:solidFill>
                <a:latin typeface="Graphik LC Regular" panose="020B0503030202060203" pitchFamily="34" charset="0"/>
              </a:rPr>
              <a:t>L</a:t>
            </a:r>
            <a:r>
              <a:rPr lang="en-US" sz="2200" dirty="0">
                <a:solidFill>
                  <a:schemeClr val="tx1"/>
                </a:solidFill>
                <a:latin typeface="Graphik LC Regular" panose="020B0503030202060203" pitchFamily="34" charset="0"/>
              </a:rPr>
              <a:t>LaMA-3 Vision.</a:t>
            </a:r>
            <a:endParaRPr lang="en" sz="2200" dirty="0">
              <a:solidFill>
                <a:schemeClr val="tx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F99EA20B-23BD-E9A2-E774-89EA78C4EC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23918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ru-RU" smtClean="0">
                <a:solidFill>
                  <a:srgbClr val="888888"/>
                </a:solidFill>
              </a:defRPr>
            </a:lvl1pPr>
          </a:lstStyle>
          <a:p>
            <a:fld id="{C8994169-2FD2-C948-898F-758DFA36E520}" type="slidenum">
              <a:rPr lang="ru-RU" smtClean="0"/>
              <a:pPr/>
              <a:t>14</a:t>
            </a:fld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9077E92-6A52-FF99-340F-9B74CE0BC85B}"/>
              </a:ext>
            </a:extLst>
          </p:cNvPr>
          <p:cNvSpPr/>
          <p:nvPr/>
        </p:nvSpPr>
        <p:spPr>
          <a:xfrm>
            <a:off x="11834368" y="-1328912"/>
            <a:ext cx="232219" cy="232219"/>
          </a:xfrm>
          <a:prstGeom prst="rect">
            <a:avLst/>
          </a:prstGeom>
          <a:solidFill>
            <a:schemeClr val="accent3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96B21C37-1123-B7DE-4EA4-4B301B053ABC}"/>
              </a:ext>
            </a:extLst>
          </p:cNvPr>
          <p:cNvSpPr>
            <a:spLocks/>
          </p:cNvSpPr>
          <p:nvPr/>
        </p:nvSpPr>
        <p:spPr>
          <a:xfrm>
            <a:off x="12320588" y="2744786"/>
            <a:ext cx="10853738" cy="5629644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9F78DE3C-032C-00AB-1E5C-783A3E2FD07B}"/>
              </a:ext>
            </a:extLst>
          </p:cNvPr>
          <p:cNvSpPr txBox="1">
            <a:spLocks/>
          </p:cNvSpPr>
          <p:nvPr/>
        </p:nvSpPr>
        <p:spPr>
          <a:xfrm>
            <a:off x="1212849" y="12649984"/>
            <a:ext cx="14469973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ru-RU" sz="1800" b="0" i="0" kern="1200" smtClean="0">
                <a:solidFill>
                  <a:srgbClr val="888888"/>
                </a:solidFill>
                <a:latin typeface="Graphik LC Regular" panose="020B050303020206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/>
              <a:t>Источники: </a:t>
            </a:r>
            <a:r>
              <a:rPr lang="en" dirty="0"/>
              <a:t>Flamingo: a Visual Language Model for Few-Shot Learning</a:t>
            </a:r>
            <a:r>
              <a:rPr lang="ru-RU" dirty="0"/>
              <a:t>;</a:t>
            </a:r>
            <a:endParaRPr lang="en" dirty="0"/>
          </a:p>
          <a:p>
            <a:pPr algn="l"/>
            <a:r>
              <a:rPr lang="en" dirty="0"/>
              <a:t>The Llama 3 Herd of Models</a:t>
            </a:r>
            <a:r>
              <a:rPr lang="ru-RU" dirty="0"/>
              <a:t>.</a:t>
            </a:r>
            <a:endParaRPr lang="en" dirty="0"/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DE522BE7-7C99-58E9-2CA6-2593D352412E}"/>
              </a:ext>
            </a:extLst>
          </p:cNvPr>
          <p:cNvSpPr>
            <a:spLocks/>
          </p:cNvSpPr>
          <p:nvPr/>
        </p:nvSpPr>
        <p:spPr>
          <a:xfrm>
            <a:off x="1212849" y="2744786"/>
            <a:ext cx="10853738" cy="1726249"/>
          </a:xfrm>
          <a:prstGeom prst="roundRect">
            <a:avLst>
              <a:gd name="adj" fmla="val 10300"/>
            </a:avLst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4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7D3587-148E-BA62-0E29-170A36721C4F}"/>
              </a:ext>
            </a:extLst>
          </p:cNvPr>
          <p:cNvSpPr txBox="1"/>
          <p:nvPr/>
        </p:nvSpPr>
        <p:spPr>
          <a:xfrm>
            <a:off x="1956001" y="3256174"/>
            <a:ext cx="9145759" cy="553998"/>
          </a:xfrm>
          <a:prstGeom prst="rect">
            <a:avLst/>
          </a:prstGeom>
          <a:noFill/>
        </p:spPr>
        <p:txBody>
          <a:bodyPr wrap="square" lIns="0" tIns="0" rIns="0" bIns="0" numCol="1" rtlCol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R="0" lvl="0" indent="0" defTabSz="1485991" fontAlgn="auto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kumimoji="0" sz="3200" b="0" i="0" u="none" strike="noStrike" cap="none" spc="0" normalizeH="0" baseline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defTabSz="1485991">
              <a:spcAft>
                <a:spcPts val="1200"/>
              </a:spcAft>
            </a:pPr>
            <a:r>
              <a:rPr lang="en" sz="3600" dirty="0">
                <a:solidFill>
                  <a:schemeClr val="tx1"/>
                </a:solidFill>
                <a:latin typeface="Graphik LC Medium" panose="020B0503030202060203" pitchFamily="34" charset="0"/>
              </a:rPr>
              <a:t>Flamingo</a:t>
            </a:r>
            <a:endParaRPr lang="ru-RU" sz="3600" dirty="0">
              <a:solidFill>
                <a:schemeClr val="tx1"/>
              </a:solidFill>
              <a:latin typeface="Graphik LC Medium" panose="020B0503030202060203" pitchFamily="34" charset="0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0757C26-E23F-F40D-A21E-90E694FA2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6529" y="3192487"/>
            <a:ext cx="10058400" cy="4656329"/>
          </a:xfrm>
          <a:prstGeom prst="rect">
            <a:avLst/>
          </a:prstGeom>
        </p:spPr>
      </p:pic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038C16A0-78DA-54FC-3993-926696ADC5AF}"/>
              </a:ext>
            </a:extLst>
          </p:cNvPr>
          <p:cNvSpPr>
            <a:spLocks/>
          </p:cNvSpPr>
          <p:nvPr/>
        </p:nvSpPr>
        <p:spPr>
          <a:xfrm>
            <a:off x="12320588" y="8626430"/>
            <a:ext cx="10853738" cy="1816329"/>
          </a:xfrm>
          <a:prstGeom prst="roundRect">
            <a:avLst>
              <a:gd name="adj" fmla="val 9789"/>
            </a:avLst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BA505516-92B8-6904-86D6-4E95F35D1553}"/>
              </a:ext>
            </a:extLst>
          </p:cNvPr>
          <p:cNvSpPr>
            <a:spLocks/>
          </p:cNvSpPr>
          <p:nvPr/>
        </p:nvSpPr>
        <p:spPr>
          <a:xfrm>
            <a:off x="12320588" y="10694759"/>
            <a:ext cx="10853738" cy="1816329"/>
          </a:xfrm>
          <a:prstGeom prst="roundRect">
            <a:avLst>
              <a:gd name="adj" fmla="val 9789"/>
            </a:avLst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C9D8188A-45EE-C19D-AED7-CD2F98AED40F}"/>
              </a:ext>
            </a:extLst>
          </p:cNvPr>
          <p:cNvGrpSpPr/>
          <p:nvPr/>
        </p:nvGrpSpPr>
        <p:grpSpPr>
          <a:xfrm>
            <a:off x="13039727" y="9084595"/>
            <a:ext cx="9398000" cy="900000"/>
            <a:chOff x="1931988" y="6284279"/>
            <a:chExt cx="9398000" cy="900000"/>
          </a:xfrm>
        </p:grpSpPr>
        <p:grpSp>
          <p:nvGrpSpPr>
            <p:cNvPr id="28" name="Рисунок 214">
              <a:extLst>
                <a:ext uri="{FF2B5EF4-FFF2-40B4-BE49-F238E27FC236}">
                  <a16:creationId xmlns:a16="http://schemas.microsoft.com/office/drawing/2014/main" id="{6B628C94-F269-3C15-2643-0B6EA722537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931988" y="6284279"/>
              <a:ext cx="900000" cy="900000"/>
              <a:chOff x="15276053" y="1235798"/>
              <a:chExt cx="825000" cy="825000"/>
            </a:xfrm>
            <a:noFill/>
          </p:grpSpPr>
          <p:sp>
            <p:nvSpPr>
              <p:cNvPr id="30" name="Полилиния 29">
                <a:extLst>
                  <a:ext uri="{FF2B5EF4-FFF2-40B4-BE49-F238E27FC236}">
                    <a16:creationId xmlns:a16="http://schemas.microsoft.com/office/drawing/2014/main" id="{06666530-3E49-B2CB-EEB6-C7F4E7510989}"/>
                  </a:ext>
                </a:extLst>
              </p:cNvPr>
              <p:cNvSpPr/>
              <p:nvPr/>
            </p:nvSpPr>
            <p:spPr>
              <a:xfrm>
                <a:off x="15501053" y="1648298"/>
                <a:ext cx="375000" cy="37500"/>
              </a:xfrm>
              <a:custGeom>
                <a:avLst/>
                <a:gdLst>
                  <a:gd name="csX0" fmla="*/ 0 w 375000"/>
                  <a:gd name="csY0" fmla="*/ 0 h 37500"/>
                  <a:gd name="csX1" fmla="*/ 375000 w 375000"/>
                  <a:gd name="csY1" fmla="*/ 0 h 37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75000" h="37500">
                    <a:moveTo>
                      <a:pt x="0" y="0"/>
                    </a:moveTo>
                    <a:lnTo>
                      <a:pt x="375000" y="0"/>
                    </a:lnTo>
                  </a:path>
                </a:pathLst>
              </a:custGeom>
              <a:noFill/>
              <a:ln w="25400" cap="rnd">
                <a:solidFill>
                  <a:schemeClr val="accent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1" name="Полилиния 30">
                <a:extLst>
                  <a:ext uri="{FF2B5EF4-FFF2-40B4-BE49-F238E27FC236}">
                    <a16:creationId xmlns:a16="http://schemas.microsoft.com/office/drawing/2014/main" id="{035E8BB4-AE5E-1FB6-21CD-8ADA4474357A}"/>
                  </a:ext>
                </a:extLst>
              </p:cNvPr>
              <p:cNvSpPr/>
              <p:nvPr/>
            </p:nvSpPr>
            <p:spPr>
              <a:xfrm>
                <a:off x="15688553" y="1460798"/>
                <a:ext cx="37500" cy="375000"/>
              </a:xfrm>
              <a:custGeom>
                <a:avLst/>
                <a:gdLst>
                  <a:gd name="csX0" fmla="*/ 0 w 37500"/>
                  <a:gd name="csY0" fmla="*/ 0 h 375000"/>
                  <a:gd name="csX1" fmla="*/ 0 w 37500"/>
                  <a:gd name="csY1" fmla="*/ 375000 h 375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7500" h="375000">
                    <a:moveTo>
                      <a:pt x="0" y="0"/>
                    </a:moveTo>
                    <a:lnTo>
                      <a:pt x="0" y="375000"/>
                    </a:lnTo>
                  </a:path>
                </a:pathLst>
              </a:custGeom>
              <a:noFill/>
              <a:ln w="25400" cap="rnd">
                <a:solidFill>
                  <a:schemeClr val="accent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2" name="Овал 31">
                <a:extLst>
                  <a:ext uri="{FF2B5EF4-FFF2-40B4-BE49-F238E27FC236}">
                    <a16:creationId xmlns:a16="http://schemas.microsoft.com/office/drawing/2014/main" id="{F5D6B282-88A1-E9E9-E761-F5906F01A899}"/>
                  </a:ext>
                </a:extLst>
              </p:cNvPr>
              <p:cNvSpPr/>
              <p:nvPr/>
            </p:nvSpPr>
            <p:spPr>
              <a:xfrm>
                <a:off x="15276053" y="1235798"/>
                <a:ext cx="825000" cy="825000"/>
              </a:xfrm>
              <a:prstGeom prst="ellips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ru-RU"/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DB8A4EE-A46A-1A29-2D41-1949DA2AECEB}"/>
                </a:ext>
              </a:extLst>
            </p:cNvPr>
            <p:cNvSpPr txBox="1"/>
            <p:nvPr/>
          </p:nvSpPr>
          <p:spPr>
            <a:xfrm>
              <a:off x="3440940" y="6470238"/>
              <a:ext cx="7889048" cy="528080"/>
            </a:xfrm>
            <a:prstGeom prst="rect">
              <a:avLst/>
            </a:prstGeom>
          </p:spPr>
          <p:txBody>
            <a:bodyPr vert="horz" wrap="square" lIns="0" tIns="0" rIns="0" bIns="108000" rtlCol="0" anchor="ctr" anchorCtr="0">
              <a:spAutoFit/>
            </a:bodyPr>
            <a:lstStyle>
              <a:lvl1pPr marL="342900" indent="-342900" defTabSz="1488104">
                <a:lnSpc>
                  <a:spcPts val="3000"/>
                </a:lnSpc>
                <a:spcBef>
                  <a:spcPct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 b="0">
                  <a:latin typeface="Graphik LC Regular" panose="020B0503030202060203" pitchFamily="34" charset="0"/>
                  <a:ea typeface="+mj-ea"/>
                  <a:cs typeface="+mj-cs"/>
                </a:defRPr>
              </a:lvl1pPr>
            </a:lstStyle>
            <a:p>
              <a:pPr marL="0" indent="0">
                <a:lnSpc>
                  <a:spcPts val="3600"/>
                </a:lnSpc>
                <a:buNone/>
              </a:pPr>
              <a:r>
                <a:rPr lang="ru-RU" sz="2600" dirty="0"/>
                <a:t>Не размораживается языковая модель.</a:t>
              </a:r>
            </a:p>
          </p:txBody>
        </p:sp>
      </p:grpSp>
      <p:grpSp>
        <p:nvGrpSpPr>
          <p:cNvPr id="33" name="Группа 32">
            <a:extLst>
              <a:ext uri="{FF2B5EF4-FFF2-40B4-BE49-F238E27FC236}">
                <a16:creationId xmlns:a16="http://schemas.microsoft.com/office/drawing/2014/main" id="{C27C31E0-8401-8BF5-EB9D-CA7FCAD5F011}"/>
              </a:ext>
            </a:extLst>
          </p:cNvPr>
          <p:cNvGrpSpPr/>
          <p:nvPr/>
        </p:nvGrpSpPr>
        <p:grpSpPr>
          <a:xfrm>
            <a:off x="13039727" y="11152924"/>
            <a:ext cx="9398000" cy="900000"/>
            <a:chOff x="1931988" y="10226692"/>
            <a:chExt cx="9398000" cy="900000"/>
          </a:xfrm>
        </p:grpSpPr>
        <p:grpSp>
          <p:nvGrpSpPr>
            <p:cNvPr id="34" name="Группа 33">
              <a:extLst>
                <a:ext uri="{FF2B5EF4-FFF2-40B4-BE49-F238E27FC236}">
                  <a16:creationId xmlns:a16="http://schemas.microsoft.com/office/drawing/2014/main" id="{C51F2AFB-0BCC-56D2-1481-7317CCFF0488}"/>
                </a:ext>
              </a:extLst>
            </p:cNvPr>
            <p:cNvGrpSpPr/>
            <p:nvPr/>
          </p:nvGrpSpPr>
          <p:grpSpPr>
            <a:xfrm>
              <a:off x="1931988" y="10226692"/>
              <a:ext cx="900000" cy="900000"/>
              <a:chOff x="1876895" y="9224420"/>
              <a:chExt cx="900000" cy="900000"/>
            </a:xfrm>
          </p:grpSpPr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F2FB7270-66CE-879A-CD6D-2E9097B413BC}"/>
                  </a:ext>
                </a:extLst>
              </p:cNvPr>
              <p:cNvSpPr/>
              <p:nvPr/>
            </p:nvSpPr>
            <p:spPr>
              <a:xfrm>
                <a:off x="2122350" y="9674420"/>
                <a:ext cx="409091" cy="40909"/>
              </a:xfrm>
              <a:custGeom>
                <a:avLst/>
                <a:gdLst>
                  <a:gd name="csX0" fmla="*/ 0 w 375000"/>
                  <a:gd name="csY0" fmla="*/ 0 h 37500"/>
                  <a:gd name="csX1" fmla="*/ 375000 w 375000"/>
                  <a:gd name="csY1" fmla="*/ 0 h 37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75000" h="37500">
                    <a:moveTo>
                      <a:pt x="0" y="0"/>
                    </a:moveTo>
                    <a:lnTo>
                      <a:pt x="375000" y="0"/>
                    </a:lnTo>
                  </a:path>
                </a:pathLst>
              </a:custGeom>
              <a:noFill/>
              <a:ln w="25400" cap="rnd">
                <a:solidFill>
                  <a:schemeClr val="accent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7" name="Овал 36">
                <a:extLst>
                  <a:ext uri="{FF2B5EF4-FFF2-40B4-BE49-F238E27FC236}">
                    <a16:creationId xmlns:a16="http://schemas.microsoft.com/office/drawing/2014/main" id="{1115C797-99EE-E813-89BB-84E6B4DB5063}"/>
                  </a:ext>
                </a:extLst>
              </p:cNvPr>
              <p:cNvSpPr/>
              <p:nvPr/>
            </p:nvSpPr>
            <p:spPr>
              <a:xfrm>
                <a:off x="1876895" y="9224420"/>
                <a:ext cx="900000" cy="900000"/>
              </a:xfrm>
              <a:prstGeom prst="ellipse">
                <a:avLst/>
              </a:prstGeom>
              <a:noFill/>
              <a:ln w="25400" cap="flat">
                <a:solidFill>
                  <a:schemeClr val="accent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ru-RU"/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A629D00-0419-AFA3-069E-E0F9645A503B}"/>
                </a:ext>
              </a:extLst>
            </p:cNvPr>
            <p:cNvSpPr txBox="1"/>
            <p:nvPr/>
          </p:nvSpPr>
          <p:spPr>
            <a:xfrm>
              <a:off x="3440940" y="10412651"/>
              <a:ext cx="7889048" cy="528080"/>
            </a:xfrm>
            <a:prstGeom prst="rect">
              <a:avLst/>
            </a:prstGeom>
          </p:spPr>
          <p:txBody>
            <a:bodyPr vert="horz" wrap="square" lIns="0" tIns="0" rIns="0" bIns="108000" rtlCol="0" anchor="ctr" anchorCtr="0">
              <a:spAutoFit/>
            </a:bodyPr>
            <a:lstStyle>
              <a:lvl1pPr marL="342900" indent="-342900" defTabSz="1488104">
                <a:lnSpc>
                  <a:spcPts val="3000"/>
                </a:lnSpc>
                <a:spcBef>
                  <a:spcPct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 b="0">
                  <a:latin typeface="Graphik LC Regular" panose="020B0503030202060203" pitchFamily="34" charset="0"/>
                  <a:ea typeface="+mj-ea"/>
                  <a:cs typeface="+mj-cs"/>
                </a:defRPr>
              </a:lvl1pPr>
            </a:lstStyle>
            <a:p>
              <a:pPr marL="0" indent="0">
                <a:lnSpc>
                  <a:spcPts val="3600"/>
                </a:lnSpc>
                <a:buNone/>
              </a:pPr>
              <a:r>
                <a:rPr lang="ru-RU" sz="2600" dirty="0"/>
                <a:t>Ресурсоёмкое обучение.</a:t>
              </a:r>
            </a:p>
          </p:txBody>
        </p:sp>
      </p:grpSp>
      <p:sp>
        <p:nvSpPr>
          <p:cNvPr id="524" name="B524"/>
          <p:cNvSpPr/>
          <p:nvPr/>
        </p:nvSpPr>
        <p:spPr>
          <a:xfrm>
            <a:off x="0" y="0"/>
            <a:ext cx="24387175" cy="6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167025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421D5556-86D7-DAC6-DED2-73C35D84D05F}"/>
              </a:ext>
            </a:extLst>
          </p:cNvPr>
          <p:cNvSpPr>
            <a:spLocks/>
          </p:cNvSpPr>
          <p:nvPr/>
        </p:nvSpPr>
        <p:spPr>
          <a:xfrm>
            <a:off x="1212849" y="4875438"/>
            <a:ext cx="10853738" cy="2388710"/>
          </a:xfrm>
          <a:prstGeom prst="roundRect">
            <a:avLst>
              <a:gd name="adj" fmla="val 6091"/>
            </a:avLst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807C6637-6E35-0011-2942-0E9978E778B4}"/>
              </a:ext>
            </a:extLst>
          </p:cNvPr>
          <p:cNvSpPr>
            <a:spLocks/>
          </p:cNvSpPr>
          <p:nvPr/>
        </p:nvSpPr>
        <p:spPr>
          <a:xfrm>
            <a:off x="1212849" y="7516147"/>
            <a:ext cx="10853738" cy="2371471"/>
          </a:xfrm>
          <a:prstGeom prst="roundRect">
            <a:avLst>
              <a:gd name="adj" fmla="val 6136"/>
            </a:avLst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596EA445-7BA1-055D-80FA-1E2E9866A696}"/>
              </a:ext>
            </a:extLst>
          </p:cNvPr>
          <p:cNvSpPr>
            <a:spLocks/>
          </p:cNvSpPr>
          <p:nvPr/>
        </p:nvSpPr>
        <p:spPr>
          <a:xfrm>
            <a:off x="1212849" y="10139618"/>
            <a:ext cx="10853738" cy="2371471"/>
          </a:xfrm>
          <a:prstGeom prst="roundRect">
            <a:avLst>
              <a:gd name="adj" fmla="val 6136"/>
            </a:avLst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06A3128F-7CDB-203A-ED0C-12FE05CBA72F}"/>
              </a:ext>
            </a:extLst>
          </p:cNvPr>
          <p:cNvSpPr/>
          <p:nvPr/>
        </p:nvSpPr>
        <p:spPr>
          <a:xfrm>
            <a:off x="1162745" y="1015912"/>
            <a:ext cx="19574541" cy="109004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8500"/>
              </a:lnSpc>
              <a:spcBef>
                <a:spcPct val="0"/>
              </a:spcBef>
              <a:spcAft>
                <a:spcPts val="4000"/>
              </a:spcAft>
            </a:pPr>
            <a:r>
              <a:rPr lang="en" sz="7500" b="1" dirty="0">
                <a:latin typeface="Graphik LC Semibold" panose="020B0503030202060203" pitchFamily="34" charset="0"/>
                <a:ea typeface="Inter" panose="02000503000000020004" pitchFamily="2" charset="0"/>
                <a:sym typeface="Arial"/>
              </a:rPr>
              <a:t>Deep Fusion — Modality Representation</a:t>
            </a:r>
          </a:p>
        </p:txBody>
      </p:sp>
      <p:sp>
        <p:nvSpPr>
          <p:cNvPr id="12" name="Номер слайда 2">
            <a:extLst>
              <a:ext uri="{FF2B5EF4-FFF2-40B4-BE49-F238E27FC236}">
                <a16:creationId xmlns:a16="http://schemas.microsoft.com/office/drawing/2014/main" id="{05CC56CA-2D58-6877-E933-985405BA64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23918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ru-RU" smtClean="0">
                <a:solidFill>
                  <a:srgbClr val="888888"/>
                </a:solidFill>
              </a:defRPr>
            </a:lvl1pPr>
          </a:lstStyle>
          <a:p>
            <a:fld id="{C8994169-2FD2-C948-898F-758DFA36E520}" type="slidenum">
              <a:rPr lang="ru-RU" smtClean="0"/>
              <a:pPr/>
              <a:t>15</a:t>
            </a:fld>
            <a:endParaRPr lang="ru-RU" dirty="0"/>
          </a:p>
        </p:txBody>
      </p:sp>
      <p:sp>
        <p:nvSpPr>
          <p:cNvPr id="86" name="Прямоугольник 85">
            <a:extLst>
              <a:ext uri="{FF2B5EF4-FFF2-40B4-BE49-F238E27FC236}">
                <a16:creationId xmlns:a16="http://schemas.microsoft.com/office/drawing/2014/main" id="{F647CA1C-A558-1461-8934-283421EC23FF}"/>
              </a:ext>
            </a:extLst>
          </p:cNvPr>
          <p:cNvSpPr/>
          <p:nvPr/>
        </p:nvSpPr>
        <p:spPr>
          <a:xfrm>
            <a:off x="20033519" y="-843323"/>
            <a:ext cx="232219" cy="232219"/>
          </a:xfrm>
          <a:prstGeom prst="rect">
            <a:avLst/>
          </a:prstGeom>
          <a:solidFill>
            <a:schemeClr val="accent3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81A51F7-EC93-5C38-E717-5D4F1E0810EB}"/>
              </a:ext>
            </a:extLst>
          </p:cNvPr>
          <p:cNvSpPr>
            <a:spLocks/>
          </p:cNvSpPr>
          <p:nvPr/>
        </p:nvSpPr>
        <p:spPr>
          <a:xfrm>
            <a:off x="1212849" y="2897188"/>
            <a:ext cx="10853738" cy="1726249"/>
          </a:xfrm>
          <a:prstGeom prst="roundRect">
            <a:avLst>
              <a:gd name="adj" fmla="val 8429"/>
            </a:avLst>
          </a:prstGeom>
          <a:solidFill>
            <a:schemeClr val="accent6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4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183311-C151-6F95-5FCC-46DA59D09D7C}"/>
              </a:ext>
            </a:extLst>
          </p:cNvPr>
          <p:cNvSpPr txBox="1"/>
          <p:nvPr/>
        </p:nvSpPr>
        <p:spPr>
          <a:xfrm>
            <a:off x="1956001" y="3408576"/>
            <a:ext cx="9145759" cy="553998"/>
          </a:xfrm>
          <a:prstGeom prst="rect">
            <a:avLst/>
          </a:prstGeom>
          <a:noFill/>
        </p:spPr>
        <p:txBody>
          <a:bodyPr wrap="square" lIns="0" tIns="0" rIns="0" bIns="0" numCol="1" rtlCol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R="0" lvl="0" indent="0" defTabSz="1485991" fontAlgn="auto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kumimoji="0" sz="3200" b="0" i="0" u="none" strike="noStrike" cap="none" spc="0" normalizeH="0" baseline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defTabSz="1485991">
              <a:spcAft>
                <a:spcPts val="1200"/>
              </a:spcAft>
            </a:pPr>
            <a:r>
              <a:rPr lang="ru-RU" sz="3600" dirty="0">
                <a:solidFill>
                  <a:schemeClr val="tx2"/>
                </a:solidFill>
                <a:latin typeface="Graphik LC Medium" panose="020B0503030202060203" pitchFamily="34" charset="0"/>
              </a:rPr>
              <a:t>Сжатие визуального контекста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40118B0E-EEFB-71BA-3749-30DFA760A40F}"/>
              </a:ext>
            </a:extLst>
          </p:cNvPr>
          <p:cNvGrpSpPr/>
          <p:nvPr/>
        </p:nvGrpSpPr>
        <p:grpSpPr>
          <a:xfrm>
            <a:off x="1956001" y="5820234"/>
            <a:ext cx="9417852" cy="499118"/>
            <a:chOff x="1956001" y="5561646"/>
            <a:chExt cx="9417852" cy="49911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A5B44B8-41BB-F73C-52ED-0B1351603665}"/>
                </a:ext>
              </a:extLst>
            </p:cNvPr>
            <p:cNvSpPr txBox="1"/>
            <p:nvPr/>
          </p:nvSpPr>
          <p:spPr>
            <a:xfrm>
              <a:off x="3000002" y="5561646"/>
              <a:ext cx="8373851" cy="491729"/>
            </a:xfrm>
            <a:prstGeom prst="rect">
              <a:avLst/>
            </a:prstGeom>
            <a:ln>
              <a:noFill/>
            </a:ln>
          </p:spPr>
          <p:txBody>
            <a:bodyPr vert="horz" wrap="square" lIns="0" tIns="0" rIns="0" bIns="72000" rtlCol="0" anchor="t" anchorCtr="0">
              <a:spAutoFit/>
            </a:bodyPr>
            <a:lstStyle>
              <a:lvl1pPr marL="342900" indent="-342900" defTabSz="1488104">
                <a:lnSpc>
                  <a:spcPts val="3000"/>
                </a:lnSpc>
                <a:spcBef>
                  <a:spcPct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 b="0">
                  <a:latin typeface="Graphik LC Regular" panose="020B0503030202060203" pitchFamily="34" charset="0"/>
                  <a:ea typeface="+mj-ea"/>
                  <a:cs typeface="+mj-cs"/>
                </a:defRPr>
              </a:lvl1pPr>
            </a:lstStyle>
            <a:p>
              <a:pPr marL="0" indent="0">
                <a:lnSpc>
                  <a:spcPts val="3600"/>
                </a:lnSpc>
                <a:spcAft>
                  <a:spcPts val="1000"/>
                </a:spcAft>
                <a:buNone/>
              </a:pPr>
              <a:r>
                <a:rPr lang="ru-RU" sz="2600" dirty="0" err="1"/>
                <a:t>Свёрточный</a:t>
              </a:r>
              <a:r>
                <a:rPr lang="ru-RU" sz="2600" dirty="0"/>
                <a:t> адаптер </a:t>
              </a:r>
              <a:r>
                <a:rPr lang="en" sz="2600" dirty="0"/>
                <a:t>LDPv2</a:t>
              </a:r>
              <a:r>
                <a:rPr lang="ru-RU" sz="2600" dirty="0"/>
                <a:t>.</a:t>
              </a:r>
              <a:endParaRPr lang="en" sz="2600" dirty="0"/>
            </a:p>
          </p:txBody>
        </p:sp>
        <p:sp>
          <p:nvSpPr>
            <p:cNvPr id="17" name="Рисунок 149">
              <a:extLst>
                <a:ext uri="{FF2B5EF4-FFF2-40B4-BE49-F238E27FC236}">
                  <a16:creationId xmlns:a16="http://schemas.microsoft.com/office/drawing/2014/main" id="{9BDE25C6-F055-6E65-678A-7312703F8AB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56001" y="5628764"/>
              <a:ext cx="432000" cy="432000"/>
            </a:xfrm>
            <a:custGeom>
              <a:avLst/>
              <a:gdLst>
                <a:gd name="connsiteX0" fmla="*/ 285750 w 571499"/>
                <a:gd name="connsiteY0" fmla="*/ 0 h 571500"/>
                <a:gd name="connsiteX1" fmla="*/ 571500 w 571499"/>
                <a:gd name="connsiteY1" fmla="*/ 285750 h 571500"/>
                <a:gd name="connsiteX2" fmla="*/ 571500 w 571499"/>
                <a:gd name="connsiteY2" fmla="*/ 285750 h 571500"/>
                <a:gd name="connsiteX3" fmla="*/ 285750 w 571499"/>
                <a:gd name="connsiteY3" fmla="*/ 571500 h 571500"/>
                <a:gd name="connsiteX4" fmla="*/ 571500 w 571499"/>
                <a:gd name="connsiteY4" fmla="*/ 285750 h 571500"/>
                <a:gd name="connsiteX5" fmla="*/ 0 w 571499"/>
                <a:gd name="connsiteY5" fmla="*/ 28575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1499" h="571500">
                  <a:moveTo>
                    <a:pt x="285750" y="0"/>
                  </a:moveTo>
                  <a:lnTo>
                    <a:pt x="571500" y="285750"/>
                  </a:lnTo>
                  <a:moveTo>
                    <a:pt x="571500" y="285750"/>
                  </a:moveTo>
                  <a:lnTo>
                    <a:pt x="285750" y="571500"/>
                  </a:lnTo>
                  <a:moveTo>
                    <a:pt x="571500" y="285750"/>
                  </a:moveTo>
                  <a:lnTo>
                    <a:pt x="0" y="28575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pPr>
                <a:lnSpc>
                  <a:spcPts val="4200"/>
                </a:lnSpc>
                <a:spcAft>
                  <a:spcPts val="1000"/>
                </a:spcAft>
              </a:pPr>
              <a:endParaRPr lang="ru-RU" dirty="0"/>
            </a:p>
          </p:txBody>
        </p: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3F7C7C67-1801-2D45-3170-69D4846B5F3C}"/>
              </a:ext>
            </a:extLst>
          </p:cNvPr>
          <p:cNvGrpSpPr/>
          <p:nvPr/>
        </p:nvGrpSpPr>
        <p:grpSpPr>
          <a:xfrm>
            <a:off x="1956001" y="7994353"/>
            <a:ext cx="9417852" cy="1415058"/>
            <a:chOff x="1956001" y="5561646"/>
            <a:chExt cx="9417852" cy="141505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9512FAF-E662-9473-E501-6BE698D425F1}"/>
                </a:ext>
              </a:extLst>
            </p:cNvPr>
            <p:cNvSpPr txBox="1"/>
            <p:nvPr/>
          </p:nvSpPr>
          <p:spPr>
            <a:xfrm>
              <a:off x="3000002" y="5561646"/>
              <a:ext cx="8373851" cy="1415058"/>
            </a:xfrm>
            <a:prstGeom prst="rect">
              <a:avLst/>
            </a:prstGeom>
            <a:ln>
              <a:noFill/>
            </a:ln>
          </p:spPr>
          <p:txBody>
            <a:bodyPr vert="horz" wrap="square" lIns="0" tIns="0" rIns="0" bIns="72000" rtlCol="0" anchor="t" anchorCtr="0">
              <a:spAutoFit/>
            </a:bodyPr>
            <a:lstStyle>
              <a:lvl1pPr marL="342900" indent="-342900" defTabSz="1488104">
                <a:lnSpc>
                  <a:spcPts val="3000"/>
                </a:lnSpc>
                <a:spcBef>
                  <a:spcPct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 b="0">
                  <a:latin typeface="Graphik LC Regular" panose="020B0503030202060203" pitchFamily="34" charset="0"/>
                  <a:ea typeface="+mj-ea"/>
                  <a:cs typeface="+mj-cs"/>
                </a:defRPr>
              </a:lvl1pPr>
            </a:lstStyle>
            <a:p>
              <a:pPr marL="0" indent="0">
                <a:lnSpc>
                  <a:spcPts val="3600"/>
                </a:lnSpc>
                <a:spcAft>
                  <a:spcPts val="1000"/>
                </a:spcAft>
                <a:buNone/>
              </a:pPr>
              <a:r>
                <a:rPr lang="en" sz="2600" dirty="0"/>
                <a:t>Pixel-shuffle </a:t>
              </a:r>
              <a:r>
                <a:rPr lang="ru-RU" sz="2600" dirty="0"/>
                <a:t>—</a:t>
              </a:r>
              <a:r>
                <a:rPr lang="en" sz="2600" dirty="0"/>
                <a:t> </a:t>
              </a:r>
              <a:r>
                <a:rPr lang="ru-RU" sz="2600" dirty="0"/>
                <a:t>увеличение ширины </a:t>
              </a:r>
              <a:r>
                <a:rPr lang="ru-RU" sz="2600" dirty="0" err="1"/>
                <a:t>эмбеддингов</a:t>
              </a:r>
              <a:r>
                <a:rPr lang="ru-RU" sz="2600" dirty="0"/>
                <a:t> </a:t>
              </a:r>
              <a:br>
                <a:rPr lang="ru-RU" sz="2600" dirty="0"/>
              </a:br>
              <a:r>
                <a:rPr lang="ru-RU" sz="2600" dirty="0"/>
                <a:t>за счёт уменьшения «длины» с помощью переорганизации канальной размерности.</a:t>
              </a:r>
            </a:p>
          </p:txBody>
        </p:sp>
        <p:sp>
          <p:nvSpPr>
            <p:cNvPr id="21" name="Рисунок 149">
              <a:extLst>
                <a:ext uri="{FF2B5EF4-FFF2-40B4-BE49-F238E27FC236}">
                  <a16:creationId xmlns:a16="http://schemas.microsoft.com/office/drawing/2014/main" id="{CEF941F3-672C-E47C-C987-C3DEFA01C7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56001" y="5628764"/>
              <a:ext cx="432000" cy="432000"/>
            </a:xfrm>
            <a:custGeom>
              <a:avLst/>
              <a:gdLst>
                <a:gd name="connsiteX0" fmla="*/ 285750 w 571499"/>
                <a:gd name="connsiteY0" fmla="*/ 0 h 571500"/>
                <a:gd name="connsiteX1" fmla="*/ 571500 w 571499"/>
                <a:gd name="connsiteY1" fmla="*/ 285750 h 571500"/>
                <a:gd name="connsiteX2" fmla="*/ 571500 w 571499"/>
                <a:gd name="connsiteY2" fmla="*/ 285750 h 571500"/>
                <a:gd name="connsiteX3" fmla="*/ 285750 w 571499"/>
                <a:gd name="connsiteY3" fmla="*/ 571500 h 571500"/>
                <a:gd name="connsiteX4" fmla="*/ 571500 w 571499"/>
                <a:gd name="connsiteY4" fmla="*/ 285750 h 571500"/>
                <a:gd name="connsiteX5" fmla="*/ 0 w 571499"/>
                <a:gd name="connsiteY5" fmla="*/ 28575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1499" h="571500">
                  <a:moveTo>
                    <a:pt x="285750" y="0"/>
                  </a:moveTo>
                  <a:lnTo>
                    <a:pt x="571500" y="285750"/>
                  </a:lnTo>
                  <a:moveTo>
                    <a:pt x="571500" y="285750"/>
                  </a:moveTo>
                  <a:lnTo>
                    <a:pt x="285750" y="571500"/>
                  </a:lnTo>
                  <a:moveTo>
                    <a:pt x="571500" y="285750"/>
                  </a:moveTo>
                  <a:lnTo>
                    <a:pt x="0" y="28575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pPr>
                <a:lnSpc>
                  <a:spcPts val="4200"/>
                </a:lnSpc>
                <a:spcAft>
                  <a:spcPts val="1000"/>
                </a:spcAft>
              </a:pPr>
              <a:endParaRPr lang="ru-RU" dirty="0"/>
            </a:p>
          </p:txBody>
        </p:sp>
      </p:grp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933F40EE-0F5F-B430-3D39-25EFE99E1209}"/>
              </a:ext>
            </a:extLst>
          </p:cNvPr>
          <p:cNvGrpSpPr/>
          <p:nvPr/>
        </p:nvGrpSpPr>
        <p:grpSpPr>
          <a:xfrm>
            <a:off x="1956001" y="10617825"/>
            <a:ext cx="9417852" cy="1415058"/>
            <a:chOff x="1956001" y="5561646"/>
            <a:chExt cx="9417852" cy="1415058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8C1AAE1-E344-0343-E060-C8B6ECB89443}"/>
                </a:ext>
              </a:extLst>
            </p:cNvPr>
            <p:cNvSpPr txBox="1"/>
            <p:nvPr/>
          </p:nvSpPr>
          <p:spPr>
            <a:xfrm>
              <a:off x="3000002" y="5561646"/>
              <a:ext cx="8373851" cy="1415058"/>
            </a:xfrm>
            <a:prstGeom prst="rect">
              <a:avLst/>
            </a:prstGeom>
            <a:ln>
              <a:noFill/>
            </a:ln>
          </p:spPr>
          <p:txBody>
            <a:bodyPr vert="horz" wrap="square" lIns="0" tIns="0" rIns="0" bIns="72000" rtlCol="0" anchor="t" anchorCtr="0">
              <a:spAutoFit/>
            </a:bodyPr>
            <a:lstStyle>
              <a:lvl1pPr marL="342900" indent="-342900" defTabSz="1488104">
                <a:lnSpc>
                  <a:spcPts val="3000"/>
                </a:lnSpc>
                <a:spcBef>
                  <a:spcPct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 b="0">
                  <a:latin typeface="Graphik LC Regular" panose="020B0503030202060203" pitchFamily="34" charset="0"/>
                  <a:ea typeface="+mj-ea"/>
                  <a:cs typeface="+mj-cs"/>
                </a:defRPr>
              </a:lvl1pPr>
            </a:lstStyle>
            <a:p>
              <a:pPr marL="0" indent="0">
                <a:lnSpc>
                  <a:spcPts val="3600"/>
                </a:lnSpc>
                <a:spcAft>
                  <a:spcPts val="1000"/>
                </a:spcAft>
                <a:buNone/>
              </a:pPr>
              <a:r>
                <a:rPr lang="en" sz="2600" dirty="0" err="1"/>
                <a:t>Perciever</a:t>
              </a:r>
              <a:r>
                <a:rPr lang="en" sz="2600" dirty="0"/>
                <a:t> </a:t>
              </a:r>
              <a:r>
                <a:rPr lang="en" sz="2600" dirty="0" err="1"/>
                <a:t>Resampler</a:t>
              </a:r>
              <a:r>
                <a:rPr lang="en" sz="2600" dirty="0"/>
                <a:t> </a:t>
              </a:r>
              <a:r>
                <a:rPr lang="ru-RU" sz="2600" dirty="0"/>
                <a:t>—</a:t>
              </a:r>
              <a:r>
                <a:rPr lang="en" sz="2600" dirty="0"/>
                <a:t> </a:t>
              </a:r>
              <a:r>
                <a:rPr lang="ru-RU" sz="2600" dirty="0"/>
                <a:t>уменьшение числа токенов </a:t>
              </a:r>
              <a:br>
                <a:rPr lang="ru-RU" sz="2600" dirty="0"/>
              </a:br>
              <a:r>
                <a:rPr lang="ru-RU" sz="2600" dirty="0"/>
                <a:t>за счёт обучения фиксированного количества </a:t>
              </a:r>
              <a:r>
                <a:rPr lang="en-US" sz="2600" dirty="0"/>
                <a:t>Q</a:t>
              </a:r>
              <a:r>
                <a:rPr lang="en" sz="2600" dirty="0"/>
                <a:t>uery-</a:t>
              </a:r>
              <a:r>
                <a:rPr lang="ru-RU" sz="2600" dirty="0"/>
                <a:t>векторов и механизма </a:t>
              </a:r>
              <a:r>
                <a:rPr lang="en-US" sz="2600" dirty="0"/>
                <a:t>C</a:t>
              </a:r>
              <a:r>
                <a:rPr lang="en" sz="2600" dirty="0"/>
                <a:t>ross </a:t>
              </a:r>
              <a:r>
                <a:rPr lang="en-US" sz="2600" dirty="0"/>
                <a:t>A</a:t>
              </a:r>
              <a:r>
                <a:rPr lang="en" sz="2600" dirty="0"/>
                <a:t>ttention</a:t>
              </a:r>
              <a:r>
                <a:rPr lang="ru-RU" sz="2600" dirty="0"/>
                <a:t>.</a:t>
              </a:r>
              <a:endParaRPr lang="en" sz="2600" dirty="0"/>
            </a:p>
          </p:txBody>
        </p:sp>
        <p:sp>
          <p:nvSpPr>
            <p:cNvPr id="24" name="Рисунок 149">
              <a:extLst>
                <a:ext uri="{FF2B5EF4-FFF2-40B4-BE49-F238E27FC236}">
                  <a16:creationId xmlns:a16="http://schemas.microsoft.com/office/drawing/2014/main" id="{E07F0B68-98D0-66CC-31FC-0C1C6E8421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56001" y="5628764"/>
              <a:ext cx="432000" cy="432000"/>
            </a:xfrm>
            <a:custGeom>
              <a:avLst/>
              <a:gdLst>
                <a:gd name="connsiteX0" fmla="*/ 285750 w 571499"/>
                <a:gd name="connsiteY0" fmla="*/ 0 h 571500"/>
                <a:gd name="connsiteX1" fmla="*/ 571500 w 571499"/>
                <a:gd name="connsiteY1" fmla="*/ 285750 h 571500"/>
                <a:gd name="connsiteX2" fmla="*/ 571500 w 571499"/>
                <a:gd name="connsiteY2" fmla="*/ 285750 h 571500"/>
                <a:gd name="connsiteX3" fmla="*/ 285750 w 571499"/>
                <a:gd name="connsiteY3" fmla="*/ 571500 h 571500"/>
                <a:gd name="connsiteX4" fmla="*/ 571500 w 571499"/>
                <a:gd name="connsiteY4" fmla="*/ 285750 h 571500"/>
                <a:gd name="connsiteX5" fmla="*/ 0 w 571499"/>
                <a:gd name="connsiteY5" fmla="*/ 28575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1499" h="571500">
                  <a:moveTo>
                    <a:pt x="285750" y="0"/>
                  </a:moveTo>
                  <a:lnTo>
                    <a:pt x="571500" y="285750"/>
                  </a:lnTo>
                  <a:moveTo>
                    <a:pt x="571500" y="285750"/>
                  </a:moveTo>
                  <a:lnTo>
                    <a:pt x="285750" y="571500"/>
                  </a:lnTo>
                  <a:moveTo>
                    <a:pt x="571500" y="285750"/>
                  </a:moveTo>
                  <a:lnTo>
                    <a:pt x="0" y="28575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pPr>
                <a:lnSpc>
                  <a:spcPts val="4200"/>
                </a:lnSpc>
                <a:spcAft>
                  <a:spcPts val="1000"/>
                </a:spcAft>
              </a:pPr>
              <a:endParaRPr lang="ru-RU" dirty="0"/>
            </a:p>
          </p:txBody>
        </p:sp>
      </p:grpSp>
      <p:sp>
        <p:nvSpPr>
          <p:cNvPr id="30" name="Скругленный прямоугольник 29">
            <a:extLst>
              <a:ext uri="{FF2B5EF4-FFF2-40B4-BE49-F238E27FC236}">
                <a16:creationId xmlns:a16="http://schemas.microsoft.com/office/drawing/2014/main" id="{2857E63F-0C4D-96B9-2873-BAB4BDB7839B}"/>
              </a:ext>
            </a:extLst>
          </p:cNvPr>
          <p:cNvSpPr>
            <a:spLocks/>
          </p:cNvSpPr>
          <p:nvPr/>
        </p:nvSpPr>
        <p:spPr>
          <a:xfrm>
            <a:off x="12320588" y="2897188"/>
            <a:ext cx="10853738" cy="4680950"/>
          </a:xfrm>
          <a:prstGeom prst="roundRect">
            <a:avLst>
              <a:gd name="adj" fmla="val 3108"/>
            </a:avLst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1" name="Скругленный прямоугольник 30">
            <a:extLst>
              <a:ext uri="{FF2B5EF4-FFF2-40B4-BE49-F238E27FC236}">
                <a16:creationId xmlns:a16="http://schemas.microsoft.com/office/drawing/2014/main" id="{80DFD267-1632-0D6D-FBD0-91F0F551DB5E}"/>
              </a:ext>
            </a:extLst>
          </p:cNvPr>
          <p:cNvSpPr>
            <a:spLocks/>
          </p:cNvSpPr>
          <p:nvPr/>
        </p:nvSpPr>
        <p:spPr>
          <a:xfrm>
            <a:off x="12320588" y="7830138"/>
            <a:ext cx="10853738" cy="4680950"/>
          </a:xfrm>
          <a:prstGeom prst="roundRect">
            <a:avLst>
              <a:gd name="adj" fmla="val 3108"/>
            </a:avLst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D7F3C0E-4E87-4A29-D2EA-71727B461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43036" y="3397189"/>
            <a:ext cx="7162467" cy="3640919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B02F7A8-5963-7CD9-845E-894EBB92BF62}"/>
              </a:ext>
            </a:extLst>
          </p:cNvPr>
          <p:cNvSpPr txBox="1"/>
          <p:nvPr/>
        </p:nvSpPr>
        <p:spPr>
          <a:xfrm>
            <a:off x="13039711" y="3522100"/>
            <a:ext cx="8373851" cy="491729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7200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lnSpc>
                <a:spcPts val="3600"/>
              </a:lnSpc>
              <a:spcAft>
                <a:spcPts val="1000"/>
              </a:spcAft>
              <a:buNone/>
            </a:pPr>
            <a:r>
              <a:rPr lang="en" sz="2600" dirty="0"/>
              <a:t>LDPv2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944E9A6-810D-2596-8260-0BB1E2321499}"/>
              </a:ext>
            </a:extLst>
          </p:cNvPr>
          <p:cNvSpPr txBox="1"/>
          <p:nvPr/>
        </p:nvSpPr>
        <p:spPr>
          <a:xfrm>
            <a:off x="13039711" y="8455047"/>
            <a:ext cx="8373851" cy="491729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7200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lnSpc>
                <a:spcPts val="3600"/>
              </a:lnSpc>
              <a:spcAft>
                <a:spcPts val="1000"/>
              </a:spcAft>
              <a:buNone/>
            </a:pPr>
            <a:r>
              <a:rPr lang="en" sz="2600" dirty="0" err="1"/>
              <a:t>Perciever</a:t>
            </a:r>
            <a:r>
              <a:rPr lang="en" sz="2600" dirty="0"/>
              <a:t> </a:t>
            </a:r>
            <a:r>
              <a:rPr lang="en" sz="2600" dirty="0" err="1"/>
              <a:t>Resampler</a:t>
            </a:r>
            <a:endParaRPr lang="en" sz="2600" dirty="0"/>
          </a:p>
        </p:txBody>
      </p:sp>
      <p:pic>
        <p:nvPicPr>
          <p:cNvPr id="43" name="Picture 2">
            <a:extLst>
              <a:ext uri="{FF2B5EF4-FFF2-40B4-BE49-F238E27FC236}">
                <a16:creationId xmlns:a16="http://schemas.microsoft.com/office/drawing/2014/main" id="{245ECF10-FC1F-CE03-D5F7-C6ACBE15C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9771" y="9100186"/>
            <a:ext cx="8881407" cy="2939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Номер слайда 2">
            <a:extLst>
              <a:ext uri="{FF2B5EF4-FFF2-40B4-BE49-F238E27FC236}">
                <a16:creationId xmlns:a16="http://schemas.microsoft.com/office/drawing/2014/main" id="{091D2A58-987D-6B45-414E-7E1D895E3ADB}"/>
              </a:ext>
            </a:extLst>
          </p:cNvPr>
          <p:cNvSpPr txBox="1">
            <a:spLocks/>
          </p:cNvSpPr>
          <p:nvPr/>
        </p:nvSpPr>
        <p:spPr>
          <a:xfrm>
            <a:off x="1212849" y="12649984"/>
            <a:ext cx="14469973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ru-RU" sz="1800" b="0" i="0" kern="1200" smtClean="0">
                <a:solidFill>
                  <a:srgbClr val="888888"/>
                </a:solidFill>
                <a:latin typeface="Graphik LC Regular" panose="020B050303020206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/>
              <a:t>Источники: </a:t>
            </a:r>
            <a:r>
              <a:rPr lang="en" dirty="0" err="1"/>
              <a:t>MobileVLM</a:t>
            </a:r>
            <a:r>
              <a:rPr lang="en" dirty="0"/>
              <a:t> V2: Faster and Stronger Baseline for Vision Language Model</a:t>
            </a:r>
            <a:r>
              <a:rPr lang="en-US" dirty="0"/>
              <a:t>.</a:t>
            </a:r>
            <a:endParaRPr lang="en" dirty="0"/>
          </a:p>
          <a:p>
            <a:pPr algn="l"/>
            <a:r>
              <a:rPr lang="en" dirty="0"/>
              <a:t>Perceiver IO: A General Architecture for Structured Inputs &amp; Outputs</a:t>
            </a:r>
            <a:r>
              <a:rPr lang="ru-RU" dirty="0"/>
              <a:t>.</a:t>
            </a:r>
            <a:endParaRPr lang="en" dirty="0"/>
          </a:p>
        </p:txBody>
      </p:sp>
      <p:sp>
        <p:nvSpPr>
          <p:cNvPr id="521" name="B521"/>
          <p:cNvSpPr/>
          <p:nvPr/>
        </p:nvSpPr>
        <p:spPr>
          <a:xfrm>
            <a:off x="0" y="0"/>
            <a:ext cx="24387175" cy="6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312919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T"/>
          <p:cNvSpPr/>
          <p:nvPr/>
        </p:nvSpPr>
        <p:spPr>
          <a:xfrm>
            <a:off x="1162745" y="1015912"/>
            <a:ext cx="19574541" cy="109004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defTabSz="1488104">
              <a:lnSpc>
                <a:spcPts val="8500"/>
              </a:lnSpc>
              <a:spcBef>
                <a:spcPct val="0"/>
              </a:spcBef>
              <a:spcAft>
                <a:spcPts val="4000"/>
              </a:spcAft>
            </a:pPr>
            <a:r>
              <a:rPr lang="en" sz="7500" b="1" dirty="0">
                <a:latin typeface="Graphik LC Semibold" panose="020B0503030202060203" pitchFamily="34" charset="0"/>
              </a:rPr>
              <a:t>Cross-Attention в VLM</a:t>
            </a:r>
          </a:p>
        </p:txBody>
      </p:sp>
      <p:sp>
        <p:nvSpPr>
          <p:cNvPr id="402" name="BB"/>
          <p:cNvSpPr>
            <a:spLocks/>
          </p:cNvSpPr>
          <p:nvPr/>
        </p:nvSpPr>
        <p:spPr>
          <a:xfrm>
            <a:off x="1212849" y="2897188"/>
            <a:ext cx="10853738" cy="1726249"/>
          </a:xfrm>
          <a:prstGeom prst="roundRect">
            <a:avLst>
              <a:gd name="adj" fmla="val 8429"/>
            </a:avLst>
          </a:prstGeom>
          <a:solidFill>
            <a:schemeClr val="accent6"/>
          </a:solidFill>
          <a:ln w="25400"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403" name="HT"/>
          <p:cNvSpPr txBox="1"/>
          <p:nvPr/>
        </p:nvSpPr>
        <p:spPr>
          <a:xfrm>
            <a:off x="1956001" y="3297188"/>
            <a:ext cx="936743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3600" b="1" dirty="0">
                <a:solidFill>
                  <a:srgbClr val="FFFFFF"/>
                </a:solidFill>
                <a:latin typeface="Graphik LC Semibold" panose="020B0503030202060203" pitchFamily="34" charset="0"/>
              </a:rPr>
              <a:t>Perceiver Resampler и Q-Former</a:t>
            </a:r>
          </a:p>
        </p:txBody>
      </p:sp>
      <p:sp>
        <p:nvSpPr>
          <p:cNvPr id="404" name="CC"/>
          <p:cNvSpPr>
            <a:spLocks/>
          </p:cNvSpPr>
          <p:nvPr/>
        </p:nvSpPr>
        <p:spPr>
          <a:xfrm>
            <a:off x="1212849" y="4892676"/>
            <a:ext cx="10853738" cy="7618412"/>
          </a:xfrm>
          <a:prstGeom prst="roundRect">
            <a:avLst>
              <a:gd name="adj" fmla="val 8429"/>
            </a:avLst>
          </a:prstGeom>
          <a:solidFill>
            <a:srgbClr val="F5F5F5"/>
          </a:solidFill>
          <a:ln w="25400"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405" name="CT"/>
          <p:cNvSpPr txBox="1"/>
          <p:nvPr/>
        </p:nvSpPr>
        <p:spPr>
          <a:xfrm>
            <a:off x="1956001" y="5242676"/>
            <a:ext cx="9367434" cy="614783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ru-RU" sz="2100" b="1" dirty="0">
                <a:latin typeface="Graphik LC Semibold" panose="020B0503030202060203" pitchFamily="34" charset="0"/>
              </a:rPr>
              <a:t>Общий принцип</a:t>
            </a:r>
          </a:p>
          <a:p>
            <a:pPr marL="342900" indent="-342900">
              <a:spcAft>
                <a:spcPts val="300"/>
              </a:spcAft>
              <a:buChar char="•"/>
            </a:pPr>
            <a:r>
              <a:rPr lang="ru-RU" sz="2100" dirty="0">
                <a:latin typeface="Graphik LC Regular" panose="020B0503030202060203" pitchFamily="34" charset="0"/>
              </a:rPr>
              <a:t>Фиксированное число обучаемых Query-векторов извлекает информацию из визуальных токенов через Cross-Attention.</a:t>
            </a:r>
          </a:p>
          <a:p>
            <a:pPr marL="342900" indent="-342900">
              <a:spcAft>
                <a:spcPts val="300"/>
              </a:spcAft>
              <a:buChar char="•"/>
            </a:pPr>
            <a:r>
              <a:rPr lang="ru-RU" sz="2100" dirty="0">
                <a:latin typeface="Graphik LC Regular" panose="020B0503030202060203" pitchFamily="34" charset="0"/>
              </a:rPr>
              <a:t>N_vis токенов (257, 576...) сжимаются до </a:t>
            </a:r>
            <a:r>
              <a:rPr lang="en-US" sz="2100" dirty="0">
                <a:latin typeface="Graphik LC Regular" panose="020B0503030202060203" pitchFamily="34" charset="0"/>
              </a:rPr>
              <a:t>K</a:t>
            </a:r>
            <a:r>
              <a:rPr lang="ru-RU" sz="2100" dirty="0">
                <a:latin typeface="Graphik LC Regular" panose="020B0503030202060203" pitchFamily="34" charset="0"/>
              </a:rPr>
              <a:t> query (32, 64, 128).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lang="ru-RU" sz="2100" b="1" dirty="0">
                <a:latin typeface="Graphik LC Semibold" panose="020B0503030202060203" pitchFamily="34" charset="0"/>
              </a:rPr>
              <a:t>Perceiver Resampler (Flamingo)</a:t>
            </a:r>
          </a:p>
          <a:p>
            <a:pPr marL="342900" indent="-342900">
              <a:spcAft>
                <a:spcPts val="300"/>
              </a:spcAft>
              <a:buChar char="•"/>
            </a:pPr>
            <a:r>
              <a:rPr lang="ru-RU" sz="2100" dirty="0">
                <a:latin typeface="Graphik LC Regular" panose="020B0503030202060203" pitchFamily="34" charset="0"/>
              </a:rPr>
              <a:t>Latent array (N×D) как Query; визуальные патчи как Key/Value.</a:t>
            </a:r>
          </a:p>
          <a:p>
            <a:pPr marL="342900" indent="-342900">
              <a:spcAft>
                <a:spcPts val="300"/>
              </a:spcAft>
              <a:buChar char="•"/>
            </a:pPr>
            <a:r>
              <a:rPr lang="ru-RU" sz="2100" dirty="0">
                <a:latin typeface="Graphik LC Regular" panose="020B0503030202060203" pitchFamily="34" charset="0"/>
              </a:rPr>
              <a:t>Несколько слоёв Cross-Attention → Self-Attention → FFN.</a:t>
            </a:r>
          </a:p>
          <a:p>
            <a:pPr marL="342900" indent="-342900">
              <a:spcAft>
                <a:spcPts val="300"/>
              </a:spcAft>
              <a:buChar char="•"/>
            </a:pPr>
            <a:r>
              <a:rPr lang="ru-RU" sz="2100" dirty="0">
                <a:latin typeface="Graphik LC Regular" panose="020B0503030202060203" pitchFamily="34" charset="0"/>
              </a:rPr>
              <a:t>Используется в Flamingo для interleaved image-text.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lang="ru-RU" sz="2100" b="1" dirty="0">
                <a:latin typeface="Graphik LC Semibold" panose="020B0503030202060203" pitchFamily="34" charset="0"/>
              </a:rPr>
              <a:t>Q-Former (BLIP-2)</a:t>
            </a:r>
          </a:p>
          <a:p>
            <a:pPr marL="342900" indent="-342900">
              <a:spcAft>
                <a:spcPts val="300"/>
              </a:spcAft>
              <a:buChar char="•"/>
            </a:pPr>
            <a:r>
              <a:rPr lang="ru-RU" sz="2100" dirty="0">
                <a:latin typeface="Graphik LC Regular" panose="020B0503030202060203" pitchFamily="34" charset="0"/>
              </a:rPr>
              <a:t>32 обучаемых query (768-dim); инициализация из BERT-base.</a:t>
            </a:r>
          </a:p>
          <a:p>
            <a:pPr marL="342900" indent="-342900">
              <a:spcAft>
                <a:spcPts val="300"/>
              </a:spcAft>
              <a:buChar char="•"/>
            </a:pPr>
            <a:r>
              <a:rPr lang="ru-RU" sz="2100" dirty="0">
                <a:latin typeface="Graphik LC Regular" panose="020B0503030202060203" pitchFamily="34" charset="0"/>
              </a:rPr>
              <a:t>Cross-Attention к frozen ViT через каждый 2-й слой.</a:t>
            </a:r>
          </a:p>
          <a:p>
            <a:pPr marL="342900" indent="-342900">
              <a:spcAft>
                <a:spcPts val="300"/>
              </a:spcAft>
              <a:buChar char="•"/>
            </a:pPr>
            <a:r>
              <a:rPr lang="ru-RU" sz="2100" dirty="0">
                <a:latin typeface="Graphik LC Regular" panose="020B0503030202060203" pitchFamily="34" charset="0"/>
              </a:rPr>
              <a:t>Двухстадийный pretrain: (1) vision-language alignment, (2) generative learning с frozen LLM.</a:t>
            </a:r>
          </a:p>
          <a:p>
            <a:pPr marL="342900" indent="-342900">
              <a:spcAft>
                <a:spcPts val="300"/>
              </a:spcAft>
              <a:buChar char="•"/>
            </a:pPr>
            <a:r>
              <a:rPr lang="ru-RU" sz="2100" dirty="0">
                <a:latin typeface="Graphik LC Regular" panose="020B0503030202060203" pitchFamily="34" charset="0"/>
              </a:rPr>
              <a:t>Выход: Z (32×768) — компактное представление для LLM.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lang="ru-RU" sz="2100" b="1" dirty="0">
                <a:latin typeface="Graphik LC Semibold" panose="020B0503030202060203" pitchFamily="34" charset="0"/>
              </a:rPr>
              <a:t>Сравнение с MLP-проекцией</a:t>
            </a:r>
          </a:p>
          <a:p>
            <a:pPr marL="342900" indent="-342900">
              <a:spcAft>
                <a:spcPts val="300"/>
              </a:spcAft>
              <a:buChar char="•"/>
            </a:pPr>
            <a:r>
              <a:rPr lang="ru-RU" sz="2100" dirty="0">
                <a:latin typeface="Graphik LC Regular" panose="020B0503030202060203" pitchFamily="34" charset="0"/>
              </a:rPr>
              <a:t>Cross-Attention даёт контроль над числом токенов, но MLP-адаптер (LLaVA) проще и сейчас популярнее.</a:t>
            </a:r>
          </a:p>
        </p:txBody>
      </p:sp>
      <p:sp>
        <p:nvSpPr>
          <p:cNvPr id="406" name="RC"/>
          <p:cNvSpPr>
            <a:spLocks/>
          </p:cNvSpPr>
          <p:nvPr/>
        </p:nvSpPr>
        <p:spPr>
          <a:xfrm>
            <a:off x="12320588" y="2897188"/>
            <a:ext cx="10853738" cy="9613900"/>
          </a:xfrm>
          <a:prstGeom prst="roundRect">
            <a:avLst>
              <a:gd name="adj" fmla="val 8429"/>
            </a:avLst>
          </a:prstGeom>
          <a:solidFill>
            <a:srgbClr val="F5F5F5"/>
          </a:solidFill>
          <a:ln w="25400"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407" name="IP"/>
          <p:cNvSpPr/>
          <p:nvPr/>
        </p:nvSpPr>
        <p:spPr>
          <a:xfrm>
            <a:off x="12720588" y="3297188"/>
            <a:ext cx="10053738" cy="8813900"/>
          </a:xfrm>
          <a:prstGeom prst="roundRect">
            <a:avLst>
              <a:gd name="adj" fmla="val 5000"/>
            </a:avLst>
          </a:prstGeom>
          <a:solidFill>
            <a:srgbClr val="F0F0F0"/>
          </a:solidFill>
          <a:ln w="19050">
            <a:solidFill>
              <a:srgbClr val="AAAAAA"/>
            </a:solidFill>
            <a:prstDash val="dash"/>
          </a:ln>
        </p:spPr>
        <p:txBody>
          <a:bodyPr anchor="ctr" anchorCtr="1"/>
          <a:lstStyle/>
          <a:p>
            <a:pPr algn="ctr"/>
            <a:endParaRPr lang="ru-RU" sz="1800" i="1" dirty="0">
              <a:solidFill>
                <a:srgbClr val="999999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408" name="SL"/>
          <p:cNvSpPr txBox="1">
            <a:spLocks/>
          </p:cNvSpPr>
          <p:nvPr/>
        </p:nvSpPr>
        <p:spPr>
          <a:xfrm>
            <a:off x="1212849" y="12649984"/>
            <a:ext cx="20000000" cy="730250"/>
          </a:xfrm>
          <a:prstGeom prst="rect">
            <a:avLst/>
          </a:prstGeom>
        </p:spPr>
        <p:txBody>
          <a:bodyPr vert="horz" lIns="0" tIns="0" rIns="0" bIns="0" rtlCol="0" anchor="ctr"/>
          <a:lstStyle/>
          <a:p>
            <a:pPr algn="l"/>
            <a:r>
              <a:rPr lang="ru-RU" sz="1800" dirty="0">
                <a:solidFill>
                  <a:srgbClr val="888888"/>
                </a:solidFill>
                <a:latin typeface="Graphik LC Regular" panose="020B0503030202060203" pitchFamily="34" charset="0"/>
              </a:rPr>
              <a:t>Источники: BLIP-2 (Li et al., ICML 2023); Flamingo (Alayrac et al., NeurIPS 2022); Perceiver IO (Jaegle et al., ICML 2022).</a:t>
            </a:r>
          </a:p>
        </p:txBody>
      </p:sp>
      <p:sp>
        <p:nvSpPr>
          <p:cNvPr id="522" name="B522"/>
          <p:cNvSpPr/>
          <p:nvPr/>
        </p:nvSpPr>
        <p:spPr>
          <a:xfrm>
            <a:off x="0" y="0"/>
            <a:ext cx="24387175" cy="6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800C824-E084-2AE5-0107-0BE9CD3595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69107" y="3800169"/>
            <a:ext cx="9156700" cy="305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4C33525-4FB6-B2CD-DAFE-CCB7ACAD59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69106" y="7764677"/>
            <a:ext cx="9156699" cy="347758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06A3128F-7CDB-203A-ED0C-12FE05CBA72F}"/>
              </a:ext>
            </a:extLst>
          </p:cNvPr>
          <p:cNvSpPr/>
          <p:nvPr/>
        </p:nvSpPr>
        <p:spPr>
          <a:xfrm>
            <a:off x="1162745" y="1015912"/>
            <a:ext cx="19574541" cy="109004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8500"/>
              </a:lnSpc>
              <a:spcBef>
                <a:spcPct val="0"/>
              </a:spcBef>
              <a:spcAft>
                <a:spcPts val="4000"/>
              </a:spcAft>
            </a:pPr>
            <a:r>
              <a:rPr lang="en" sz="7500" b="1" dirty="0">
                <a:latin typeface="Graphik LC Semibold" panose="020B0503030202060203" pitchFamily="34" charset="0"/>
                <a:ea typeface="Inter" panose="02000503000000020004" pitchFamily="2" charset="0"/>
                <a:sym typeface="Arial"/>
              </a:rPr>
              <a:t>Mix of Encoders</a:t>
            </a:r>
          </a:p>
        </p:txBody>
      </p:sp>
      <p:sp>
        <p:nvSpPr>
          <p:cNvPr id="12" name="Номер слайда 2">
            <a:extLst>
              <a:ext uri="{FF2B5EF4-FFF2-40B4-BE49-F238E27FC236}">
                <a16:creationId xmlns:a16="http://schemas.microsoft.com/office/drawing/2014/main" id="{05CC56CA-2D58-6877-E933-985405BA64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23918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ru-RU" smtClean="0">
                <a:solidFill>
                  <a:srgbClr val="888888"/>
                </a:solidFill>
              </a:defRPr>
            </a:lvl1pPr>
          </a:lstStyle>
          <a:p>
            <a:fld id="{C8994169-2FD2-C948-898F-758DFA36E520}" type="slidenum">
              <a:rPr lang="ru-RU" smtClean="0"/>
              <a:pPr/>
              <a:t>17</a:t>
            </a:fld>
            <a:endParaRPr lang="ru-RU" dirty="0"/>
          </a:p>
        </p:txBody>
      </p:sp>
      <p:sp>
        <p:nvSpPr>
          <p:cNvPr id="86" name="Прямоугольник 85">
            <a:extLst>
              <a:ext uri="{FF2B5EF4-FFF2-40B4-BE49-F238E27FC236}">
                <a16:creationId xmlns:a16="http://schemas.microsoft.com/office/drawing/2014/main" id="{F647CA1C-A558-1461-8934-283421EC23FF}"/>
              </a:ext>
            </a:extLst>
          </p:cNvPr>
          <p:cNvSpPr/>
          <p:nvPr/>
        </p:nvSpPr>
        <p:spPr>
          <a:xfrm>
            <a:off x="20033519" y="-843323"/>
            <a:ext cx="232219" cy="232219"/>
          </a:xfrm>
          <a:prstGeom prst="rect">
            <a:avLst/>
          </a:prstGeom>
          <a:solidFill>
            <a:schemeClr val="accent3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81A51F7-EC93-5C38-E717-5D4F1E0810EB}"/>
              </a:ext>
            </a:extLst>
          </p:cNvPr>
          <p:cNvSpPr>
            <a:spLocks/>
          </p:cNvSpPr>
          <p:nvPr/>
        </p:nvSpPr>
        <p:spPr>
          <a:xfrm>
            <a:off x="1212849" y="2897188"/>
            <a:ext cx="10853738" cy="1726249"/>
          </a:xfrm>
          <a:prstGeom prst="roundRect">
            <a:avLst>
              <a:gd name="adj" fmla="val 8429"/>
            </a:avLst>
          </a:prstGeom>
          <a:solidFill>
            <a:schemeClr val="accent6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4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183311-C151-6F95-5FCC-46DA59D09D7C}"/>
              </a:ext>
            </a:extLst>
          </p:cNvPr>
          <p:cNvSpPr txBox="1"/>
          <p:nvPr/>
        </p:nvSpPr>
        <p:spPr>
          <a:xfrm>
            <a:off x="1956001" y="3408576"/>
            <a:ext cx="9145759" cy="553998"/>
          </a:xfrm>
          <a:prstGeom prst="rect">
            <a:avLst/>
          </a:prstGeom>
          <a:noFill/>
        </p:spPr>
        <p:txBody>
          <a:bodyPr wrap="square" lIns="0" tIns="0" rIns="0" bIns="0" numCol="1" rtlCol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R="0" lvl="0" indent="0" defTabSz="1485991" fontAlgn="auto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kumimoji="0" sz="3200" b="0" i="0" u="none" strike="noStrike" cap="none" spc="0" normalizeH="0" baseline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defTabSz="1485991">
              <a:spcAft>
                <a:spcPts val="1200"/>
              </a:spcAft>
            </a:pPr>
            <a:r>
              <a:rPr lang="en" sz="3600" dirty="0">
                <a:solidFill>
                  <a:schemeClr val="tx2"/>
                </a:solidFill>
                <a:latin typeface="Graphik LC Medium" panose="020B0503030202060203" pitchFamily="34" charset="0"/>
              </a:rPr>
              <a:t>Basic Fusion</a:t>
            </a:r>
          </a:p>
        </p:txBody>
      </p:sp>
      <p:sp>
        <p:nvSpPr>
          <p:cNvPr id="36" name="Скругленный прямоугольник 35">
            <a:extLst>
              <a:ext uri="{FF2B5EF4-FFF2-40B4-BE49-F238E27FC236}">
                <a16:creationId xmlns:a16="http://schemas.microsoft.com/office/drawing/2014/main" id="{9151D130-4922-1688-60FE-28C3A7852BFC}"/>
              </a:ext>
            </a:extLst>
          </p:cNvPr>
          <p:cNvSpPr>
            <a:spLocks/>
          </p:cNvSpPr>
          <p:nvPr/>
        </p:nvSpPr>
        <p:spPr>
          <a:xfrm>
            <a:off x="1212849" y="4892676"/>
            <a:ext cx="10853738" cy="7618412"/>
          </a:xfrm>
          <a:prstGeom prst="roundRect">
            <a:avLst>
              <a:gd name="adj" fmla="val 1910"/>
            </a:avLst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0FE673-F4A7-F221-BD18-051FEE5DD7AA}"/>
              </a:ext>
            </a:extLst>
          </p:cNvPr>
          <p:cNvSpPr txBox="1"/>
          <p:nvPr/>
        </p:nvSpPr>
        <p:spPr>
          <a:xfrm>
            <a:off x="1934482" y="5536466"/>
            <a:ext cx="2436564" cy="40010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/>
            <a:r>
              <a:rPr lang="en-US" sz="2600" dirty="0" err="1">
                <a:latin typeface="Graphik LC Regular" panose="020B0503030202060203" pitchFamily="34" charset="0"/>
              </a:rPr>
              <a:t>М</a:t>
            </a:r>
            <a:r>
              <a:rPr lang="ru-RU" sz="2600" dirty="0" err="1">
                <a:latin typeface="Graphik LC Regular" panose="020B0503030202060203" pitchFamily="34" charset="0"/>
              </a:rPr>
              <a:t>одальность</a:t>
            </a:r>
            <a:r>
              <a:rPr lang="ru-RU" sz="2600" dirty="0">
                <a:latin typeface="Graphik LC Regular" panose="020B0503030202060203" pitchFamily="34" charset="0"/>
              </a:rPr>
              <a:t> 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1B66DD-0706-56EB-9003-5C157FFF9346}"/>
              </a:ext>
            </a:extLst>
          </p:cNvPr>
          <p:cNvSpPr txBox="1"/>
          <p:nvPr/>
        </p:nvSpPr>
        <p:spPr>
          <a:xfrm>
            <a:off x="1947892" y="6881579"/>
            <a:ext cx="2418931" cy="40010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/>
            <a:r>
              <a:rPr lang="ru-RU" sz="2600" dirty="0">
                <a:latin typeface="Graphik LC Regular" panose="020B0503030202060203" pitchFamily="34" charset="0"/>
              </a:rPr>
              <a:t>Модальность </a:t>
            </a:r>
            <a:r>
              <a:rPr lang="ru-RU" sz="2600" dirty="0" err="1">
                <a:latin typeface="Graphik LC Regular" panose="020B0503030202060203" pitchFamily="34" charset="0"/>
              </a:rPr>
              <a:t>B</a:t>
            </a:r>
            <a:endParaRPr lang="ru-RU" sz="2600" dirty="0">
              <a:latin typeface="Graphik LC Regular" panose="020B0503030202060203" pitchFamily="34" charset="0"/>
            </a:endParaRP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DB34BBB5-81F4-9B58-473B-C8ECAE53122E}"/>
              </a:ext>
            </a:extLst>
          </p:cNvPr>
          <p:cNvGrpSpPr/>
          <p:nvPr/>
        </p:nvGrpSpPr>
        <p:grpSpPr>
          <a:xfrm>
            <a:off x="5021887" y="6856634"/>
            <a:ext cx="1798861" cy="449999"/>
            <a:chOff x="2999656" y="2420888"/>
            <a:chExt cx="864278" cy="216206"/>
          </a:xfrm>
        </p:grpSpPr>
        <p:sp>
          <p:nvSpPr>
            <p:cNvPr id="26" name="Скругленный прямоугольник 25">
              <a:extLst>
                <a:ext uri="{FF2B5EF4-FFF2-40B4-BE49-F238E27FC236}">
                  <a16:creationId xmlns:a16="http://schemas.microsoft.com/office/drawing/2014/main" id="{0C95D438-E47B-F62D-3AF7-67EE22903924}"/>
                </a:ext>
              </a:extLst>
            </p:cNvPr>
            <p:cNvSpPr/>
            <p:nvPr/>
          </p:nvSpPr>
          <p:spPr>
            <a:xfrm>
              <a:off x="2999656" y="2420888"/>
              <a:ext cx="216206" cy="216206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  <p:sp>
          <p:nvSpPr>
            <p:cNvPr id="27" name="Скругленный прямоугольник 26">
              <a:extLst>
                <a:ext uri="{FF2B5EF4-FFF2-40B4-BE49-F238E27FC236}">
                  <a16:creationId xmlns:a16="http://schemas.microsoft.com/office/drawing/2014/main" id="{03A432A7-25AE-2681-B361-55F2B28C2AFB}"/>
                </a:ext>
              </a:extLst>
            </p:cNvPr>
            <p:cNvSpPr/>
            <p:nvPr/>
          </p:nvSpPr>
          <p:spPr>
            <a:xfrm>
              <a:off x="3215680" y="2420888"/>
              <a:ext cx="216206" cy="216206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  <p:sp>
          <p:nvSpPr>
            <p:cNvPr id="28" name="Скругленный прямоугольник 27">
              <a:extLst>
                <a:ext uri="{FF2B5EF4-FFF2-40B4-BE49-F238E27FC236}">
                  <a16:creationId xmlns:a16="http://schemas.microsoft.com/office/drawing/2014/main" id="{69885676-B0BE-22F9-5293-CDB3D6D18FF5}"/>
                </a:ext>
              </a:extLst>
            </p:cNvPr>
            <p:cNvSpPr/>
            <p:nvPr/>
          </p:nvSpPr>
          <p:spPr>
            <a:xfrm>
              <a:off x="3431703" y="2420888"/>
              <a:ext cx="216206" cy="216206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  <p:sp>
          <p:nvSpPr>
            <p:cNvPr id="29" name="Скругленный прямоугольник 28">
              <a:extLst>
                <a:ext uri="{FF2B5EF4-FFF2-40B4-BE49-F238E27FC236}">
                  <a16:creationId xmlns:a16="http://schemas.microsoft.com/office/drawing/2014/main" id="{7D5362B7-20DF-78A3-71FA-EA67AE1095C8}"/>
                </a:ext>
              </a:extLst>
            </p:cNvPr>
            <p:cNvSpPr/>
            <p:nvPr/>
          </p:nvSpPr>
          <p:spPr>
            <a:xfrm>
              <a:off x="3647728" y="2420888"/>
              <a:ext cx="216206" cy="216206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FE8F8774-7152-A029-E552-D3666B84C77D}"/>
              </a:ext>
            </a:extLst>
          </p:cNvPr>
          <p:cNvGrpSpPr/>
          <p:nvPr/>
        </p:nvGrpSpPr>
        <p:grpSpPr>
          <a:xfrm>
            <a:off x="5021887" y="5511521"/>
            <a:ext cx="1798861" cy="449999"/>
            <a:chOff x="2999656" y="2420888"/>
            <a:chExt cx="864278" cy="216206"/>
          </a:xfrm>
          <a:gradFill flip="none" rotWithShape="1">
            <a:gsLst>
              <a:gs pos="0">
                <a:schemeClr val="accent6">
                  <a:lumMod val="75000"/>
                  <a:tint val="66000"/>
                  <a:satMod val="160000"/>
                </a:schemeClr>
              </a:gs>
              <a:gs pos="50000">
                <a:schemeClr val="accent6">
                  <a:lumMod val="75000"/>
                  <a:tint val="44500"/>
                  <a:satMod val="160000"/>
                </a:schemeClr>
              </a:gs>
              <a:gs pos="100000">
                <a:schemeClr val="accent6">
                  <a:lumMod val="75000"/>
                  <a:tint val="23500"/>
                  <a:satMod val="160000"/>
                </a:schemeClr>
              </a:gs>
            </a:gsLst>
            <a:lin ang="16200000" scaled="1"/>
            <a:tileRect/>
          </a:gradFill>
        </p:grpSpPr>
        <p:sp>
          <p:nvSpPr>
            <p:cNvPr id="22" name="Скругленный прямоугольник 21">
              <a:extLst>
                <a:ext uri="{FF2B5EF4-FFF2-40B4-BE49-F238E27FC236}">
                  <a16:creationId xmlns:a16="http://schemas.microsoft.com/office/drawing/2014/main" id="{3B7E182C-8992-A63C-C240-4D980D8D531B}"/>
                </a:ext>
              </a:extLst>
            </p:cNvPr>
            <p:cNvSpPr/>
            <p:nvPr/>
          </p:nvSpPr>
          <p:spPr>
            <a:xfrm>
              <a:off x="2999656" y="2420888"/>
              <a:ext cx="216206" cy="21620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accent6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  <p:sp>
          <p:nvSpPr>
            <p:cNvPr id="23" name="Скругленный прямоугольник 22">
              <a:extLst>
                <a:ext uri="{FF2B5EF4-FFF2-40B4-BE49-F238E27FC236}">
                  <a16:creationId xmlns:a16="http://schemas.microsoft.com/office/drawing/2014/main" id="{226B5264-C2FD-BD86-F01C-8C7E0D6C24BA}"/>
                </a:ext>
              </a:extLst>
            </p:cNvPr>
            <p:cNvSpPr/>
            <p:nvPr/>
          </p:nvSpPr>
          <p:spPr>
            <a:xfrm>
              <a:off x="3215680" y="2420888"/>
              <a:ext cx="216206" cy="21620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accent6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  <p:sp>
          <p:nvSpPr>
            <p:cNvPr id="24" name="Скругленный прямоугольник 23">
              <a:extLst>
                <a:ext uri="{FF2B5EF4-FFF2-40B4-BE49-F238E27FC236}">
                  <a16:creationId xmlns:a16="http://schemas.microsoft.com/office/drawing/2014/main" id="{0D24C8EE-79F1-BFCC-DF25-97EF961341A0}"/>
                </a:ext>
              </a:extLst>
            </p:cNvPr>
            <p:cNvSpPr/>
            <p:nvPr/>
          </p:nvSpPr>
          <p:spPr>
            <a:xfrm>
              <a:off x="3431703" y="2420888"/>
              <a:ext cx="216206" cy="21620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accent6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  <p:sp>
          <p:nvSpPr>
            <p:cNvPr id="25" name="Скругленный прямоугольник 24">
              <a:extLst>
                <a:ext uri="{FF2B5EF4-FFF2-40B4-BE49-F238E27FC236}">
                  <a16:creationId xmlns:a16="http://schemas.microsoft.com/office/drawing/2014/main" id="{E4C74C33-1809-6522-3544-CE9285DAE356}"/>
                </a:ext>
              </a:extLst>
            </p:cNvPr>
            <p:cNvSpPr/>
            <p:nvPr/>
          </p:nvSpPr>
          <p:spPr>
            <a:xfrm>
              <a:off x="3647728" y="2420888"/>
              <a:ext cx="216206" cy="21620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accent6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A38F1E2-8107-F0A3-243C-534C3A250B2A}"/>
                  </a:ext>
                </a:extLst>
              </p:cNvPr>
              <p:cNvSpPr txBox="1"/>
              <p:nvPr/>
            </p:nvSpPr>
            <p:spPr>
              <a:xfrm>
                <a:off x="5703419" y="5974065"/>
                <a:ext cx="411524" cy="40010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600" b="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A38F1E2-8107-F0A3-243C-534C3A250B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3419" y="5974065"/>
                <a:ext cx="411524" cy="400109"/>
              </a:xfrm>
              <a:prstGeom prst="rect">
                <a:avLst/>
              </a:prstGeom>
              <a:blipFill>
                <a:blip r:embed="rId3"/>
                <a:stretch>
                  <a:fillRect l="-12121" r="-6061" b="-909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3368617-02E9-D58B-A91C-4F70ECFF9EF8}"/>
                  </a:ext>
                </a:extLst>
              </p:cNvPr>
              <p:cNvSpPr txBox="1"/>
              <p:nvPr/>
            </p:nvSpPr>
            <p:spPr>
              <a:xfrm>
                <a:off x="5703419" y="7305383"/>
                <a:ext cx="435505" cy="40010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600" b="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3368617-02E9-D58B-A91C-4F70ECFF9E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3419" y="7305383"/>
                <a:ext cx="435505" cy="400109"/>
              </a:xfrm>
              <a:prstGeom prst="rect">
                <a:avLst/>
              </a:prstGeom>
              <a:blipFill>
                <a:blip r:embed="rId4"/>
                <a:stretch>
                  <a:fillRect l="-11429" r="-2857" b="-156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Закрывающая фигурная скобка 13">
            <a:extLst>
              <a:ext uri="{FF2B5EF4-FFF2-40B4-BE49-F238E27FC236}">
                <a16:creationId xmlns:a16="http://schemas.microsoft.com/office/drawing/2014/main" id="{2BB8DB06-76C1-4022-3B3A-F03BFD312AB4}"/>
              </a:ext>
            </a:extLst>
          </p:cNvPr>
          <p:cNvSpPr/>
          <p:nvPr/>
        </p:nvSpPr>
        <p:spPr>
          <a:xfrm>
            <a:off x="7108785" y="5338811"/>
            <a:ext cx="342531" cy="2140532"/>
          </a:xfrm>
          <a:prstGeom prst="rightBrace">
            <a:avLst/>
          </a:prstGeom>
          <a:ln w="254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E202033B-92D0-8558-11F8-6F9364FF3D9E}"/>
              </a:ext>
            </a:extLst>
          </p:cNvPr>
          <p:cNvGrpSpPr/>
          <p:nvPr/>
        </p:nvGrpSpPr>
        <p:grpSpPr>
          <a:xfrm>
            <a:off x="9518091" y="6184079"/>
            <a:ext cx="1798861" cy="449999"/>
            <a:chOff x="2999656" y="2434263"/>
            <a:chExt cx="864278" cy="216206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69000">
                <a:schemeClr val="accent6">
                  <a:lumMod val="20000"/>
                  <a:lumOff val="80000"/>
                </a:schemeClr>
              </a:gs>
              <a:gs pos="100000">
                <a:schemeClr val="accent6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grpSpPr>
        <p:sp>
          <p:nvSpPr>
            <p:cNvPr id="17" name="Скругленный прямоугольник 16">
              <a:extLst>
                <a:ext uri="{FF2B5EF4-FFF2-40B4-BE49-F238E27FC236}">
                  <a16:creationId xmlns:a16="http://schemas.microsoft.com/office/drawing/2014/main" id="{12A74081-522A-A0F3-B2D7-1B87FE5F28D1}"/>
                </a:ext>
              </a:extLst>
            </p:cNvPr>
            <p:cNvSpPr/>
            <p:nvPr/>
          </p:nvSpPr>
          <p:spPr>
            <a:xfrm>
              <a:off x="2999656" y="2434263"/>
              <a:ext cx="216206" cy="216206"/>
            </a:xfrm>
            <a:prstGeom prst="roundRect">
              <a:avLst/>
            </a:prstGeom>
            <a:grpFill/>
            <a:ln w="25400">
              <a:solidFill>
                <a:schemeClr val="accent6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  <p:sp>
          <p:nvSpPr>
            <p:cNvPr id="19" name="Скругленный прямоугольник 18">
              <a:extLst>
                <a:ext uri="{FF2B5EF4-FFF2-40B4-BE49-F238E27FC236}">
                  <a16:creationId xmlns:a16="http://schemas.microsoft.com/office/drawing/2014/main" id="{045CB6DD-775B-5374-AE13-B619A56826DC}"/>
                </a:ext>
              </a:extLst>
            </p:cNvPr>
            <p:cNvSpPr/>
            <p:nvPr/>
          </p:nvSpPr>
          <p:spPr>
            <a:xfrm>
              <a:off x="3215680" y="2434263"/>
              <a:ext cx="216206" cy="216206"/>
            </a:xfrm>
            <a:prstGeom prst="roundRect">
              <a:avLst/>
            </a:prstGeom>
            <a:grpFill/>
            <a:ln w="25400">
              <a:solidFill>
                <a:schemeClr val="accent6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  <p:sp>
          <p:nvSpPr>
            <p:cNvPr id="20" name="Скругленный прямоугольник 19">
              <a:extLst>
                <a:ext uri="{FF2B5EF4-FFF2-40B4-BE49-F238E27FC236}">
                  <a16:creationId xmlns:a16="http://schemas.microsoft.com/office/drawing/2014/main" id="{03E8A601-6EDE-6D6A-AE0B-C886450B3A3D}"/>
                </a:ext>
              </a:extLst>
            </p:cNvPr>
            <p:cNvSpPr/>
            <p:nvPr/>
          </p:nvSpPr>
          <p:spPr>
            <a:xfrm>
              <a:off x="3431704" y="2434263"/>
              <a:ext cx="216206" cy="216206"/>
            </a:xfrm>
            <a:prstGeom prst="roundRect">
              <a:avLst/>
            </a:prstGeom>
            <a:grpFill/>
            <a:ln w="25400">
              <a:solidFill>
                <a:schemeClr val="accent6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  <p:sp>
          <p:nvSpPr>
            <p:cNvPr id="21" name="Скругленный прямоугольник 20">
              <a:extLst>
                <a:ext uri="{FF2B5EF4-FFF2-40B4-BE49-F238E27FC236}">
                  <a16:creationId xmlns:a16="http://schemas.microsoft.com/office/drawing/2014/main" id="{F1191281-9349-1842-78DD-224F53F7815E}"/>
                </a:ext>
              </a:extLst>
            </p:cNvPr>
            <p:cNvSpPr/>
            <p:nvPr/>
          </p:nvSpPr>
          <p:spPr>
            <a:xfrm>
              <a:off x="3647728" y="2434263"/>
              <a:ext cx="216206" cy="216206"/>
            </a:xfrm>
            <a:prstGeom prst="roundRect">
              <a:avLst/>
            </a:prstGeom>
            <a:grpFill/>
            <a:ln w="25400">
              <a:solidFill>
                <a:schemeClr val="accent6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6DAE768-AC3D-CBF0-5445-51BF615D1E15}"/>
                  </a:ext>
                </a:extLst>
              </p:cNvPr>
              <p:cNvSpPr txBox="1"/>
              <p:nvPr/>
            </p:nvSpPr>
            <p:spPr>
              <a:xfrm>
                <a:off x="10218214" y="6624373"/>
                <a:ext cx="410243" cy="4001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2600" b="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6DAE768-AC3D-CBF0-5445-51BF615D1E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8214" y="6624373"/>
                <a:ext cx="410243" cy="4001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Прямая со стрелкой 57">
            <a:extLst>
              <a:ext uri="{FF2B5EF4-FFF2-40B4-BE49-F238E27FC236}">
                <a16:creationId xmlns:a16="http://schemas.microsoft.com/office/drawing/2014/main" id="{6DBEC5A1-62EF-7D43-8A96-C5DD24BD9397}"/>
              </a:ext>
            </a:extLst>
          </p:cNvPr>
          <p:cNvCxnSpPr>
            <a:cxnSpLocks/>
          </p:cNvCxnSpPr>
          <p:nvPr/>
        </p:nvCxnSpPr>
        <p:spPr>
          <a:xfrm>
            <a:off x="7680215" y="6409077"/>
            <a:ext cx="1608978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BD34378A-873A-3230-30AB-580B0EC74D93}"/>
              </a:ext>
            </a:extLst>
          </p:cNvPr>
          <p:cNvSpPr txBox="1"/>
          <p:nvPr/>
        </p:nvSpPr>
        <p:spPr>
          <a:xfrm>
            <a:off x="8091401" y="6177793"/>
            <a:ext cx="786607" cy="400110"/>
          </a:xfrm>
          <a:prstGeom prst="rect">
            <a:avLst/>
          </a:prstGeom>
          <a:solidFill>
            <a:srgbClr val="FFFFFF"/>
          </a:solidFill>
        </p:spPr>
        <p:txBody>
          <a:bodyPr wrap="none" lIns="72000" tIns="0" rIns="72000" bIns="0" rtlCol="0" anchor="ctr">
            <a:spAutoFit/>
          </a:bodyPr>
          <a:lstStyle/>
          <a:p>
            <a:pPr algn="l"/>
            <a:r>
              <a:rPr lang="en-US" sz="2600" dirty="0">
                <a:latin typeface="Graphik LC Regular" panose="020B0503030202060203" pitchFamily="34" charset="0"/>
              </a:rPr>
              <a:t>Add</a:t>
            </a:r>
            <a:endParaRPr lang="ru-RU" sz="2600" dirty="0">
              <a:latin typeface="Graphik LC Regular" panose="020B0503030202060203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A523F64-CE7C-4830-E0BF-DFE59E6EF7A1}"/>
              </a:ext>
            </a:extLst>
          </p:cNvPr>
          <p:cNvSpPr txBox="1"/>
          <p:nvPr/>
        </p:nvSpPr>
        <p:spPr>
          <a:xfrm>
            <a:off x="1934482" y="10028026"/>
            <a:ext cx="2436564" cy="40010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/>
            <a:r>
              <a:rPr lang="en-US" sz="2600" dirty="0" err="1">
                <a:latin typeface="Graphik LC Regular" panose="020B0503030202060203" pitchFamily="34" charset="0"/>
              </a:rPr>
              <a:t>М</a:t>
            </a:r>
            <a:r>
              <a:rPr lang="ru-RU" sz="2600" dirty="0" err="1">
                <a:latin typeface="Graphik LC Regular" panose="020B0503030202060203" pitchFamily="34" charset="0"/>
              </a:rPr>
              <a:t>одальность</a:t>
            </a:r>
            <a:r>
              <a:rPr lang="ru-RU" sz="2600" dirty="0">
                <a:latin typeface="Graphik LC Regular" panose="020B0503030202060203" pitchFamily="34" charset="0"/>
              </a:rPr>
              <a:t> А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1751602-6A68-1B0C-EF59-5BF0B39CF3C7}"/>
              </a:ext>
            </a:extLst>
          </p:cNvPr>
          <p:cNvSpPr txBox="1"/>
          <p:nvPr/>
        </p:nvSpPr>
        <p:spPr>
          <a:xfrm>
            <a:off x="1947892" y="11373139"/>
            <a:ext cx="2418931" cy="40010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/>
            <a:r>
              <a:rPr lang="ru-RU" sz="2600" dirty="0">
                <a:latin typeface="Graphik LC Regular" panose="020B0503030202060203" pitchFamily="34" charset="0"/>
              </a:rPr>
              <a:t>Модальность </a:t>
            </a:r>
            <a:r>
              <a:rPr lang="ru-RU" sz="2600" dirty="0" err="1">
                <a:latin typeface="Graphik LC Regular" panose="020B0503030202060203" pitchFamily="34" charset="0"/>
              </a:rPr>
              <a:t>B</a:t>
            </a:r>
            <a:endParaRPr lang="ru-RU" sz="2600" dirty="0">
              <a:latin typeface="Graphik LC Regular" panose="020B0503030202060203" pitchFamily="34" charset="0"/>
            </a:endParaRPr>
          </a:p>
        </p:txBody>
      </p:sp>
      <p:grpSp>
        <p:nvGrpSpPr>
          <p:cNvPr id="65" name="Группа 64">
            <a:extLst>
              <a:ext uri="{FF2B5EF4-FFF2-40B4-BE49-F238E27FC236}">
                <a16:creationId xmlns:a16="http://schemas.microsoft.com/office/drawing/2014/main" id="{C84B0081-37F6-6FED-3B2F-A79A9E1BC03C}"/>
              </a:ext>
            </a:extLst>
          </p:cNvPr>
          <p:cNvGrpSpPr/>
          <p:nvPr/>
        </p:nvGrpSpPr>
        <p:grpSpPr>
          <a:xfrm>
            <a:off x="5021887" y="11348194"/>
            <a:ext cx="1798861" cy="449999"/>
            <a:chOff x="2999656" y="2420888"/>
            <a:chExt cx="864278" cy="216206"/>
          </a:xfrm>
        </p:grpSpPr>
        <p:sp>
          <p:nvSpPr>
            <p:cNvPr id="66" name="Скругленный прямоугольник 65">
              <a:extLst>
                <a:ext uri="{FF2B5EF4-FFF2-40B4-BE49-F238E27FC236}">
                  <a16:creationId xmlns:a16="http://schemas.microsoft.com/office/drawing/2014/main" id="{D491ECCA-5FDF-9EE5-A60E-EEC3CF16CDBD}"/>
                </a:ext>
              </a:extLst>
            </p:cNvPr>
            <p:cNvSpPr/>
            <p:nvPr/>
          </p:nvSpPr>
          <p:spPr>
            <a:xfrm>
              <a:off x="2999656" y="2420888"/>
              <a:ext cx="216206" cy="216206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  <p:sp>
          <p:nvSpPr>
            <p:cNvPr id="67" name="Скругленный прямоугольник 66">
              <a:extLst>
                <a:ext uri="{FF2B5EF4-FFF2-40B4-BE49-F238E27FC236}">
                  <a16:creationId xmlns:a16="http://schemas.microsoft.com/office/drawing/2014/main" id="{AF9823AF-704A-0A8F-E4BF-6B7FB2D1634F}"/>
                </a:ext>
              </a:extLst>
            </p:cNvPr>
            <p:cNvSpPr/>
            <p:nvPr/>
          </p:nvSpPr>
          <p:spPr>
            <a:xfrm>
              <a:off x="3215680" y="2420888"/>
              <a:ext cx="216206" cy="216206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  <p:sp>
          <p:nvSpPr>
            <p:cNvPr id="68" name="Скругленный прямоугольник 67">
              <a:extLst>
                <a:ext uri="{FF2B5EF4-FFF2-40B4-BE49-F238E27FC236}">
                  <a16:creationId xmlns:a16="http://schemas.microsoft.com/office/drawing/2014/main" id="{AA9C8096-FD34-5FFB-9015-755B9F66063E}"/>
                </a:ext>
              </a:extLst>
            </p:cNvPr>
            <p:cNvSpPr/>
            <p:nvPr/>
          </p:nvSpPr>
          <p:spPr>
            <a:xfrm>
              <a:off x="3431703" y="2420888"/>
              <a:ext cx="216206" cy="216206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  <p:sp>
          <p:nvSpPr>
            <p:cNvPr id="69" name="Скругленный прямоугольник 68">
              <a:extLst>
                <a:ext uri="{FF2B5EF4-FFF2-40B4-BE49-F238E27FC236}">
                  <a16:creationId xmlns:a16="http://schemas.microsoft.com/office/drawing/2014/main" id="{C51CC6C4-6AF8-266A-7D9A-A54896547029}"/>
                </a:ext>
              </a:extLst>
            </p:cNvPr>
            <p:cNvSpPr/>
            <p:nvPr/>
          </p:nvSpPr>
          <p:spPr>
            <a:xfrm>
              <a:off x="3647728" y="2420888"/>
              <a:ext cx="216206" cy="216206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</p:grpSp>
      <p:grpSp>
        <p:nvGrpSpPr>
          <p:cNvPr id="70" name="Группа 69">
            <a:extLst>
              <a:ext uri="{FF2B5EF4-FFF2-40B4-BE49-F238E27FC236}">
                <a16:creationId xmlns:a16="http://schemas.microsoft.com/office/drawing/2014/main" id="{86FA83CF-91FC-6D00-3C3B-7501C5F7A777}"/>
              </a:ext>
            </a:extLst>
          </p:cNvPr>
          <p:cNvGrpSpPr/>
          <p:nvPr/>
        </p:nvGrpSpPr>
        <p:grpSpPr>
          <a:xfrm>
            <a:off x="5021887" y="10003081"/>
            <a:ext cx="1798861" cy="449999"/>
            <a:chOff x="2999656" y="2420888"/>
            <a:chExt cx="864278" cy="216206"/>
          </a:xfrm>
          <a:gradFill flip="none" rotWithShape="1">
            <a:gsLst>
              <a:gs pos="0">
                <a:schemeClr val="accent6">
                  <a:lumMod val="75000"/>
                  <a:tint val="66000"/>
                  <a:satMod val="160000"/>
                </a:schemeClr>
              </a:gs>
              <a:gs pos="50000">
                <a:schemeClr val="accent6">
                  <a:lumMod val="75000"/>
                  <a:tint val="44500"/>
                  <a:satMod val="160000"/>
                </a:schemeClr>
              </a:gs>
              <a:gs pos="100000">
                <a:schemeClr val="accent6">
                  <a:lumMod val="75000"/>
                  <a:tint val="23500"/>
                  <a:satMod val="160000"/>
                </a:schemeClr>
              </a:gs>
            </a:gsLst>
            <a:lin ang="16200000" scaled="1"/>
            <a:tileRect/>
          </a:gradFill>
        </p:grpSpPr>
        <p:sp>
          <p:nvSpPr>
            <p:cNvPr id="71" name="Скругленный прямоугольник 70">
              <a:extLst>
                <a:ext uri="{FF2B5EF4-FFF2-40B4-BE49-F238E27FC236}">
                  <a16:creationId xmlns:a16="http://schemas.microsoft.com/office/drawing/2014/main" id="{868D463A-220C-C74B-E4FD-001AE7F90A8D}"/>
                </a:ext>
              </a:extLst>
            </p:cNvPr>
            <p:cNvSpPr/>
            <p:nvPr/>
          </p:nvSpPr>
          <p:spPr>
            <a:xfrm>
              <a:off x="2999656" y="2420888"/>
              <a:ext cx="216206" cy="21620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accent6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  <p:sp>
          <p:nvSpPr>
            <p:cNvPr id="72" name="Скругленный прямоугольник 71">
              <a:extLst>
                <a:ext uri="{FF2B5EF4-FFF2-40B4-BE49-F238E27FC236}">
                  <a16:creationId xmlns:a16="http://schemas.microsoft.com/office/drawing/2014/main" id="{D99B61BF-BB8A-1B0E-C7CA-A761F2032222}"/>
                </a:ext>
              </a:extLst>
            </p:cNvPr>
            <p:cNvSpPr/>
            <p:nvPr/>
          </p:nvSpPr>
          <p:spPr>
            <a:xfrm>
              <a:off x="3215680" y="2420888"/>
              <a:ext cx="216206" cy="21620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accent6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  <p:sp>
          <p:nvSpPr>
            <p:cNvPr id="73" name="Скругленный прямоугольник 72">
              <a:extLst>
                <a:ext uri="{FF2B5EF4-FFF2-40B4-BE49-F238E27FC236}">
                  <a16:creationId xmlns:a16="http://schemas.microsoft.com/office/drawing/2014/main" id="{C89F5752-BA06-1C5F-B65A-C1A332F9EDF8}"/>
                </a:ext>
              </a:extLst>
            </p:cNvPr>
            <p:cNvSpPr/>
            <p:nvPr/>
          </p:nvSpPr>
          <p:spPr>
            <a:xfrm>
              <a:off x="3431703" y="2420888"/>
              <a:ext cx="216206" cy="21620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accent6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  <p:sp>
          <p:nvSpPr>
            <p:cNvPr id="74" name="Скругленный прямоугольник 73">
              <a:extLst>
                <a:ext uri="{FF2B5EF4-FFF2-40B4-BE49-F238E27FC236}">
                  <a16:creationId xmlns:a16="http://schemas.microsoft.com/office/drawing/2014/main" id="{6A646CAB-64C2-2027-9C5A-26F855ED711D}"/>
                </a:ext>
              </a:extLst>
            </p:cNvPr>
            <p:cNvSpPr/>
            <p:nvPr/>
          </p:nvSpPr>
          <p:spPr>
            <a:xfrm>
              <a:off x="3647728" y="2420888"/>
              <a:ext cx="216206" cy="21620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accent6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CC0EC5E-CD99-A4F2-B68E-43CA24734683}"/>
                  </a:ext>
                </a:extLst>
              </p:cNvPr>
              <p:cNvSpPr txBox="1"/>
              <p:nvPr/>
            </p:nvSpPr>
            <p:spPr>
              <a:xfrm>
                <a:off x="5703419" y="10465625"/>
                <a:ext cx="411524" cy="40010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600" b="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CC0EC5E-CD99-A4F2-B68E-43CA247346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3419" y="10465625"/>
                <a:ext cx="411524" cy="400109"/>
              </a:xfrm>
              <a:prstGeom prst="rect">
                <a:avLst/>
              </a:prstGeom>
              <a:blipFill>
                <a:blip r:embed="rId6"/>
                <a:stretch>
                  <a:fillRect l="-12121" r="-6061" b="-125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4376A8BE-630F-39F5-BAFA-B10F54F02695}"/>
                  </a:ext>
                </a:extLst>
              </p:cNvPr>
              <p:cNvSpPr txBox="1"/>
              <p:nvPr/>
            </p:nvSpPr>
            <p:spPr>
              <a:xfrm>
                <a:off x="5703419" y="11796943"/>
                <a:ext cx="435505" cy="40010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600" b="0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4376A8BE-630F-39F5-BAFA-B10F54F026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3419" y="11796943"/>
                <a:ext cx="435505" cy="400109"/>
              </a:xfrm>
              <a:prstGeom prst="rect">
                <a:avLst/>
              </a:prstGeom>
              <a:blipFill>
                <a:blip r:embed="rId7"/>
                <a:stretch>
                  <a:fillRect l="-11429" r="-2857" b="-121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Закрывающая фигурная скобка 76">
            <a:extLst>
              <a:ext uri="{FF2B5EF4-FFF2-40B4-BE49-F238E27FC236}">
                <a16:creationId xmlns:a16="http://schemas.microsoft.com/office/drawing/2014/main" id="{E3F9FDBC-1074-5DC0-A26D-C42AEBFBAC97}"/>
              </a:ext>
            </a:extLst>
          </p:cNvPr>
          <p:cNvSpPr/>
          <p:nvPr/>
        </p:nvSpPr>
        <p:spPr>
          <a:xfrm>
            <a:off x="7108785" y="9830371"/>
            <a:ext cx="342531" cy="2140532"/>
          </a:xfrm>
          <a:prstGeom prst="rightBrace">
            <a:avLst/>
          </a:prstGeom>
          <a:ln w="254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8" name="Группа 77">
            <a:extLst>
              <a:ext uri="{FF2B5EF4-FFF2-40B4-BE49-F238E27FC236}">
                <a16:creationId xmlns:a16="http://schemas.microsoft.com/office/drawing/2014/main" id="{44A35D2B-D15B-7AF1-90A8-8EEF41C2C81C}"/>
              </a:ext>
            </a:extLst>
          </p:cNvPr>
          <p:cNvGrpSpPr/>
          <p:nvPr/>
        </p:nvGrpSpPr>
        <p:grpSpPr>
          <a:xfrm>
            <a:off x="9518091" y="10675639"/>
            <a:ext cx="1798861" cy="449999"/>
            <a:chOff x="2999656" y="2434263"/>
            <a:chExt cx="864278" cy="216206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69000">
                <a:schemeClr val="accent6">
                  <a:lumMod val="20000"/>
                  <a:lumOff val="80000"/>
                </a:schemeClr>
              </a:gs>
              <a:gs pos="100000">
                <a:schemeClr val="accent6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grpSpPr>
        <p:sp>
          <p:nvSpPr>
            <p:cNvPr id="79" name="Скругленный прямоугольник 78">
              <a:extLst>
                <a:ext uri="{FF2B5EF4-FFF2-40B4-BE49-F238E27FC236}">
                  <a16:creationId xmlns:a16="http://schemas.microsoft.com/office/drawing/2014/main" id="{DABD9DEB-7BE5-341B-6665-AD95177D40F1}"/>
                </a:ext>
              </a:extLst>
            </p:cNvPr>
            <p:cNvSpPr/>
            <p:nvPr/>
          </p:nvSpPr>
          <p:spPr>
            <a:xfrm>
              <a:off x="2999656" y="2434263"/>
              <a:ext cx="216206" cy="216206"/>
            </a:xfrm>
            <a:prstGeom prst="roundRect">
              <a:avLst/>
            </a:prstGeom>
            <a:grpFill/>
            <a:ln w="25400">
              <a:solidFill>
                <a:schemeClr val="accent6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  <p:sp>
          <p:nvSpPr>
            <p:cNvPr id="80" name="Скругленный прямоугольник 79">
              <a:extLst>
                <a:ext uri="{FF2B5EF4-FFF2-40B4-BE49-F238E27FC236}">
                  <a16:creationId xmlns:a16="http://schemas.microsoft.com/office/drawing/2014/main" id="{4862A183-C618-090A-BC0D-D7040BB135F6}"/>
                </a:ext>
              </a:extLst>
            </p:cNvPr>
            <p:cNvSpPr/>
            <p:nvPr/>
          </p:nvSpPr>
          <p:spPr>
            <a:xfrm>
              <a:off x="3215680" y="2434263"/>
              <a:ext cx="216206" cy="216206"/>
            </a:xfrm>
            <a:prstGeom prst="roundRect">
              <a:avLst/>
            </a:prstGeom>
            <a:grpFill/>
            <a:ln w="25400">
              <a:solidFill>
                <a:schemeClr val="accent6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  <p:sp>
          <p:nvSpPr>
            <p:cNvPr id="81" name="Скругленный прямоугольник 80">
              <a:extLst>
                <a:ext uri="{FF2B5EF4-FFF2-40B4-BE49-F238E27FC236}">
                  <a16:creationId xmlns:a16="http://schemas.microsoft.com/office/drawing/2014/main" id="{8902218E-CCB9-DDCA-82C7-18021DA50F09}"/>
                </a:ext>
              </a:extLst>
            </p:cNvPr>
            <p:cNvSpPr/>
            <p:nvPr/>
          </p:nvSpPr>
          <p:spPr>
            <a:xfrm>
              <a:off x="3431704" y="2434263"/>
              <a:ext cx="216206" cy="216206"/>
            </a:xfrm>
            <a:prstGeom prst="roundRect">
              <a:avLst/>
            </a:prstGeom>
            <a:grpFill/>
            <a:ln w="25400">
              <a:solidFill>
                <a:schemeClr val="accent6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  <p:sp>
          <p:nvSpPr>
            <p:cNvPr id="82" name="Скругленный прямоугольник 81">
              <a:extLst>
                <a:ext uri="{FF2B5EF4-FFF2-40B4-BE49-F238E27FC236}">
                  <a16:creationId xmlns:a16="http://schemas.microsoft.com/office/drawing/2014/main" id="{ACB9565B-B0EE-E496-B55A-93AF025EDA4A}"/>
                </a:ext>
              </a:extLst>
            </p:cNvPr>
            <p:cNvSpPr/>
            <p:nvPr/>
          </p:nvSpPr>
          <p:spPr>
            <a:xfrm>
              <a:off x="3647728" y="2434263"/>
              <a:ext cx="216206" cy="216206"/>
            </a:xfrm>
            <a:prstGeom prst="roundRect">
              <a:avLst/>
            </a:prstGeom>
            <a:grpFill/>
            <a:ln w="25400">
              <a:solidFill>
                <a:schemeClr val="accent6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A661AF5B-3514-28C0-4EB5-24DA78240951}"/>
                  </a:ext>
                </a:extLst>
              </p:cNvPr>
              <p:cNvSpPr txBox="1"/>
              <p:nvPr/>
            </p:nvSpPr>
            <p:spPr>
              <a:xfrm>
                <a:off x="10218214" y="11115933"/>
                <a:ext cx="410243" cy="4001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2600" b="0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A661AF5B-3514-28C0-4EB5-24DA782409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8214" y="11115933"/>
                <a:ext cx="410243" cy="40010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Прямая со стрелкой 83">
            <a:extLst>
              <a:ext uri="{FF2B5EF4-FFF2-40B4-BE49-F238E27FC236}">
                <a16:creationId xmlns:a16="http://schemas.microsoft.com/office/drawing/2014/main" id="{06AF2D18-5FA2-5F71-9BF7-F4536438AD3B}"/>
              </a:ext>
            </a:extLst>
          </p:cNvPr>
          <p:cNvCxnSpPr>
            <a:cxnSpLocks/>
          </p:cNvCxnSpPr>
          <p:nvPr/>
        </p:nvCxnSpPr>
        <p:spPr>
          <a:xfrm>
            <a:off x="7680215" y="10900637"/>
            <a:ext cx="1608978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63F7F728-301F-1C33-D2E6-A385A2D61328}"/>
              </a:ext>
            </a:extLst>
          </p:cNvPr>
          <p:cNvSpPr txBox="1"/>
          <p:nvPr/>
        </p:nvSpPr>
        <p:spPr>
          <a:xfrm>
            <a:off x="8068156" y="10669353"/>
            <a:ext cx="833095" cy="400110"/>
          </a:xfrm>
          <a:prstGeom prst="rect">
            <a:avLst/>
          </a:prstGeom>
          <a:solidFill>
            <a:srgbClr val="FFFFFF"/>
          </a:solidFill>
        </p:spPr>
        <p:txBody>
          <a:bodyPr wrap="none" lIns="72000" tIns="0" rIns="72000" bIns="0" rtlCol="0" anchor="ctr">
            <a:spAutoFit/>
          </a:bodyPr>
          <a:lstStyle/>
          <a:p>
            <a:pPr algn="l"/>
            <a:r>
              <a:rPr lang="en-US" sz="2600" dirty="0" err="1">
                <a:latin typeface="Graphik LC Regular" panose="020B0503030202060203" pitchFamily="34" charset="0"/>
              </a:rPr>
              <a:t>Mult</a:t>
            </a:r>
            <a:endParaRPr lang="ru-RU" sz="2600" dirty="0">
              <a:latin typeface="Graphik LC Regular" panose="020B0503030202060203" pitchFamily="34" charset="0"/>
            </a:endParaRPr>
          </a:p>
        </p:txBody>
      </p:sp>
      <p:sp>
        <p:nvSpPr>
          <p:cNvPr id="87" name="Скругленный прямоугольник 86">
            <a:extLst>
              <a:ext uri="{FF2B5EF4-FFF2-40B4-BE49-F238E27FC236}">
                <a16:creationId xmlns:a16="http://schemas.microsoft.com/office/drawing/2014/main" id="{EAAB1B7E-B0DC-977A-B787-A80C1DFAF719}"/>
              </a:ext>
            </a:extLst>
          </p:cNvPr>
          <p:cNvSpPr>
            <a:spLocks/>
          </p:cNvSpPr>
          <p:nvPr/>
        </p:nvSpPr>
        <p:spPr>
          <a:xfrm>
            <a:off x="12320588" y="2897188"/>
            <a:ext cx="10853738" cy="4680950"/>
          </a:xfrm>
          <a:prstGeom prst="roundRect">
            <a:avLst>
              <a:gd name="adj" fmla="val 3108"/>
            </a:avLst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9" name="Полилиния 88">
            <a:extLst>
              <a:ext uri="{FF2B5EF4-FFF2-40B4-BE49-F238E27FC236}">
                <a16:creationId xmlns:a16="http://schemas.microsoft.com/office/drawing/2014/main" id="{5D6CCD84-BAAE-52B1-EC79-512F4C449961}"/>
              </a:ext>
            </a:extLst>
          </p:cNvPr>
          <p:cNvSpPr>
            <a:spLocks noChangeAspect="1"/>
          </p:cNvSpPr>
          <p:nvPr/>
        </p:nvSpPr>
        <p:spPr>
          <a:xfrm>
            <a:off x="13022263" y="3582778"/>
            <a:ext cx="900000" cy="900000"/>
          </a:xfrm>
          <a:custGeom>
            <a:avLst/>
            <a:gdLst>
              <a:gd name="connsiteX0" fmla="*/ 700541 w 700540"/>
              <a:gd name="connsiteY0" fmla="*/ 350270 h 700540"/>
              <a:gd name="connsiteX1" fmla="*/ 350270 w 700540"/>
              <a:gd name="connsiteY1" fmla="*/ 700541 h 700540"/>
              <a:gd name="connsiteX2" fmla="*/ 0 w 700540"/>
              <a:gd name="connsiteY2" fmla="*/ 350270 h 700540"/>
              <a:gd name="connsiteX3" fmla="*/ 350270 w 700540"/>
              <a:gd name="connsiteY3" fmla="*/ 0 h 700540"/>
              <a:gd name="connsiteX4" fmla="*/ 700541 w 700540"/>
              <a:gd name="connsiteY4" fmla="*/ 350270 h 70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540" h="700540">
                <a:moveTo>
                  <a:pt x="700541" y="350270"/>
                </a:moveTo>
                <a:cubicBezTo>
                  <a:pt x="700541" y="543719"/>
                  <a:pt x="543719" y="700541"/>
                  <a:pt x="350270" y="700541"/>
                </a:cubicBezTo>
                <a:cubicBezTo>
                  <a:pt x="156821" y="700541"/>
                  <a:pt x="0" y="543719"/>
                  <a:pt x="0" y="350270"/>
                </a:cubicBezTo>
                <a:cubicBezTo>
                  <a:pt x="0" y="156821"/>
                  <a:pt x="156821" y="0"/>
                  <a:pt x="350270" y="0"/>
                </a:cubicBezTo>
                <a:cubicBezTo>
                  <a:pt x="543719" y="0"/>
                  <a:pt x="700541" y="156821"/>
                  <a:pt x="700541" y="350270"/>
                </a:cubicBezTo>
                <a:close/>
              </a:path>
            </a:pathLst>
          </a:custGeom>
          <a:solidFill>
            <a:schemeClr val="accent6"/>
          </a:solidFill>
          <a:ln w="2540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ru-RU" sz="3000" dirty="0">
                <a:solidFill>
                  <a:schemeClr val="tx2"/>
                </a:solidFill>
                <a:latin typeface="Graphik LC Medium" panose="020B0503030202060203" pitchFamily="34" charset="0"/>
              </a:rPr>
              <a:t>01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370315F-2B99-CAA9-6C5C-366AFC6E3B9A}"/>
              </a:ext>
            </a:extLst>
          </p:cNvPr>
          <p:cNvSpPr txBox="1"/>
          <p:nvPr/>
        </p:nvSpPr>
        <p:spPr>
          <a:xfrm>
            <a:off x="14623938" y="3730330"/>
            <a:ext cx="7831250" cy="604896"/>
          </a:xfrm>
          <a:prstGeom prst="rect">
            <a:avLst/>
          </a:prstGeom>
        </p:spPr>
        <p:txBody>
          <a:bodyPr vert="horz" wrap="square" lIns="0" tIns="0" rIns="0" bIns="108000" rtlCol="0" anchor="ctr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 defTabSz="148599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  <a:defRPr/>
            </a:pPr>
            <a:r>
              <a:rPr lang="ru-RU" sz="3200" dirty="0">
                <a:latin typeface="Graphik LC Medium" panose="020B0503030202060203" pitchFamily="34" charset="0"/>
              </a:rPr>
              <a:t>Аддитивное смешивание</a:t>
            </a:r>
          </a:p>
        </p:txBody>
      </p:sp>
      <p:sp>
        <p:nvSpPr>
          <p:cNvPr id="91" name="Скругленный прямоугольник 90">
            <a:extLst>
              <a:ext uri="{FF2B5EF4-FFF2-40B4-BE49-F238E27FC236}">
                <a16:creationId xmlns:a16="http://schemas.microsoft.com/office/drawing/2014/main" id="{8E203463-484F-982D-1465-D8DEA7AC3968}"/>
              </a:ext>
            </a:extLst>
          </p:cNvPr>
          <p:cNvSpPr/>
          <p:nvPr/>
        </p:nvSpPr>
        <p:spPr>
          <a:xfrm>
            <a:off x="13022263" y="4859236"/>
            <a:ext cx="9430430" cy="1992702"/>
          </a:xfrm>
          <a:prstGeom prst="roundRect">
            <a:avLst>
              <a:gd name="adj" fmla="val 7197"/>
            </a:avLst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444BDC5C-DC54-A519-F8B3-5E1EC0CEBB21}"/>
              </a:ext>
            </a:extLst>
          </p:cNvPr>
          <p:cNvSpPr/>
          <p:nvPr/>
        </p:nvSpPr>
        <p:spPr>
          <a:xfrm>
            <a:off x="21721340" y="-1562461"/>
            <a:ext cx="719138" cy="719138"/>
          </a:xfrm>
          <a:prstGeom prst="rect">
            <a:avLst/>
          </a:prstGeom>
          <a:solidFill>
            <a:schemeClr val="accent3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60744B46-CFE6-5D27-7960-7D4DF7432E92}"/>
                  </a:ext>
                </a:extLst>
              </p:cNvPr>
              <p:cNvSpPr txBox="1"/>
              <p:nvPr/>
            </p:nvSpPr>
            <p:spPr>
              <a:xfrm>
                <a:off x="16174420" y="5498774"/>
                <a:ext cx="31261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60744B46-CFE6-5D27-7960-7D4DF7432E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74420" y="5498774"/>
                <a:ext cx="3126112" cy="492443"/>
              </a:xfrm>
              <a:prstGeom prst="rect">
                <a:avLst/>
              </a:prstGeom>
              <a:blipFill>
                <a:blip r:embed="rId9"/>
                <a:stretch>
                  <a:fillRect l="-1215" r="-405" b="-15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Скругленный прямоугольник 93">
            <a:extLst>
              <a:ext uri="{FF2B5EF4-FFF2-40B4-BE49-F238E27FC236}">
                <a16:creationId xmlns:a16="http://schemas.microsoft.com/office/drawing/2014/main" id="{22E92B23-6393-ED12-A050-F75C8A915508}"/>
              </a:ext>
            </a:extLst>
          </p:cNvPr>
          <p:cNvSpPr>
            <a:spLocks/>
          </p:cNvSpPr>
          <p:nvPr/>
        </p:nvSpPr>
        <p:spPr>
          <a:xfrm>
            <a:off x="12320588" y="7828375"/>
            <a:ext cx="10853738" cy="4680950"/>
          </a:xfrm>
          <a:prstGeom prst="roundRect">
            <a:avLst>
              <a:gd name="adj" fmla="val 3108"/>
            </a:avLst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5" name="Полилиния 94">
            <a:extLst>
              <a:ext uri="{FF2B5EF4-FFF2-40B4-BE49-F238E27FC236}">
                <a16:creationId xmlns:a16="http://schemas.microsoft.com/office/drawing/2014/main" id="{87E73BAB-78E3-D32E-4083-6FAB4EE1DA5A}"/>
              </a:ext>
            </a:extLst>
          </p:cNvPr>
          <p:cNvSpPr>
            <a:spLocks noChangeAspect="1"/>
          </p:cNvSpPr>
          <p:nvPr/>
        </p:nvSpPr>
        <p:spPr>
          <a:xfrm>
            <a:off x="13022263" y="8513965"/>
            <a:ext cx="900000" cy="900000"/>
          </a:xfrm>
          <a:custGeom>
            <a:avLst/>
            <a:gdLst>
              <a:gd name="connsiteX0" fmla="*/ 700541 w 700540"/>
              <a:gd name="connsiteY0" fmla="*/ 350270 h 700540"/>
              <a:gd name="connsiteX1" fmla="*/ 350270 w 700540"/>
              <a:gd name="connsiteY1" fmla="*/ 700541 h 700540"/>
              <a:gd name="connsiteX2" fmla="*/ 0 w 700540"/>
              <a:gd name="connsiteY2" fmla="*/ 350270 h 700540"/>
              <a:gd name="connsiteX3" fmla="*/ 350270 w 700540"/>
              <a:gd name="connsiteY3" fmla="*/ 0 h 700540"/>
              <a:gd name="connsiteX4" fmla="*/ 700541 w 700540"/>
              <a:gd name="connsiteY4" fmla="*/ 350270 h 70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540" h="700540">
                <a:moveTo>
                  <a:pt x="700541" y="350270"/>
                </a:moveTo>
                <a:cubicBezTo>
                  <a:pt x="700541" y="543719"/>
                  <a:pt x="543719" y="700541"/>
                  <a:pt x="350270" y="700541"/>
                </a:cubicBezTo>
                <a:cubicBezTo>
                  <a:pt x="156821" y="700541"/>
                  <a:pt x="0" y="543719"/>
                  <a:pt x="0" y="350270"/>
                </a:cubicBezTo>
                <a:cubicBezTo>
                  <a:pt x="0" y="156821"/>
                  <a:pt x="156821" y="0"/>
                  <a:pt x="350270" y="0"/>
                </a:cubicBezTo>
                <a:cubicBezTo>
                  <a:pt x="543719" y="0"/>
                  <a:pt x="700541" y="156821"/>
                  <a:pt x="700541" y="350270"/>
                </a:cubicBezTo>
                <a:close/>
              </a:path>
            </a:pathLst>
          </a:custGeom>
          <a:solidFill>
            <a:schemeClr val="accent6"/>
          </a:solidFill>
          <a:ln w="2540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ru-RU" sz="3000" dirty="0">
                <a:solidFill>
                  <a:schemeClr val="tx2"/>
                </a:solidFill>
                <a:latin typeface="Graphik LC Medium" panose="020B0503030202060203" pitchFamily="34" charset="0"/>
              </a:rPr>
              <a:t>02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43491A0-6FCC-0B01-2656-8896ABEACB8F}"/>
              </a:ext>
            </a:extLst>
          </p:cNvPr>
          <p:cNvSpPr txBox="1"/>
          <p:nvPr/>
        </p:nvSpPr>
        <p:spPr>
          <a:xfrm>
            <a:off x="14623938" y="8661517"/>
            <a:ext cx="7831250" cy="604896"/>
          </a:xfrm>
          <a:prstGeom prst="rect">
            <a:avLst/>
          </a:prstGeom>
        </p:spPr>
        <p:txBody>
          <a:bodyPr vert="horz" wrap="square" lIns="0" tIns="0" rIns="0" bIns="108000" rtlCol="0" anchor="ctr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 defTabSz="148599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  <a:defRPr/>
            </a:pPr>
            <a:r>
              <a:rPr lang="ru-RU" sz="3200" dirty="0">
                <a:latin typeface="Graphik LC Medium" panose="020B0503030202060203" pitchFamily="34" charset="0"/>
              </a:rPr>
              <a:t>Мультипликативное смешивание</a:t>
            </a:r>
          </a:p>
        </p:txBody>
      </p:sp>
      <p:sp>
        <p:nvSpPr>
          <p:cNvPr id="97" name="Скругленный прямоугольник 96">
            <a:extLst>
              <a:ext uri="{FF2B5EF4-FFF2-40B4-BE49-F238E27FC236}">
                <a16:creationId xmlns:a16="http://schemas.microsoft.com/office/drawing/2014/main" id="{69CEADE0-6A38-E9D3-B808-FE170FB8D07E}"/>
              </a:ext>
            </a:extLst>
          </p:cNvPr>
          <p:cNvSpPr/>
          <p:nvPr/>
        </p:nvSpPr>
        <p:spPr>
          <a:xfrm>
            <a:off x="13022263" y="9790423"/>
            <a:ext cx="9430430" cy="1992702"/>
          </a:xfrm>
          <a:prstGeom prst="roundRect">
            <a:avLst>
              <a:gd name="adj" fmla="val 7197"/>
            </a:avLst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EDD3F7DE-B95B-8E06-C9C7-B356B21D5C55}"/>
                  </a:ext>
                </a:extLst>
              </p:cNvPr>
              <p:cNvSpPr txBox="1"/>
              <p:nvPr/>
            </p:nvSpPr>
            <p:spPr>
              <a:xfrm>
                <a:off x="16341486" y="10458908"/>
                <a:ext cx="279198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EDD3F7DE-B95B-8E06-C9C7-B356B21D5C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41486" y="10458908"/>
                <a:ext cx="2791983" cy="492443"/>
              </a:xfrm>
              <a:prstGeom prst="rect">
                <a:avLst/>
              </a:prstGeom>
              <a:blipFill>
                <a:blip r:embed="rId10"/>
                <a:stretch>
                  <a:fillRect l="-1357" b="-125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6" name="B526"/>
          <p:cNvSpPr/>
          <p:nvPr/>
        </p:nvSpPr>
        <p:spPr>
          <a:xfrm>
            <a:off x="0" y="0"/>
            <a:ext cx="24387175" cy="6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490451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06A3128F-7CDB-203A-ED0C-12FE05CBA72F}"/>
              </a:ext>
            </a:extLst>
          </p:cNvPr>
          <p:cNvSpPr/>
          <p:nvPr/>
        </p:nvSpPr>
        <p:spPr>
          <a:xfrm>
            <a:off x="1162745" y="1015912"/>
            <a:ext cx="19574541" cy="109004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8500"/>
              </a:lnSpc>
              <a:spcBef>
                <a:spcPct val="0"/>
              </a:spcBef>
              <a:spcAft>
                <a:spcPts val="4000"/>
              </a:spcAft>
            </a:pPr>
            <a:r>
              <a:rPr lang="en" sz="7500" b="1" dirty="0">
                <a:latin typeface="Graphik LC Semibold" panose="020B0503030202060203" pitchFamily="34" charset="0"/>
                <a:ea typeface="Inter" panose="02000503000000020004" pitchFamily="2" charset="0"/>
                <a:sym typeface="Arial"/>
              </a:rPr>
              <a:t>Mix of Encoders</a:t>
            </a:r>
          </a:p>
        </p:txBody>
      </p:sp>
      <p:sp>
        <p:nvSpPr>
          <p:cNvPr id="12" name="Номер слайда 2">
            <a:extLst>
              <a:ext uri="{FF2B5EF4-FFF2-40B4-BE49-F238E27FC236}">
                <a16:creationId xmlns:a16="http://schemas.microsoft.com/office/drawing/2014/main" id="{05CC56CA-2D58-6877-E933-985405BA64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23918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ru-RU" smtClean="0">
                <a:solidFill>
                  <a:srgbClr val="888888"/>
                </a:solidFill>
              </a:defRPr>
            </a:lvl1pPr>
          </a:lstStyle>
          <a:p>
            <a:fld id="{C8994169-2FD2-C948-898F-758DFA36E520}" type="slidenum">
              <a:rPr lang="ru-RU" smtClean="0"/>
              <a:pPr/>
              <a:t>18</a:t>
            </a:fld>
            <a:endParaRPr lang="ru-RU" dirty="0"/>
          </a:p>
        </p:txBody>
      </p:sp>
      <p:sp>
        <p:nvSpPr>
          <p:cNvPr id="86" name="Прямоугольник 85">
            <a:extLst>
              <a:ext uri="{FF2B5EF4-FFF2-40B4-BE49-F238E27FC236}">
                <a16:creationId xmlns:a16="http://schemas.microsoft.com/office/drawing/2014/main" id="{F647CA1C-A558-1461-8934-283421EC23FF}"/>
              </a:ext>
            </a:extLst>
          </p:cNvPr>
          <p:cNvSpPr/>
          <p:nvPr/>
        </p:nvSpPr>
        <p:spPr>
          <a:xfrm>
            <a:off x="20033519" y="-843323"/>
            <a:ext cx="232219" cy="232219"/>
          </a:xfrm>
          <a:prstGeom prst="rect">
            <a:avLst/>
          </a:prstGeom>
          <a:solidFill>
            <a:schemeClr val="accent3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81A51F7-EC93-5C38-E717-5D4F1E0810EB}"/>
              </a:ext>
            </a:extLst>
          </p:cNvPr>
          <p:cNvSpPr>
            <a:spLocks/>
          </p:cNvSpPr>
          <p:nvPr/>
        </p:nvSpPr>
        <p:spPr>
          <a:xfrm>
            <a:off x="1212849" y="2897188"/>
            <a:ext cx="10853738" cy="1726249"/>
          </a:xfrm>
          <a:prstGeom prst="roundRect">
            <a:avLst>
              <a:gd name="adj" fmla="val 8429"/>
            </a:avLst>
          </a:prstGeom>
          <a:solidFill>
            <a:schemeClr val="accent6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4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183311-C151-6F95-5FCC-46DA59D09D7C}"/>
              </a:ext>
            </a:extLst>
          </p:cNvPr>
          <p:cNvSpPr txBox="1"/>
          <p:nvPr/>
        </p:nvSpPr>
        <p:spPr>
          <a:xfrm>
            <a:off x="1956001" y="3408576"/>
            <a:ext cx="9145759" cy="553998"/>
          </a:xfrm>
          <a:prstGeom prst="rect">
            <a:avLst/>
          </a:prstGeom>
          <a:noFill/>
        </p:spPr>
        <p:txBody>
          <a:bodyPr wrap="square" lIns="0" tIns="0" rIns="0" bIns="0" numCol="1" rtlCol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R="0" lvl="0" indent="0" defTabSz="1485991" fontAlgn="auto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kumimoji="0" sz="3200" b="0" i="0" u="none" strike="noStrike" cap="none" spc="0" normalizeH="0" baseline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defTabSz="1485991">
              <a:spcAft>
                <a:spcPts val="1200"/>
              </a:spcAft>
            </a:pPr>
            <a:r>
              <a:rPr lang="en" sz="3600" dirty="0">
                <a:solidFill>
                  <a:schemeClr val="tx2"/>
                </a:solidFill>
                <a:latin typeface="Graphik LC Medium" panose="020B0503030202060203" pitchFamily="34" charset="0"/>
              </a:rPr>
              <a:t>Basic Fusion</a:t>
            </a:r>
          </a:p>
        </p:txBody>
      </p:sp>
      <p:sp>
        <p:nvSpPr>
          <p:cNvPr id="36" name="Скругленный прямоугольник 35">
            <a:extLst>
              <a:ext uri="{FF2B5EF4-FFF2-40B4-BE49-F238E27FC236}">
                <a16:creationId xmlns:a16="http://schemas.microsoft.com/office/drawing/2014/main" id="{9151D130-4922-1688-60FE-28C3A7852BFC}"/>
              </a:ext>
            </a:extLst>
          </p:cNvPr>
          <p:cNvSpPr>
            <a:spLocks/>
          </p:cNvSpPr>
          <p:nvPr/>
        </p:nvSpPr>
        <p:spPr>
          <a:xfrm>
            <a:off x="1212849" y="4892676"/>
            <a:ext cx="10853738" cy="7618412"/>
          </a:xfrm>
          <a:prstGeom prst="roundRect">
            <a:avLst>
              <a:gd name="adj" fmla="val 1910"/>
            </a:avLst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Номер слайда 2">
            <a:extLst>
              <a:ext uri="{FF2B5EF4-FFF2-40B4-BE49-F238E27FC236}">
                <a16:creationId xmlns:a16="http://schemas.microsoft.com/office/drawing/2014/main" id="{56381B54-E98B-D305-F24E-DA245711AE77}"/>
              </a:ext>
            </a:extLst>
          </p:cNvPr>
          <p:cNvSpPr txBox="1">
            <a:spLocks/>
          </p:cNvSpPr>
          <p:nvPr/>
        </p:nvSpPr>
        <p:spPr>
          <a:xfrm>
            <a:off x="1212849" y="12649984"/>
            <a:ext cx="14469973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ru-RU" sz="1800" b="0" i="0" kern="1200" smtClean="0">
                <a:solidFill>
                  <a:srgbClr val="888888"/>
                </a:solidFill>
                <a:latin typeface="Graphik LC Regular" panose="020B050303020206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/>
              <a:t>Источник: </a:t>
            </a:r>
            <a:r>
              <a:rPr lang="en" dirty="0"/>
              <a:t>Multiplicative Interactions and Where to Find Them</a:t>
            </a:r>
            <a:r>
              <a:rPr lang="ru-RU" dirty="0"/>
              <a:t>.</a:t>
            </a:r>
            <a:endParaRPr lang="en" dirty="0"/>
          </a:p>
        </p:txBody>
      </p: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CD53E631-E0FF-D2BF-D58B-91634E6284A5}"/>
              </a:ext>
            </a:extLst>
          </p:cNvPr>
          <p:cNvGrpSpPr/>
          <p:nvPr/>
        </p:nvGrpSpPr>
        <p:grpSpPr>
          <a:xfrm>
            <a:off x="1934482" y="7394708"/>
            <a:ext cx="9382470" cy="2418405"/>
            <a:chOff x="1934482" y="5338811"/>
            <a:chExt cx="9382470" cy="241840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C0FE673-F4A7-F221-BD18-051FEE5DD7AA}"/>
                </a:ext>
              </a:extLst>
            </p:cNvPr>
            <p:cNvSpPr txBox="1"/>
            <p:nvPr/>
          </p:nvSpPr>
          <p:spPr>
            <a:xfrm>
              <a:off x="1934482" y="5536466"/>
              <a:ext cx="2436564" cy="40010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/>
              <a:r>
                <a:rPr lang="en-US" sz="2600" dirty="0" err="1">
                  <a:latin typeface="Graphik LC Regular" panose="020B0503030202060203" pitchFamily="34" charset="0"/>
                </a:rPr>
                <a:t>М</a:t>
              </a:r>
              <a:r>
                <a:rPr lang="ru-RU" sz="2600" dirty="0" err="1">
                  <a:latin typeface="Graphik LC Regular" panose="020B0503030202060203" pitchFamily="34" charset="0"/>
                </a:rPr>
                <a:t>одальность</a:t>
              </a:r>
              <a:r>
                <a:rPr lang="ru-RU" sz="2600" dirty="0">
                  <a:latin typeface="Graphik LC Regular" panose="020B0503030202060203" pitchFamily="34" charset="0"/>
                </a:rPr>
                <a:t> А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D1B66DD-0706-56EB-9003-5C157FFF9346}"/>
                </a:ext>
              </a:extLst>
            </p:cNvPr>
            <p:cNvSpPr txBox="1"/>
            <p:nvPr/>
          </p:nvSpPr>
          <p:spPr>
            <a:xfrm>
              <a:off x="1947892" y="6881579"/>
              <a:ext cx="2418931" cy="40010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/>
              <a:r>
                <a:rPr lang="ru-RU" sz="2600" dirty="0">
                  <a:latin typeface="Graphik LC Regular" panose="020B0503030202060203" pitchFamily="34" charset="0"/>
                </a:rPr>
                <a:t>Модальность </a:t>
              </a:r>
              <a:r>
                <a:rPr lang="ru-RU" sz="2600" dirty="0" err="1">
                  <a:latin typeface="Graphik LC Regular" panose="020B0503030202060203" pitchFamily="34" charset="0"/>
                </a:rPr>
                <a:t>B</a:t>
              </a:r>
              <a:endParaRPr lang="ru-RU" sz="2600" dirty="0">
                <a:latin typeface="Graphik LC Regular" panose="020B0503030202060203" pitchFamily="34" charset="0"/>
              </a:endParaRPr>
            </a:p>
          </p:txBody>
        </p:sp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DB34BBB5-81F4-9B58-473B-C8ECAE53122E}"/>
                </a:ext>
              </a:extLst>
            </p:cNvPr>
            <p:cNvGrpSpPr/>
            <p:nvPr/>
          </p:nvGrpSpPr>
          <p:grpSpPr>
            <a:xfrm>
              <a:off x="5021887" y="6856634"/>
              <a:ext cx="1798861" cy="449999"/>
              <a:chOff x="2999656" y="2420888"/>
              <a:chExt cx="864278" cy="216206"/>
            </a:xfrm>
          </p:grpSpPr>
          <p:sp>
            <p:nvSpPr>
              <p:cNvPr id="26" name="Скругленный прямоугольник 25">
                <a:extLst>
                  <a:ext uri="{FF2B5EF4-FFF2-40B4-BE49-F238E27FC236}">
                    <a16:creationId xmlns:a16="http://schemas.microsoft.com/office/drawing/2014/main" id="{0C95D438-E47B-F62D-3AF7-67EE22903924}"/>
                  </a:ext>
                </a:extLst>
              </p:cNvPr>
              <p:cNvSpPr/>
              <p:nvPr/>
            </p:nvSpPr>
            <p:spPr>
              <a:xfrm>
                <a:off x="2999656" y="2420888"/>
                <a:ext cx="216206" cy="216206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l"/>
                <a:endParaRPr lang="ru-RU" sz="1200" dirty="0"/>
              </a:p>
            </p:txBody>
          </p:sp>
          <p:sp>
            <p:nvSpPr>
              <p:cNvPr id="27" name="Скругленный прямоугольник 26">
                <a:extLst>
                  <a:ext uri="{FF2B5EF4-FFF2-40B4-BE49-F238E27FC236}">
                    <a16:creationId xmlns:a16="http://schemas.microsoft.com/office/drawing/2014/main" id="{03A432A7-25AE-2681-B361-55F2B28C2AFB}"/>
                  </a:ext>
                </a:extLst>
              </p:cNvPr>
              <p:cNvSpPr/>
              <p:nvPr/>
            </p:nvSpPr>
            <p:spPr>
              <a:xfrm>
                <a:off x="3215680" y="2420888"/>
                <a:ext cx="216206" cy="216206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l"/>
                <a:endParaRPr lang="ru-RU" sz="1200" dirty="0"/>
              </a:p>
            </p:txBody>
          </p:sp>
          <p:sp>
            <p:nvSpPr>
              <p:cNvPr id="28" name="Скругленный прямоугольник 27">
                <a:extLst>
                  <a:ext uri="{FF2B5EF4-FFF2-40B4-BE49-F238E27FC236}">
                    <a16:creationId xmlns:a16="http://schemas.microsoft.com/office/drawing/2014/main" id="{69885676-B0BE-22F9-5293-CDB3D6D18FF5}"/>
                  </a:ext>
                </a:extLst>
              </p:cNvPr>
              <p:cNvSpPr/>
              <p:nvPr/>
            </p:nvSpPr>
            <p:spPr>
              <a:xfrm>
                <a:off x="3431703" y="2420888"/>
                <a:ext cx="216206" cy="216206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l"/>
                <a:endParaRPr lang="ru-RU" sz="1200" dirty="0"/>
              </a:p>
            </p:txBody>
          </p:sp>
          <p:sp>
            <p:nvSpPr>
              <p:cNvPr id="29" name="Скругленный прямоугольник 28">
                <a:extLst>
                  <a:ext uri="{FF2B5EF4-FFF2-40B4-BE49-F238E27FC236}">
                    <a16:creationId xmlns:a16="http://schemas.microsoft.com/office/drawing/2014/main" id="{7D5362B7-20DF-78A3-71FA-EA67AE1095C8}"/>
                  </a:ext>
                </a:extLst>
              </p:cNvPr>
              <p:cNvSpPr/>
              <p:nvPr/>
            </p:nvSpPr>
            <p:spPr>
              <a:xfrm>
                <a:off x="3647728" y="2420888"/>
                <a:ext cx="216206" cy="216206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l"/>
                <a:endParaRPr lang="ru-RU" sz="1200" dirty="0"/>
              </a:p>
            </p:txBody>
          </p:sp>
        </p:grp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FE8F8774-7152-A029-E552-D3666B84C77D}"/>
                </a:ext>
              </a:extLst>
            </p:cNvPr>
            <p:cNvGrpSpPr/>
            <p:nvPr/>
          </p:nvGrpSpPr>
          <p:grpSpPr>
            <a:xfrm>
              <a:off x="5021887" y="5511521"/>
              <a:ext cx="1798861" cy="449999"/>
              <a:chOff x="2999656" y="2420888"/>
              <a:chExt cx="864278" cy="216206"/>
            </a:xfrm>
            <a:gradFill flip="none" rotWithShape="1">
              <a:gsLst>
                <a:gs pos="0">
                  <a:schemeClr val="accent6">
                    <a:lumMod val="75000"/>
                    <a:tint val="66000"/>
                    <a:satMod val="160000"/>
                  </a:schemeClr>
                </a:gs>
                <a:gs pos="50000">
                  <a:schemeClr val="accent6">
                    <a:lumMod val="75000"/>
                    <a:tint val="44500"/>
                    <a:satMod val="160000"/>
                  </a:schemeClr>
                </a:gs>
                <a:gs pos="100000">
                  <a:schemeClr val="accent6">
                    <a:lumMod val="75000"/>
                    <a:tint val="23500"/>
                    <a:satMod val="160000"/>
                  </a:schemeClr>
                </a:gs>
              </a:gsLst>
              <a:lin ang="16200000" scaled="1"/>
              <a:tileRect/>
            </a:gradFill>
          </p:grpSpPr>
          <p:sp>
            <p:nvSpPr>
              <p:cNvPr id="22" name="Скругленный прямоугольник 21">
                <a:extLst>
                  <a:ext uri="{FF2B5EF4-FFF2-40B4-BE49-F238E27FC236}">
                    <a16:creationId xmlns:a16="http://schemas.microsoft.com/office/drawing/2014/main" id="{3B7E182C-8992-A63C-C240-4D980D8D531B}"/>
                  </a:ext>
                </a:extLst>
              </p:cNvPr>
              <p:cNvSpPr/>
              <p:nvPr/>
            </p:nvSpPr>
            <p:spPr>
              <a:xfrm>
                <a:off x="2999656" y="2420888"/>
                <a:ext cx="216206" cy="216206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5400">
                <a:solidFill>
                  <a:schemeClr val="accent6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l"/>
                <a:endParaRPr lang="ru-RU" sz="1200" dirty="0"/>
              </a:p>
            </p:txBody>
          </p:sp>
          <p:sp>
            <p:nvSpPr>
              <p:cNvPr id="23" name="Скругленный прямоугольник 22">
                <a:extLst>
                  <a:ext uri="{FF2B5EF4-FFF2-40B4-BE49-F238E27FC236}">
                    <a16:creationId xmlns:a16="http://schemas.microsoft.com/office/drawing/2014/main" id="{226B5264-C2FD-BD86-F01C-8C7E0D6C24BA}"/>
                  </a:ext>
                </a:extLst>
              </p:cNvPr>
              <p:cNvSpPr/>
              <p:nvPr/>
            </p:nvSpPr>
            <p:spPr>
              <a:xfrm>
                <a:off x="3215680" y="2420888"/>
                <a:ext cx="216206" cy="216206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5400">
                <a:solidFill>
                  <a:schemeClr val="accent6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l"/>
                <a:endParaRPr lang="ru-RU" sz="1200" dirty="0"/>
              </a:p>
            </p:txBody>
          </p:sp>
          <p:sp>
            <p:nvSpPr>
              <p:cNvPr id="24" name="Скругленный прямоугольник 23">
                <a:extLst>
                  <a:ext uri="{FF2B5EF4-FFF2-40B4-BE49-F238E27FC236}">
                    <a16:creationId xmlns:a16="http://schemas.microsoft.com/office/drawing/2014/main" id="{0D24C8EE-79F1-BFCC-DF25-97EF961341A0}"/>
                  </a:ext>
                </a:extLst>
              </p:cNvPr>
              <p:cNvSpPr/>
              <p:nvPr/>
            </p:nvSpPr>
            <p:spPr>
              <a:xfrm>
                <a:off x="3431703" y="2420888"/>
                <a:ext cx="216206" cy="216206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5400">
                <a:solidFill>
                  <a:schemeClr val="accent6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l"/>
                <a:endParaRPr lang="ru-RU" sz="1200" dirty="0"/>
              </a:p>
            </p:txBody>
          </p:sp>
          <p:sp>
            <p:nvSpPr>
              <p:cNvPr id="25" name="Скругленный прямоугольник 24">
                <a:extLst>
                  <a:ext uri="{FF2B5EF4-FFF2-40B4-BE49-F238E27FC236}">
                    <a16:creationId xmlns:a16="http://schemas.microsoft.com/office/drawing/2014/main" id="{E4C74C33-1809-6522-3544-CE9285DAE356}"/>
                  </a:ext>
                </a:extLst>
              </p:cNvPr>
              <p:cNvSpPr/>
              <p:nvPr/>
            </p:nvSpPr>
            <p:spPr>
              <a:xfrm>
                <a:off x="3647728" y="2420888"/>
                <a:ext cx="216206" cy="216206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5400">
                <a:solidFill>
                  <a:schemeClr val="accent6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l"/>
                <a:endParaRPr lang="ru-RU" sz="1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6A38F1E2-8107-F0A3-243C-534C3A250B2A}"/>
                    </a:ext>
                  </a:extLst>
                </p:cNvPr>
                <p:cNvSpPr txBox="1"/>
                <p:nvPr/>
              </p:nvSpPr>
              <p:spPr>
                <a:xfrm>
                  <a:off x="5703419" y="5974065"/>
                  <a:ext cx="411524" cy="40010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en-US" sz="2600" b="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6A38F1E2-8107-F0A3-243C-534C3A250B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3419" y="5974065"/>
                  <a:ext cx="411524" cy="400109"/>
                </a:xfrm>
                <a:prstGeom prst="rect">
                  <a:avLst/>
                </a:prstGeom>
                <a:blipFill>
                  <a:blip r:embed="rId3"/>
                  <a:stretch>
                    <a:fillRect l="-12121" r="-6061" b="-15625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F3368617-02E9-D58B-A91C-4F70ECFF9EF8}"/>
                    </a:ext>
                  </a:extLst>
                </p:cNvPr>
                <p:cNvSpPr txBox="1"/>
                <p:nvPr/>
              </p:nvSpPr>
              <p:spPr>
                <a:xfrm>
                  <a:off x="5703419" y="7305383"/>
                  <a:ext cx="435505" cy="40010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oMath>
                    </m:oMathPara>
                  </a14:m>
                  <a:endParaRPr lang="en-US" sz="2600" b="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F3368617-02E9-D58B-A91C-4F70ECFF9E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3419" y="7305383"/>
                  <a:ext cx="435505" cy="400109"/>
                </a:xfrm>
                <a:prstGeom prst="rect">
                  <a:avLst/>
                </a:prstGeom>
                <a:blipFill>
                  <a:blip r:embed="rId4"/>
                  <a:stretch>
                    <a:fillRect l="-11429" r="-2857" b="-12500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Закрывающая фигурная скобка 13">
              <a:extLst>
                <a:ext uri="{FF2B5EF4-FFF2-40B4-BE49-F238E27FC236}">
                  <a16:creationId xmlns:a16="http://schemas.microsoft.com/office/drawing/2014/main" id="{2BB8DB06-76C1-4022-3B3A-F03BFD312AB4}"/>
                </a:ext>
              </a:extLst>
            </p:cNvPr>
            <p:cNvSpPr/>
            <p:nvPr/>
          </p:nvSpPr>
          <p:spPr>
            <a:xfrm>
              <a:off x="7108785" y="5338811"/>
              <a:ext cx="342531" cy="2140532"/>
            </a:xfrm>
            <a:prstGeom prst="rightBrace">
              <a:avLst/>
            </a:prstGeom>
            <a:ln w="254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E202033B-92D0-8558-11F8-6F9364FF3D9E}"/>
                </a:ext>
              </a:extLst>
            </p:cNvPr>
            <p:cNvGrpSpPr/>
            <p:nvPr/>
          </p:nvGrpSpPr>
          <p:grpSpPr>
            <a:xfrm>
              <a:off x="9518091" y="5510568"/>
              <a:ext cx="1798861" cy="1797019"/>
              <a:chOff x="2999656" y="1787075"/>
              <a:chExt cx="864278" cy="863394"/>
            </a:xfr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69000">
                  <a:schemeClr val="accent6">
                    <a:lumMod val="20000"/>
                    <a:lumOff val="80000"/>
                  </a:schemeClr>
                </a:gs>
                <a:gs pos="100000">
                  <a:schemeClr val="accent6">
                    <a:lumMod val="75000"/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</p:grpSpPr>
          <p:sp>
            <p:nvSpPr>
              <p:cNvPr id="17" name="Скругленный прямоугольник 16">
                <a:extLst>
                  <a:ext uri="{FF2B5EF4-FFF2-40B4-BE49-F238E27FC236}">
                    <a16:creationId xmlns:a16="http://schemas.microsoft.com/office/drawing/2014/main" id="{12A74081-522A-A0F3-B2D7-1B87FE5F28D1}"/>
                  </a:ext>
                </a:extLst>
              </p:cNvPr>
              <p:cNvSpPr/>
              <p:nvPr/>
            </p:nvSpPr>
            <p:spPr>
              <a:xfrm>
                <a:off x="2999656" y="2434263"/>
                <a:ext cx="216206" cy="216206"/>
              </a:xfrm>
              <a:prstGeom prst="roundRect">
                <a:avLst/>
              </a:prstGeom>
              <a:grpFill/>
              <a:ln w="25400">
                <a:solidFill>
                  <a:schemeClr val="accent6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l"/>
                <a:endParaRPr lang="ru-RU" sz="1200" dirty="0"/>
              </a:p>
            </p:txBody>
          </p:sp>
          <p:sp>
            <p:nvSpPr>
              <p:cNvPr id="19" name="Скругленный прямоугольник 18">
                <a:extLst>
                  <a:ext uri="{FF2B5EF4-FFF2-40B4-BE49-F238E27FC236}">
                    <a16:creationId xmlns:a16="http://schemas.microsoft.com/office/drawing/2014/main" id="{045CB6DD-775B-5374-AE13-B619A56826DC}"/>
                  </a:ext>
                </a:extLst>
              </p:cNvPr>
              <p:cNvSpPr/>
              <p:nvPr/>
            </p:nvSpPr>
            <p:spPr>
              <a:xfrm>
                <a:off x="3215680" y="2434263"/>
                <a:ext cx="216206" cy="216206"/>
              </a:xfrm>
              <a:prstGeom prst="roundRect">
                <a:avLst/>
              </a:prstGeom>
              <a:grpFill/>
              <a:ln w="25400">
                <a:solidFill>
                  <a:schemeClr val="accent6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l"/>
                <a:endParaRPr lang="ru-RU" sz="1200" dirty="0"/>
              </a:p>
            </p:txBody>
          </p:sp>
          <p:sp>
            <p:nvSpPr>
              <p:cNvPr id="20" name="Скругленный прямоугольник 19">
                <a:extLst>
                  <a:ext uri="{FF2B5EF4-FFF2-40B4-BE49-F238E27FC236}">
                    <a16:creationId xmlns:a16="http://schemas.microsoft.com/office/drawing/2014/main" id="{03E8A601-6EDE-6D6A-AE0B-C886450B3A3D}"/>
                  </a:ext>
                </a:extLst>
              </p:cNvPr>
              <p:cNvSpPr/>
              <p:nvPr/>
            </p:nvSpPr>
            <p:spPr>
              <a:xfrm>
                <a:off x="3431704" y="2434263"/>
                <a:ext cx="216206" cy="216206"/>
              </a:xfrm>
              <a:prstGeom prst="roundRect">
                <a:avLst/>
              </a:prstGeom>
              <a:grpFill/>
              <a:ln w="25400">
                <a:solidFill>
                  <a:schemeClr val="accent6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l"/>
                <a:endParaRPr lang="ru-RU" sz="1200" dirty="0"/>
              </a:p>
            </p:txBody>
          </p:sp>
          <p:sp>
            <p:nvSpPr>
              <p:cNvPr id="21" name="Скругленный прямоугольник 20">
                <a:extLst>
                  <a:ext uri="{FF2B5EF4-FFF2-40B4-BE49-F238E27FC236}">
                    <a16:creationId xmlns:a16="http://schemas.microsoft.com/office/drawing/2014/main" id="{F1191281-9349-1842-78DD-224F53F7815E}"/>
                  </a:ext>
                </a:extLst>
              </p:cNvPr>
              <p:cNvSpPr/>
              <p:nvPr/>
            </p:nvSpPr>
            <p:spPr>
              <a:xfrm>
                <a:off x="3647728" y="2434263"/>
                <a:ext cx="216206" cy="216206"/>
              </a:xfrm>
              <a:prstGeom prst="roundRect">
                <a:avLst/>
              </a:prstGeom>
              <a:grpFill/>
              <a:ln w="25400">
                <a:solidFill>
                  <a:schemeClr val="accent6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l"/>
                <a:endParaRPr lang="ru-RU" sz="1200" dirty="0"/>
              </a:p>
            </p:txBody>
          </p:sp>
          <p:sp>
            <p:nvSpPr>
              <p:cNvPr id="7" name="Скругленный прямоугольник 6">
                <a:extLst>
                  <a:ext uri="{FF2B5EF4-FFF2-40B4-BE49-F238E27FC236}">
                    <a16:creationId xmlns:a16="http://schemas.microsoft.com/office/drawing/2014/main" id="{14B89FA2-766B-2871-2DB7-8DF1C7872D20}"/>
                  </a:ext>
                </a:extLst>
              </p:cNvPr>
              <p:cNvSpPr/>
              <p:nvPr/>
            </p:nvSpPr>
            <p:spPr>
              <a:xfrm>
                <a:off x="2999656" y="2216959"/>
                <a:ext cx="216206" cy="216206"/>
              </a:xfrm>
              <a:prstGeom prst="roundRect">
                <a:avLst/>
              </a:prstGeom>
              <a:grpFill/>
              <a:ln w="25400">
                <a:solidFill>
                  <a:schemeClr val="accent6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l"/>
                <a:endParaRPr lang="ru-RU" sz="1200" dirty="0"/>
              </a:p>
            </p:txBody>
          </p:sp>
          <p:sp>
            <p:nvSpPr>
              <p:cNvPr id="18" name="Скругленный прямоугольник 17">
                <a:extLst>
                  <a:ext uri="{FF2B5EF4-FFF2-40B4-BE49-F238E27FC236}">
                    <a16:creationId xmlns:a16="http://schemas.microsoft.com/office/drawing/2014/main" id="{D134E7B4-D1B2-9054-6BDE-296909D9ADD7}"/>
                  </a:ext>
                </a:extLst>
              </p:cNvPr>
              <p:cNvSpPr/>
              <p:nvPr/>
            </p:nvSpPr>
            <p:spPr>
              <a:xfrm>
                <a:off x="3215680" y="2216959"/>
                <a:ext cx="216206" cy="216206"/>
              </a:xfrm>
              <a:prstGeom prst="roundRect">
                <a:avLst/>
              </a:prstGeom>
              <a:grpFill/>
              <a:ln w="25400">
                <a:solidFill>
                  <a:schemeClr val="accent6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l"/>
                <a:endParaRPr lang="ru-RU" sz="1200" dirty="0"/>
              </a:p>
            </p:txBody>
          </p:sp>
          <p:sp>
            <p:nvSpPr>
              <p:cNvPr id="30" name="Скругленный прямоугольник 29">
                <a:extLst>
                  <a:ext uri="{FF2B5EF4-FFF2-40B4-BE49-F238E27FC236}">
                    <a16:creationId xmlns:a16="http://schemas.microsoft.com/office/drawing/2014/main" id="{C0412198-DA00-F2C0-011A-70BB1C664DE9}"/>
                  </a:ext>
                </a:extLst>
              </p:cNvPr>
              <p:cNvSpPr/>
              <p:nvPr/>
            </p:nvSpPr>
            <p:spPr>
              <a:xfrm>
                <a:off x="3431704" y="2216959"/>
                <a:ext cx="216206" cy="216206"/>
              </a:xfrm>
              <a:prstGeom prst="roundRect">
                <a:avLst/>
              </a:prstGeom>
              <a:grpFill/>
              <a:ln w="25400">
                <a:solidFill>
                  <a:schemeClr val="accent6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l"/>
                <a:endParaRPr lang="ru-RU" sz="1200" dirty="0"/>
              </a:p>
            </p:txBody>
          </p:sp>
          <p:sp>
            <p:nvSpPr>
              <p:cNvPr id="31" name="Скругленный прямоугольник 30">
                <a:extLst>
                  <a:ext uri="{FF2B5EF4-FFF2-40B4-BE49-F238E27FC236}">
                    <a16:creationId xmlns:a16="http://schemas.microsoft.com/office/drawing/2014/main" id="{E3447EA3-98F2-B15F-80A8-2E958E265856}"/>
                  </a:ext>
                </a:extLst>
              </p:cNvPr>
              <p:cNvSpPr/>
              <p:nvPr/>
            </p:nvSpPr>
            <p:spPr>
              <a:xfrm>
                <a:off x="3647728" y="2216959"/>
                <a:ext cx="216206" cy="216206"/>
              </a:xfrm>
              <a:prstGeom prst="roundRect">
                <a:avLst/>
              </a:prstGeom>
              <a:grpFill/>
              <a:ln w="25400">
                <a:solidFill>
                  <a:schemeClr val="accent6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l"/>
                <a:endParaRPr lang="ru-RU" sz="1200" dirty="0"/>
              </a:p>
            </p:txBody>
          </p:sp>
          <p:sp>
            <p:nvSpPr>
              <p:cNvPr id="32" name="Скругленный прямоугольник 31">
                <a:extLst>
                  <a:ext uri="{FF2B5EF4-FFF2-40B4-BE49-F238E27FC236}">
                    <a16:creationId xmlns:a16="http://schemas.microsoft.com/office/drawing/2014/main" id="{8AC2F40E-9725-7E8B-25EC-C0816A3F1536}"/>
                  </a:ext>
                </a:extLst>
              </p:cNvPr>
              <p:cNvSpPr/>
              <p:nvPr/>
            </p:nvSpPr>
            <p:spPr>
              <a:xfrm>
                <a:off x="2999656" y="2004379"/>
                <a:ext cx="216206" cy="216206"/>
              </a:xfrm>
              <a:prstGeom prst="roundRect">
                <a:avLst/>
              </a:prstGeom>
              <a:grpFill/>
              <a:ln w="25400">
                <a:solidFill>
                  <a:schemeClr val="accent6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l"/>
                <a:endParaRPr lang="ru-RU" sz="1200" dirty="0"/>
              </a:p>
            </p:txBody>
          </p:sp>
          <p:sp>
            <p:nvSpPr>
              <p:cNvPr id="33" name="Скругленный прямоугольник 32">
                <a:extLst>
                  <a:ext uri="{FF2B5EF4-FFF2-40B4-BE49-F238E27FC236}">
                    <a16:creationId xmlns:a16="http://schemas.microsoft.com/office/drawing/2014/main" id="{205D9064-D790-98D4-E3AF-A3034C161CAA}"/>
                  </a:ext>
                </a:extLst>
              </p:cNvPr>
              <p:cNvSpPr/>
              <p:nvPr/>
            </p:nvSpPr>
            <p:spPr>
              <a:xfrm>
                <a:off x="3215680" y="2004379"/>
                <a:ext cx="216206" cy="216206"/>
              </a:xfrm>
              <a:prstGeom prst="roundRect">
                <a:avLst/>
              </a:prstGeom>
              <a:grpFill/>
              <a:ln w="25400">
                <a:solidFill>
                  <a:schemeClr val="accent6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l"/>
                <a:endParaRPr lang="ru-RU" sz="1200" dirty="0"/>
              </a:p>
            </p:txBody>
          </p:sp>
          <p:sp>
            <p:nvSpPr>
              <p:cNvPr id="34" name="Скругленный прямоугольник 33">
                <a:extLst>
                  <a:ext uri="{FF2B5EF4-FFF2-40B4-BE49-F238E27FC236}">
                    <a16:creationId xmlns:a16="http://schemas.microsoft.com/office/drawing/2014/main" id="{BD35B1D0-A1E9-C086-25D3-1317DF1AF9A7}"/>
                  </a:ext>
                </a:extLst>
              </p:cNvPr>
              <p:cNvSpPr/>
              <p:nvPr/>
            </p:nvSpPr>
            <p:spPr>
              <a:xfrm>
                <a:off x="3431704" y="2004379"/>
                <a:ext cx="216206" cy="216206"/>
              </a:xfrm>
              <a:prstGeom prst="roundRect">
                <a:avLst/>
              </a:prstGeom>
              <a:grpFill/>
              <a:ln w="25400">
                <a:solidFill>
                  <a:schemeClr val="accent6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l"/>
                <a:endParaRPr lang="ru-RU" sz="1200" dirty="0"/>
              </a:p>
            </p:txBody>
          </p:sp>
          <p:sp>
            <p:nvSpPr>
              <p:cNvPr id="35" name="Скругленный прямоугольник 34">
                <a:extLst>
                  <a:ext uri="{FF2B5EF4-FFF2-40B4-BE49-F238E27FC236}">
                    <a16:creationId xmlns:a16="http://schemas.microsoft.com/office/drawing/2014/main" id="{E178E59A-4CDF-D467-E7AC-AB22721F3D79}"/>
                  </a:ext>
                </a:extLst>
              </p:cNvPr>
              <p:cNvSpPr/>
              <p:nvPr/>
            </p:nvSpPr>
            <p:spPr>
              <a:xfrm>
                <a:off x="3647728" y="2004379"/>
                <a:ext cx="216206" cy="216206"/>
              </a:xfrm>
              <a:prstGeom prst="roundRect">
                <a:avLst/>
              </a:prstGeom>
              <a:grpFill/>
              <a:ln w="25400">
                <a:solidFill>
                  <a:schemeClr val="accent6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l"/>
                <a:endParaRPr lang="ru-RU" sz="1200" dirty="0"/>
              </a:p>
            </p:txBody>
          </p:sp>
          <p:sp>
            <p:nvSpPr>
              <p:cNvPr id="37" name="Скругленный прямоугольник 36">
                <a:extLst>
                  <a:ext uri="{FF2B5EF4-FFF2-40B4-BE49-F238E27FC236}">
                    <a16:creationId xmlns:a16="http://schemas.microsoft.com/office/drawing/2014/main" id="{E0DCF865-7401-7365-4018-4355D979E12E}"/>
                  </a:ext>
                </a:extLst>
              </p:cNvPr>
              <p:cNvSpPr/>
              <p:nvPr/>
            </p:nvSpPr>
            <p:spPr>
              <a:xfrm>
                <a:off x="2999656" y="1787075"/>
                <a:ext cx="216206" cy="216206"/>
              </a:xfrm>
              <a:prstGeom prst="roundRect">
                <a:avLst/>
              </a:prstGeom>
              <a:grpFill/>
              <a:ln w="25400">
                <a:solidFill>
                  <a:schemeClr val="accent6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l"/>
                <a:endParaRPr lang="ru-RU" sz="1200" dirty="0"/>
              </a:p>
            </p:txBody>
          </p:sp>
          <p:sp>
            <p:nvSpPr>
              <p:cNvPr id="39" name="Скругленный прямоугольник 38">
                <a:extLst>
                  <a:ext uri="{FF2B5EF4-FFF2-40B4-BE49-F238E27FC236}">
                    <a16:creationId xmlns:a16="http://schemas.microsoft.com/office/drawing/2014/main" id="{511003D3-F8BA-6993-E5D4-D2E8B371CFB3}"/>
                  </a:ext>
                </a:extLst>
              </p:cNvPr>
              <p:cNvSpPr/>
              <p:nvPr/>
            </p:nvSpPr>
            <p:spPr>
              <a:xfrm>
                <a:off x="3215680" y="1787075"/>
                <a:ext cx="216206" cy="216206"/>
              </a:xfrm>
              <a:prstGeom prst="roundRect">
                <a:avLst/>
              </a:prstGeom>
              <a:grpFill/>
              <a:ln w="25400">
                <a:solidFill>
                  <a:schemeClr val="accent6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l"/>
                <a:endParaRPr lang="ru-RU" sz="1200" dirty="0"/>
              </a:p>
            </p:txBody>
          </p:sp>
          <p:sp>
            <p:nvSpPr>
              <p:cNvPr id="40" name="Скругленный прямоугольник 39">
                <a:extLst>
                  <a:ext uri="{FF2B5EF4-FFF2-40B4-BE49-F238E27FC236}">
                    <a16:creationId xmlns:a16="http://schemas.microsoft.com/office/drawing/2014/main" id="{5A4D2C74-DAD6-1FD1-0142-8FB5B37D94E3}"/>
                  </a:ext>
                </a:extLst>
              </p:cNvPr>
              <p:cNvSpPr/>
              <p:nvPr/>
            </p:nvSpPr>
            <p:spPr>
              <a:xfrm>
                <a:off x="3431704" y="1787075"/>
                <a:ext cx="216206" cy="216206"/>
              </a:xfrm>
              <a:prstGeom prst="roundRect">
                <a:avLst/>
              </a:prstGeom>
              <a:grpFill/>
              <a:ln w="25400">
                <a:solidFill>
                  <a:schemeClr val="accent6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l"/>
                <a:endParaRPr lang="ru-RU" sz="1200" dirty="0"/>
              </a:p>
            </p:txBody>
          </p:sp>
          <p:sp>
            <p:nvSpPr>
              <p:cNvPr id="41" name="Скругленный прямоугольник 40">
                <a:extLst>
                  <a:ext uri="{FF2B5EF4-FFF2-40B4-BE49-F238E27FC236}">
                    <a16:creationId xmlns:a16="http://schemas.microsoft.com/office/drawing/2014/main" id="{969DE7CB-A89C-3132-0720-B77DD700D38F}"/>
                  </a:ext>
                </a:extLst>
              </p:cNvPr>
              <p:cNvSpPr/>
              <p:nvPr/>
            </p:nvSpPr>
            <p:spPr>
              <a:xfrm>
                <a:off x="3647728" y="1787075"/>
                <a:ext cx="216206" cy="216206"/>
              </a:xfrm>
              <a:prstGeom prst="roundRect">
                <a:avLst/>
              </a:prstGeom>
              <a:grpFill/>
              <a:ln w="25400">
                <a:solidFill>
                  <a:schemeClr val="accent6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l"/>
                <a:endParaRPr lang="ru-RU" sz="1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B6DAE768-AC3D-CBF0-5445-51BF615D1E15}"/>
                    </a:ext>
                  </a:extLst>
                </p:cNvPr>
                <p:cNvSpPr txBox="1"/>
                <p:nvPr/>
              </p:nvSpPr>
              <p:spPr>
                <a:xfrm>
                  <a:off x="10218214" y="7357106"/>
                  <a:ext cx="410243" cy="40011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oMath>
                    </m:oMathPara>
                  </a14:m>
                  <a:endParaRPr lang="en-US" sz="2600" b="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B6DAE768-AC3D-CBF0-5445-51BF615D1E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18214" y="7357106"/>
                  <a:ext cx="410243" cy="400110"/>
                </a:xfrm>
                <a:prstGeom prst="rect">
                  <a:avLst/>
                </a:prstGeom>
                <a:blipFill>
                  <a:blip r:embed="rId5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8" name="Прямая со стрелкой 57">
              <a:extLst>
                <a:ext uri="{FF2B5EF4-FFF2-40B4-BE49-F238E27FC236}">
                  <a16:creationId xmlns:a16="http://schemas.microsoft.com/office/drawing/2014/main" id="{6DBEC5A1-62EF-7D43-8A96-C5DD24BD9397}"/>
                </a:ext>
              </a:extLst>
            </p:cNvPr>
            <p:cNvCxnSpPr>
              <a:cxnSpLocks/>
            </p:cNvCxnSpPr>
            <p:nvPr/>
          </p:nvCxnSpPr>
          <p:spPr>
            <a:xfrm>
              <a:off x="7680215" y="6409077"/>
              <a:ext cx="160897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D34378A-873A-3230-30AB-580B0EC74D93}"/>
                </a:ext>
              </a:extLst>
            </p:cNvPr>
            <p:cNvSpPr txBox="1"/>
            <p:nvPr/>
          </p:nvSpPr>
          <p:spPr>
            <a:xfrm>
              <a:off x="7878201" y="6193182"/>
              <a:ext cx="1213006" cy="369332"/>
            </a:xfrm>
            <a:prstGeom prst="rect">
              <a:avLst/>
            </a:prstGeom>
            <a:solidFill>
              <a:srgbClr val="FFFFFF"/>
            </a:solidFill>
          </p:spPr>
          <p:txBody>
            <a:bodyPr wrap="none" lIns="72000" tIns="0" rIns="72000" bIns="0" rtlCol="0" anchor="ctr">
              <a:spAutoFit/>
            </a:bodyPr>
            <a:lstStyle/>
            <a:p>
              <a:pPr algn="l"/>
              <a:r>
                <a:rPr lang="en-US" sz="2400" dirty="0">
                  <a:latin typeface="Graphik LC Regular" panose="020B0503030202060203" pitchFamily="34" charset="0"/>
                </a:rPr>
                <a:t>Bilinear</a:t>
              </a:r>
              <a:endParaRPr lang="ru-RU" sz="2400" dirty="0">
                <a:latin typeface="Graphik LC Regular" panose="020B0503030202060203" pitchFamily="34" charset="0"/>
              </a:endParaRPr>
            </a:p>
          </p:txBody>
        </p:sp>
      </p:grpSp>
      <p:sp>
        <p:nvSpPr>
          <p:cNvPr id="87" name="Скругленный прямоугольник 86">
            <a:extLst>
              <a:ext uri="{FF2B5EF4-FFF2-40B4-BE49-F238E27FC236}">
                <a16:creationId xmlns:a16="http://schemas.microsoft.com/office/drawing/2014/main" id="{EAAB1B7E-B0DC-977A-B787-A80C1DFAF719}"/>
              </a:ext>
            </a:extLst>
          </p:cNvPr>
          <p:cNvSpPr>
            <a:spLocks/>
          </p:cNvSpPr>
          <p:nvPr/>
        </p:nvSpPr>
        <p:spPr>
          <a:xfrm>
            <a:off x="12320588" y="2897188"/>
            <a:ext cx="10853738" cy="4680950"/>
          </a:xfrm>
          <a:prstGeom prst="roundRect">
            <a:avLst>
              <a:gd name="adj" fmla="val 3108"/>
            </a:avLst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9" name="Полилиния 88">
            <a:extLst>
              <a:ext uri="{FF2B5EF4-FFF2-40B4-BE49-F238E27FC236}">
                <a16:creationId xmlns:a16="http://schemas.microsoft.com/office/drawing/2014/main" id="{5D6CCD84-BAAE-52B1-EC79-512F4C449961}"/>
              </a:ext>
            </a:extLst>
          </p:cNvPr>
          <p:cNvSpPr>
            <a:spLocks noChangeAspect="1"/>
          </p:cNvSpPr>
          <p:nvPr/>
        </p:nvSpPr>
        <p:spPr>
          <a:xfrm>
            <a:off x="13022263" y="3582778"/>
            <a:ext cx="900000" cy="900000"/>
          </a:xfrm>
          <a:custGeom>
            <a:avLst/>
            <a:gdLst>
              <a:gd name="connsiteX0" fmla="*/ 700541 w 700540"/>
              <a:gd name="connsiteY0" fmla="*/ 350270 h 700540"/>
              <a:gd name="connsiteX1" fmla="*/ 350270 w 700540"/>
              <a:gd name="connsiteY1" fmla="*/ 700541 h 700540"/>
              <a:gd name="connsiteX2" fmla="*/ 0 w 700540"/>
              <a:gd name="connsiteY2" fmla="*/ 350270 h 700540"/>
              <a:gd name="connsiteX3" fmla="*/ 350270 w 700540"/>
              <a:gd name="connsiteY3" fmla="*/ 0 h 700540"/>
              <a:gd name="connsiteX4" fmla="*/ 700541 w 700540"/>
              <a:gd name="connsiteY4" fmla="*/ 350270 h 70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540" h="700540">
                <a:moveTo>
                  <a:pt x="700541" y="350270"/>
                </a:moveTo>
                <a:cubicBezTo>
                  <a:pt x="700541" y="543719"/>
                  <a:pt x="543719" y="700541"/>
                  <a:pt x="350270" y="700541"/>
                </a:cubicBezTo>
                <a:cubicBezTo>
                  <a:pt x="156821" y="700541"/>
                  <a:pt x="0" y="543719"/>
                  <a:pt x="0" y="350270"/>
                </a:cubicBezTo>
                <a:cubicBezTo>
                  <a:pt x="0" y="156821"/>
                  <a:pt x="156821" y="0"/>
                  <a:pt x="350270" y="0"/>
                </a:cubicBezTo>
                <a:cubicBezTo>
                  <a:pt x="543719" y="0"/>
                  <a:pt x="700541" y="156821"/>
                  <a:pt x="700541" y="350270"/>
                </a:cubicBezTo>
                <a:close/>
              </a:path>
            </a:pathLst>
          </a:custGeom>
          <a:solidFill>
            <a:schemeClr val="accent6"/>
          </a:solidFill>
          <a:ln w="2540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ru-RU" sz="3000" dirty="0">
                <a:solidFill>
                  <a:schemeClr val="tx2"/>
                </a:solidFill>
                <a:latin typeface="Graphik LC Medium" panose="020B0503030202060203" pitchFamily="34" charset="0"/>
              </a:rPr>
              <a:t>03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370315F-2B99-CAA9-6C5C-366AFC6E3B9A}"/>
              </a:ext>
            </a:extLst>
          </p:cNvPr>
          <p:cNvSpPr txBox="1"/>
          <p:nvPr/>
        </p:nvSpPr>
        <p:spPr>
          <a:xfrm>
            <a:off x="14623938" y="3730330"/>
            <a:ext cx="7831250" cy="604896"/>
          </a:xfrm>
          <a:prstGeom prst="rect">
            <a:avLst/>
          </a:prstGeom>
        </p:spPr>
        <p:txBody>
          <a:bodyPr vert="horz" wrap="square" lIns="0" tIns="0" rIns="0" bIns="108000" rtlCol="0" anchor="ctr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 defTabSz="148599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  <a:defRPr/>
            </a:pPr>
            <a:r>
              <a:rPr lang="ru-RU" sz="3200" dirty="0">
                <a:latin typeface="Graphik LC Medium" panose="020B0503030202060203" pitchFamily="34" charset="0"/>
              </a:rPr>
              <a:t>Билинейное смешивание</a:t>
            </a:r>
          </a:p>
        </p:txBody>
      </p:sp>
      <p:sp>
        <p:nvSpPr>
          <p:cNvPr id="91" name="Скругленный прямоугольник 90">
            <a:extLst>
              <a:ext uri="{FF2B5EF4-FFF2-40B4-BE49-F238E27FC236}">
                <a16:creationId xmlns:a16="http://schemas.microsoft.com/office/drawing/2014/main" id="{8E203463-484F-982D-1465-D8DEA7AC3968}"/>
              </a:ext>
            </a:extLst>
          </p:cNvPr>
          <p:cNvSpPr/>
          <p:nvPr/>
        </p:nvSpPr>
        <p:spPr>
          <a:xfrm>
            <a:off x="13022263" y="4859236"/>
            <a:ext cx="9430430" cy="1992702"/>
          </a:xfrm>
          <a:prstGeom prst="roundRect">
            <a:avLst>
              <a:gd name="adj" fmla="val 7197"/>
            </a:avLst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444BDC5C-DC54-A519-F8B3-5E1EC0CEBB21}"/>
              </a:ext>
            </a:extLst>
          </p:cNvPr>
          <p:cNvSpPr/>
          <p:nvPr/>
        </p:nvSpPr>
        <p:spPr>
          <a:xfrm>
            <a:off x="21721340" y="-1562461"/>
            <a:ext cx="719138" cy="719138"/>
          </a:xfrm>
          <a:prstGeom prst="rect">
            <a:avLst/>
          </a:prstGeom>
          <a:solidFill>
            <a:schemeClr val="accent3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4" name="Скругленный прямоугольник 93">
            <a:extLst>
              <a:ext uri="{FF2B5EF4-FFF2-40B4-BE49-F238E27FC236}">
                <a16:creationId xmlns:a16="http://schemas.microsoft.com/office/drawing/2014/main" id="{22E92B23-6393-ED12-A050-F75C8A915508}"/>
              </a:ext>
            </a:extLst>
          </p:cNvPr>
          <p:cNvSpPr>
            <a:spLocks/>
          </p:cNvSpPr>
          <p:nvPr/>
        </p:nvSpPr>
        <p:spPr>
          <a:xfrm>
            <a:off x="12320588" y="7828375"/>
            <a:ext cx="10853738" cy="4680950"/>
          </a:xfrm>
          <a:prstGeom prst="roundRect">
            <a:avLst>
              <a:gd name="adj" fmla="val 3108"/>
            </a:avLst>
          </a:prstGeom>
          <a:solidFill>
            <a:srgbClr val="FFFFFF">
              <a:alpha val="50000"/>
            </a:srgbClr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A37F5AD-0F31-D934-3248-4E934D8DE816}"/>
                  </a:ext>
                </a:extLst>
              </p:cNvPr>
              <p:cNvSpPr txBox="1"/>
              <p:nvPr/>
            </p:nvSpPr>
            <p:spPr>
              <a:xfrm>
                <a:off x="16305963" y="5494533"/>
                <a:ext cx="2863028" cy="55585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r>
                            <a:rPr lang="ru-RU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A37F5AD-0F31-D934-3248-4E934D8DE8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05963" y="5494533"/>
                <a:ext cx="2863028" cy="555858"/>
              </a:xfrm>
              <a:prstGeom prst="rect">
                <a:avLst/>
              </a:prstGeom>
              <a:blipFill>
                <a:blip r:embed="rId6"/>
                <a:stretch>
                  <a:fillRect l="-1770" b="-88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7" name="B527"/>
          <p:cNvSpPr/>
          <p:nvPr/>
        </p:nvSpPr>
        <p:spPr>
          <a:xfrm>
            <a:off x="0" y="0"/>
            <a:ext cx="24387175" cy="6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439752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06A3128F-7CDB-203A-ED0C-12FE05CBA72F}"/>
              </a:ext>
            </a:extLst>
          </p:cNvPr>
          <p:cNvSpPr/>
          <p:nvPr/>
        </p:nvSpPr>
        <p:spPr>
          <a:xfrm>
            <a:off x="1162745" y="1015912"/>
            <a:ext cx="19574541" cy="109004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8500"/>
              </a:lnSpc>
              <a:spcBef>
                <a:spcPct val="0"/>
              </a:spcBef>
              <a:spcAft>
                <a:spcPts val="4000"/>
              </a:spcAft>
            </a:pPr>
            <a:r>
              <a:rPr lang="en" sz="7500" b="1" dirty="0">
                <a:latin typeface="Graphik LC Semibold" panose="020B0503030202060203" pitchFamily="34" charset="0"/>
                <a:ea typeface="Inter" panose="02000503000000020004" pitchFamily="2" charset="0"/>
                <a:sym typeface="Arial"/>
              </a:rPr>
              <a:t>Mix of Encoders</a:t>
            </a:r>
          </a:p>
        </p:txBody>
      </p:sp>
      <p:sp>
        <p:nvSpPr>
          <p:cNvPr id="12" name="Номер слайда 2">
            <a:extLst>
              <a:ext uri="{FF2B5EF4-FFF2-40B4-BE49-F238E27FC236}">
                <a16:creationId xmlns:a16="http://schemas.microsoft.com/office/drawing/2014/main" id="{05CC56CA-2D58-6877-E933-985405BA64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23918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ru-RU" smtClean="0">
                <a:solidFill>
                  <a:srgbClr val="888888"/>
                </a:solidFill>
              </a:defRPr>
            </a:lvl1pPr>
          </a:lstStyle>
          <a:p>
            <a:fld id="{C8994169-2FD2-C948-898F-758DFA36E520}" type="slidenum">
              <a:rPr lang="ru-RU" smtClean="0"/>
              <a:pPr/>
              <a:t>19</a:t>
            </a:fld>
            <a:endParaRPr lang="ru-RU" dirty="0"/>
          </a:p>
        </p:txBody>
      </p:sp>
      <p:sp>
        <p:nvSpPr>
          <p:cNvPr id="86" name="Прямоугольник 85">
            <a:extLst>
              <a:ext uri="{FF2B5EF4-FFF2-40B4-BE49-F238E27FC236}">
                <a16:creationId xmlns:a16="http://schemas.microsoft.com/office/drawing/2014/main" id="{F647CA1C-A558-1461-8934-283421EC23FF}"/>
              </a:ext>
            </a:extLst>
          </p:cNvPr>
          <p:cNvSpPr/>
          <p:nvPr/>
        </p:nvSpPr>
        <p:spPr>
          <a:xfrm>
            <a:off x="20033519" y="-843323"/>
            <a:ext cx="232219" cy="232219"/>
          </a:xfrm>
          <a:prstGeom prst="rect">
            <a:avLst/>
          </a:prstGeom>
          <a:solidFill>
            <a:schemeClr val="accent3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Скругленный прямоугольник 35">
            <a:extLst>
              <a:ext uri="{FF2B5EF4-FFF2-40B4-BE49-F238E27FC236}">
                <a16:creationId xmlns:a16="http://schemas.microsoft.com/office/drawing/2014/main" id="{9151D130-4922-1688-60FE-28C3A7852BFC}"/>
              </a:ext>
            </a:extLst>
          </p:cNvPr>
          <p:cNvSpPr>
            <a:spLocks/>
          </p:cNvSpPr>
          <p:nvPr/>
        </p:nvSpPr>
        <p:spPr>
          <a:xfrm>
            <a:off x="1212849" y="2897188"/>
            <a:ext cx="10853738" cy="9613900"/>
          </a:xfrm>
          <a:prstGeom prst="roundRect">
            <a:avLst>
              <a:gd name="adj" fmla="val 1513"/>
            </a:avLst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7" name="Скругленный прямоугольник 86">
            <a:extLst>
              <a:ext uri="{FF2B5EF4-FFF2-40B4-BE49-F238E27FC236}">
                <a16:creationId xmlns:a16="http://schemas.microsoft.com/office/drawing/2014/main" id="{EAAB1B7E-B0DC-977A-B787-A80C1DFAF719}"/>
              </a:ext>
            </a:extLst>
          </p:cNvPr>
          <p:cNvSpPr>
            <a:spLocks/>
          </p:cNvSpPr>
          <p:nvPr/>
        </p:nvSpPr>
        <p:spPr>
          <a:xfrm>
            <a:off x="12320588" y="2897188"/>
            <a:ext cx="10853738" cy="4680950"/>
          </a:xfrm>
          <a:prstGeom prst="roundRect">
            <a:avLst>
              <a:gd name="adj" fmla="val 3108"/>
            </a:avLst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9" name="Полилиния 88">
            <a:extLst>
              <a:ext uri="{FF2B5EF4-FFF2-40B4-BE49-F238E27FC236}">
                <a16:creationId xmlns:a16="http://schemas.microsoft.com/office/drawing/2014/main" id="{5D6CCD84-BAAE-52B1-EC79-512F4C449961}"/>
              </a:ext>
            </a:extLst>
          </p:cNvPr>
          <p:cNvSpPr>
            <a:spLocks noChangeAspect="1"/>
          </p:cNvSpPr>
          <p:nvPr/>
        </p:nvSpPr>
        <p:spPr>
          <a:xfrm>
            <a:off x="13022263" y="3582778"/>
            <a:ext cx="900000" cy="900000"/>
          </a:xfrm>
          <a:custGeom>
            <a:avLst/>
            <a:gdLst>
              <a:gd name="connsiteX0" fmla="*/ 700541 w 700540"/>
              <a:gd name="connsiteY0" fmla="*/ 350270 h 700540"/>
              <a:gd name="connsiteX1" fmla="*/ 350270 w 700540"/>
              <a:gd name="connsiteY1" fmla="*/ 700541 h 700540"/>
              <a:gd name="connsiteX2" fmla="*/ 0 w 700540"/>
              <a:gd name="connsiteY2" fmla="*/ 350270 h 700540"/>
              <a:gd name="connsiteX3" fmla="*/ 350270 w 700540"/>
              <a:gd name="connsiteY3" fmla="*/ 0 h 700540"/>
              <a:gd name="connsiteX4" fmla="*/ 700541 w 700540"/>
              <a:gd name="connsiteY4" fmla="*/ 350270 h 70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540" h="700540">
                <a:moveTo>
                  <a:pt x="700541" y="350270"/>
                </a:moveTo>
                <a:cubicBezTo>
                  <a:pt x="700541" y="543719"/>
                  <a:pt x="543719" y="700541"/>
                  <a:pt x="350270" y="700541"/>
                </a:cubicBezTo>
                <a:cubicBezTo>
                  <a:pt x="156821" y="700541"/>
                  <a:pt x="0" y="543719"/>
                  <a:pt x="0" y="350270"/>
                </a:cubicBezTo>
                <a:cubicBezTo>
                  <a:pt x="0" y="156821"/>
                  <a:pt x="156821" y="0"/>
                  <a:pt x="350270" y="0"/>
                </a:cubicBezTo>
                <a:cubicBezTo>
                  <a:pt x="543719" y="0"/>
                  <a:pt x="700541" y="156821"/>
                  <a:pt x="700541" y="350270"/>
                </a:cubicBezTo>
                <a:close/>
              </a:path>
            </a:pathLst>
          </a:custGeom>
          <a:solidFill>
            <a:schemeClr val="accent6"/>
          </a:solidFill>
          <a:ln w="2540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ru-RU" sz="3000" dirty="0">
                <a:solidFill>
                  <a:schemeClr val="tx2"/>
                </a:solidFill>
                <a:latin typeface="Graphik LC Medium" panose="020B0503030202060203" pitchFamily="34" charset="0"/>
              </a:rPr>
              <a:t>0</a:t>
            </a:r>
            <a:r>
              <a:rPr lang="en-US" sz="3000" dirty="0">
                <a:solidFill>
                  <a:schemeClr val="tx2"/>
                </a:solidFill>
                <a:latin typeface="Graphik LC Medium" panose="020B0503030202060203" pitchFamily="34" charset="0"/>
              </a:rPr>
              <a:t>4</a:t>
            </a:r>
            <a:endParaRPr lang="ru-RU" sz="3000" dirty="0">
              <a:solidFill>
                <a:schemeClr val="tx2"/>
              </a:solidFill>
              <a:latin typeface="Graphik LC Medium" panose="020B0503030202060203" pitchFamily="34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370315F-2B99-CAA9-6C5C-366AFC6E3B9A}"/>
              </a:ext>
            </a:extLst>
          </p:cNvPr>
          <p:cNvSpPr txBox="1"/>
          <p:nvPr/>
        </p:nvSpPr>
        <p:spPr>
          <a:xfrm>
            <a:off x="14623938" y="3459486"/>
            <a:ext cx="7831250" cy="1146583"/>
          </a:xfrm>
          <a:prstGeom prst="rect">
            <a:avLst/>
          </a:prstGeom>
        </p:spPr>
        <p:txBody>
          <a:bodyPr vert="horz" wrap="square" lIns="0" tIns="0" rIns="0" bIns="108000" rtlCol="0" anchor="ctr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 defTabSz="148599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  <a:defRPr/>
            </a:pPr>
            <a:r>
              <a:rPr lang="en" sz="3200" dirty="0">
                <a:latin typeface="Graphik LC Medium" panose="020B0503030202060203" pitchFamily="34" charset="0"/>
              </a:rPr>
              <a:t>Gated</a:t>
            </a:r>
            <a:r>
              <a:rPr lang="ru-RU" sz="3200" dirty="0">
                <a:latin typeface="Graphik LC Medium" panose="020B0503030202060203" pitchFamily="34" charset="0"/>
              </a:rPr>
              <a:t>-механизм с аддитивным смешиванием</a:t>
            </a:r>
          </a:p>
        </p:txBody>
      </p:sp>
      <p:sp>
        <p:nvSpPr>
          <p:cNvPr id="91" name="Скругленный прямоугольник 90">
            <a:extLst>
              <a:ext uri="{FF2B5EF4-FFF2-40B4-BE49-F238E27FC236}">
                <a16:creationId xmlns:a16="http://schemas.microsoft.com/office/drawing/2014/main" id="{8E203463-484F-982D-1465-D8DEA7AC3968}"/>
              </a:ext>
            </a:extLst>
          </p:cNvPr>
          <p:cNvSpPr/>
          <p:nvPr/>
        </p:nvSpPr>
        <p:spPr>
          <a:xfrm>
            <a:off x="13022263" y="5130078"/>
            <a:ext cx="9430430" cy="1721859"/>
          </a:xfrm>
          <a:prstGeom prst="roundRect">
            <a:avLst>
              <a:gd name="adj" fmla="val 7197"/>
            </a:avLst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444BDC5C-DC54-A519-F8B3-5E1EC0CEBB21}"/>
              </a:ext>
            </a:extLst>
          </p:cNvPr>
          <p:cNvSpPr/>
          <p:nvPr/>
        </p:nvSpPr>
        <p:spPr>
          <a:xfrm>
            <a:off x="21721340" y="-1562461"/>
            <a:ext cx="719138" cy="719138"/>
          </a:xfrm>
          <a:prstGeom prst="rect">
            <a:avLst/>
          </a:prstGeom>
          <a:solidFill>
            <a:schemeClr val="accent3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4" name="Скругленный прямоугольник 93">
            <a:extLst>
              <a:ext uri="{FF2B5EF4-FFF2-40B4-BE49-F238E27FC236}">
                <a16:creationId xmlns:a16="http://schemas.microsoft.com/office/drawing/2014/main" id="{22E92B23-6393-ED12-A050-F75C8A915508}"/>
              </a:ext>
            </a:extLst>
          </p:cNvPr>
          <p:cNvSpPr>
            <a:spLocks/>
          </p:cNvSpPr>
          <p:nvPr/>
        </p:nvSpPr>
        <p:spPr>
          <a:xfrm>
            <a:off x="12320588" y="7828375"/>
            <a:ext cx="10853738" cy="2310707"/>
          </a:xfrm>
          <a:prstGeom prst="roundRect">
            <a:avLst>
              <a:gd name="adj" fmla="val 6296"/>
            </a:avLst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D43491A0-6FCC-0B01-2656-8896ABEACB8F}"/>
                  </a:ext>
                </a:extLst>
              </p:cNvPr>
              <p:cNvSpPr txBox="1"/>
              <p:nvPr/>
            </p:nvSpPr>
            <p:spPr>
              <a:xfrm>
                <a:off x="13022263" y="8363779"/>
                <a:ext cx="9165384" cy="1146583"/>
              </a:xfrm>
              <a:prstGeom prst="rect">
                <a:avLst/>
              </a:prstGeom>
            </p:spPr>
            <p:txBody>
              <a:bodyPr vert="horz" wrap="square" lIns="0" tIns="0" rIns="0" bIns="108000" rtlCol="0" anchor="ctr" anchorCtr="0">
                <a:spAutoFit/>
              </a:bodyPr>
              <a:lstStyle>
                <a:lvl1pPr marL="342900" indent="-342900" defTabSz="1488104">
                  <a:lnSpc>
                    <a:spcPts val="3000"/>
                  </a:lnSpc>
                  <a:spcBef>
                    <a:spcPct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 b="0">
                    <a:latin typeface="Graphik LC Regular" panose="020B0503030202060203" pitchFamily="34" charset="0"/>
                    <a:ea typeface="+mj-ea"/>
                    <a:cs typeface="+mj-cs"/>
                  </a:defRPr>
                </a:lvl1pPr>
              </a:lstStyle>
              <a:p>
                <a:pPr marL="0" indent="0" defTabSz="148599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3200" dirty="0"/>
                  <a:t>и</a:t>
                </a:r>
                <a:r>
                  <a:rPr lang="ru-RU" sz="3200" dirty="0">
                    <a:latin typeface="Graphik LC Medium" panose="020B0503030202060203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3200" dirty="0"/>
                  <a:t>можно рассматривать </a:t>
                </a:r>
                <a:br>
                  <a:rPr lang="en-US" sz="3200" dirty="0"/>
                </a:br>
                <a:r>
                  <a:rPr lang="ru-RU" sz="3200" dirty="0"/>
                  <a:t>как функции внимания.</a:t>
                </a:r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D43491A0-6FCC-0B01-2656-8896ABEACB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22263" y="8363779"/>
                <a:ext cx="9165384" cy="1146583"/>
              </a:xfrm>
              <a:prstGeom prst="rect">
                <a:avLst/>
              </a:prstGeom>
              <a:blipFill>
                <a:blip r:embed="rId3"/>
                <a:stretch>
                  <a:fillRect l="-2660" t="-10638" b="-1117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69B756A-AEB4-273C-805C-B0A63B77F355}"/>
                  </a:ext>
                </a:extLst>
              </p:cNvPr>
              <p:cNvSpPr txBox="1"/>
              <p:nvPr/>
            </p:nvSpPr>
            <p:spPr>
              <a:xfrm>
                <a:off x="14586679" y="5665956"/>
                <a:ext cx="630159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320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d>
                    <m:r>
                      <a:rPr 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3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endParaRPr lang="ru-RU" sz="3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69B756A-AEB4-273C-805C-B0A63B77F3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86679" y="5665956"/>
                <a:ext cx="6301597" cy="492443"/>
              </a:xfrm>
              <a:prstGeom prst="rect">
                <a:avLst/>
              </a:prstGeom>
              <a:blipFill>
                <a:blip r:embed="rId4"/>
                <a:stretch>
                  <a:fillRect l="-1610" r="-201" b="-25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0F0080DA-0731-79A5-BF9B-49F88CAAD65F}"/>
              </a:ext>
            </a:extLst>
          </p:cNvPr>
          <p:cNvSpPr>
            <a:spLocks/>
          </p:cNvSpPr>
          <p:nvPr/>
        </p:nvSpPr>
        <p:spPr>
          <a:xfrm>
            <a:off x="12320588" y="10383317"/>
            <a:ext cx="10853738" cy="2127772"/>
          </a:xfrm>
          <a:prstGeom prst="roundRect">
            <a:avLst>
              <a:gd name="adj" fmla="val 6296"/>
            </a:avLst>
          </a:prstGeom>
          <a:solidFill>
            <a:srgbClr val="FFFFFF">
              <a:alpha val="50000"/>
            </a:srgbClr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8" name="Номер слайда 2">
            <a:extLst>
              <a:ext uri="{FF2B5EF4-FFF2-40B4-BE49-F238E27FC236}">
                <a16:creationId xmlns:a16="http://schemas.microsoft.com/office/drawing/2014/main" id="{E0B6F4B1-088E-B864-BDC7-00BF03D953A1}"/>
              </a:ext>
            </a:extLst>
          </p:cNvPr>
          <p:cNvSpPr txBox="1">
            <a:spLocks/>
          </p:cNvSpPr>
          <p:nvPr/>
        </p:nvSpPr>
        <p:spPr>
          <a:xfrm>
            <a:off x="1212849" y="12649984"/>
            <a:ext cx="14469973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ru-RU" sz="1800" b="0" i="0" kern="1200" smtClean="0">
                <a:solidFill>
                  <a:srgbClr val="888888"/>
                </a:solidFill>
                <a:latin typeface="Graphik LC Regular" panose="020B050303020206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/>
              <a:t>Источник: </a:t>
            </a:r>
            <a:r>
              <a:rPr lang="en" dirty="0"/>
              <a:t>Gated Multimodal Units for Information Fusion</a:t>
            </a:r>
            <a:r>
              <a:rPr lang="ru-RU" dirty="0"/>
              <a:t>.</a:t>
            </a:r>
            <a:endParaRPr lang="en" dirty="0"/>
          </a:p>
        </p:txBody>
      </p:sp>
      <p:sp>
        <p:nvSpPr>
          <p:cNvPr id="88" name="Скругленный прямоугольник 87">
            <a:extLst>
              <a:ext uri="{FF2B5EF4-FFF2-40B4-BE49-F238E27FC236}">
                <a16:creationId xmlns:a16="http://schemas.microsoft.com/office/drawing/2014/main" id="{AC9030D5-E626-90B3-5591-07ADC3588783}"/>
              </a:ext>
            </a:extLst>
          </p:cNvPr>
          <p:cNvSpPr/>
          <p:nvPr/>
        </p:nvSpPr>
        <p:spPr>
          <a:xfrm>
            <a:off x="5782151" y="3620964"/>
            <a:ext cx="1666138" cy="52755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r>
              <a:rPr lang="en-US" sz="2000" dirty="0">
                <a:latin typeface="Graphik LC Regular" panose="020B0503030202060203" pitchFamily="34" charset="0"/>
              </a:rPr>
              <a:t>gate</a:t>
            </a:r>
            <a:endParaRPr lang="ru-RU" sz="2000" dirty="0">
              <a:latin typeface="Graphik LC Regular" panose="020B0503030202060203" pitchFamily="34" charset="0"/>
            </a:endParaRPr>
          </a:p>
        </p:txBody>
      </p:sp>
      <p:sp>
        <p:nvSpPr>
          <p:cNvPr id="109" name="Скругленный прямоугольник 108">
            <a:extLst>
              <a:ext uri="{FF2B5EF4-FFF2-40B4-BE49-F238E27FC236}">
                <a16:creationId xmlns:a16="http://schemas.microsoft.com/office/drawing/2014/main" id="{1E0BF7AD-E0A3-8EA2-F6E0-F198F2706F5B}"/>
              </a:ext>
            </a:extLst>
          </p:cNvPr>
          <p:cNvSpPr/>
          <p:nvPr/>
        </p:nvSpPr>
        <p:spPr>
          <a:xfrm>
            <a:off x="5782151" y="11262806"/>
            <a:ext cx="1666138" cy="52755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r>
              <a:rPr lang="en-US" sz="2000" dirty="0">
                <a:latin typeface="Graphik LC Regular" panose="020B0503030202060203" pitchFamily="34" charset="0"/>
              </a:rPr>
              <a:t>gate</a:t>
            </a:r>
            <a:endParaRPr lang="ru-RU" sz="2000" dirty="0">
              <a:latin typeface="Graphik LC Regular" panose="020B050303020206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0FE673-F4A7-F221-BD18-051FEE5DD7AA}"/>
              </a:ext>
            </a:extLst>
          </p:cNvPr>
          <p:cNvSpPr txBox="1"/>
          <p:nvPr/>
        </p:nvSpPr>
        <p:spPr>
          <a:xfrm>
            <a:off x="1934482" y="6594028"/>
            <a:ext cx="2436564" cy="40010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/>
            <a:r>
              <a:rPr lang="en-US" sz="2600" dirty="0" err="1">
                <a:latin typeface="Graphik LC Regular" panose="020B0503030202060203" pitchFamily="34" charset="0"/>
              </a:rPr>
              <a:t>М</a:t>
            </a:r>
            <a:r>
              <a:rPr lang="ru-RU" sz="2600" dirty="0" err="1">
                <a:latin typeface="Graphik LC Regular" panose="020B0503030202060203" pitchFamily="34" charset="0"/>
              </a:rPr>
              <a:t>одальность</a:t>
            </a:r>
            <a:r>
              <a:rPr lang="ru-RU" sz="2600" dirty="0">
                <a:latin typeface="Graphik LC Regular" panose="020B0503030202060203" pitchFamily="34" charset="0"/>
              </a:rPr>
              <a:t> 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1B66DD-0706-56EB-9003-5C157FFF9346}"/>
              </a:ext>
            </a:extLst>
          </p:cNvPr>
          <p:cNvSpPr txBox="1"/>
          <p:nvPr/>
        </p:nvSpPr>
        <p:spPr>
          <a:xfrm>
            <a:off x="1947892" y="8414135"/>
            <a:ext cx="2418931" cy="40010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/>
            <a:r>
              <a:rPr lang="ru-RU" sz="2600" dirty="0">
                <a:latin typeface="Graphik LC Regular" panose="020B0503030202060203" pitchFamily="34" charset="0"/>
              </a:rPr>
              <a:t>Модальность </a:t>
            </a:r>
            <a:r>
              <a:rPr lang="ru-RU" sz="2600" dirty="0" err="1">
                <a:latin typeface="Graphik LC Regular" panose="020B0503030202060203" pitchFamily="34" charset="0"/>
              </a:rPr>
              <a:t>B</a:t>
            </a:r>
            <a:endParaRPr lang="ru-RU" sz="2600" dirty="0">
              <a:latin typeface="Graphik LC Regular" panose="020B0503030202060203" pitchFamily="34" charset="0"/>
            </a:endParaRP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DB34BBB5-81F4-9B58-473B-C8ECAE53122E}"/>
              </a:ext>
            </a:extLst>
          </p:cNvPr>
          <p:cNvGrpSpPr/>
          <p:nvPr/>
        </p:nvGrpSpPr>
        <p:grpSpPr>
          <a:xfrm>
            <a:off x="4612816" y="8389190"/>
            <a:ext cx="1798861" cy="449999"/>
            <a:chOff x="2999656" y="2420888"/>
            <a:chExt cx="864278" cy="216206"/>
          </a:xfrm>
        </p:grpSpPr>
        <p:sp>
          <p:nvSpPr>
            <p:cNvPr id="26" name="Скругленный прямоугольник 25">
              <a:extLst>
                <a:ext uri="{FF2B5EF4-FFF2-40B4-BE49-F238E27FC236}">
                  <a16:creationId xmlns:a16="http://schemas.microsoft.com/office/drawing/2014/main" id="{0C95D438-E47B-F62D-3AF7-67EE22903924}"/>
                </a:ext>
              </a:extLst>
            </p:cNvPr>
            <p:cNvSpPr/>
            <p:nvPr/>
          </p:nvSpPr>
          <p:spPr>
            <a:xfrm>
              <a:off x="2999656" y="2420888"/>
              <a:ext cx="216206" cy="216206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  <p:sp>
          <p:nvSpPr>
            <p:cNvPr id="27" name="Скругленный прямоугольник 26">
              <a:extLst>
                <a:ext uri="{FF2B5EF4-FFF2-40B4-BE49-F238E27FC236}">
                  <a16:creationId xmlns:a16="http://schemas.microsoft.com/office/drawing/2014/main" id="{03A432A7-25AE-2681-B361-55F2B28C2AFB}"/>
                </a:ext>
              </a:extLst>
            </p:cNvPr>
            <p:cNvSpPr/>
            <p:nvPr/>
          </p:nvSpPr>
          <p:spPr>
            <a:xfrm>
              <a:off x="3215680" y="2420888"/>
              <a:ext cx="216206" cy="216206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  <p:sp>
          <p:nvSpPr>
            <p:cNvPr id="28" name="Скругленный прямоугольник 27">
              <a:extLst>
                <a:ext uri="{FF2B5EF4-FFF2-40B4-BE49-F238E27FC236}">
                  <a16:creationId xmlns:a16="http://schemas.microsoft.com/office/drawing/2014/main" id="{69885676-B0BE-22F9-5293-CDB3D6D18FF5}"/>
                </a:ext>
              </a:extLst>
            </p:cNvPr>
            <p:cNvSpPr/>
            <p:nvPr/>
          </p:nvSpPr>
          <p:spPr>
            <a:xfrm>
              <a:off x="3431703" y="2420888"/>
              <a:ext cx="216206" cy="216206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  <p:sp>
          <p:nvSpPr>
            <p:cNvPr id="29" name="Скругленный прямоугольник 28">
              <a:extLst>
                <a:ext uri="{FF2B5EF4-FFF2-40B4-BE49-F238E27FC236}">
                  <a16:creationId xmlns:a16="http://schemas.microsoft.com/office/drawing/2014/main" id="{7D5362B7-20DF-78A3-71FA-EA67AE1095C8}"/>
                </a:ext>
              </a:extLst>
            </p:cNvPr>
            <p:cNvSpPr/>
            <p:nvPr/>
          </p:nvSpPr>
          <p:spPr>
            <a:xfrm>
              <a:off x="3647728" y="2420888"/>
              <a:ext cx="216206" cy="216206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FE8F8774-7152-A029-E552-D3666B84C77D}"/>
              </a:ext>
            </a:extLst>
          </p:cNvPr>
          <p:cNvGrpSpPr/>
          <p:nvPr/>
        </p:nvGrpSpPr>
        <p:grpSpPr>
          <a:xfrm>
            <a:off x="4612816" y="6569083"/>
            <a:ext cx="1798861" cy="449999"/>
            <a:chOff x="2999656" y="2420888"/>
            <a:chExt cx="864278" cy="216206"/>
          </a:xfrm>
          <a:gradFill flip="none" rotWithShape="1">
            <a:gsLst>
              <a:gs pos="0">
                <a:schemeClr val="accent6">
                  <a:lumMod val="75000"/>
                  <a:tint val="66000"/>
                  <a:satMod val="160000"/>
                </a:schemeClr>
              </a:gs>
              <a:gs pos="50000">
                <a:schemeClr val="accent6">
                  <a:lumMod val="75000"/>
                  <a:tint val="44500"/>
                  <a:satMod val="160000"/>
                </a:schemeClr>
              </a:gs>
              <a:gs pos="100000">
                <a:schemeClr val="accent6">
                  <a:lumMod val="75000"/>
                  <a:tint val="23500"/>
                  <a:satMod val="160000"/>
                </a:schemeClr>
              </a:gs>
            </a:gsLst>
            <a:lin ang="16200000" scaled="1"/>
            <a:tileRect/>
          </a:gradFill>
        </p:grpSpPr>
        <p:sp>
          <p:nvSpPr>
            <p:cNvPr id="22" name="Скругленный прямоугольник 21">
              <a:extLst>
                <a:ext uri="{FF2B5EF4-FFF2-40B4-BE49-F238E27FC236}">
                  <a16:creationId xmlns:a16="http://schemas.microsoft.com/office/drawing/2014/main" id="{3B7E182C-8992-A63C-C240-4D980D8D531B}"/>
                </a:ext>
              </a:extLst>
            </p:cNvPr>
            <p:cNvSpPr/>
            <p:nvPr/>
          </p:nvSpPr>
          <p:spPr>
            <a:xfrm>
              <a:off x="2999656" y="2420888"/>
              <a:ext cx="216206" cy="21620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accent6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  <p:sp>
          <p:nvSpPr>
            <p:cNvPr id="23" name="Скругленный прямоугольник 22">
              <a:extLst>
                <a:ext uri="{FF2B5EF4-FFF2-40B4-BE49-F238E27FC236}">
                  <a16:creationId xmlns:a16="http://schemas.microsoft.com/office/drawing/2014/main" id="{226B5264-C2FD-BD86-F01C-8C7E0D6C24BA}"/>
                </a:ext>
              </a:extLst>
            </p:cNvPr>
            <p:cNvSpPr/>
            <p:nvPr/>
          </p:nvSpPr>
          <p:spPr>
            <a:xfrm>
              <a:off x="3215680" y="2420888"/>
              <a:ext cx="216206" cy="21620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accent6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  <p:sp>
          <p:nvSpPr>
            <p:cNvPr id="24" name="Скругленный прямоугольник 23">
              <a:extLst>
                <a:ext uri="{FF2B5EF4-FFF2-40B4-BE49-F238E27FC236}">
                  <a16:creationId xmlns:a16="http://schemas.microsoft.com/office/drawing/2014/main" id="{0D24C8EE-79F1-BFCC-DF25-97EF961341A0}"/>
                </a:ext>
              </a:extLst>
            </p:cNvPr>
            <p:cNvSpPr/>
            <p:nvPr/>
          </p:nvSpPr>
          <p:spPr>
            <a:xfrm>
              <a:off x="3431703" y="2420888"/>
              <a:ext cx="216206" cy="21620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accent6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  <p:sp>
          <p:nvSpPr>
            <p:cNvPr id="25" name="Скругленный прямоугольник 24">
              <a:extLst>
                <a:ext uri="{FF2B5EF4-FFF2-40B4-BE49-F238E27FC236}">
                  <a16:creationId xmlns:a16="http://schemas.microsoft.com/office/drawing/2014/main" id="{E4C74C33-1809-6522-3544-CE9285DAE356}"/>
                </a:ext>
              </a:extLst>
            </p:cNvPr>
            <p:cNvSpPr/>
            <p:nvPr/>
          </p:nvSpPr>
          <p:spPr>
            <a:xfrm>
              <a:off x="3647728" y="2420888"/>
              <a:ext cx="216206" cy="21620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accent6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A38F1E2-8107-F0A3-243C-534C3A250B2A}"/>
                  </a:ext>
                </a:extLst>
              </p:cNvPr>
              <p:cNvSpPr txBox="1"/>
              <p:nvPr/>
            </p:nvSpPr>
            <p:spPr>
              <a:xfrm>
                <a:off x="5294348" y="7031627"/>
                <a:ext cx="411524" cy="40010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600" b="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A38F1E2-8107-F0A3-243C-534C3A250B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4348" y="7031627"/>
                <a:ext cx="411524" cy="400109"/>
              </a:xfrm>
              <a:prstGeom prst="rect">
                <a:avLst/>
              </a:prstGeom>
              <a:blipFill>
                <a:blip r:embed="rId5"/>
                <a:stretch>
                  <a:fillRect l="-8824" r="-5882" b="-121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3368617-02E9-D58B-A91C-4F70ECFF9EF8}"/>
                  </a:ext>
                </a:extLst>
              </p:cNvPr>
              <p:cNvSpPr txBox="1"/>
              <p:nvPr/>
            </p:nvSpPr>
            <p:spPr>
              <a:xfrm>
                <a:off x="5294348" y="8837939"/>
                <a:ext cx="435505" cy="40010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600" b="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3368617-02E9-D58B-A91C-4F70ECFF9E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4348" y="8837939"/>
                <a:ext cx="435505" cy="400109"/>
              </a:xfrm>
              <a:prstGeom prst="rect">
                <a:avLst/>
              </a:prstGeom>
              <a:blipFill>
                <a:blip r:embed="rId6"/>
                <a:stretch>
                  <a:fillRect l="-8333" r="-2778" b="-125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Закрывающая фигурная скобка 43">
            <a:extLst>
              <a:ext uri="{FF2B5EF4-FFF2-40B4-BE49-F238E27FC236}">
                <a16:creationId xmlns:a16="http://schemas.microsoft.com/office/drawing/2014/main" id="{3F27EE75-D213-4C7D-8266-866953BD0107}"/>
              </a:ext>
            </a:extLst>
          </p:cNvPr>
          <p:cNvSpPr/>
          <p:nvPr/>
        </p:nvSpPr>
        <p:spPr>
          <a:xfrm>
            <a:off x="8073517" y="5578446"/>
            <a:ext cx="399138" cy="4251384"/>
          </a:xfrm>
          <a:prstGeom prst="rightBrace">
            <a:avLst/>
          </a:prstGeom>
          <a:ln w="254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51" name="Группа 50">
            <a:extLst>
              <a:ext uri="{FF2B5EF4-FFF2-40B4-BE49-F238E27FC236}">
                <a16:creationId xmlns:a16="http://schemas.microsoft.com/office/drawing/2014/main" id="{DE3FF0AD-75BE-53F0-5A1A-034F32E61DCA}"/>
              </a:ext>
            </a:extLst>
          </p:cNvPr>
          <p:cNvGrpSpPr/>
          <p:nvPr/>
        </p:nvGrpSpPr>
        <p:grpSpPr>
          <a:xfrm rot="5400000">
            <a:off x="6930575" y="8414622"/>
            <a:ext cx="1568560" cy="399137"/>
            <a:chOff x="2999656" y="2420888"/>
            <a:chExt cx="864096" cy="184666"/>
          </a:xfrm>
          <a:solidFill>
            <a:schemeClr val="lt1"/>
          </a:solidFill>
        </p:grpSpPr>
        <p:sp>
          <p:nvSpPr>
            <p:cNvPr id="52" name="Скругленный прямоугольник 51">
              <a:extLst>
                <a:ext uri="{FF2B5EF4-FFF2-40B4-BE49-F238E27FC236}">
                  <a16:creationId xmlns:a16="http://schemas.microsoft.com/office/drawing/2014/main" id="{18861417-503E-8D80-77D4-2665A8A006ED}"/>
                </a:ext>
              </a:extLst>
            </p:cNvPr>
            <p:cNvSpPr/>
            <p:nvPr/>
          </p:nvSpPr>
          <p:spPr>
            <a:xfrm>
              <a:off x="2999656" y="2420888"/>
              <a:ext cx="216024" cy="184666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  <p:sp useBgFill="1">
          <p:nvSpPr>
            <p:cNvPr id="53" name="Скругленный прямоугольник 52">
              <a:extLst>
                <a:ext uri="{FF2B5EF4-FFF2-40B4-BE49-F238E27FC236}">
                  <a16:creationId xmlns:a16="http://schemas.microsoft.com/office/drawing/2014/main" id="{FADABC53-A3C5-7467-EE09-205E19FB0D90}"/>
                </a:ext>
              </a:extLst>
            </p:cNvPr>
            <p:cNvSpPr/>
            <p:nvPr/>
          </p:nvSpPr>
          <p:spPr>
            <a:xfrm>
              <a:off x="3215680" y="2420888"/>
              <a:ext cx="216024" cy="184666"/>
            </a:xfrm>
            <a:prstGeom prst="round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  <p:sp>
          <p:nvSpPr>
            <p:cNvPr id="54" name="Скругленный прямоугольник 53">
              <a:extLst>
                <a:ext uri="{FF2B5EF4-FFF2-40B4-BE49-F238E27FC236}">
                  <a16:creationId xmlns:a16="http://schemas.microsoft.com/office/drawing/2014/main" id="{54DEB506-9913-14D8-2606-ED01E9C91626}"/>
                </a:ext>
              </a:extLst>
            </p:cNvPr>
            <p:cNvSpPr/>
            <p:nvPr/>
          </p:nvSpPr>
          <p:spPr>
            <a:xfrm>
              <a:off x="3431704" y="2420888"/>
              <a:ext cx="216024" cy="184666"/>
            </a:xfrm>
            <a:prstGeom prst="roundRect">
              <a:avLst/>
            </a:prstGeom>
            <a:solidFill>
              <a:schemeClr val="tx1"/>
            </a:solidFill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  <p:sp>
          <p:nvSpPr>
            <p:cNvPr id="55" name="Скругленный прямоугольник 54">
              <a:extLst>
                <a:ext uri="{FF2B5EF4-FFF2-40B4-BE49-F238E27FC236}">
                  <a16:creationId xmlns:a16="http://schemas.microsoft.com/office/drawing/2014/main" id="{CDFDE663-2A2F-28E1-8780-3201DAE5B675}"/>
                </a:ext>
              </a:extLst>
            </p:cNvPr>
            <p:cNvSpPr/>
            <p:nvPr/>
          </p:nvSpPr>
          <p:spPr>
            <a:xfrm>
              <a:off x="3647728" y="2420888"/>
              <a:ext cx="216024" cy="184666"/>
            </a:xfrm>
            <a:prstGeom prst="roundRect">
              <a:avLst/>
            </a:prstGeom>
            <a:solidFill>
              <a:schemeClr val="tx1">
                <a:lumMod val="25000"/>
                <a:lumOff val="75000"/>
              </a:schemeClr>
            </a:solidFill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</p:grpSp>
      <p:grpSp>
        <p:nvGrpSpPr>
          <p:cNvPr id="56" name="Группа 55">
            <a:extLst>
              <a:ext uri="{FF2B5EF4-FFF2-40B4-BE49-F238E27FC236}">
                <a16:creationId xmlns:a16="http://schemas.microsoft.com/office/drawing/2014/main" id="{79EF269E-CA05-67A8-617A-98E774D4FBA3}"/>
              </a:ext>
            </a:extLst>
          </p:cNvPr>
          <p:cNvGrpSpPr/>
          <p:nvPr/>
        </p:nvGrpSpPr>
        <p:grpSpPr>
          <a:xfrm rot="5400000">
            <a:off x="6919837" y="6594515"/>
            <a:ext cx="1568560" cy="399137"/>
            <a:chOff x="2999656" y="2420888"/>
            <a:chExt cx="864096" cy="184666"/>
          </a:xfrm>
          <a:solidFill>
            <a:schemeClr val="lt1"/>
          </a:solidFill>
        </p:grpSpPr>
        <p:sp>
          <p:nvSpPr>
            <p:cNvPr id="57" name="Скругленный прямоугольник 56">
              <a:extLst>
                <a:ext uri="{FF2B5EF4-FFF2-40B4-BE49-F238E27FC236}">
                  <a16:creationId xmlns:a16="http://schemas.microsoft.com/office/drawing/2014/main" id="{2E668954-AA6C-FD71-139E-CB46ED19922A}"/>
                </a:ext>
              </a:extLst>
            </p:cNvPr>
            <p:cNvSpPr/>
            <p:nvPr/>
          </p:nvSpPr>
          <p:spPr>
            <a:xfrm>
              <a:off x="2999656" y="2420888"/>
              <a:ext cx="216024" cy="184666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  <p:sp useBgFill="1">
          <p:nvSpPr>
            <p:cNvPr id="59" name="Скругленный прямоугольник 58">
              <a:extLst>
                <a:ext uri="{FF2B5EF4-FFF2-40B4-BE49-F238E27FC236}">
                  <a16:creationId xmlns:a16="http://schemas.microsoft.com/office/drawing/2014/main" id="{04634551-46A4-E709-75D2-DB6F291A2E38}"/>
                </a:ext>
              </a:extLst>
            </p:cNvPr>
            <p:cNvSpPr/>
            <p:nvPr/>
          </p:nvSpPr>
          <p:spPr>
            <a:xfrm>
              <a:off x="3215680" y="2420888"/>
              <a:ext cx="216024" cy="184666"/>
            </a:xfrm>
            <a:prstGeom prst="round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  <p:sp>
          <p:nvSpPr>
            <p:cNvPr id="60" name="Скругленный прямоугольник 59">
              <a:extLst>
                <a:ext uri="{FF2B5EF4-FFF2-40B4-BE49-F238E27FC236}">
                  <a16:creationId xmlns:a16="http://schemas.microsoft.com/office/drawing/2014/main" id="{8CD6196D-5240-E825-397D-95D78269E3CA}"/>
                </a:ext>
              </a:extLst>
            </p:cNvPr>
            <p:cNvSpPr/>
            <p:nvPr/>
          </p:nvSpPr>
          <p:spPr>
            <a:xfrm>
              <a:off x="3431704" y="2420888"/>
              <a:ext cx="216024" cy="184666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  <p:sp>
          <p:nvSpPr>
            <p:cNvPr id="62" name="Скругленный прямоугольник 61">
              <a:extLst>
                <a:ext uri="{FF2B5EF4-FFF2-40B4-BE49-F238E27FC236}">
                  <a16:creationId xmlns:a16="http://schemas.microsoft.com/office/drawing/2014/main" id="{69AE1A10-699A-A7EE-8AFB-BFBCF71573DF}"/>
                </a:ext>
              </a:extLst>
            </p:cNvPr>
            <p:cNvSpPr/>
            <p:nvPr/>
          </p:nvSpPr>
          <p:spPr>
            <a:xfrm>
              <a:off x="3647728" y="2420888"/>
              <a:ext cx="216024" cy="184666"/>
            </a:xfrm>
            <a:prstGeom prst="roundRect">
              <a:avLst/>
            </a:prstGeom>
            <a:solidFill>
              <a:schemeClr val="tx1">
                <a:lumMod val="25000"/>
                <a:lumOff val="75000"/>
              </a:schemeClr>
            </a:solidFill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</p:grpSp>
      <p:grpSp>
        <p:nvGrpSpPr>
          <p:cNvPr id="111" name="Рисунок 214">
            <a:extLst>
              <a:ext uri="{FF2B5EF4-FFF2-40B4-BE49-F238E27FC236}">
                <a16:creationId xmlns:a16="http://schemas.microsoft.com/office/drawing/2014/main" id="{4C9B828B-5B2E-A8BF-7C30-C57A7DF21A1E}"/>
              </a:ext>
            </a:extLst>
          </p:cNvPr>
          <p:cNvGrpSpPr>
            <a:grpSpLocks noChangeAspect="1"/>
          </p:cNvGrpSpPr>
          <p:nvPr/>
        </p:nvGrpSpPr>
        <p:grpSpPr>
          <a:xfrm rot="2700000">
            <a:off x="6724934" y="6576330"/>
            <a:ext cx="435505" cy="435505"/>
            <a:chOff x="15276053" y="1235798"/>
            <a:chExt cx="825000" cy="825000"/>
          </a:xfrm>
          <a:noFill/>
        </p:grpSpPr>
        <p:sp>
          <p:nvSpPr>
            <p:cNvPr id="112" name="Полилиния 111">
              <a:extLst>
                <a:ext uri="{FF2B5EF4-FFF2-40B4-BE49-F238E27FC236}">
                  <a16:creationId xmlns:a16="http://schemas.microsoft.com/office/drawing/2014/main" id="{A01B0A84-F555-EB87-3FF8-6FCFE3387F5D}"/>
                </a:ext>
              </a:extLst>
            </p:cNvPr>
            <p:cNvSpPr/>
            <p:nvPr/>
          </p:nvSpPr>
          <p:spPr>
            <a:xfrm>
              <a:off x="15501053" y="1648298"/>
              <a:ext cx="375000" cy="37500"/>
            </a:xfrm>
            <a:custGeom>
              <a:avLst/>
              <a:gdLst>
                <a:gd name="csX0" fmla="*/ 0 w 375000"/>
                <a:gd name="csY0" fmla="*/ 0 h 37500"/>
                <a:gd name="csX1" fmla="*/ 375000 w 375000"/>
                <a:gd name="csY1" fmla="*/ 0 h 375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75000" h="37500">
                  <a:moveTo>
                    <a:pt x="0" y="0"/>
                  </a:moveTo>
                  <a:lnTo>
                    <a:pt x="375000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miter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13" name="Полилиния 112">
              <a:extLst>
                <a:ext uri="{FF2B5EF4-FFF2-40B4-BE49-F238E27FC236}">
                  <a16:creationId xmlns:a16="http://schemas.microsoft.com/office/drawing/2014/main" id="{5EDA59D7-6857-AFF2-3EEB-D6DD229D6FCC}"/>
                </a:ext>
              </a:extLst>
            </p:cNvPr>
            <p:cNvSpPr/>
            <p:nvPr/>
          </p:nvSpPr>
          <p:spPr>
            <a:xfrm>
              <a:off x="15688553" y="1460798"/>
              <a:ext cx="37500" cy="375000"/>
            </a:xfrm>
            <a:custGeom>
              <a:avLst/>
              <a:gdLst>
                <a:gd name="csX0" fmla="*/ 0 w 37500"/>
                <a:gd name="csY0" fmla="*/ 0 h 375000"/>
                <a:gd name="csX1" fmla="*/ 0 w 37500"/>
                <a:gd name="csY1" fmla="*/ 375000 h 375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7500" h="375000">
                  <a:moveTo>
                    <a:pt x="0" y="0"/>
                  </a:moveTo>
                  <a:lnTo>
                    <a:pt x="0" y="37500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miter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14" name="Овал 113">
              <a:extLst>
                <a:ext uri="{FF2B5EF4-FFF2-40B4-BE49-F238E27FC236}">
                  <a16:creationId xmlns:a16="http://schemas.microsoft.com/office/drawing/2014/main" id="{A6E909CA-A8F4-C6D9-D848-B2D7721F2B22}"/>
                </a:ext>
              </a:extLst>
            </p:cNvPr>
            <p:cNvSpPr/>
            <p:nvPr/>
          </p:nvSpPr>
          <p:spPr>
            <a:xfrm>
              <a:off x="15276053" y="1235798"/>
              <a:ext cx="825000" cy="825000"/>
            </a:xfrm>
            <a:prstGeom prst="ellipse">
              <a:avLst/>
            </a:pr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115" name="Рисунок 214">
            <a:extLst>
              <a:ext uri="{FF2B5EF4-FFF2-40B4-BE49-F238E27FC236}">
                <a16:creationId xmlns:a16="http://schemas.microsoft.com/office/drawing/2014/main" id="{141C477B-F9D8-3D72-2307-1F49A52845AB}"/>
              </a:ext>
            </a:extLst>
          </p:cNvPr>
          <p:cNvGrpSpPr>
            <a:grpSpLocks noChangeAspect="1"/>
          </p:cNvGrpSpPr>
          <p:nvPr/>
        </p:nvGrpSpPr>
        <p:grpSpPr>
          <a:xfrm rot="2700000">
            <a:off x="6724935" y="8396437"/>
            <a:ext cx="435505" cy="435505"/>
            <a:chOff x="15276053" y="1235798"/>
            <a:chExt cx="825000" cy="825000"/>
          </a:xfrm>
          <a:noFill/>
        </p:grpSpPr>
        <p:sp>
          <p:nvSpPr>
            <p:cNvPr id="116" name="Полилиния 115">
              <a:extLst>
                <a:ext uri="{FF2B5EF4-FFF2-40B4-BE49-F238E27FC236}">
                  <a16:creationId xmlns:a16="http://schemas.microsoft.com/office/drawing/2014/main" id="{A35E2F57-6B54-FC15-B626-DD8D51B67AE3}"/>
                </a:ext>
              </a:extLst>
            </p:cNvPr>
            <p:cNvSpPr/>
            <p:nvPr/>
          </p:nvSpPr>
          <p:spPr>
            <a:xfrm>
              <a:off x="15501053" y="1648298"/>
              <a:ext cx="375000" cy="37500"/>
            </a:xfrm>
            <a:custGeom>
              <a:avLst/>
              <a:gdLst>
                <a:gd name="csX0" fmla="*/ 0 w 375000"/>
                <a:gd name="csY0" fmla="*/ 0 h 37500"/>
                <a:gd name="csX1" fmla="*/ 375000 w 375000"/>
                <a:gd name="csY1" fmla="*/ 0 h 375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75000" h="37500">
                  <a:moveTo>
                    <a:pt x="0" y="0"/>
                  </a:moveTo>
                  <a:lnTo>
                    <a:pt x="375000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miter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17" name="Полилиния 116">
              <a:extLst>
                <a:ext uri="{FF2B5EF4-FFF2-40B4-BE49-F238E27FC236}">
                  <a16:creationId xmlns:a16="http://schemas.microsoft.com/office/drawing/2014/main" id="{DF3E72BF-FECA-203C-81C5-F754547771C1}"/>
                </a:ext>
              </a:extLst>
            </p:cNvPr>
            <p:cNvSpPr/>
            <p:nvPr/>
          </p:nvSpPr>
          <p:spPr>
            <a:xfrm>
              <a:off x="15688553" y="1460798"/>
              <a:ext cx="37500" cy="375000"/>
            </a:xfrm>
            <a:custGeom>
              <a:avLst/>
              <a:gdLst>
                <a:gd name="csX0" fmla="*/ 0 w 37500"/>
                <a:gd name="csY0" fmla="*/ 0 h 375000"/>
                <a:gd name="csX1" fmla="*/ 0 w 37500"/>
                <a:gd name="csY1" fmla="*/ 375000 h 375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7500" h="375000">
                  <a:moveTo>
                    <a:pt x="0" y="0"/>
                  </a:moveTo>
                  <a:lnTo>
                    <a:pt x="0" y="37500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miter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18" name="Овал 117">
              <a:extLst>
                <a:ext uri="{FF2B5EF4-FFF2-40B4-BE49-F238E27FC236}">
                  <a16:creationId xmlns:a16="http://schemas.microsoft.com/office/drawing/2014/main" id="{EB241ED5-F338-E7A9-DE97-8BC2DB574A08}"/>
                </a:ext>
              </a:extLst>
            </p:cNvPr>
            <p:cNvSpPr/>
            <p:nvPr/>
          </p:nvSpPr>
          <p:spPr>
            <a:xfrm>
              <a:off x="15276053" y="1235798"/>
              <a:ext cx="825000" cy="825000"/>
            </a:xfrm>
            <a:prstGeom prst="ellipse">
              <a:avLst/>
            </a:pr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119" name="Группа 118">
            <a:extLst>
              <a:ext uri="{FF2B5EF4-FFF2-40B4-BE49-F238E27FC236}">
                <a16:creationId xmlns:a16="http://schemas.microsoft.com/office/drawing/2014/main" id="{A9693C5A-9DFD-DBD8-B8D8-6B086C78C3F2}"/>
              </a:ext>
            </a:extLst>
          </p:cNvPr>
          <p:cNvGrpSpPr/>
          <p:nvPr/>
        </p:nvGrpSpPr>
        <p:grpSpPr>
          <a:xfrm>
            <a:off x="9535048" y="7479139"/>
            <a:ext cx="1798861" cy="449999"/>
            <a:chOff x="2999656" y="2434263"/>
            <a:chExt cx="864278" cy="216206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69000">
                <a:schemeClr val="accent6">
                  <a:lumMod val="20000"/>
                  <a:lumOff val="80000"/>
                </a:schemeClr>
              </a:gs>
              <a:gs pos="100000">
                <a:schemeClr val="accent6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grpSpPr>
        <p:sp>
          <p:nvSpPr>
            <p:cNvPr id="120" name="Скругленный прямоугольник 119">
              <a:extLst>
                <a:ext uri="{FF2B5EF4-FFF2-40B4-BE49-F238E27FC236}">
                  <a16:creationId xmlns:a16="http://schemas.microsoft.com/office/drawing/2014/main" id="{9B4A4835-57FF-D3F3-8009-50C3AF8C6523}"/>
                </a:ext>
              </a:extLst>
            </p:cNvPr>
            <p:cNvSpPr/>
            <p:nvPr/>
          </p:nvSpPr>
          <p:spPr>
            <a:xfrm>
              <a:off x="2999656" y="2434263"/>
              <a:ext cx="216206" cy="216206"/>
            </a:xfrm>
            <a:prstGeom prst="roundRect">
              <a:avLst/>
            </a:prstGeom>
            <a:grpFill/>
            <a:ln w="25400">
              <a:solidFill>
                <a:schemeClr val="accent6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  <p:sp>
          <p:nvSpPr>
            <p:cNvPr id="121" name="Скругленный прямоугольник 120">
              <a:extLst>
                <a:ext uri="{FF2B5EF4-FFF2-40B4-BE49-F238E27FC236}">
                  <a16:creationId xmlns:a16="http://schemas.microsoft.com/office/drawing/2014/main" id="{779E8DD8-CD55-7A50-4708-C866BF43C197}"/>
                </a:ext>
              </a:extLst>
            </p:cNvPr>
            <p:cNvSpPr/>
            <p:nvPr/>
          </p:nvSpPr>
          <p:spPr>
            <a:xfrm>
              <a:off x="3215680" y="2434263"/>
              <a:ext cx="216206" cy="216206"/>
            </a:xfrm>
            <a:prstGeom prst="roundRect">
              <a:avLst/>
            </a:prstGeom>
            <a:grpFill/>
            <a:ln w="25400">
              <a:solidFill>
                <a:schemeClr val="accent6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  <p:sp>
          <p:nvSpPr>
            <p:cNvPr id="122" name="Скругленный прямоугольник 121">
              <a:extLst>
                <a:ext uri="{FF2B5EF4-FFF2-40B4-BE49-F238E27FC236}">
                  <a16:creationId xmlns:a16="http://schemas.microsoft.com/office/drawing/2014/main" id="{06188467-0DF8-B93A-125C-D0AC8B71401F}"/>
                </a:ext>
              </a:extLst>
            </p:cNvPr>
            <p:cNvSpPr/>
            <p:nvPr/>
          </p:nvSpPr>
          <p:spPr>
            <a:xfrm>
              <a:off x="3431704" y="2434263"/>
              <a:ext cx="216206" cy="216206"/>
            </a:xfrm>
            <a:prstGeom prst="roundRect">
              <a:avLst/>
            </a:prstGeom>
            <a:grpFill/>
            <a:ln w="25400">
              <a:solidFill>
                <a:schemeClr val="accent6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  <p:sp>
          <p:nvSpPr>
            <p:cNvPr id="123" name="Скругленный прямоугольник 122">
              <a:extLst>
                <a:ext uri="{FF2B5EF4-FFF2-40B4-BE49-F238E27FC236}">
                  <a16:creationId xmlns:a16="http://schemas.microsoft.com/office/drawing/2014/main" id="{CE30F4EB-4DB8-9651-00B3-A20A5289257F}"/>
                </a:ext>
              </a:extLst>
            </p:cNvPr>
            <p:cNvSpPr/>
            <p:nvPr/>
          </p:nvSpPr>
          <p:spPr>
            <a:xfrm>
              <a:off x="3647728" y="2434263"/>
              <a:ext cx="216206" cy="216206"/>
            </a:xfrm>
            <a:prstGeom prst="roundRect">
              <a:avLst/>
            </a:prstGeom>
            <a:grpFill/>
            <a:ln w="25400">
              <a:solidFill>
                <a:schemeClr val="accent6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/>
              <a:endParaRPr lang="ru-RU" sz="12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A2E7B199-71F3-08F8-0298-15DA635B4C7B}"/>
                  </a:ext>
                </a:extLst>
              </p:cNvPr>
              <p:cNvSpPr txBox="1"/>
              <p:nvPr/>
            </p:nvSpPr>
            <p:spPr>
              <a:xfrm>
                <a:off x="10235171" y="7915367"/>
                <a:ext cx="410243" cy="4001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2600" b="0" dirty="0"/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A2E7B199-71F3-08F8-0298-15DA635B4C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5171" y="7915367"/>
                <a:ext cx="410243" cy="40010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5" name="Прямая со стрелкой 124">
            <a:extLst>
              <a:ext uri="{FF2B5EF4-FFF2-40B4-BE49-F238E27FC236}">
                <a16:creationId xmlns:a16="http://schemas.microsoft.com/office/drawing/2014/main" id="{E94F5D90-8177-670A-5FC2-7F69EC9A5D70}"/>
              </a:ext>
            </a:extLst>
          </p:cNvPr>
          <p:cNvCxnSpPr>
            <a:cxnSpLocks/>
          </p:cNvCxnSpPr>
          <p:nvPr/>
        </p:nvCxnSpPr>
        <p:spPr>
          <a:xfrm>
            <a:off x="8728364" y="7704138"/>
            <a:ext cx="577786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6FE730EE-F0CE-2332-AF30-72A6000AB8F0}"/>
              </a:ext>
            </a:extLst>
          </p:cNvPr>
          <p:cNvSpPr txBox="1"/>
          <p:nvPr/>
        </p:nvSpPr>
        <p:spPr>
          <a:xfrm>
            <a:off x="8549414" y="7931642"/>
            <a:ext cx="935687" cy="307777"/>
          </a:xfrm>
          <a:prstGeom prst="rect">
            <a:avLst/>
          </a:prstGeom>
          <a:solidFill>
            <a:srgbClr val="FFFFFF"/>
          </a:solidFill>
        </p:spPr>
        <p:txBody>
          <a:bodyPr wrap="none" lIns="72000" tIns="0" rIns="72000" bIns="0" rtlCol="0" anchor="ctr">
            <a:spAutoFit/>
          </a:bodyPr>
          <a:lstStyle/>
          <a:p>
            <a:pPr algn="l"/>
            <a:r>
              <a:rPr lang="en-US" sz="2000" dirty="0">
                <a:latin typeface="Graphik LC Regular" panose="020B0503030202060203" pitchFamily="34" charset="0"/>
              </a:rPr>
              <a:t>Fusion</a:t>
            </a:r>
            <a:endParaRPr lang="ru-RU" sz="2000" dirty="0">
              <a:latin typeface="Graphik LC Regular" panose="020B0503030202060203" pitchFamily="34" charset="0"/>
            </a:endParaRPr>
          </a:p>
        </p:txBody>
      </p:sp>
      <p:cxnSp>
        <p:nvCxnSpPr>
          <p:cNvPr id="133" name="Соединительная линия уступом 132">
            <a:extLst>
              <a:ext uri="{FF2B5EF4-FFF2-40B4-BE49-F238E27FC236}">
                <a16:creationId xmlns:a16="http://schemas.microsoft.com/office/drawing/2014/main" id="{1A75327E-EB52-058C-D4A8-CEA979DA852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336250" y="4931860"/>
            <a:ext cx="557939" cy="2177795"/>
          </a:xfrm>
          <a:prstGeom prst="bentConnector3">
            <a:avLst>
              <a:gd name="adj1" fmla="val 329861"/>
            </a:avLst>
          </a:prstGeom>
          <a:ln w="254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Соединительная линия уступом 135">
            <a:extLst>
              <a:ext uri="{FF2B5EF4-FFF2-40B4-BE49-F238E27FC236}">
                <a16:creationId xmlns:a16="http://schemas.microsoft.com/office/drawing/2014/main" id="{E5CDBA9D-B82D-A0EF-C584-CD8A4506DF47}"/>
              </a:ext>
            </a:extLst>
          </p:cNvPr>
          <p:cNvCxnSpPr>
            <a:cxnSpLocks/>
          </p:cNvCxnSpPr>
          <p:nvPr/>
        </p:nvCxnSpPr>
        <p:spPr>
          <a:xfrm rot="16200000" flipH="1">
            <a:off x="6512199" y="8481309"/>
            <a:ext cx="197892" cy="2190466"/>
          </a:xfrm>
          <a:prstGeom prst="bentConnector3">
            <a:avLst>
              <a:gd name="adj1" fmla="val 746554"/>
            </a:avLst>
          </a:prstGeom>
          <a:ln w="254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8" name="B528"/>
          <p:cNvSpPr/>
          <p:nvPr/>
        </p:nvSpPr>
        <p:spPr>
          <a:xfrm>
            <a:off x="0" y="0"/>
            <a:ext cx="24387175" cy="6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003467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06A3128F-7CDB-203A-ED0C-12FE05CBA72F}"/>
              </a:ext>
            </a:extLst>
          </p:cNvPr>
          <p:cNvSpPr/>
          <p:nvPr/>
        </p:nvSpPr>
        <p:spPr>
          <a:xfrm>
            <a:off x="1162745" y="1015912"/>
            <a:ext cx="19574541" cy="109004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8500"/>
              </a:lnSpc>
              <a:spcBef>
                <a:spcPct val="0"/>
              </a:spcBef>
              <a:spcAft>
                <a:spcPts val="4000"/>
              </a:spcAft>
            </a:pPr>
            <a:r>
              <a:rPr lang="en" sz="7500" b="1" dirty="0">
                <a:latin typeface="Graphik LC Semibold" panose="020B0503030202060203" pitchFamily="34" charset="0"/>
                <a:ea typeface="Inter" panose="02000503000000020004" pitchFamily="2" charset="0"/>
                <a:sym typeface="Arial"/>
              </a:rPr>
              <a:t>Mix of Encoders</a:t>
            </a:r>
          </a:p>
        </p:txBody>
      </p:sp>
      <p:sp>
        <p:nvSpPr>
          <p:cNvPr id="12" name="Номер слайда 2">
            <a:extLst>
              <a:ext uri="{FF2B5EF4-FFF2-40B4-BE49-F238E27FC236}">
                <a16:creationId xmlns:a16="http://schemas.microsoft.com/office/drawing/2014/main" id="{05CC56CA-2D58-6877-E933-985405BA64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23918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ru-RU" smtClean="0">
                <a:solidFill>
                  <a:srgbClr val="888888"/>
                </a:solidFill>
              </a:defRPr>
            </a:lvl1pPr>
          </a:lstStyle>
          <a:p>
            <a:fld id="{C8994169-2FD2-C948-898F-758DFA36E520}" type="slidenum">
              <a:rPr lang="ru-RU" smtClean="0"/>
              <a:pPr/>
              <a:t>20</a:t>
            </a:fld>
            <a:endParaRPr lang="ru-RU" dirty="0"/>
          </a:p>
        </p:txBody>
      </p:sp>
      <p:sp>
        <p:nvSpPr>
          <p:cNvPr id="86" name="Прямоугольник 85">
            <a:extLst>
              <a:ext uri="{FF2B5EF4-FFF2-40B4-BE49-F238E27FC236}">
                <a16:creationId xmlns:a16="http://schemas.microsoft.com/office/drawing/2014/main" id="{F647CA1C-A558-1461-8934-283421EC23FF}"/>
              </a:ext>
            </a:extLst>
          </p:cNvPr>
          <p:cNvSpPr/>
          <p:nvPr/>
        </p:nvSpPr>
        <p:spPr>
          <a:xfrm>
            <a:off x="19011874" y="-1794680"/>
            <a:ext cx="232219" cy="232219"/>
          </a:xfrm>
          <a:prstGeom prst="rect">
            <a:avLst/>
          </a:prstGeom>
          <a:solidFill>
            <a:schemeClr val="accent3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Скругленный прямоугольник 35">
            <a:extLst>
              <a:ext uri="{FF2B5EF4-FFF2-40B4-BE49-F238E27FC236}">
                <a16:creationId xmlns:a16="http://schemas.microsoft.com/office/drawing/2014/main" id="{9151D130-4922-1688-60FE-28C3A7852BFC}"/>
              </a:ext>
            </a:extLst>
          </p:cNvPr>
          <p:cNvSpPr>
            <a:spLocks/>
          </p:cNvSpPr>
          <p:nvPr/>
        </p:nvSpPr>
        <p:spPr>
          <a:xfrm>
            <a:off x="1212848" y="2897188"/>
            <a:ext cx="21955117" cy="9613900"/>
          </a:xfrm>
          <a:prstGeom prst="roundRect">
            <a:avLst>
              <a:gd name="adj" fmla="val 1513"/>
            </a:avLst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444BDC5C-DC54-A519-F8B3-5E1EC0CEBB21}"/>
              </a:ext>
            </a:extLst>
          </p:cNvPr>
          <p:cNvSpPr/>
          <p:nvPr/>
        </p:nvSpPr>
        <p:spPr>
          <a:xfrm>
            <a:off x="21721340" y="-1562461"/>
            <a:ext cx="719138" cy="719138"/>
          </a:xfrm>
          <a:prstGeom prst="rect">
            <a:avLst/>
          </a:prstGeom>
          <a:solidFill>
            <a:schemeClr val="accent3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Номер слайда 2">
            <a:extLst>
              <a:ext uri="{FF2B5EF4-FFF2-40B4-BE49-F238E27FC236}">
                <a16:creationId xmlns:a16="http://schemas.microsoft.com/office/drawing/2014/main" id="{E0B6F4B1-088E-B864-BDC7-00BF03D953A1}"/>
              </a:ext>
            </a:extLst>
          </p:cNvPr>
          <p:cNvSpPr txBox="1">
            <a:spLocks/>
          </p:cNvSpPr>
          <p:nvPr/>
        </p:nvSpPr>
        <p:spPr>
          <a:xfrm>
            <a:off x="1212849" y="12649984"/>
            <a:ext cx="14469973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ru-RU" sz="1800" b="0" i="0" kern="1200" smtClean="0">
                <a:solidFill>
                  <a:srgbClr val="888888"/>
                </a:solidFill>
                <a:latin typeface="Graphik LC Regular" panose="020B050303020206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/>
              <a:t>Источник: </a:t>
            </a:r>
            <a:r>
              <a:rPr lang="en" dirty="0"/>
              <a:t>Integrating Multimodal Information in Large Pretrained Transformers</a:t>
            </a:r>
            <a:r>
              <a:rPr lang="ru-RU" dirty="0"/>
              <a:t>.</a:t>
            </a:r>
            <a:endParaRPr lang="en" dirty="0"/>
          </a:p>
        </p:txBody>
      </p:sp>
      <p:grpSp>
        <p:nvGrpSpPr>
          <p:cNvPr id="82" name="Группа 81">
            <a:extLst>
              <a:ext uri="{FF2B5EF4-FFF2-40B4-BE49-F238E27FC236}">
                <a16:creationId xmlns:a16="http://schemas.microsoft.com/office/drawing/2014/main" id="{E0AA9419-EB40-97B2-74A4-B559A263E8F1}"/>
              </a:ext>
            </a:extLst>
          </p:cNvPr>
          <p:cNvGrpSpPr/>
          <p:nvPr/>
        </p:nvGrpSpPr>
        <p:grpSpPr>
          <a:xfrm>
            <a:off x="5086093" y="5112594"/>
            <a:ext cx="14208624" cy="4987147"/>
            <a:chOff x="1934482" y="4317042"/>
            <a:chExt cx="14208624" cy="4987147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DE0557A2-83C6-66B2-B2D5-09E81E3241ED}"/>
                </a:ext>
              </a:extLst>
            </p:cNvPr>
            <p:cNvSpPr txBox="1"/>
            <p:nvPr/>
          </p:nvSpPr>
          <p:spPr>
            <a:xfrm>
              <a:off x="1934482" y="6657945"/>
              <a:ext cx="2436564" cy="40010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/>
              <a:r>
                <a:rPr lang="en-US" sz="2600" dirty="0" err="1">
                  <a:latin typeface="Graphik LC Regular" panose="020B0503030202060203" pitchFamily="34" charset="0"/>
                </a:rPr>
                <a:t>М</a:t>
              </a:r>
              <a:r>
                <a:rPr lang="ru-RU" sz="2600" dirty="0" err="1">
                  <a:latin typeface="Graphik LC Regular" panose="020B0503030202060203" pitchFamily="34" charset="0"/>
                </a:rPr>
                <a:t>одальность</a:t>
              </a:r>
              <a:r>
                <a:rPr lang="ru-RU" sz="2600" dirty="0">
                  <a:latin typeface="Graphik LC Regular" panose="020B0503030202060203" pitchFamily="34" charset="0"/>
                </a:rPr>
                <a:t> </a:t>
              </a:r>
              <a:r>
                <a:rPr lang="en-US" sz="2600" dirty="0">
                  <a:latin typeface="Graphik LC Regular" panose="020B0503030202060203" pitchFamily="34" charset="0"/>
                </a:rPr>
                <a:t>B</a:t>
              </a:r>
              <a:endParaRPr lang="ru-RU" sz="2600" dirty="0">
                <a:latin typeface="Graphik LC Regular" panose="020B0503030202060203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58F7D54-BC87-7005-B7B6-1798CF9C482C}"/>
                </a:ext>
              </a:extLst>
            </p:cNvPr>
            <p:cNvSpPr txBox="1"/>
            <p:nvPr/>
          </p:nvSpPr>
          <p:spPr>
            <a:xfrm>
              <a:off x="1947892" y="4874355"/>
              <a:ext cx="2418931" cy="40010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/>
              <a:r>
                <a:rPr lang="ru-RU" sz="2600" dirty="0">
                  <a:latin typeface="Graphik LC Regular" panose="020B0503030202060203" pitchFamily="34" charset="0"/>
                </a:rPr>
                <a:t>Модальность </a:t>
              </a:r>
              <a:r>
                <a:rPr lang="en-US" sz="2600" dirty="0">
                  <a:latin typeface="Graphik LC Regular" panose="020B0503030202060203" pitchFamily="34" charset="0"/>
                </a:rPr>
                <a:t>A</a:t>
              </a:r>
              <a:endParaRPr lang="ru-RU" sz="2600" dirty="0">
                <a:latin typeface="Graphik LC Regular" panose="020B0503030202060203" pitchFamily="34" charset="0"/>
              </a:endParaRPr>
            </a:p>
          </p:txBody>
        </p:sp>
        <p:grpSp>
          <p:nvGrpSpPr>
            <p:cNvPr id="14" name="Группа 13">
              <a:extLst>
                <a:ext uri="{FF2B5EF4-FFF2-40B4-BE49-F238E27FC236}">
                  <a16:creationId xmlns:a16="http://schemas.microsoft.com/office/drawing/2014/main" id="{E0FEED04-010C-79E8-B2A1-FED08D9C8019}"/>
                </a:ext>
              </a:extLst>
            </p:cNvPr>
            <p:cNvGrpSpPr/>
            <p:nvPr/>
          </p:nvGrpSpPr>
          <p:grpSpPr>
            <a:xfrm>
              <a:off x="5021887" y="4849410"/>
              <a:ext cx="1798861" cy="449999"/>
              <a:chOff x="2999656" y="2420888"/>
              <a:chExt cx="864278" cy="216206"/>
            </a:xfrm>
          </p:grpSpPr>
          <p:sp>
            <p:nvSpPr>
              <p:cNvPr id="15" name="Скругленный прямоугольник 14">
                <a:extLst>
                  <a:ext uri="{FF2B5EF4-FFF2-40B4-BE49-F238E27FC236}">
                    <a16:creationId xmlns:a16="http://schemas.microsoft.com/office/drawing/2014/main" id="{CBA4D671-341E-989C-60E3-75DA8FEA2846}"/>
                  </a:ext>
                </a:extLst>
              </p:cNvPr>
              <p:cNvSpPr/>
              <p:nvPr/>
            </p:nvSpPr>
            <p:spPr>
              <a:xfrm>
                <a:off x="2999656" y="2420888"/>
                <a:ext cx="216206" cy="216206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l"/>
                <a:endParaRPr lang="ru-RU" sz="1200" dirty="0"/>
              </a:p>
            </p:txBody>
          </p:sp>
          <p:sp>
            <p:nvSpPr>
              <p:cNvPr id="16" name="Скругленный прямоугольник 15">
                <a:extLst>
                  <a:ext uri="{FF2B5EF4-FFF2-40B4-BE49-F238E27FC236}">
                    <a16:creationId xmlns:a16="http://schemas.microsoft.com/office/drawing/2014/main" id="{7212C5E4-C59B-8C0A-D68B-4F847C0D50DB}"/>
                  </a:ext>
                </a:extLst>
              </p:cNvPr>
              <p:cNvSpPr/>
              <p:nvPr/>
            </p:nvSpPr>
            <p:spPr>
              <a:xfrm>
                <a:off x="3215680" y="2420888"/>
                <a:ext cx="216206" cy="216206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l"/>
                <a:endParaRPr lang="ru-RU" sz="1200" dirty="0"/>
              </a:p>
            </p:txBody>
          </p:sp>
          <p:sp>
            <p:nvSpPr>
              <p:cNvPr id="17" name="Скругленный прямоугольник 16">
                <a:extLst>
                  <a:ext uri="{FF2B5EF4-FFF2-40B4-BE49-F238E27FC236}">
                    <a16:creationId xmlns:a16="http://schemas.microsoft.com/office/drawing/2014/main" id="{FA5FB649-7787-EC1F-19F9-B5E6C9BF17B1}"/>
                  </a:ext>
                </a:extLst>
              </p:cNvPr>
              <p:cNvSpPr/>
              <p:nvPr/>
            </p:nvSpPr>
            <p:spPr>
              <a:xfrm>
                <a:off x="3431703" y="2420888"/>
                <a:ext cx="216206" cy="216206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l"/>
                <a:endParaRPr lang="ru-RU" sz="1200" dirty="0"/>
              </a:p>
            </p:txBody>
          </p:sp>
          <p:sp>
            <p:nvSpPr>
              <p:cNvPr id="19" name="Скругленный прямоугольник 18">
                <a:extLst>
                  <a:ext uri="{FF2B5EF4-FFF2-40B4-BE49-F238E27FC236}">
                    <a16:creationId xmlns:a16="http://schemas.microsoft.com/office/drawing/2014/main" id="{31703629-B5DE-F809-4F0A-D3558A9D258E}"/>
                  </a:ext>
                </a:extLst>
              </p:cNvPr>
              <p:cNvSpPr/>
              <p:nvPr/>
            </p:nvSpPr>
            <p:spPr>
              <a:xfrm>
                <a:off x="3647728" y="2420888"/>
                <a:ext cx="216206" cy="216206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l"/>
                <a:endParaRPr lang="ru-RU" sz="1200" dirty="0"/>
              </a:p>
            </p:txBody>
          </p:sp>
        </p:grpSp>
        <p:grpSp>
          <p:nvGrpSpPr>
            <p:cNvPr id="20" name="Группа 19">
              <a:extLst>
                <a:ext uri="{FF2B5EF4-FFF2-40B4-BE49-F238E27FC236}">
                  <a16:creationId xmlns:a16="http://schemas.microsoft.com/office/drawing/2014/main" id="{D7B804B2-9260-23AA-3D99-C2D45B84DF22}"/>
                </a:ext>
              </a:extLst>
            </p:cNvPr>
            <p:cNvGrpSpPr/>
            <p:nvPr/>
          </p:nvGrpSpPr>
          <p:grpSpPr>
            <a:xfrm>
              <a:off x="5021887" y="6633000"/>
              <a:ext cx="1798861" cy="449999"/>
              <a:chOff x="2999656" y="2420888"/>
              <a:chExt cx="864278" cy="216206"/>
            </a:xfrm>
            <a:gradFill flip="none" rotWithShape="1">
              <a:gsLst>
                <a:gs pos="0">
                  <a:schemeClr val="accent6">
                    <a:lumMod val="75000"/>
                    <a:tint val="66000"/>
                    <a:satMod val="160000"/>
                  </a:schemeClr>
                </a:gs>
                <a:gs pos="50000">
                  <a:schemeClr val="accent6">
                    <a:lumMod val="75000"/>
                    <a:tint val="44500"/>
                    <a:satMod val="160000"/>
                  </a:schemeClr>
                </a:gs>
                <a:gs pos="100000">
                  <a:schemeClr val="accent6">
                    <a:lumMod val="75000"/>
                    <a:tint val="23500"/>
                    <a:satMod val="160000"/>
                  </a:schemeClr>
                </a:gs>
              </a:gsLst>
              <a:lin ang="16200000" scaled="1"/>
              <a:tileRect/>
            </a:gradFill>
          </p:grpSpPr>
          <p:sp>
            <p:nvSpPr>
              <p:cNvPr id="21" name="Скругленный прямоугольник 20">
                <a:extLst>
                  <a:ext uri="{FF2B5EF4-FFF2-40B4-BE49-F238E27FC236}">
                    <a16:creationId xmlns:a16="http://schemas.microsoft.com/office/drawing/2014/main" id="{F4DD8863-492C-7263-8D5A-6AF7FF96056E}"/>
                  </a:ext>
                </a:extLst>
              </p:cNvPr>
              <p:cNvSpPr/>
              <p:nvPr/>
            </p:nvSpPr>
            <p:spPr>
              <a:xfrm>
                <a:off x="2999656" y="2420888"/>
                <a:ext cx="216206" cy="216206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5400">
                <a:solidFill>
                  <a:schemeClr val="accent6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l"/>
                <a:endParaRPr lang="ru-RU" sz="1200" dirty="0"/>
              </a:p>
            </p:txBody>
          </p:sp>
          <p:sp>
            <p:nvSpPr>
              <p:cNvPr id="30" name="Скругленный прямоугольник 29">
                <a:extLst>
                  <a:ext uri="{FF2B5EF4-FFF2-40B4-BE49-F238E27FC236}">
                    <a16:creationId xmlns:a16="http://schemas.microsoft.com/office/drawing/2014/main" id="{004EBAFB-041D-214C-BDF0-5FDEB0C4025C}"/>
                  </a:ext>
                </a:extLst>
              </p:cNvPr>
              <p:cNvSpPr/>
              <p:nvPr/>
            </p:nvSpPr>
            <p:spPr>
              <a:xfrm>
                <a:off x="3215680" y="2420888"/>
                <a:ext cx="216206" cy="216206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5400">
                <a:solidFill>
                  <a:schemeClr val="accent6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l"/>
                <a:endParaRPr lang="ru-RU" sz="1200" dirty="0"/>
              </a:p>
            </p:txBody>
          </p:sp>
          <p:sp>
            <p:nvSpPr>
              <p:cNvPr id="31" name="Скругленный прямоугольник 30">
                <a:extLst>
                  <a:ext uri="{FF2B5EF4-FFF2-40B4-BE49-F238E27FC236}">
                    <a16:creationId xmlns:a16="http://schemas.microsoft.com/office/drawing/2014/main" id="{194F767F-B9AA-47FE-5D7F-3122DC4D3A29}"/>
                  </a:ext>
                </a:extLst>
              </p:cNvPr>
              <p:cNvSpPr/>
              <p:nvPr/>
            </p:nvSpPr>
            <p:spPr>
              <a:xfrm>
                <a:off x="3431703" y="2420888"/>
                <a:ext cx="216206" cy="216206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5400">
                <a:solidFill>
                  <a:schemeClr val="accent6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l"/>
                <a:endParaRPr lang="ru-RU" sz="1200" dirty="0"/>
              </a:p>
            </p:txBody>
          </p:sp>
          <p:sp>
            <p:nvSpPr>
              <p:cNvPr id="32" name="Скругленный прямоугольник 31">
                <a:extLst>
                  <a:ext uri="{FF2B5EF4-FFF2-40B4-BE49-F238E27FC236}">
                    <a16:creationId xmlns:a16="http://schemas.microsoft.com/office/drawing/2014/main" id="{D9560CE1-9F27-10AC-9668-90F8D0BAE863}"/>
                  </a:ext>
                </a:extLst>
              </p:cNvPr>
              <p:cNvSpPr/>
              <p:nvPr/>
            </p:nvSpPr>
            <p:spPr>
              <a:xfrm>
                <a:off x="3647728" y="2420888"/>
                <a:ext cx="216206" cy="216206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5400">
                <a:solidFill>
                  <a:schemeClr val="accent6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l"/>
                <a:endParaRPr lang="ru-RU" sz="1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C2F1074E-9119-0516-AF75-9E40A6F3EEEE}"/>
                    </a:ext>
                  </a:extLst>
                </p:cNvPr>
                <p:cNvSpPr txBox="1"/>
                <p:nvPr/>
              </p:nvSpPr>
              <p:spPr>
                <a:xfrm>
                  <a:off x="5703419" y="7095544"/>
                  <a:ext cx="435504" cy="40011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oMath>
                    </m:oMathPara>
                  </a14:m>
                  <a:endParaRPr lang="en-US" sz="2600" b="0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C2F1074E-9119-0516-AF75-9E40A6F3EE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3419" y="7095544"/>
                  <a:ext cx="435504" cy="400110"/>
                </a:xfrm>
                <a:prstGeom prst="rect">
                  <a:avLst/>
                </a:prstGeom>
                <a:blipFill>
                  <a:blip r:embed="rId3"/>
                  <a:stretch>
                    <a:fillRect l="-8571" r="-2857" b="-15625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30565B3A-85C1-96EE-EAB4-6E13A297F35A}"/>
                    </a:ext>
                  </a:extLst>
                </p:cNvPr>
                <p:cNvSpPr txBox="1"/>
                <p:nvPr/>
              </p:nvSpPr>
              <p:spPr>
                <a:xfrm>
                  <a:off x="5703419" y="5298159"/>
                  <a:ext cx="411523" cy="40011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en-US" sz="2600" b="0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30565B3A-85C1-96EE-EAB4-6E13A297F3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3419" y="5298159"/>
                  <a:ext cx="411523" cy="400110"/>
                </a:xfrm>
                <a:prstGeom prst="rect">
                  <a:avLst/>
                </a:prstGeom>
                <a:blipFill>
                  <a:blip r:embed="rId4"/>
                  <a:stretch>
                    <a:fillRect l="-9091" r="-6061" b="-12500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Закрывающая фигурная скобка 34">
              <a:extLst>
                <a:ext uri="{FF2B5EF4-FFF2-40B4-BE49-F238E27FC236}">
                  <a16:creationId xmlns:a16="http://schemas.microsoft.com/office/drawing/2014/main" id="{4323B11D-69AF-62F1-B909-20AFB83B6650}"/>
                </a:ext>
              </a:extLst>
            </p:cNvPr>
            <p:cNvSpPr/>
            <p:nvPr/>
          </p:nvSpPr>
          <p:spPr>
            <a:xfrm>
              <a:off x="7108785" y="6418726"/>
              <a:ext cx="342531" cy="2687082"/>
            </a:xfrm>
            <a:prstGeom prst="rightBrace">
              <a:avLst/>
            </a:prstGeom>
            <a:ln w="254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37" name="Группа 36">
              <a:extLst>
                <a:ext uri="{FF2B5EF4-FFF2-40B4-BE49-F238E27FC236}">
                  <a16:creationId xmlns:a16="http://schemas.microsoft.com/office/drawing/2014/main" id="{6FD9CFEC-AED1-FB47-5E23-9F2AF559CE6B}"/>
                </a:ext>
              </a:extLst>
            </p:cNvPr>
            <p:cNvGrpSpPr/>
            <p:nvPr/>
          </p:nvGrpSpPr>
          <p:grpSpPr>
            <a:xfrm>
              <a:off x="14344245" y="4844982"/>
              <a:ext cx="1798861" cy="449999"/>
              <a:chOff x="2999656" y="2434263"/>
              <a:chExt cx="864278" cy="216206"/>
            </a:xfr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69000">
                  <a:schemeClr val="accent6">
                    <a:lumMod val="20000"/>
                    <a:lumOff val="80000"/>
                  </a:schemeClr>
                </a:gs>
                <a:gs pos="100000">
                  <a:schemeClr val="accent6">
                    <a:lumMod val="75000"/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</p:grpSpPr>
          <p:sp>
            <p:nvSpPr>
              <p:cNvPr id="38" name="Скругленный прямоугольник 37">
                <a:extLst>
                  <a:ext uri="{FF2B5EF4-FFF2-40B4-BE49-F238E27FC236}">
                    <a16:creationId xmlns:a16="http://schemas.microsoft.com/office/drawing/2014/main" id="{4E331E75-362C-B253-131F-858C8615F6E8}"/>
                  </a:ext>
                </a:extLst>
              </p:cNvPr>
              <p:cNvSpPr/>
              <p:nvPr/>
            </p:nvSpPr>
            <p:spPr>
              <a:xfrm>
                <a:off x="2999656" y="2434263"/>
                <a:ext cx="216206" cy="216206"/>
              </a:xfrm>
              <a:prstGeom prst="roundRect">
                <a:avLst/>
              </a:prstGeom>
              <a:grpFill/>
              <a:ln w="25400">
                <a:solidFill>
                  <a:schemeClr val="accent6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l"/>
                <a:endParaRPr lang="ru-RU" sz="1200" dirty="0"/>
              </a:p>
            </p:txBody>
          </p:sp>
          <p:sp>
            <p:nvSpPr>
              <p:cNvPr id="39" name="Скругленный прямоугольник 38">
                <a:extLst>
                  <a:ext uri="{FF2B5EF4-FFF2-40B4-BE49-F238E27FC236}">
                    <a16:creationId xmlns:a16="http://schemas.microsoft.com/office/drawing/2014/main" id="{BCF109A1-4132-9F4F-FA9D-CB6F5EE77E91}"/>
                  </a:ext>
                </a:extLst>
              </p:cNvPr>
              <p:cNvSpPr/>
              <p:nvPr/>
            </p:nvSpPr>
            <p:spPr>
              <a:xfrm>
                <a:off x="3215680" y="2434263"/>
                <a:ext cx="216206" cy="216206"/>
              </a:xfrm>
              <a:prstGeom prst="roundRect">
                <a:avLst/>
              </a:prstGeom>
              <a:grpFill/>
              <a:ln w="25400">
                <a:solidFill>
                  <a:schemeClr val="accent6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l"/>
                <a:endParaRPr lang="ru-RU" sz="1200" dirty="0"/>
              </a:p>
            </p:txBody>
          </p:sp>
          <p:sp>
            <p:nvSpPr>
              <p:cNvPr id="40" name="Скругленный прямоугольник 39">
                <a:extLst>
                  <a:ext uri="{FF2B5EF4-FFF2-40B4-BE49-F238E27FC236}">
                    <a16:creationId xmlns:a16="http://schemas.microsoft.com/office/drawing/2014/main" id="{F0DC0E19-95E4-30A3-A720-EC24A37BF1BC}"/>
                  </a:ext>
                </a:extLst>
              </p:cNvPr>
              <p:cNvSpPr/>
              <p:nvPr/>
            </p:nvSpPr>
            <p:spPr>
              <a:xfrm>
                <a:off x="3431704" y="2434263"/>
                <a:ext cx="216206" cy="216206"/>
              </a:xfrm>
              <a:prstGeom prst="roundRect">
                <a:avLst/>
              </a:prstGeom>
              <a:grpFill/>
              <a:ln w="25400">
                <a:solidFill>
                  <a:schemeClr val="accent6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l"/>
                <a:endParaRPr lang="ru-RU" sz="1200" dirty="0"/>
              </a:p>
            </p:txBody>
          </p:sp>
          <p:sp>
            <p:nvSpPr>
              <p:cNvPr id="41" name="Скругленный прямоугольник 40">
                <a:extLst>
                  <a:ext uri="{FF2B5EF4-FFF2-40B4-BE49-F238E27FC236}">
                    <a16:creationId xmlns:a16="http://schemas.microsoft.com/office/drawing/2014/main" id="{B15D5A32-16E7-E074-3EB6-6B1C15970C03}"/>
                  </a:ext>
                </a:extLst>
              </p:cNvPr>
              <p:cNvSpPr/>
              <p:nvPr/>
            </p:nvSpPr>
            <p:spPr>
              <a:xfrm>
                <a:off x="3647728" y="2434263"/>
                <a:ext cx="216206" cy="216206"/>
              </a:xfrm>
              <a:prstGeom prst="roundRect">
                <a:avLst/>
              </a:prstGeom>
              <a:grpFill/>
              <a:ln w="25400">
                <a:solidFill>
                  <a:schemeClr val="accent6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l"/>
                <a:endParaRPr lang="ru-RU" sz="1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0AF7EA3C-77F6-A81C-740C-378191CCB8F6}"/>
                    </a:ext>
                  </a:extLst>
                </p:cNvPr>
                <p:cNvSpPr txBox="1"/>
                <p:nvPr/>
              </p:nvSpPr>
              <p:spPr>
                <a:xfrm>
                  <a:off x="15044368" y="5336075"/>
                  <a:ext cx="410243" cy="40010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sz="2600" b="0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0AF7EA3C-77F6-A81C-740C-378191CCB8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044368" y="5336075"/>
                  <a:ext cx="410243" cy="40010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" name="Прямая со стрелкой 42">
              <a:extLst>
                <a:ext uri="{FF2B5EF4-FFF2-40B4-BE49-F238E27FC236}">
                  <a16:creationId xmlns:a16="http://schemas.microsoft.com/office/drawing/2014/main" id="{70774B85-AD4B-5F49-B435-96883DAD1DEE}"/>
                </a:ext>
              </a:extLst>
            </p:cNvPr>
            <p:cNvCxnSpPr>
              <a:cxnSpLocks/>
            </p:cNvCxnSpPr>
            <p:nvPr/>
          </p:nvCxnSpPr>
          <p:spPr>
            <a:xfrm>
              <a:off x="7105199" y="5048240"/>
              <a:ext cx="193361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F3C3722-4326-6E82-0CF6-039C0AE93D33}"/>
                </a:ext>
              </a:extLst>
            </p:cNvPr>
            <p:cNvSpPr txBox="1"/>
            <p:nvPr/>
          </p:nvSpPr>
          <p:spPr>
            <a:xfrm>
              <a:off x="10530559" y="4317042"/>
              <a:ext cx="823477" cy="400110"/>
            </a:xfrm>
            <a:prstGeom prst="rect">
              <a:avLst/>
            </a:prstGeom>
            <a:solidFill>
              <a:srgbClr val="FFFFFF"/>
            </a:solidFill>
          </p:spPr>
          <p:txBody>
            <a:bodyPr wrap="none" lIns="72000" tIns="0" rIns="72000" bIns="0" rtlCol="0" anchor="ctr">
              <a:spAutoFit/>
            </a:bodyPr>
            <a:lstStyle/>
            <a:p>
              <a:pPr algn="l"/>
              <a:r>
                <a:rPr lang="en-US" sz="2600" dirty="0">
                  <a:latin typeface="Graphik LC Regular" panose="020B0503030202060203" pitchFamily="34" charset="0"/>
                </a:rPr>
                <a:t>shift</a:t>
              </a:r>
              <a:endParaRPr lang="ru-RU" sz="2600" dirty="0">
                <a:latin typeface="Graphik LC Regular" panose="020B0503030202060203" pitchFamily="34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446E456-72A1-0F31-3EFF-62E8A8D5AD7D}"/>
                </a:ext>
              </a:extLst>
            </p:cNvPr>
            <p:cNvSpPr txBox="1"/>
            <p:nvPr/>
          </p:nvSpPr>
          <p:spPr>
            <a:xfrm>
              <a:off x="1934482" y="8466480"/>
              <a:ext cx="2436564" cy="40010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/>
              <a:r>
                <a:rPr lang="en-US" sz="2600" dirty="0" err="1">
                  <a:latin typeface="Graphik LC Regular" panose="020B0503030202060203" pitchFamily="34" charset="0"/>
                </a:rPr>
                <a:t>М</a:t>
              </a:r>
              <a:r>
                <a:rPr lang="ru-RU" sz="2600" dirty="0" err="1">
                  <a:latin typeface="Graphik LC Regular" panose="020B0503030202060203" pitchFamily="34" charset="0"/>
                </a:rPr>
                <a:t>одальность</a:t>
              </a:r>
              <a:r>
                <a:rPr lang="ru-RU" sz="2600" dirty="0">
                  <a:latin typeface="Graphik LC Regular" panose="020B0503030202060203" pitchFamily="34" charset="0"/>
                </a:rPr>
                <a:t> </a:t>
              </a:r>
              <a:r>
                <a:rPr lang="en-US" sz="2600" dirty="0">
                  <a:latin typeface="Graphik LC Regular" panose="020B0503030202060203" pitchFamily="34" charset="0"/>
                </a:rPr>
                <a:t>C</a:t>
              </a:r>
              <a:endParaRPr lang="ru-RU" sz="2600" dirty="0">
                <a:latin typeface="Graphik LC Regular" panose="020B0503030202060203" pitchFamily="34" charset="0"/>
              </a:endParaRPr>
            </a:p>
          </p:txBody>
        </p:sp>
        <p:grpSp>
          <p:nvGrpSpPr>
            <p:cNvPr id="47" name="Группа 46">
              <a:extLst>
                <a:ext uri="{FF2B5EF4-FFF2-40B4-BE49-F238E27FC236}">
                  <a16:creationId xmlns:a16="http://schemas.microsoft.com/office/drawing/2014/main" id="{2FC79952-08F6-5161-F886-F92654AB171F}"/>
                </a:ext>
              </a:extLst>
            </p:cNvPr>
            <p:cNvGrpSpPr/>
            <p:nvPr/>
          </p:nvGrpSpPr>
          <p:grpSpPr>
            <a:xfrm>
              <a:off x="5021887" y="8441535"/>
              <a:ext cx="1798861" cy="449999"/>
              <a:chOff x="2999656" y="2420888"/>
              <a:chExt cx="864278" cy="216206"/>
            </a:xfrm>
            <a:solidFill>
              <a:schemeClr val="accent2">
                <a:lumMod val="20000"/>
                <a:lumOff val="80000"/>
              </a:schemeClr>
            </a:solidFill>
          </p:grpSpPr>
          <p:sp>
            <p:nvSpPr>
              <p:cNvPr id="48" name="Скругленный прямоугольник 47">
                <a:extLst>
                  <a:ext uri="{FF2B5EF4-FFF2-40B4-BE49-F238E27FC236}">
                    <a16:creationId xmlns:a16="http://schemas.microsoft.com/office/drawing/2014/main" id="{D5E58838-F25E-63FC-416D-6E2ABC3B08AD}"/>
                  </a:ext>
                </a:extLst>
              </p:cNvPr>
              <p:cNvSpPr/>
              <p:nvPr/>
            </p:nvSpPr>
            <p:spPr>
              <a:xfrm>
                <a:off x="2999656" y="2420888"/>
                <a:ext cx="216206" cy="216206"/>
              </a:xfrm>
              <a:prstGeom prst="roundRect">
                <a:avLst/>
              </a:prstGeom>
              <a:grpFill/>
              <a:ln w="254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l"/>
                <a:endParaRPr lang="ru-RU" sz="1200" dirty="0"/>
              </a:p>
            </p:txBody>
          </p:sp>
          <p:sp>
            <p:nvSpPr>
              <p:cNvPr id="49" name="Скругленный прямоугольник 48">
                <a:extLst>
                  <a:ext uri="{FF2B5EF4-FFF2-40B4-BE49-F238E27FC236}">
                    <a16:creationId xmlns:a16="http://schemas.microsoft.com/office/drawing/2014/main" id="{682E23BE-AFC8-E5FE-48EC-FF540857C452}"/>
                  </a:ext>
                </a:extLst>
              </p:cNvPr>
              <p:cNvSpPr/>
              <p:nvPr/>
            </p:nvSpPr>
            <p:spPr>
              <a:xfrm>
                <a:off x="3215680" y="2420888"/>
                <a:ext cx="216206" cy="216206"/>
              </a:xfrm>
              <a:prstGeom prst="roundRect">
                <a:avLst/>
              </a:prstGeom>
              <a:grpFill/>
              <a:ln w="254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l"/>
                <a:endParaRPr lang="ru-RU" sz="1200" dirty="0"/>
              </a:p>
            </p:txBody>
          </p:sp>
          <p:sp>
            <p:nvSpPr>
              <p:cNvPr id="50" name="Скругленный прямоугольник 49">
                <a:extLst>
                  <a:ext uri="{FF2B5EF4-FFF2-40B4-BE49-F238E27FC236}">
                    <a16:creationId xmlns:a16="http://schemas.microsoft.com/office/drawing/2014/main" id="{7E95E3A6-902F-99B5-CB17-67574838F54B}"/>
                  </a:ext>
                </a:extLst>
              </p:cNvPr>
              <p:cNvSpPr/>
              <p:nvPr/>
            </p:nvSpPr>
            <p:spPr>
              <a:xfrm>
                <a:off x="3431703" y="2420888"/>
                <a:ext cx="216206" cy="216206"/>
              </a:xfrm>
              <a:prstGeom prst="roundRect">
                <a:avLst/>
              </a:prstGeom>
              <a:grpFill/>
              <a:ln w="254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l"/>
                <a:endParaRPr lang="ru-RU" sz="1200" dirty="0"/>
              </a:p>
            </p:txBody>
          </p:sp>
          <p:sp>
            <p:nvSpPr>
              <p:cNvPr id="58" name="Скругленный прямоугольник 57">
                <a:extLst>
                  <a:ext uri="{FF2B5EF4-FFF2-40B4-BE49-F238E27FC236}">
                    <a16:creationId xmlns:a16="http://schemas.microsoft.com/office/drawing/2014/main" id="{471799AD-463F-F660-49B8-8D53B452EBFF}"/>
                  </a:ext>
                </a:extLst>
              </p:cNvPr>
              <p:cNvSpPr/>
              <p:nvPr/>
            </p:nvSpPr>
            <p:spPr>
              <a:xfrm>
                <a:off x="3647728" y="2420888"/>
                <a:ext cx="216206" cy="216206"/>
              </a:xfrm>
              <a:prstGeom prst="roundRect">
                <a:avLst/>
              </a:prstGeom>
              <a:grpFill/>
              <a:ln w="254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l"/>
                <a:endParaRPr lang="ru-RU" sz="1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0EF8CA12-6C8E-345D-7205-EBB6E9F5FA9B}"/>
                    </a:ext>
                  </a:extLst>
                </p:cNvPr>
                <p:cNvSpPr txBox="1"/>
                <p:nvPr/>
              </p:nvSpPr>
              <p:spPr>
                <a:xfrm>
                  <a:off x="5703419" y="8904079"/>
                  <a:ext cx="422039" cy="40011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oMath>
                    </m:oMathPara>
                  </a14:m>
                  <a:endParaRPr lang="en-US" sz="2600" b="0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0EF8CA12-6C8E-345D-7205-EBB6E9F5FA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3419" y="8904079"/>
                  <a:ext cx="422039" cy="400110"/>
                </a:xfrm>
                <a:prstGeom prst="rect">
                  <a:avLst/>
                </a:prstGeom>
                <a:blipFill>
                  <a:blip r:embed="rId6"/>
                  <a:stretch>
                    <a:fillRect l="-8824" r="-2941" b="-15152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4" name="Группа 63">
              <a:extLst>
                <a:ext uri="{FF2B5EF4-FFF2-40B4-BE49-F238E27FC236}">
                  <a16:creationId xmlns:a16="http://schemas.microsoft.com/office/drawing/2014/main" id="{DE45F234-0E70-E389-E41C-016A5842FB6D}"/>
                </a:ext>
              </a:extLst>
            </p:cNvPr>
            <p:cNvGrpSpPr/>
            <p:nvPr/>
          </p:nvGrpSpPr>
          <p:grpSpPr>
            <a:xfrm>
              <a:off x="10042867" y="4844982"/>
              <a:ext cx="1798861" cy="449999"/>
              <a:chOff x="2999656" y="2434263"/>
              <a:chExt cx="864278" cy="216206"/>
            </a:xfr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69000">
                  <a:schemeClr val="accent6">
                    <a:lumMod val="20000"/>
                    <a:lumOff val="80000"/>
                  </a:schemeClr>
                </a:gs>
                <a:gs pos="100000">
                  <a:schemeClr val="accent6">
                    <a:lumMod val="75000"/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</p:grpSpPr>
          <p:sp>
            <p:nvSpPr>
              <p:cNvPr id="65" name="Скругленный прямоугольник 64">
                <a:extLst>
                  <a:ext uri="{FF2B5EF4-FFF2-40B4-BE49-F238E27FC236}">
                    <a16:creationId xmlns:a16="http://schemas.microsoft.com/office/drawing/2014/main" id="{91D02FF9-8618-D90E-D652-D72272D751DF}"/>
                  </a:ext>
                </a:extLst>
              </p:cNvPr>
              <p:cNvSpPr/>
              <p:nvPr/>
            </p:nvSpPr>
            <p:spPr>
              <a:xfrm>
                <a:off x="2999656" y="2434263"/>
                <a:ext cx="216206" cy="216206"/>
              </a:xfrm>
              <a:prstGeom prst="round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l"/>
                <a:endParaRPr lang="ru-RU" sz="1200" dirty="0"/>
              </a:p>
            </p:txBody>
          </p:sp>
          <p:sp>
            <p:nvSpPr>
              <p:cNvPr id="66" name="Скругленный прямоугольник 65">
                <a:extLst>
                  <a:ext uri="{FF2B5EF4-FFF2-40B4-BE49-F238E27FC236}">
                    <a16:creationId xmlns:a16="http://schemas.microsoft.com/office/drawing/2014/main" id="{E059B210-A972-CA79-B64E-6BD1E2E7B455}"/>
                  </a:ext>
                </a:extLst>
              </p:cNvPr>
              <p:cNvSpPr/>
              <p:nvPr/>
            </p:nvSpPr>
            <p:spPr>
              <a:xfrm>
                <a:off x="3215680" y="2434263"/>
                <a:ext cx="216206" cy="216206"/>
              </a:xfrm>
              <a:prstGeom prst="round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l"/>
                <a:endParaRPr lang="ru-RU" sz="1200" dirty="0"/>
              </a:p>
            </p:txBody>
          </p:sp>
          <p:sp>
            <p:nvSpPr>
              <p:cNvPr id="67" name="Скругленный прямоугольник 66">
                <a:extLst>
                  <a:ext uri="{FF2B5EF4-FFF2-40B4-BE49-F238E27FC236}">
                    <a16:creationId xmlns:a16="http://schemas.microsoft.com/office/drawing/2014/main" id="{51681D51-660A-8218-F4FC-30E790E1811F}"/>
                  </a:ext>
                </a:extLst>
              </p:cNvPr>
              <p:cNvSpPr/>
              <p:nvPr/>
            </p:nvSpPr>
            <p:spPr>
              <a:xfrm>
                <a:off x="3431704" y="2434263"/>
                <a:ext cx="216206" cy="216206"/>
              </a:xfrm>
              <a:prstGeom prst="roundRect">
                <a:avLst/>
              </a:prstGeom>
              <a:solidFill>
                <a:schemeClr val="bg2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l"/>
                <a:endParaRPr lang="ru-RU" sz="1200" dirty="0"/>
              </a:p>
            </p:txBody>
          </p:sp>
          <p:sp>
            <p:nvSpPr>
              <p:cNvPr id="68" name="Скругленный прямоугольник 67">
                <a:extLst>
                  <a:ext uri="{FF2B5EF4-FFF2-40B4-BE49-F238E27FC236}">
                    <a16:creationId xmlns:a16="http://schemas.microsoft.com/office/drawing/2014/main" id="{967AF675-F209-1DF8-C59F-A074CF24EE5F}"/>
                  </a:ext>
                </a:extLst>
              </p:cNvPr>
              <p:cNvSpPr/>
              <p:nvPr/>
            </p:nvSpPr>
            <p:spPr>
              <a:xfrm>
                <a:off x="3647728" y="2434263"/>
                <a:ext cx="216206" cy="216206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l"/>
                <a:endParaRPr lang="ru-RU" sz="1200" dirty="0"/>
              </a:p>
            </p:txBody>
          </p:sp>
        </p:grpSp>
        <p:grpSp>
          <p:nvGrpSpPr>
            <p:cNvPr id="69" name="Рисунок 214">
              <a:extLst>
                <a:ext uri="{FF2B5EF4-FFF2-40B4-BE49-F238E27FC236}">
                  <a16:creationId xmlns:a16="http://schemas.microsoft.com/office/drawing/2014/main" id="{1A108192-F720-17F6-8B23-D41BD658759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323265" y="4874355"/>
              <a:ext cx="435505" cy="435505"/>
              <a:chOff x="15276053" y="1235798"/>
              <a:chExt cx="825000" cy="825000"/>
            </a:xfrm>
            <a:noFill/>
          </p:grpSpPr>
          <p:sp>
            <p:nvSpPr>
              <p:cNvPr id="70" name="Полилиния 69">
                <a:extLst>
                  <a:ext uri="{FF2B5EF4-FFF2-40B4-BE49-F238E27FC236}">
                    <a16:creationId xmlns:a16="http://schemas.microsoft.com/office/drawing/2014/main" id="{F55CA19C-C25D-E0CC-000B-BC36921727DF}"/>
                  </a:ext>
                </a:extLst>
              </p:cNvPr>
              <p:cNvSpPr/>
              <p:nvPr/>
            </p:nvSpPr>
            <p:spPr>
              <a:xfrm>
                <a:off x="15501053" y="1648298"/>
                <a:ext cx="375000" cy="37500"/>
              </a:xfrm>
              <a:custGeom>
                <a:avLst/>
                <a:gdLst>
                  <a:gd name="csX0" fmla="*/ 0 w 375000"/>
                  <a:gd name="csY0" fmla="*/ 0 h 37500"/>
                  <a:gd name="csX1" fmla="*/ 375000 w 375000"/>
                  <a:gd name="csY1" fmla="*/ 0 h 37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75000" h="37500">
                    <a:moveTo>
                      <a:pt x="0" y="0"/>
                    </a:moveTo>
                    <a:lnTo>
                      <a:pt x="375000" y="0"/>
                    </a:lnTo>
                  </a:path>
                </a:pathLst>
              </a:custGeom>
              <a:noFill/>
              <a:ln w="25400" cap="rnd">
                <a:solidFill>
                  <a:schemeClr val="tx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1" name="Полилиния 70">
                <a:extLst>
                  <a:ext uri="{FF2B5EF4-FFF2-40B4-BE49-F238E27FC236}">
                    <a16:creationId xmlns:a16="http://schemas.microsoft.com/office/drawing/2014/main" id="{44C7C07E-25EC-DC16-F3C6-26BFDE4E0803}"/>
                  </a:ext>
                </a:extLst>
              </p:cNvPr>
              <p:cNvSpPr/>
              <p:nvPr/>
            </p:nvSpPr>
            <p:spPr>
              <a:xfrm>
                <a:off x="15688553" y="1460798"/>
                <a:ext cx="37500" cy="375000"/>
              </a:xfrm>
              <a:custGeom>
                <a:avLst/>
                <a:gdLst>
                  <a:gd name="csX0" fmla="*/ 0 w 37500"/>
                  <a:gd name="csY0" fmla="*/ 0 h 375000"/>
                  <a:gd name="csX1" fmla="*/ 0 w 37500"/>
                  <a:gd name="csY1" fmla="*/ 375000 h 375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7500" h="375000">
                    <a:moveTo>
                      <a:pt x="0" y="0"/>
                    </a:moveTo>
                    <a:lnTo>
                      <a:pt x="0" y="375000"/>
                    </a:lnTo>
                  </a:path>
                </a:pathLst>
              </a:custGeom>
              <a:noFill/>
              <a:ln w="25400" cap="rnd">
                <a:solidFill>
                  <a:schemeClr val="tx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" name="Овал 71">
                <a:extLst>
                  <a:ext uri="{FF2B5EF4-FFF2-40B4-BE49-F238E27FC236}">
                    <a16:creationId xmlns:a16="http://schemas.microsoft.com/office/drawing/2014/main" id="{9036FBB7-CE9B-50A9-1219-983D9E91F765}"/>
                  </a:ext>
                </a:extLst>
              </p:cNvPr>
              <p:cNvSpPr/>
              <p:nvPr/>
            </p:nvSpPr>
            <p:spPr>
              <a:xfrm>
                <a:off x="15276053" y="1235798"/>
                <a:ext cx="825000" cy="825000"/>
              </a:xfrm>
              <a:prstGeom prst="ellipse">
                <a:avLst/>
              </a:prstGeom>
              <a:noFill/>
              <a:ln w="25400" cap="flat">
                <a:solidFill>
                  <a:schemeClr val="tx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ru-RU"/>
              </a:p>
            </p:txBody>
          </p:sp>
        </p:grpSp>
        <p:cxnSp>
          <p:nvCxnSpPr>
            <p:cNvPr id="75" name="Прямая со стрелкой 74">
              <a:extLst>
                <a:ext uri="{FF2B5EF4-FFF2-40B4-BE49-F238E27FC236}">
                  <a16:creationId xmlns:a16="http://schemas.microsoft.com/office/drawing/2014/main" id="{F6E78360-23F2-E8A3-5D0D-B14CA1437E26}"/>
                </a:ext>
              </a:extLst>
            </p:cNvPr>
            <p:cNvCxnSpPr>
              <a:cxnSpLocks/>
            </p:cNvCxnSpPr>
            <p:nvPr/>
          </p:nvCxnSpPr>
          <p:spPr>
            <a:xfrm>
              <a:off x="12126179" y="5048240"/>
              <a:ext cx="193361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Скругленный прямоугольник 75">
              <a:extLst>
                <a:ext uri="{FF2B5EF4-FFF2-40B4-BE49-F238E27FC236}">
                  <a16:creationId xmlns:a16="http://schemas.microsoft.com/office/drawing/2014/main" id="{84B263CD-D136-D21B-768C-943387E06711}"/>
                </a:ext>
              </a:extLst>
            </p:cNvPr>
            <p:cNvSpPr/>
            <p:nvPr/>
          </p:nvSpPr>
          <p:spPr>
            <a:xfrm>
              <a:off x="7703927" y="7498489"/>
              <a:ext cx="1666138" cy="527557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r>
                <a:rPr lang="en-US" sz="2000" dirty="0">
                  <a:latin typeface="Graphik LC Regular" panose="020B0503030202060203" pitchFamily="34" charset="0"/>
                </a:rPr>
                <a:t>gate</a:t>
              </a:r>
              <a:endParaRPr lang="ru-RU" sz="2000" dirty="0">
                <a:latin typeface="Graphik LC Regular" panose="020B0503030202060203" pitchFamily="34" charset="0"/>
              </a:endParaRPr>
            </a:p>
          </p:txBody>
        </p:sp>
        <p:cxnSp>
          <p:nvCxnSpPr>
            <p:cNvPr id="80" name="Соединительная линия уступом 79">
              <a:extLst>
                <a:ext uri="{FF2B5EF4-FFF2-40B4-BE49-F238E27FC236}">
                  <a16:creationId xmlns:a16="http://schemas.microsoft.com/office/drawing/2014/main" id="{FC20FCF4-728C-E1E2-70CA-37566DFEE3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57172" y="5580047"/>
              <a:ext cx="1294687" cy="2180061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9" name="B529"/>
          <p:cNvSpPr/>
          <p:nvPr/>
        </p:nvSpPr>
        <p:spPr>
          <a:xfrm>
            <a:off x="0" y="0"/>
            <a:ext cx="24387175" cy="6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878999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C12E213-C56F-D0AD-D6A1-6A4801F393DE}"/>
              </a:ext>
            </a:extLst>
          </p:cNvPr>
          <p:cNvSpPr/>
          <p:nvPr/>
        </p:nvSpPr>
        <p:spPr>
          <a:xfrm>
            <a:off x="1162745" y="1015912"/>
            <a:ext cx="19574541" cy="109004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8500"/>
              </a:lnSpc>
              <a:spcBef>
                <a:spcPct val="0"/>
              </a:spcBef>
              <a:spcAft>
                <a:spcPts val="4000"/>
              </a:spcAft>
            </a:pPr>
            <a:r>
              <a:rPr lang="en" sz="7500" b="1" dirty="0">
                <a:latin typeface="Graphik LC Semibold" panose="020B0503030202060203" pitchFamily="34" charset="0"/>
                <a:ea typeface="Inter" panose="02000503000000020004" pitchFamily="2" charset="0"/>
                <a:sym typeface="Arial"/>
              </a:rPr>
              <a:t>Mix of Encoders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F99EA20B-23BD-E9A2-E774-89EA78C4EC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23918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ru-RU" smtClean="0">
                <a:solidFill>
                  <a:srgbClr val="888888"/>
                </a:solidFill>
              </a:defRPr>
            </a:lvl1pPr>
          </a:lstStyle>
          <a:p>
            <a:fld id="{C8994169-2FD2-C948-898F-758DFA36E520}" type="slidenum">
              <a:rPr lang="ru-RU" smtClean="0"/>
              <a:pPr/>
              <a:t>21</a:t>
            </a:fld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9077E92-6A52-FF99-340F-9B74CE0BC85B}"/>
              </a:ext>
            </a:extLst>
          </p:cNvPr>
          <p:cNvSpPr/>
          <p:nvPr/>
        </p:nvSpPr>
        <p:spPr>
          <a:xfrm>
            <a:off x="7749202" y="-1098758"/>
            <a:ext cx="232219" cy="232219"/>
          </a:xfrm>
          <a:prstGeom prst="rect">
            <a:avLst/>
          </a:prstGeom>
          <a:solidFill>
            <a:schemeClr val="accent3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545FBA69-9A9F-FFB0-A1A6-16879D77049C}"/>
              </a:ext>
            </a:extLst>
          </p:cNvPr>
          <p:cNvSpPr>
            <a:spLocks/>
          </p:cNvSpPr>
          <p:nvPr/>
        </p:nvSpPr>
        <p:spPr>
          <a:xfrm>
            <a:off x="1212850" y="2897187"/>
            <a:ext cx="10853737" cy="2313167"/>
          </a:xfrm>
          <a:prstGeom prst="roundRect">
            <a:avLst>
              <a:gd name="adj" fmla="val 5837"/>
            </a:avLst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F858C0-44D7-20DB-327E-1B64EEA8AE08}"/>
              </a:ext>
            </a:extLst>
          </p:cNvPr>
          <p:cNvSpPr txBox="1"/>
          <p:nvPr/>
        </p:nvSpPr>
        <p:spPr>
          <a:xfrm>
            <a:off x="1931988" y="3454702"/>
            <a:ext cx="8572121" cy="1110231"/>
          </a:xfrm>
          <a:prstGeom prst="rect">
            <a:avLst/>
          </a:prstGeom>
        </p:spPr>
        <p:txBody>
          <a:bodyPr vert="horz" wrap="square" lIns="0" tIns="0" rIns="0" bIns="72000" rtlCol="0" anchor="ctr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 defTabSz="1485991">
              <a:lnSpc>
                <a:spcPts val="4200"/>
              </a:lnSpc>
              <a:spcBef>
                <a:spcPts val="0"/>
              </a:spcBef>
              <a:spcAft>
                <a:spcPts val="1200"/>
              </a:spcAft>
              <a:buNone/>
              <a:defRPr/>
            </a:pPr>
            <a:r>
              <a:rPr lang="ru-RU" sz="3200" dirty="0"/>
              <a:t>Eagle: конкатенация токенов из комплементарных энкодеров так же эффективна, как сложные архитектуры слияния.</a:t>
            </a: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279EF974-F5E8-6F0F-928E-FCD3E599B141}"/>
              </a:ext>
            </a:extLst>
          </p:cNvPr>
          <p:cNvSpPr>
            <a:spLocks/>
          </p:cNvSpPr>
          <p:nvPr/>
        </p:nvSpPr>
        <p:spPr>
          <a:xfrm>
            <a:off x="12320589" y="2897187"/>
            <a:ext cx="10853737" cy="2313167"/>
          </a:xfrm>
          <a:prstGeom prst="roundRect">
            <a:avLst>
              <a:gd name="adj" fmla="val 8025"/>
            </a:avLst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DEDD20-25FA-EEE2-27E0-40CC4BCECE66}"/>
              </a:ext>
            </a:extLst>
          </p:cNvPr>
          <p:cNvSpPr txBox="1"/>
          <p:nvPr/>
        </p:nvSpPr>
        <p:spPr>
          <a:xfrm>
            <a:off x="13039727" y="3457395"/>
            <a:ext cx="8572121" cy="1104845"/>
          </a:xfrm>
          <a:prstGeom prst="rect">
            <a:avLst/>
          </a:prstGeom>
        </p:spPr>
        <p:txBody>
          <a:bodyPr vert="horz" wrap="square" lIns="0" tIns="0" rIns="0" bIns="72000" rtlCol="0" anchor="ctr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 defTabSz="1485991">
              <a:lnSpc>
                <a:spcPts val="4200"/>
              </a:lnSpc>
              <a:spcBef>
                <a:spcPts val="0"/>
              </a:spcBef>
              <a:spcAft>
                <a:spcPts val="1200"/>
              </a:spcAft>
              <a:buNone/>
              <a:defRPr/>
            </a:pPr>
            <a:r>
              <a:rPr lang="ru-RU" sz="3200" dirty="0"/>
              <a:t>Pre-Alignment энкодеров к языковым токенам повышает согласованность. </a:t>
            </a:r>
            <a:r>
              <a:rPr lang="ru-RU" sz="3200" dirty="0" err="1"/>
              <a:t>Eagle-X5: CLIP + ConvNeXt + Pix2Struct + SAM + DINOv2.</a:t>
            </a:r>
          </a:p>
        </p:txBody>
      </p:sp>
      <p:sp>
        <p:nvSpPr>
          <p:cNvPr id="20" name="Скругленный прямоугольник 19">
            <a:extLst>
              <a:ext uri="{FF2B5EF4-FFF2-40B4-BE49-F238E27FC236}">
                <a16:creationId xmlns:a16="http://schemas.microsoft.com/office/drawing/2014/main" id="{5E64DC3A-4540-8B8D-3B04-15AD70A7D751}"/>
              </a:ext>
            </a:extLst>
          </p:cNvPr>
          <p:cNvSpPr>
            <a:spLocks/>
          </p:cNvSpPr>
          <p:nvPr/>
        </p:nvSpPr>
        <p:spPr>
          <a:xfrm>
            <a:off x="1212850" y="5442573"/>
            <a:ext cx="10853738" cy="7068515"/>
          </a:xfrm>
          <a:prstGeom prst="roundRect">
            <a:avLst>
              <a:gd name="adj" fmla="val 1910"/>
            </a:avLst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74D08919-1E65-A593-46D4-2A91BA0F0974}"/>
              </a:ext>
            </a:extLst>
          </p:cNvPr>
          <p:cNvSpPr>
            <a:spLocks/>
          </p:cNvSpPr>
          <p:nvPr/>
        </p:nvSpPr>
        <p:spPr>
          <a:xfrm>
            <a:off x="12320589" y="5442573"/>
            <a:ext cx="10853738" cy="7068515"/>
          </a:xfrm>
          <a:prstGeom prst="roundRect">
            <a:avLst>
              <a:gd name="adj" fmla="val 1910"/>
            </a:avLst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Номер слайда 2">
            <a:extLst>
              <a:ext uri="{FF2B5EF4-FFF2-40B4-BE49-F238E27FC236}">
                <a16:creationId xmlns:a16="http://schemas.microsoft.com/office/drawing/2014/main" id="{42F9F968-A2F4-E2A6-DCB2-04B1604E5A09}"/>
              </a:ext>
            </a:extLst>
          </p:cNvPr>
          <p:cNvSpPr txBox="1">
            <a:spLocks/>
          </p:cNvSpPr>
          <p:nvPr/>
        </p:nvSpPr>
        <p:spPr>
          <a:xfrm>
            <a:off x="1212849" y="12649984"/>
            <a:ext cx="14469973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ru-RU" sz="1800" b="0" i="0" kern="1200" smtClean="0">
                <a:solidFill>
                  <a:srgbClr val="888888"/>
                </a:solidFill>
                <a:latin typeface="Graphik LC Regular" panose="020B050303020206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/>
              <a:t>Источник: Eagle: Exploring The Design Space for Multimodal LLMs with Mixture of Encoders (Shi et al., ICLR 2025).</a:t>
            </a:r>
          </a:p>
        </p:txBody>
      </p:sp>
      <p:sp>
        <p:nvSpPr>
          <p:cNvPr id="301" name="EaglePH0"/>
          <p:cNvSpPr/>
          <p:nvPr/>
        </p:nvSpPr>
        <p:spPr>
          <a:xfrm>
            <a:off x="1499300" y="5662496"/>
            <a:ext cx="10411094" cy="6787250"/>
          </a:xfrm>
          <a:prstGeom prst="roundRect">
            <a:avLst>
              <a:gd name="adj" fmla="val 5000"/>
            </a:avLst>
          </a:prstGeom>
          <a:solidFill>
            <a:srgbClr val="F0F0F0"/>
          </a:solidFill>
          <a:ln w="19050">
            <a:solidFill>
              <a:srgbClr val="AAAAAA"/>
            </a:solidFill>
            <a:prstDash val="dash"/>
          </a:ln>
        </p:spPr>
        <p:txBody>
          <a:bodyPr anchor="ctr" anchorCtr="1"/>
          <a:lstStyle/>
          <a:p>
            <a:pPr algn="ctr"/>
            <a:endParaRPr lang="ru-RU" sz="1800" i="1" dirty="0">
              <a:solidFill>
                <a:srgbClr val="999999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525" name="B525"/>
          <p:cNvSpPr/>
          <p:nvPr/>
        </p:nvSpPr>
        <p:spPr>
          <a:xfrm>
            <a:off x="0" y="0"/>
            <a:ext cx="24387175" cy="6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E861BAA-B4B0-9FE8-1509-816ABC21E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385" y="6858000"/>
            <a:ext cx="10090201" cy="4238633"/>
          </a:xfrm>
          <a:prstGeom prst="rect">
            <a:avLst/>
          </a:prstGeom>
        </p:spPr>
      </p:pic>
      <p:sp>
        <p:nvSpPr>
          <p:cNvPr id="10" name="EaglePH0">
            <a:extLst>
              <a:ext uri="{FF2B5EF4-FFF2-40B4-BE49-F238E27FC236}">
                <a16:creationId xmlns:a16="http://schemas.microsoft.com/office/drawing/2014/main" id="{D3764292-121C-046F-4CBE-1A594BE3E200}"/>
              </a:ext>
            </a:extLst>
          </p:cNvPr>
          <p:cNvSpPr/>
          <p:nvPr/>
        </p:nvSpPr>
        <p:spPr>
          <a:xfrm>
            <a:off x="12541910" y="5723838"/>
            <a:ext cx="10411094" cy="6787250"/>
          </a:xfrm>
          <a:prstGeom prst="roundRect">
            <a:avLst>
              <a:gd name="adj" fmla="val 5000"/>
            </a:avLst>
          </a:prstGeom>
          <a:solidFill>
            <a:srgbClr val="F0F0F0"/>
          </a:solidFill>
          <a:ln w="19050">
            <a:solidFill>
              <a:srgbClr val="AAAAAA"/>
            </a:solidFill>
            <a:prstDash val="dash"/>
          </a:ln>
        </p:spPr>
        <p:txBody>
          <a:bodyPr anchor="ctr" anchorCtr="1"/>
          <a:lstStyle/>
          <a:p>
            <a:pPr algn="ctr"/>
            <a:endParaRPr lang="ru-RU" sz="1800" i="1" dirty="0">
              <a:solidFill>
                <a:srgbClr val="999999"/>
              </a:solidFill>
              <a:latin typeface="Graphik LC Regular" panose="020B0503030202060203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C36D3D1-6637-0375-B1A9-4CDE164076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85185" y="7716538"/>
            <a:ext cx="10075180" cy="267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16403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Другая 6">
      <a:dk1>
        <a:srgbClr val="141414"/>
      </a:dk1>
      <a:lt1>
        <a:srgbClr val="E6E6E6"/>
      </a:lt1>
      <a:dk2>
        <a:srgbClr val="FAFAFA"/>
      </a:dk2>
      <a:lt2>
        <a:srgbClr val="5D5D5D"/>
      </a:lt2>
      <a:accent1>
        <a:srgbClr val="1E293B"/>
      </a:accent1>
      <a:accent2>
        <a:srgbClr val="7759FF"/>
      </a:accent2>
      <a:accent3>
        <a:srgbClr val="FF662C"/>
      </a:accent3>
      <a:accent4>
        <a:srgbClr val="E3FF7C"/>
      </a:accent4>
      <a:accent5>
        <a:srgbClr val="FE68B9"/>
      </a:accent5>
      <a:accent6>
        <a:srgbClr val="0D9488"/>
      </a:accent6>
      <a:hlink>
        <a:srgbClr val="06A2F1"/>
      </a:hlink>
      <a:folHlink>
        <a:srgbClr val="06A2F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 w="25400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36748</TotalTime>
  <Words>4274</Words>
  <Application>Microsoft Macintosh PowerPoint</Application>
  <PresentationFormat>Произвольный</PresentationFormat>
  <Paragraphs>327</Paragraphs>
  <Slides>21</Slides>
  <Notes>21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34" baseType="lpstr">
      <vt:lpstr>Arial</vt:lpstr>
      <vt:lpstr>Calibri</vt:lpstr>
      <vt:lpstr>Cambria Math</vt:lpstr>
      <vt:lpstr>Courier New</vt:lpstr>
      <vt:lpstr>Graphik LC Medium</vt:lpstr>
      <vt:lpstr>Graphik LC Regular</vt:lpstr>
      <vt:lpstr>Graphik LC Semibold</vt:lpstr>
      <vt:lpstr>Graphik LCG</vt:lpstr>
      <vt:lpstr>GRAPHIKLCG-SEMIBOLD</vt:lpstr>
      <vt:lpstr>Menlo</vt:lpstr>
      <vt:lpstr>Ofform</vt:lpstr>
      <vt:lpstr>STIX Two Math Regular</vt:lpstr>
      <vt:lpstr>1_Office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Office User</cp:lastModifiedBy>
  <cp:revision>326</cp:revision>
  <dcterms:created xsi:type="dcterms:W3CDTF">2024-08-19T11:21:53Z</dcterms:created>
  <dcterms:modified xsi:type="dcterms:W3CDTF">2026-05-18T15:24:26Z</dcterms:modified>
</cp:coreProperties>
</file>